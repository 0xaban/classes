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topic: how a model can miss the pattern or become too sensitive to its training data, and how both contribute to prediction error.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input positions, with independent output noise. Fit each sample separately: a degree-12 polynomial can bend much more than a straight line. At x = 0.5, its predictions are 0.96, 0.40, 1.05, 1.00 for A through D. Next we will compare these predictions with straight-line fits on the exact same samples and axes. This illustrates sensitivity to training data, not just wiggliness. Low bias refers to the average over repeated training samples, not every individual curve: this polynomial family contains the true quadratic and is unbiased in expectation under our zero-mean noise and fixed-design least-squares assumptions. It does not mean all polynomial models have high variance: the quadratic model we show later is more stable here. Four fits are an illustration, not a precise population estimate. Next keep the data fixed and switch to linear regression.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ordinary least-squares linear regression, with an intercept and one slope, separately to each. Keep the inputs, model family, and fitting method fixed. At x = 0.5, A predicts 1.06, B 0.83, C 1.13, and D 0.98. The vertical guides mark that identical input. The orange dots are model predictions, not additional observations. Retraining changes the predictions slightly even though the underlying problem does not change. These straight-line fits are relatively stable, illustrating low variance, but they miss the curved relationship: stability alone does not guarantee accuracy. Four samples illustrate the idea; they do not estimate population variance reliably. Next compare degree-2 and degree-12 models on eight samples.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x = 0.5, compute the mean of the eight degree-12 predictions, subtract it from each prediction, square each difference, and average those eight squares. The displayed empirical variance is 0.059849, using division by eight to describe this finite ensemble, not the unbiased sample-variance estimator with division by seven. 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6,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MSE stands for mean squared error. Here it means expected prediction MSE over retraining and independent new observations, not one measured training or test loss. 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01/10</a:t>
            </a:r>
          </a:p>
        </p:txBody>
      </p:sp>
      <p:sp>
        <p:nvSpPr>
          <p:cNvPr id="5" name="TextBox 4"/>
          <p:cNvSpPr txBox="1"/>
          <p:nvPr/>
        </p:nvSpPr>
        <p:spPr>
          <a:xfrm>
            <a:off x="868680" y="2194560"/>
            <a:ext cx="10424160" cy="1645920"/>
          </a:xfrm>
          <a:prstGeom prst="rect">
            <a:avLst/>
          </a:prstGeom>
          <a:noFill/>
        </p:spPr>
        <p:txBody>
          <a:bodyPr wrap="square" lIns="0" rIns="0" tIns="0" bIns="0">
            <a:spAutoFit/>
          </a:bodyPr>
          <a:lstStyle/>
          <a:p>
            <a:pPr>
              <a:spcAft>
                <a:spcPts val="0"/>
              </a:spcAft>
              <a:defRPr sz="4800" b="0">
                <a:solidFill>
                  <a:srgbClr val="181D16"/>
                </a:solidFill>
                <a:latin typeface="Arial"/>
              </a:defRPr>
            </a:pPr>
            <a:r>
              <a:t>The Bias–Variance</a:t>
            </a:r>
          </a:p>
          <a:p>
            <a:pPr>
              <a:spcAft>
                <a:spcPts val="0"/>
              </a:spcAft>
              <a:defRPr sz="4800" b="0">
                <a:solidFill>
                  <a:srgbClr val="181D16"/>
                </a:solidFill>
                <a:latin typeface="Arial"/>
              </a:defRPr>
            </a:pPr>
            <a:r>
              <a:t>Tradeoff</a:t>
            </a:r>
          </a:p>
        </p:txBody>
      </p:sp>
      <p:sp>
        <p:nvSpPr>
          <p:cNvPr id="6" name="TextBox 5"/>
          <p:cNvSpPr txBox="1"/>
          <p:nvPr/>
        </p:nvSpPr>
        <p:spPr>
          <a:xfrm>
            <a:off x="896112" y="4251960"/>
            <a:ext cx="9601200" cy="457200"/>
          </a:xfrm>
          <a:prstGeom prst="rect">
            <a:avLst/>
          </a:prstGeom>
          <a:noFill/>
        </p:spPr>
        <p:txBody>
          <a:bodyPr wrap="square" lIns="0" rIns="0" tIns="0" bIns="0">
            <a:spAutoFit/>
          </a:bodyPr>
          <a:lstStyle/>
          <a:p>
            <a:pPr>
              <a:spcAft>
                <a:spcPts val="0"/>
              </a:spcAft>
              <a:defRPr sz="2300" b="0">
                <a:solidFill>
                  <a:srgbClr val="686C66"/>
                </a:solidFill>
                <a:latin typeface="Arial"/>
              </a:defRPr>
            </a:pPr>
            <a:r>
              <a:t>Adam Torres Encarnacion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02/10</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03/10</a:t>
            </a:r>
          </a:p>
        </p:txBody>
      </p:sp>
      <p:graphicFrame>
        <p:nvGraphicFramePr>
          <p:cNvPr id="5" name="Table 4"/>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6" name="TextBox 5"/>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low bias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04/10</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Freeform 69"/>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Oval 89"/>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1" name="Connector 90"/>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2" name="Oval 91"/>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4" name="TextBox 93"/>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5" name="Connector 94"/>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7" name="TextBox 96"/>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8" name="TextBox 97"/>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9" name="Freeform 98"/>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Oval 118"/>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0" name="Connector 119"/>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1" name="Oval 120"/>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TextBox 121"/>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3" name="Oval 122"/>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TextBox 123"/>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5" name="Connector 124"/>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6" name="TextBox 125"/>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polynomial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low variance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05/10</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1.06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899002"/>
            <a:ext cx="2103120" cy="668426"/>
          </a:xfrm>
          <a:custGeom>
            <a:avLst/>
            <a:gdLst/>
            <a:ahLst/>
            <a:cxnLst/>
            <a:rect l="l" t="t" r="r" b="b"/>
            <a:pathLst>
              <a:path w="2300" h="731">
                <a:moveTo>
                  <a:pt x="0" y="731"/>
                </a:moveTo>
                <a:lnTo>
                  <a:pt x="6" y="729"/>
                </a:lnTo>
                <a:lnTo>
                  <a:pt x="12" y="728"/>
                </a:lnTo>
                <a:lnTo>
                  <a:pt x="17" y="726"/>
                </a:lnTo>
                <a:lnTo>
                  <a:pt x="23" y="724"/>
                </a:lnTo>
                <a:lnTo>
                  <a:pt x="29" y="722"/>
                </a:lnTo>
                <a:lnTo>
                  <a:pt x="35" y="720"/>
                </a:lnTo>
                <a:lnTo>
                  <a:pt x="40" y="718"/>
                </a:lnTo>
                <a:lnTo>
                  <a:pt x="46" y="717"/>
                </a:lnTo>
                <a:lnTo>
                  <a:pt x="52" y="715"/>
                </a:lnTo>
                <a:lnTo>
                  <a:pt x="58" y="713"/>
                </a:lnTo>
                <a:lnTo>
                  <a:pt x="63" y="711"/>
                </a:lnTo>
                <a:lnTo>
                  <a:pt x="69" y="709"/>
                </a:lnTo>
                <a:lnTo>
                  <a:pt x="75" y="707"/>
                </a:lnTo>
                <a:lnTo>
                  <a:pt x="81" y="706"/>
                </a:lnTo>
                <a:lnTo>
                  <a:pt x="86" y="704"/>
                </a:lnTo>
                <a:lnTo>
                  <a:pt x="92" y="702"/>
                </a:lnTo>
                <a:lnTo>
                  <a:pt x="98" y="700"/>
                </a:lnTo>
                <a:lnTo>
                  <a:pt x="104" y="698"/>
                </a:lnTo>
                <a:lnTo>
                  <a:pt x="110" y="696"/>
                </a:lnTo>
                <a:lnTo>
                  <a:pt x="115" y="695"/>
                </a:lnTo>
                <a:lnTo>
                  <a:pt x="121" y="693"/>
                </a:lnTo>
                <a:lnTo>
                  <a:pt x="127" y="691"/>
                </a:lnTo>
                <a:lnTo>
                  <a:pt x="133" y="689"/>
                </a:lnTo>
                <a:lnTo>
                  <a:pt x="138" y="687"/>
                </a:lnTo>
                <a:lnTo>
                  <a:pt x="144" y="685"/>
                </a:lnTo>
                <a:lnTo>
                  <a:pt x="150" y="684"/>
                </a:lnTo>
                <a:lnTo>
                  <a:pt x="156" y="682"/>
                </a:lnTo>
                <a:lnTo>
                  <a:pt x="161" y="680"/>
                </a:lnTo>
                <a:lnTo>
                  <a:pt x="167" y="678"/>
                </a:lnTo>
                <a:lnTo>
                  <a:pt x="173" y="676"/>
                </a:lnTo>
                <a:lnTo>
                  <a:pt x="179" y="674"/>
                </a:lnTo>
                <a:lnTo>
                  <a:pt x="184" y="673"/>
                </a:lnTo>
                <a:lnTo>
                  <a:pt x="190" y="671"/>
                </a:lnTo>
                <a:lnTo>
                  <a:pt x="196" y="669"/>
                </a:lnTo>
                <a:lnTo>
                  <a:pt x="202" y="667"/>
                </a:lnTo>
                <a:lnTo>
                  <a:pt x="208" y="665"/>
                </a:lnTo>
                <a:lnTo>
                  <a:pt x="213" y="663"/>
                </a:lnTo>
                <a:lnTo>
                  <a:pt x="219" y="662"/>
                </a:lnTo>
                <a:lnTo>
                  <a:pt x="225" y="660"/>
                </a:lnTo>
                <a:lnTo>
                  <a:pt x="231" y="658"/>
                </a:lnTo>
                <a:lnTo>
                  <a:pt x="236" y="656"/>
                </a:lnTo>
                <a:lnTo>
                  <a:pt x="242" y="654"/>
                </a:lnTo>
                <a:lnTo>
                  <a:pt x="248" y="653"/>
                </a:lnTo>
                <a:lnTo>
                  <a:pt x="254" y="651"/>
                </a:lnTo>
                <a:lnTo>
                  <a:pt x="259" y="649"/>
                </a:lnTo>
                <a:lnTo>
                  <a:pt x="265" y="647"/>
                </a:lnTo>
                <a:lnTo>
                  <a:pt x="271" y="645"/>
                </a:lnTo>
                <a:lnTo>
                  <a:pt x="277" y="643"/>
                </a:lnTo>
                <a:lnTo>
                  <a:pt x="282" y="642"/>
                </a:lnTo>
                <a:lnTo>
                  <a:pt x="288" y="640"/>
                </a:lnTo>
                <a:lnTo>
                  <a:pt x="294" y="638"/>
                </a:lnTo>
                <a:lnTo>
                  <a:pt x="300" y="636"/>
                </a:lnTo>
                <a:lnTo>
                  <a:pt x="306" y="634"/>
                </a:lnTo>
                <a:lnTo>
                  <a:pt x="311" y="632"/>
                </a:lnTo>
                <a:lnTo>
                  <a:pt x="317" y="631"/>
                </a:lnTo>
                <a:lnTo>
                  <a:pt x="323" y="629"/>
                </a:lnTo>
                <a:lnTo>
                  <a:pt x="329" y="627"/>
                </a:lnTo>
                <a:lnTo>
                  <a:pt x="334" y="625"/>
                </a:lnTo>
                <a:lnTo>
                  <a:pt x="340" y="623"/>
                </a:lnTo>
                <a:lnTo>
                  <a:pt x="346" y="621"/>
                </a:lnTo>
                <a:lnTo>
                  <a:pt x="352" y="620"/>
                </a:lnTo>
                <a:lnTo>
                  <a:pt x="357" y="618"/>
                </a:lnTo>
                <a:lnTo>
                  <a:pt x="363" y="616"/>
                </a:lnTo>
                <a:lnTo>
                  <a:pt x="369" y="614"/>
                </a:lnTo>
                <a:lnTo>
                  <a:pt x="375" y="612"/>
                </a:lnTo>
                <a:lnTo>
                  <a:pt x="380" y="610"/>
                </a:lnTo>
                <a:lnTo>
                  <a:pt x="386" y="609"/>
                </a:lnTo>
                <a:lnTo>
                  <a:pt x="392" y="607"/>
                </a:lnTo>
                <a:lnTo>
                  <a:pt x="398" y="605"/>
                </a:lnTo>
                <a:lnTo>
                  <a:pt x="404" y="603"/>
                </a:lnTo>
                <a:lnTo>
                  <a:pt x="409" y="601"/>
                </a:lnTo>
                <a:lnTo>
                  <a:pt x="415" y="599"/>
                </a:lnTo>
                <a:lnTo>
                  <a:pt x="421" y="598"/>
                </a:lnTo>
                <a:lnTo>
                  <a:pt x="427" y="596"/>
                </a:lnTo>
                <a:lnTo>
                  <a:pt x="432" y="594"/>
                </a:lnTo>
                <a:lnTo>
                  <a:pt x="438" y="592"/>
                </a:lnTo>
                <a:lnTo>
                  <a:pt x="444" y="590"/>
                </a:lnTo>
                <a:lnTo>
                  <a:pt x="450" y="588"/>
                </a:lnTo>
                <a:lnTo>
                  <a:pt x="455" y="587"/>
                </a:lnTo>
                <a:lnTo>
                  <a:pt x="461" y="585"/>
                </a:lnTo>
                <a:lnTo>
                  <a:pt x="467" y="583"/>
                </a:lnTo>
                <a:lnTo>
                  <a:pt x="473" y="581"/>
                </a:lnTo>
                <a:lnTo>
                  <a:pt x="478" y="579"/>
                </a:lnTo>
                <a:lnTo>
                  <a:pt x="484" y="577"/>
                </a:lnTo>
                <a:lnTo>
                  <a:pt x="490" y="576"/>
                </a:lnTo>
                <a:lnTo>
                  <a:pt x="496" y="574"/>
                </a:lnTo>
                <a:lnTo>
                  <a:pt x="502" y="572"/>
                </a:lnTo>
                <a:lnTo>
                  <a:pt x="507" y="570"/>
                </a:lnTo>
                <a:lnTo>
                  <a:pt x="513" y="568"/>
                </a:lnTo>
                <a:lnTo>
                  <a:pt x="519" y="566"/>
                </a:lnTo>
                <a:lnTo>
                  <a:pt x="525" y="565"/>
                </a:lnTo>
                <a:lnTo>
                  <a:pt x="530" y="563"/>
                </a:lnTo>
                <a:lnTo>
                  <a:pt x="536" y="561"/>
                </a:lnTo>
                <a:lnTo>
                  <a:pt x="542" y="559"/>
                </a:lnTo>
                <a:lnTo>
                  <a:pt x="548" y="557"/>
                </a:lnTo>
                <a:lnTo>
                  <a:pt x="553" y="555"/>
                </a:lnTo>
                <a:lnTo>
                  <a:pt x="559" y="554"/>
                </a:lnTo>
                <a:lnTo>
                  <a:pt x="565" y="552"/>
                </a:lnTo>
                <a:lnTo>
                  <a:pt x="571" y="550"/>
                </a:lnTo>
                <a:lnTo>
                  <a:pt x="576" y="548"/>
                </a:lnTo>
                <a:lnTo>
                  <a:pt x="582" y="546"/>
                </a:lnTo>
                <a:lnTo>
                  <a:pt x="588" y="544"/>
                </a:lnTo>
                <a:lnTo>
                  <a:pt x="594" y="543"/>
                </a:lnTo>
                <a:lnTo>
                  <a:pt x="599" y="541"/>
                </a:lnTo>
                <a:lnTo>
                  <a:pt x="605" y="539"/>
                </a:lnTo>
                <a:lnTo>
                  <a:pt x="611" y="537"/>
                </a:lnTo>
                <a:lnTo>
                  <a:pt x="617" y="535"/>
                </a:lnTo>
                <a:lnTo>
                  <a:pt x="623" y="533"/>
                </a:lnTo>
                <a:lnTo>
                  <a:pt x="628" y="532"/>
                </a:lnTo>
                <a:lnTo>
                  <a:pt x="634" y="530"/>
                </a:lnTo>
                <a:lnTo>
                  <a:pt x="640" y="528"/>
                </a:lnTo>
                <a:lnTo>
                  <a:pt x="646" y="526"/>
                </a:lnTo>
                <a:lnTo>
                  <a:pt x="651" y="524"/>
                </a:lnTo>
                <a:lnTo>
                  <a:pt x="657" y="522"/>
                </a:lnTo>
                <a:lnTo>
                  <a:pt x="663" y="521"/>
                </a:lnTo>
                <a:lnTo>
                  <a:pt x="669" y="519"/>
                </a:lnTo>
                <a:lnTo>
                  <a:pt x="674" y="517"/>
                </a:lnTo>
                <a:lnTo>
                  <a:pt x="680" y="515"/>
                </a:lnTo>
                <a:lnTo>
                  <a:pt x="686" y="513"/>
                </a:lnTo>
                <a:lnTo>
                  <a:pt x="692" y="511"/>
                </a:lnTo>
                <a:lnTo>
                  <a:pt x="697" y="510"/>
                </a:lnTo>
                <a:lnTo>
                  <a:pt x="703" y="508"/>
                </a:lnTo>
                <a:lnTo>
                  <a:pt x="709" y="506"/>
                </a:lnTo>
                <a:lnTo>
                  <a:pt x="715" y="504"/>
                </a:lnTo>
                <a:lnTo>
                  <a:pt x="721" y="502"/>
                </a:lnTo>
                <a:lnTo>
                  <a:pt x="726" y="500"/>
                </a:lnTo>
                <a:lnTo>
                  <a:pt x="732" y="499"/>
                </a:lnTo>
                <a:lnTo>
                  <a:pt x="738" y="497"/>
                </a:lnTo>
                <a:lnTo>
                  <a:pt x="744" y="495"/>
                </a:lnTo>
                <a:lnTo>
                  <a:pt x="749" y="493"/>
                </a:lnTo>
                <a:lnTo>
                  <a:pt x="755" y="491"/>
                </a:lnTo>
                <a:lnTo>
                  <a:pt x="761" y="489"/>
                </a:lnTo>
                <a:lnTo>
                  <a:pt x="767" y="488"/>
                </a:lnTo>
                <a:lnTo>
                  <a:pt x="772" y="486"/>
                </a:lnTo>
                <a:lnTo>
                  <a:pt x="778" y="484"/>
                </a:lnTo>
                <a:lnTo>
                  <a:pt x="784" y="482"/>
                </a:lnTo>
                <a:lnTo>
                  <a:pt x="790" y="480"/>
                </a:lnTo>
                <a:lnTo>
                  <a:pt x="795" y="478"/>
                </a:lnTo>
                <a:lnTo>
                  <a:pt x="801" y="477"/>
                </a:lnTo>
                <a:lnTo>
                  <a:pt x="807" y="475"/>
                </a:lnTo>
                <a:lnTo>
                  <a:pt x="813" y="473"/>
                </a:lnTo>
                <a:lnTo>
                  <a:pt x="819" y="471"/>
                </a:lnTo>
                <a:lnTo>
                  <a:pt x="824" y="469"/>
                </a:lnTo>
                <a:lnTo>
                  <a:pt x="830" y="467"/>
                </a:lnTo>
                <a:lnTo>
                  <a:pt x="836" y="466"/>
                </a:lnTo>
                <a:lnTo>
                  <a:pt x="842" y="464"/>
                </a:lnTo>
                <a:lnTo>
                  <a:pt x="847" y="462"/>
                </a:lnTo>
                <a:lnTo>
                  <a:pt x="853" y="460"/>
                </a:lnTo>
                <a:lnTo>
                  <a:pt x="859" y="458"/>
                </a:lnTo>
                <a:lnTo>
                  <a:pt x="865" y="456"/>
                </a:lnTo>
                <a:lnTo>
                  <a:pt x="870" y="455"/>
                </a:lnTo>
                <a:lnTo>
                  <a:pt x="876" y="453"/>
                </a:lnTo>
                <a:lnTo>
                  <a:pt x="882" y="451"/>
                </a:lnTo>
                <a:lnTo>
                  <a:pt x="888" y="449"/>
                </a:lnTo>
                <a:lnTo>
                  <a:pt x="893" y="447"/>
                </a:lnTo>
                <a:lnTo>
                  <a:pt x="899" y="445"/>
                </a:lnTo>
                <a:lnTo>
                  <a:pt x="905" y="444"/>
                </a:lnTo>
                <a:lnTo>
                  <a:pt x="911" y="442"/>
                </a:lnTo>
                <a:lnTo>
                  <a:pt x="917" y="440"/>
                </a:lnTo>
                <a:lnTo>
                  <a:pt x="922" y="438"/>
                </a:lnTo>
                <a:lnTo>
                  <a:pt x="928" y="436"/>
                </a:lnTo>
                <a:lnTo>
                  <a:pt x="934" y="434"/>
                </a:lnTo>
                <a:lnTo>
                  <a:pt x="940" y="433"/>
                </a:lnTo>
                <a:lnTo>
                  <a:pt x="945" y="431"/>
                </a:lnTo>
                <a:lnTo>
                  <a:pt x="951" y="429"/>
                </a:lnTo>
                <a:lnTo>
                  <a:pt x="957" y="427"/>
                </a:lnTo>
                <a:lnTo>
                  <a:pt x="963" y="425"/>
                </a:lnTo>
                <a:lnTo>
                  <a:pt x="968" y="423"/>
                </a:lnTo>
                <a:lnTo>
                  <a:pt x="974" y="422"/>
                </a:lnTo>
                <a:lnTo>
                  <a:pt x="980" y="420"/>
                </a:lnTo>
                <a:lnTo>
                  <a:pt x="986" y="418"/>
                </a:lnTo>
                <a:lnTo>
                  <a:pt x="991" y="416"/>
                </a:lnTo>
                <a:lnTo>
                  <a:pt x="997" y="414"/>
                </a:lnTo>
                <a:lnTo>
                  <a:pt x="1003" y="412"/>
                </a:lnTo>
                <a:lnTo>
                  <a:pt x="1009" y="411"/>
                </a:lnTo>
                <a:lnTo>
                  <a:pt x="1015" y="409"/>
                </a:lnTo>
                <a:lnTo>
                  <a:pt x="1020" y="407"/>
                </a:lnTo>
                <a:lnTo>
                  <a:pt x="1026" y="405"/>
                </a:lnTo>
                <a:lnTo>
                  <a:pt x="1032" y="403"/>
                </a:lnTo>
                <a:lnTo>
                  <a:pt x="1038" y="401"/>
                </a:lnTo>
                <a:lnTo>
                  <a:pt x="1043" y="400"/>
                </a:lnTo>
                <a:lnTo>
                  <a:pt x="1049" y="398"/>
                </a:lnTo>
                <a:lnTo>
                  <a:pt x="1055" y="396"/>
                </a:lnTo>
                <a:lnTo>
                  <a:pt x="1061" y="394"/>
                </a:lnTo>
                <a:lnTo>
                  <a:pt x="1066" y="392"/>
                </a:lnTo>
                <a:lnTo>
                  <a:pt x="1072" y="390"/>
                </a:lnTo>
                <a:lnTo>
                  <a:pt x="1078" y="389"/>
                </a:lnTo>
                <a:lnTo>
                  <a:pt x="1084" y="387"/>
                </a:lnTo>
                <a:lnTo>
                  <a:pt x="1089" y="385"/>
                </a:lnTo>
                <a:lnTo>
                  <a:pt x="1095" y="383"/>
                </a:lnTo>
                <a:lnTo>
                  <a:pt x="1101" y="381"/>
                </a:lnTo>
                <a:lnTo>
                  <a:pt x="1107" y="379"/>
                </a:lnTo>
                <a:lnTo>
                  <a:pt x="1113" y="378"/>
                </a:lnTo>
                <a:lnTo>
                  <a:pt x="1118" y="376"/>
                </a:lnTo>
                <a:lnTo>
                  <a:pt x="1124" y="374"/>
                </a:lnTo>
                <a:lnTo>
                  <a:pt x="1130" y="372"/>
                </a:lnTo>
                <a:lnTo>
                  <a:pt x="1136" y="370"/>
                </a:lnTo>
                <a:lnTo>
                  <a:pt x="1141" y="368"/>
                </a:lnTo>
                <a:lnTo>
                  <a:pt x="1147" y="367"/>
                </a:lnTo>
                <a:lnTo>
                  <a:pt x="1153" y="365"/>
                </a:lnTo>
                <a:lnTo>
                  <a:pt x="1159" y="363"/>
                </a:lnTo>
                <a:lnTo>
                  <a:pt x="1164" y="361"/>
                </a:lnTo>
                <a:lnTo>
                  <a:pt x="1170" y="359"/>
                </a:lnTo>
                <a:lnTo>
                  <a:pt x="1176" y="357"/>
                </a:lnTo>
                <a:lnTo>
                  <a:pt x="1182" y="356"/>
                </a:lnTo>
                <a:lnTo>
                  <a:pt x="1187" y="354"/>
                </a:lnTo>
                <a:lnTo>
                  <a:pt x="1193" y="352"/>
                </a:lnTo>
                <a:lnTo>
                  <a:pt x="1199" y="350"/>
                </a:lnTo>
                <a:lnTo>
                  <a:pt x="1205" y="348"/>
                </a:lnTo>
                <a:lnTo>
                  <a:pt x="1211" y="346"/>
                </a:lnTo>
                <a:lnTo>
                  <a:pt x="1216" y="345"/>
                </a:lnTo>
                <a:lnTo>
                  <a:pt x="1222" y="343"/>
                </a:lnTo>
                <a:lnTo>
                  <a:pt x="1228" y="341"/>
                </a:lnTo>
                <a:lnTo>
                  <a:pt x="1234" y="339"/>
                </a:lnTo>
                <a:lnTo>
                  <a:pt x="1239" y="337"/>
                </a:lnTo>
                <a:lnTo>
                  <a:pt x="1245" y="335"/>
                </a:lnTo>
                <a:lnTo>
                  <a:pt x="1251" y="334"/>
                </a:lnTo>
                <a:lnTo>
                  <a:pt x="1257" y="332"/>
                </a:lnTo>
                <a:lnTo>
                  <a:pt x="1262" y="330"/>
                </a:lnTo>
                <a:lnTo>
                  <a:pt x="1268" y="328"/>
                </a:lnTo>
                <a:lnTo>
                  <a:pt x="1274" y="326"/>
                </a:lnTo>
                <a:lnTo>
                  <a:pt x="1280" y="324"/>
                </a:lnTo>
                <a:lnTo>
                  <a:pt x="1285" y="323"/>
                </a:lnTo>
                <a:lnTo>
                  <a:pt x="1291" y="321"/>
                </a:lnTo>
                <a:lnTo>
                  <a:pt x="1297" y="319"/>
                </a:lnTo>
                <a:lnTo>
                  <a:pt x="1303" y="317"/>
                </a:lnTo>
                <a:lnTo>
                  <a:pt x="1309" y="315"/>
                </a:lnTo>
                <a:lnTo>
                  <a:pt x="1314" y="314"/>
                </a:lnTo>
                <a:lnTo>
                  <a:pt x="1320" y="312"/>
                </a:lnTo>
                <a:lnTo>
                  <a:pt x="1326" y="310"/>
                </a:lnTo>
                <a:lnTo>
                  <a:pt x="1332" y="308"/>
                </a:lnTo>
                <a:lnTo>
                  <a:pt x="1337" y="306"/>
                </a:lnTo>
                <a:lnTo>
                  <a:pt x="1343" y="304"/>
                </a:lnTo>
                <a:lnTo>
                  <a:pt x="1349" y="303"/>
                </a:lnTo>
                <a:lnTo>
                  <a:pt x="1355" y="301"/>
                </a:lnTo>
                <a:lnTo>
                  <a:pt x="1360" y="299"/>
                </a:lnTo>
                <a:lnTo>
                  <a:pt x="1366" y="297"/>
                </a:lnTo>
                <a:lnTo>
                  <a:pt x="1372" y="295"/>
                </a:lnTo>
                <a:lnTo>
                  <a:pt x="1378" y="293"/>
                </a:lnTo>
                <a:lnTo>
                  <a:pt x="1383" y="292"/>
                </a:lnTo>
                <a:lnTo>
                  <a:pt x="1389" y="290"/>
                </a:lnTo>
                <a:lnTo>
                  <a:pt x="1395" y="288"/>
                </a:lnTo>
                <a:lnTo>
                  <a:pt x="1401" y="286"/>
                </a:lnTo>
                <a:lnTo>
                  <a:pt x="1407" y="284"/>
                </a:lnTo>
                <a:lnTo>
                  <a:pt x="1412" y="282"/>
                </a:lnTo>
                <a:lnTo>
                  <a:pt x="1418" y="281"/>
                </a:lnTo>
                <a:lnTo>
                  <a:pt x="1424" y="279"/>
                </a:lnTo>
                <a:lnTo>
                  <a:pt x="1430" y="277"/>
                </a:lnTo>
                <a:lnTo>
                  <a:pt x="1435" y="275"/>
                </a:lnTo>
                <a:lnTo>
                  <a:pt x="1441" y="273"/>
                </a:lnTo>
                <a:lnTo>
                  <a:pt x="1447" y="271"/>
                </a:lnTo>
                <a:lnTo>
                  <a:pt x="1453" y="270"/>
                </a:lnTo>
                <a:lnTo>
                  <a:pt x="1458" y="268"/>
                </a:lnTo>
                <a:lnTo>
                  <a:pt x="1464" y="266"/>
                </a:lnTo>
                <a:lnTo>
                  <a:pt x="1470" y="264"/>
                </a:lnTo>
                <a:lnTo>
                  <a:pt x="1476" y="262"/>
                </a:lnTo>
                <a:lnTo>
                  <a:pt x="1481" y="260"/>
                </a:lnTo>
                <a:lnTo>
                  <a:pt x="1487" y="259"/>
                </a:lnTo>
                <a:lnTo>
                  <a:pt x="1493" y="257"/>
                </a:lnTo>
                <a:lnTo>
                  <a:pt x="1499" y="255"/>
                </a:lnTo>
                <a:lnTo>
                  <a:pt x="1505" y="253"/>
                </a:lnTo>
                <a:lnTo>
                  <a:pt x="1510" y="251"/>
                </a:lnTo>
                <a:lnTo>
                  <a:pt x="1516" y="249"/>
                </a:lnTo>
                <a:lnTo>
                  <a:pt x="1522" y="248"/>
                </a:lnTo>
                <a:lnTo>
                  <a:pt x="1528" y="246"/>
                </a:lnTo>
                <a:lnTo>
                  <a:pt x="1533" y="244"/>
                </a:lnTo>
                <a:lnTo>
                  <a:pt x="1539" y="242"/>
                </a:lnTo>
                <a:lnTo>
                  <a:pt x="1545" y="240"/>
                </a:lnTo>
                <a:lnTo>
                  <a:pt x="1551" y="238"/>
                </a:lnTo>
                <a:lnTo>
                  <a:pt x="1556" y="237"/>
                </a:lnTo>
                <a:lnTo>
                  <a:pt x="1562" y="235"/>
                </a:lnTo>
                <a:lnTo>
                  <a:pt x="1568" y="233"/>
                </a:lnTo>
                <a:lnTo>
                  <a:pt x="1574" y="231"/>
                </a:lnTo>
                <a:lnTo>
                  <a:pt x="1579" y="229"/>
                </a:lnTo>
                <a:lnTo>
                  <a:pt x="1585" y="227"/>
                </a:lnTo>
                <a:lnTo>
                  <a:pt x="1591" y="226"/>
                </a:lnTo>
                <a:lnTo>
                  <a:pt x="1597" y="224"/>
                </a:lnTo>
                <a:lnTo>
                  <a:pt x="1603" y="222"/>
                </a:lnTo>
                <a:lnTo>
                  <a:pt x="1608" y="220"/>
                </a:lnTo>
                <a:lnTo>
                  <a:pt x="1614" y="218"/>
                </a:lnTo>
                <a:lnTo>
                  <a:pt x="1620" y="216"/>
                </a:lnTo>
                <a:lnTo>
                  <a:pt x="1626" y="215"/>
                </a:lnTo>
                <a:lnTo>
                  <a:pt x="1631" y="213"/>
                </a:lnTo>
                <a:lnTo>
                  <a:pt x="1637" y="211"/>
                </a:lnTo>
                <a:lnTo>
                  <a:pt x="1643" y="209"/>
                </a:lnTo>
                <a:lnTo>
                  <a:pt x="1649" y="207"/>
                </a:lnTo>
                <a:lnTo>
                  <a:pt x="1654" y="205"/>
                </a:lnTo>
                <a:lnTo>
                  <a:pt x="1660" y="204"/>
                </a:lnTo>
                <a:lnTo>
                  <a:pt x="1666" y="202"/>
                </a:lnTo>
                <a:lnTo>
                  <a:pt x="1672" y="200"/>
                </a:lnTo>
                <a:lnTo>
                  <a:pt x="1677" y="198"/>
                </a:lnTo>
                <a:lnTo>
                  <a:pt x="1683" y="196"/>
                </a:lnTo>
                <a:lnTo>
                  <a:pt x="1689" y="194"/>
                </a:lnTo>
                <a:lnTo>
                  <a:pt x="1695" y="193"/>
                </a:lnTo>
                <a:lnTo>
                  <a:pt x="1701" y="191"/>
                </a:lnTo>
                <a:lnTo>
                  <a:pt x="1706" y="189"/>
                </a:lnTo>
                <a:lnTo>
                  <a:pt x="1712" y="187"/>
                </a:lnTo>
                <a:lnTo>
                  <a:pt x="1718" y="185"/>
                </a:lnTo>
                <a:lnTo>
                  <a:pt x="1724" y="183"/>
                </a:lnTo>
                <a:lnTo>
                  <a:pt x="1729" y="182"/>
                </a:lnTo>
                <a:lnTo>
                  <a:pt x="1735" y="180"/>
                </a:lnTo>
                <a:lnTo>
                  <a:pt x="1741" y="178"/>
                </a:lnTo>
                <a:lnTo>
                  <a:pt x="1747" y="176"/>
                </a:lnTo>
                <a:lnTo>
                  <a:pt x="1752" y="174"/>
                </a:lnTo>
                <a:lnTo>
                  <a:pt x="1758" y="172"/>
                </a:lnTo>
                <a:lnTo>
                  <a:pt x="1764" y="171"/>
                </a:lnTo>
                <a:lnTo>
                  <a:pt x="1770" y="169"/>
                </a:lnTo>
                <a:lnTo>
                  <a:pt x="1775" y="167"/>
                </a:lnTo>
                <a:lnTo>
                  <a:pt x="1781" y="165"/>
                </a:lnTo>
                <a:lnTo>
                  <a:pt x="1787" y="163"/>
                </a:lnTo>
                <a:lnTo>
                  <a:pt x="1793" y="161"/>
                </a:lnTo>
                <a:lnTo>
                  <a:pt x="1798" y="160"/>
                </a:lnTo>
                <a:lnTo>
                  <a:pt x="1804" y="158"/>
                </a:lnTo>
                <a:lnTo>
                  <a:pt x="1810" y="156"/>
                </a:lnTo>
                <a:lnTo>
                  <a:pt x="1816" y="154"/>
                </a:lnTo>
                <a:lnTo>
                  <a:pt x="1822" y="152"/>
                </a:lnTo>
                <a:lnTo>
                  <a:pt x="1827" y="150"/>
                </a:lnTo>
                <a:lnTo>
                  <a:pt x="1833" y="149"/>
                </a:lnTo>
                <a:lnTo>
                  <a:pt x="1839" y="147"/>
                </a:lnTo>
                <a:lnTo>
                  <a:pt x="1845" y="145"/>
                </a:lnTo>
                <a:lnTo>
                  <a:pt x="1850" y="143"/>
                </a:lnTo>
                <a:lnTo>
                  <a:pt x="1856" y="141"/>
                </a:lnTo>
                <a:lnTo>
                  <a:pt x="1862" y="139"/>
                </a:lnTo>
                <a:lnTo>
                  <a:pt x="1868" y="138"/>
                </a:lnTo>
                <a:lnTo>
                  <a:pt x="1873" y="136"/>
                </a:lnTo>
                <a:lnTo>
                  <a:pt x="1879" y="134"/>
                </a:lnTo>
                <a:lnTo>
                  <a:pt x="1885" y="132"/>
                </a:lnTo>
                <a:lnTo>
                  <a:pt x="1891" y="130"/>
                </a:lnTo>
                <a:lnTo>
                  <a:pt x="1896" y="128"/>
                </a:lnTo>
                <a:lnTo>
                  <a:pt x="1902" y="127"/>
                </a:lnTo>
                <a:lnTo>
                  <a:pt x="1908" y="125"/>
                </a:lnTo>
                <a:lnTo>
                  <a:pt x="1914" y="123"/>
                </a:lnTo>
                <a:lnTo>
                  <a:pt x="1920" y="121"/>
                </a:lnTo>
                <a:lnTo>
                  <a:pt x="1925" y="119"/>
                </a:lnTo>
                <a:lnTo>
                  <a:pt x="1931" y="117"/>
                </a:lnTo>
                <a:lnTo>
                  <a:pt x="1937" y="116"/>
                </a:lnTo>
                <a:lnTo>
                  <a:pt x="1943" y="114"/>
                </a:lnTo>
                <a:lnTo>
                  <a:pt x="1948" y="112"/>
                </a:lnTo>
                <a:lnTo>
                  <a:pt x="1954" y="110"/>
                </a:lnTo>
                <a:lnTo>
                  <a:pt x="1960" y="108"/>
                </a:lnTo>
                <a:lnTo>
                  <a:pt x="1966" y="106"/>
                </a:lnTo>
                <a:lnTo>
                  <a:pt x="1971" y="105"/>
                </a:lnTo>
                <a:lnTo>
                  <a:pt x="1977" y="103"/>
                </a:lnTo>
                <a:lnTo>
                  <a:pt x="1983" y="101"/>
                </a:lnTo>
                <a:lnTo>
                  <a:pt x="1989" y="99"/>
                </a:lnTo>
                <a:lnTo>
                  <a:pt x="1994" y="97"/>
                </a:lnTo>
                <a:lnTo>
                  <a:pt x="2000" y="95"/>
                </a:lnTo>
                <a:lnTo>
                  <a:pt x="2006" y="94"/>
                </a:lnTo>
                <a:lnTo>
                  <a:pt x="2012" y="92"/>
                </a:lnTo>
                <a:lnTo>
                  <a:pt x="2018" y="90"/>
                </a:lnTo>
                <a:lnTo>
                  <a:pt x="2023" y="88"/>
                </a:lnTo>
                <a:lnTo>
                  <a:pt x="2029" y="86"/>
                </a:lnTo>
                <a:lnTo>
                  <a:pt x="2035" y="84"/>
                </a:lnTo>
                <a:lnTo>
                  <a:pt x="2041" y="83"/>
                </a:lnTo>
                <a:lnTo>
                  <a:pt x="2046" y="81"/>
                </a:lnTo>
                <a:lnTo>
                  <a:pt x="2052" y="79"/>
                </a:lnTo>
                <a:lnTo>
                  <a:pt x="2058" y="77"/>
                </a:lnTo>
                <a:lnTo>
                  <a:pt x="2064" y="75"/>
                </a:lnTo>
                <a:lnTo>
                  <a:pt x="2069" y="73"/>
                </a:lnTo>
                <a:lnTo>
                  <a:pt x="2075" y="72"/>
                </a:lnTo>
                <a:lnTo>
                  <a:pt x="2081" y="70"/>
                </a:lnTo>
                <a:lnTo>
                  <a:pt x="2087" y="68"/>
                </a:lnTo>
                <a:lnTo>
                  <a:pt x="2092" y="66"/>
                </a:lnTo>
                <a:lnTo>
                  <a:pt x="2098" y="64"/>
                </a:lnTo>
                <a:lnTo>
                  <a:pt x="2104" y="62"/>
                </a:lnTo>
                <a:lnTo>
                  <a:pt x="2110" y="61"/>
                </a:lnTo>
                <a:lnTo>
                  <a:pt x="2116" y="59"/>
                </a:lnTo>
                <a:lnTo>
                  <a:pt x="2121" y="57"/>
                </a:lnTo>
                <a:lnTo>
                  <a:pt x="2127" y="55"/>
                </a:lnTo>
                <a:lnTo>
                  <a:pt x="2133" y="53"/>
                </a:lnTo>
                <a:lnTo>
                  <a:pt x="2139" y="51"/>
                </a:lnTo>
                <a:lnTo>
                  <a:pt x="2144" y="50"/>
                </a:lnTo>
                <a:lnTo>
                  <a:pt x="2150" y="48"/>
                </a:lnTo>
                <a:lnTo>
                  <a:pt x="2156" y="46"/>
                </a:lnTo>
                <a:lnTo>
                  <a:pt x="2162" y="44"/>
                </a:lnTo>
                <a:lnTo>
                  <a:pt x="2167" y="42"/>
                </a:lnTo>
                <a:lnTo>
                  <a:pt x="2173" y="40"/>
                </a:lnTo>
                <a:lnTo>
                  <a:pt x="2179" y="39"/>
                </a:lnTo>
                <a:lnTo>
                  <a:pt x="2185" y="37"/>
                </a:lnTo>
                <a:lnTo>
                  <a:pt x="2190" y="35"/>
                </a:lnTo>
                <a:lnTo>
                  <a:pt x="2196" y="33"/>
                </a:lnTo>
                <a:lnTo>
                  <a:pt x="2202" y="31"/>
                </a:lnTo>
                <a:lnTo>
                  <a:pt x="2208" y="29"/>
                </a:lnTo>
                <a:lnTo>
                  <a:pt x="2214" y="28"/>
                </a:lnTo>
                <a:lnTo>
                  <a:pt x="2219" y="26"/>
                </a:lnTo>
                <a:lnTo>
                  <a:pt x="2225" y="24"/>
                </a:lnTo>
                <a:lnTo>
                  <a:pt x="2231" y="22"/>
                </a:lnTo>
                <a:lnTo>
                  <a:pt x="2237" y="20"/>
                </a:lnTo>
                <a:lnTo>
                  <a:pt x="2242" y="18"/>
                </a:lnTo>
                <a:lnTo>
                  <a:pt x="2248" y="17"/>
                </a:lnTo>
                <a:lnTo>
                  <a:pt x="2254" y="15"/>
                </a:lnTo>
                <a:lnTo>
                  <a:pt x="2260" y="13"/>
                </a:lnTo>
                <a:lnTo>
                  <a:pt x="2265" y="11"/>
                </a:lnTo>
                <a:lnTo>
                  <a:pt x="2271" y="9"/>
                </a:lnTo>
                <a:lnTo>
                  <a:pt x="2277" y="7"/>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399770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0.83</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4164178"/>
            <a:ext cx="2103120" cy="363017"/>
          </a:xfrm>
          <a:custGeom>
            <a:avLst/>
            <a:gdLst/>
            <a:ahLst/>
            <a:cxnLst/>
            <a:rect l="l" t="t" r="r" b="b"/>
            <a:pathLst>
              <a:path w="2300" h="397">
                <a:moveTo>
                  <a:pt x="0" y="397"/>
                </a:moveTo>
                <a:lnTo>
                  <a:pt x="6" y="396"/>
                </a:lnTo>
                <a:lnTo>
                  <a:pt x="12" y="395"/>
                </a:lnTo>
                <a:lnTo>
                  <a:pt x="17" y="394"/>
                </a:lnTo>
                <a:lnTo>
                  <a:pt x="23" y="393"/>
                </a:lnTo>
                <a:lnTo>
                  <a:pt x="29" y="392"/>
                </a:lnTo>
                <a:lnTo>
                  <a:pt x="35" y="391"/>
                </a:lnTo>
                <a:lnTo>
                  <a:pt x="40" y="390"/>
                </a:lnTo>
                <a:lnTo>
                  <a:pt x="46" y="389"/>
                </a:lnTo>
                <a:lnTo>
                  <a:pt x="52" y="388"/>
                </a:lnTo>
                <a:lnTo>
                  <a:pt x="58" y="387"/>
                </a:lnTo>
                <a:lnTo>
                  <a:pt x="63" y="386"/>
                </a:lnTo>
                <a:lnTo>
                  <a:pt x="69" y="385"/>
                </a:lnTo>
                <a:lnTo>
                  <a:pt x="75" y="384"/>
                </a:lnTo>
                <a:lnTo>
                  <a:pt x="81" y="383"/>
                </a:lnTo>
                <a:lnTo>
                  <a:pt x="86" y="382"/>
                </a:lnTo>
                <a:lnTo>
                  <a:pt x="92" y="381"/>
                </a:lnTo>
                <a:lnTo>
                  <a:pt x="98" y="380"/>
                </a:lnTo>
                <a:lnTo>
                  <a:pt x="104" y="379"/>
                </a:lnTo>
                <a:lnTo>
                  <a:pt x="110" y="378"/>
                </a:lnTo>
                <a:lnTo>
                  <a:pt x="115" y="377"/>
                </a:lnTo>
                <a:lnTo>
                  <a:pt x="121" y="376"/>
                </a:lnTo>
                <a:lnTo>
                  <a:pt x="127" y="375"/>
                </a:lnTo>
                <a:lnTo>
                  <a:pt x="133" y="374"/>
                </a:lnTo>
                <a:lnTo>
                  <a:pt x="138" y="373"/>
                </a:lnTo>
                <a:lnTo>
                  <a:pt x="144" y="372"/>
                </a:lnTo>
                <a:lnTo>
                  <a:pt x="150" y="371"/>
                </a:lnTo>
                <a:lnTo>
                  <a:pt x="156" y="370"/>
                </a:lnTo>
                <a:lnTo>
                  <a:pt x="161" y="369"/>
                </a:lnTo>
                <a:lnTo>
                  <a:pt x="167" y="368"/>
                </a:lnTo>
                <a:lnTo>
                  <a:pt x="173" y="367"/>
                </a:lnTo>
                <a:lnTo>
                  <a:pt x="179" y="366"/>
                </a:lnTo>
                <a:lnTo>
                  <a:pt x="184" y="366"/>
                </a:lnTo>
                <a:lnTo>
                  <a:pt x="190" y="365"/>
                </a:lnTo>
                <a:lnTo>
                  <a:pt x="196" y="364"/>
                </a:lnTo>
                <a:lnTo>
                  <a:pt x="202" y="363"/>
                </a:lnTo>
                <a:lnTo>
                  <a:pt x="208" y="362"/>
                </a:lnTo>
                <a:lnTo>
                  <a:pt x="213" y="361"/>
                </a:lnTo>
                <a:lnTo>
                  <a:pt x="219" y="360"/>
                </a:lnTo>
                <a:lnTo>
                  <a:pt x="225" y="359"/>
                </a:lnTo>
                <a:lnTo>
                  <a:pt x="231" y="358"/>
                </a:lnTo>
                <a:lnTo>
                  <a:pt x="236" y="357"/>
                </a:lnTo>
                <a:lnTo>
                  <a:pt x="242" y="356"/>
                </a:lnTo>
                <a:lnTo>
                  <a:pt x="248" y="355"/>
                </a:lnTo>
                <a:lnTo>
                  <a:pt x="254" y="354"/>
                </a:lnTo>
                <a:lnTo>
                  <a:pt x="259" y="353"/>
                </a:lnTo>
                <a:lnTo>
                  <a:pt x="265" y="352"/>
                </a:lnTo>
                <a:lnTo>
                  <a:pt x="271" y="351"/>
                </a:lnTo>
                <a:lnTo>
                  <a:pt x="277" y="350"/>
                </a:lnTo>
                <a:lnTo>
                  <a:pt x="282" y="349"/>
                </a:lnTo>
                <a:lnTo>
                  <a:pt x="288" y="348"/>
                </a:lnTo>
                <a:lnTo>
                  <a:pt x="294" y="347"/>
                </a:lnTo>
                <a:lnTo>
                  <a:pt x="300" y="346"/>
                </a:lnTo>
                <a:lnTo>
                  <a:pt x="306" y="345"/>
                </a:lnTo>
                <a:lnTo>
                  <a:pt x="311" y="344"/>
                </a:lnTo>
                <a:lnTo>
                  <a:pt x="317" y="343"/>
                </a:lnTo>
                <a:lnTo>
                  <a:pt x="323" y="342"/>
                </a:lnTo>
                <a:lnTo>
                  <a:pt x="329" y="341"/>
                </a:lnTo>
                <a:lnTo>
                  <a:pt x="334" y="340"/>
                </a:lnTo>
                <a:lnTo>
                  <a:pt x="340" y="339"/>
                </a:lnTo>
                <a:lnTo>
                  <a:pt x="346" y="338"/>
                </a:lnTo>
                <a:lnTo>
                  <a:pt x="352" y="337"/>
                </a:lnTo>
                <a:lnTo>
                  <a:pt x="357" y="336"/>
                </a:lnTo>
                <a:lnTo>
                  <a:pt x="363" y="335"/>
                </a:lnTo>
                <a:lnTo>
                  <a:pt x="369" y="334"/>
                </a:lnTo>
                <a:lnTo>
                  <a:pt x="375" y="333"/>
                </a:lnTo>
                <a:lnTo>
                  <a:pt x="380" y="332"/>
                </a:lnTo>
                <a:lnTo>
                  <a:pt x="386" y="331"/>
                </a:lnTo>
                <a:lnTo>
                  <a:pt x="392" y="330"/>
                </a:lnTo>
                <a:lnTo>
                  <a:pt x="398" y="329"/>
                </a:lnTo>
                <a:lnTo>
                  <a:pt x="404" y="328"/>
                </a:lnTo>
                <a:lnTo>
                  <a:pt x="409" y="327"/>
                </a:lnTo>
                <a:lnTo>
                  <a:pt x="415" y="326"/>
                </a:lnTo>
                <a:lnTo>
                  <a:pt x="421" y="325"/>
                </a:lnTo>
                <a:lnTo>
                  <a:pt x="427" y="324"/>
                </a:lnTo>
                <a:lnTo>
                  <a:pt x="432" y="323"/>
                </a:lnTo>
                <a:lnTo>
                  <a:pt x="438" y="322"/>
                </a:lnTo>
                <a:lnTo>
                  <a:pt x="444" y="321"/>
                </a:lnTo>
                <a:lnTo>
                  <a:pt x="450" y="320"/>
                </a:lnTo>
                <a:lnTo>
                  <a:pt x="455" y="319"/>
                </a:lnTo>
                <a:lnTo>
                  <a:pt x="461" y="318"/>
                </a:lnTo>
                <a:lnTo>
                  <a:pt x="467" y="317"/>
                </a:lnTo>
                <a:lnTo>
                  <a:pt x="473" y="316"/>
                </a:lnTo>
                <a:lnTo>
                  <a:pt x="478" y="315"/>
                </a:lnTo>
                <a:lnTo>
                  <a:pt x="484" y="314"/>
                </a:lnTo>
                <a:lnTo>
                  <a:pt x="490" y="313"/>
                </a:lnTo>
                <a:lnTo>
                  <a:pt x="496" y="312"/>
                </a:lnTo>
                <a:lnTo>
                  <a:pt x="502" y="311"/>
                </a:lnTo>
                <a:lnTo>
                  <a:pt x="507" y="310"/>
                </a:lnTo>
                <a:lnTo>
                  <a:pt x="513" y="309"/>
                </a:lnTo>
                <a:lnTo>
                  <a:pt x="519" y="308"/>
                </a:lnTo>
                <a:lnTo>
                  <a:pt x="525" y="307"/>
                </a:lnTo>
                <a:lnTo>
                  <a:pt x="530" y="306"/>
                </a:lnTo>
                <a:lnTo>
                  <a:pt x="536" y="305"/>
                </a:lnTo>
                <a:lnTo>
                  <a:pt x="542" y="304"/>
                </a:lnTo>
                <a:lnTo>
                  <a:pt x="548" y="303"/>
                </a:lnTo>
                <a:lnTo>
                  <a:pt x="553" y="302"/>
                </a:lnTo>
                <a:lnTo>
                  <a:pt x="559" y="301"/>
                </a:lnTo>
                <a:lnTo>
                  <a:pt x="565" y="300"/>
                </a:lnTo>
                <a:lnTo>
                  <a:pt x="571" y="299"/>
                </a:lnTo>
                <a:lnTo>
                  <a:pt x="576" y="298"/>
                </a:lnTo>
                <a:lnTo>
                  <a:pt x="582" y="297"/>
                </a:lnTo>
                <a:lnTo>
                  <a:pt x="588" y="296"/>
                </a:lnTo>
                <a:lnTo>
                  <a:pt x="594" y="295"/>
                </a:lnTo>
                <a:lnTo>
                  <a:pt x="599" y="294"/>
                </a:lnTo>
                <a:lnTo>
                  <a:pt x="605" y="293"/>
                </a:lnTo>
                <a:lnTo>
                  <a:pt x="611" y="292"/>
                </a:lnTo>
                <a:lnTo>
                  <a:pt x="617" y="291"/>
                </a:lnTo>
                <a:lnTo>
                  <a:pt x="623" y="290"/>
                </a:lnTo>
                <a:lnTo>
                  <a:pt x="628" y="289"/>
                </a:lnTo>
                <a:lnTo>
                  <a:pt x="634" y="288"/>
                </a:lnTo>
                <a:lnTo>
                  <a:pt x="640" y="287"/>
                </a:lnTo>
                <a:lnTo>
                  <a:pt x="646" y="286"/>
                </a:lnTo>
                <a:lnTo>
                  <a:pt x="651" y="285"/>
                </a:lnTo>
                <a:lnTo>
                  <a:pt x="657" y="284"/>
                </a:lnTo>
                <a:lnTo>
                  <a:pt x="663" y="283"/>
                </a:lnTo>
                <a:lnTo>
                  <a:pt x="669" y="282"/>
                </a:lnTo>
                <a:lnTo>
                  <a:pt x="674" y="281"/>
                </a:lnTo>
                <a:lnTo>
                  <a:pt x="680" y="280"/>
                </a:lnTo>
                <a:lnTo>
                  <a:pt x="686" y="279"/>
                </a:lnTo>
                <a:lnTo>
                  <a:pt x="692" y="278"/>
                </a:lnTo>
                <a:lnTo>
                  <a:pt x="697" y="277"/>
                </a:lnTo>
                <a:lnTo>
                  <a:pt x="703" y="276"/>
                </a:lnTo>
                <a:lnTo>
                  <a:pt x="709" y="275"/>
                </a:lnTo>
                <a:lnTo>
                  <a:pt x="715" y="274"/>
                </a:lnTo>
                <a:lnTo>
                  <a:pt x="721" y="273"/>
                </a:lnTo>
                <a:lnTo>
                  <a:pt x="726" y="272"/>
                </a:lnTo>
                <a:lnTo>
                  <a:pt x="732" y="271"/>
                </a:lnTo>
                <a:lnTo>
                  <a:pt x="738" y="270"/>
                </a:lnTo>
                <a:lnTo>
                  <a:pt x="744" y="269"/>
                </a:lnTo>
                <a:lnTo>
                  <a:pt x="749" y="268"/>
                </a:lnTo>
                <a:lnTo>
                  <a:pt x="755" y="267"/>
                </a:lnTo>
                <a:lnTo>
                  <a:pt x="761" y="266"/>
                </a:lnTo>
                <a:lnTo>
                  <a:pt x="767" y="265"/>
                </a:lnTo>
                <a:lnTo>
                  <a:pt x="772" y="264"/>
                </a:lnTo>
                <a:lnTo>
                  <a:pt x="778" y="263"/>
                </a:lnTo>
                <a:lnTo>
                  <a:pt x="784" y="262"/>
                </a:lnTo>
                <a:lnTo>
                  <a:pt x="790" y="261"/>
                </a:lnTo>
                <a:lnTo>
                  <a:pt x="795" y="260"/>
                </a:lnTo>
                <a:lnTo>
                  <a:pt x="801" y="259"/>
                </a:lnTo>
                <a:lnTo>
                  <a:pt x="807" y="258"/>
                </a:lnTo>
                <a:lnTo>
                  <a:pt x="813" y="257"/>
                </a:lnTo>
                <a:lnTo>
                  <a:pt x="819" y="256"/>
                </a:lnTo>
                <a:lnTo>
                  <a:pt x="824" y="255"/>
                </a:lnTo>
                <a:lnTo>
                  <a:pt x="830" y="254"/>
                </a:lnTo>
                <a:lnTo>
                  <a:pt x="836" y="253"/>
                </a:lnTo>
                <a:lnTo>
                  <a:pt x="842" y="252"/>
                </a:lnTo>
                <a:lnTo>
                  <a:pt x="847" y="251"/>
                </a:lnTo>
                <a:lnTo>
                  <a:pt x="853" y="250"/>
                </a:lnTo>
                <a:lnTo>
                  <a:pt x="859" y="249"/>
                </a:lnTo>
                <a:lnTo>
                  <a:pt x="865" y="248"/>
                </a:lnTo>
                <a:lnTo>
                  <a:pt x="870" y="247"/>
                </a:lnTo>
                <a:lnTo>
                  <a:pt x="876" y="246"/>
                </a:lnTo>
                <a:lnTo>
                  <a:pt x="882" y="245"/>
                </a:lnTo>
                <a:lnTo>
                  <a:pt x="888" y="244"/>
                </a:lnTo>
                <a:lnTo>
                  <a:pt x="893" y="243"/>
                </a:lnTo>
                <a:lnTo>
                  <a:pt x="899" y="242"/>
                </a:lnTo>
                <a:lnTo>
                  <a:pt x="905" y="241"/>
                </a:lnTo>
                <a:lnTo>
                  <a:pt x="911" y="240"/>
                </a:lnTo>
                <a:lnTo>
                  <a:pt x="917" y="239"/>
                </a:lnTo>
                <a:lnTo>
                  <a:pt x="922" y="238"/>
                </a:lnTo>
                <a:lnTo>
                  <a:pt x="928" y="237"/>
                </a:lnTo>
                <a:lnTo>
                  <a:pt x="934" y="236"/>
                </a:lnTo>
                <a:lnTo>
                  <a:pt x="940" y="235"/>
                </a:lnTo>
                <a:lnTo>
                  <a:pt x="945" y="234"/>
                </a:lnTo>
                <a:lnTo>
                  <a:pt x="951" y="233"/>
                </a:lnTo>
                <a:lnTo>
                  <a:pt x="957" y="232"/>
                </a:lnTo>
                <a:lnTo>
                  <a:pt x="963" y="231"/>
                </a:lnTo>
                <a:lnTo>
                  <a:pt x="968" y="230"/>
                </a:lnTo>
                <a:lnTo>
                  <a:pt x="974" y="229"/>
                </a:lnTo>
                <a:lnTo>
                  <a:pt x="980" y="228"/>
                </a:lnTo>
                <a:lnTo>
                  <a:pt x="986" y="227"/>
                </a:lnTo>
                <a:lnTo>
                  <a:pt x="991" y="226"/>
                </a:lnTo>
                <a:lnTo>
                  <a:pt x="997" y="225"/>
                </a:lnTo>
                <a:lnTo>
                  <a:pt x="1003" y="224"/>
                </a:lnTo>
                <a:lnTo>
                  <a:pt x="1009" y="223"/>
                </a:lnTo>
                <a:lnTo>
                  <a:pt x="1015" y="222"/>
                </a:lnTo>
                <a:lnTo>
                  <a:pt x="1020" y="221"/>
                </a:lnTo>
                <a:lnTo>
                  <a:pt x="1026" y="220"/>
                </a:lnTo>
                <a:lnTo>
                  <a:pt x="1032" y="219"/>
                </a:lnTo>
                <a:lnTo>
                  <a:pt x="1038" y="218"/>
                </a:lnTo>
                <a:lnTo>
                  <a:pt x="1043" y="217"/>
                </a:lnTo>
                <a:lnTo>
                  <a:pt x="1049" y="216"/>
                </a:lnTo>
                <a:lnTo>
                  <a:pt x="1055" y="215"/>
                </a:lnTo>
                <a:lnTo>
                  <a:pt x="1061" y="214"/>
                </a:lnTo>
                <a:lnTo>
                  <a:pt x="1066" y="213"/>
                </a:lnTo>
                <a:lnTo>
                  <a:pt x="1072" y="212"/>
                </a:lnTo>
                <a:lnTo>
                  <a:pt x="1078" y="211"/>
                </a:lnTo>
                <a:lnTo>
                  <a:pt x="1084" y="210"/>
                </a:lnTo>
                <a:lnTo>
                  <a:pt x="1089" y="209"/>
                </a:lnTo>
                <a:lnTo>
                  <a:pt x="1095" y="208"/>
                </a:lnTo>
                <a:lnTo>
                  <a:pt x="1101" y="207"/>
                </a:lnTo>
                <a:lnTo>
                  <a:pt x="1107" y="206"/>
                </a:lnTo>
                <a:lnTo>
                  <a:pt x="1113" y="205"/>
                </a:lnTo>
                <a:lnTo>
                  <a:pt x="1118" y="204"/>
                </a:lnTo>
                <a:lnTo>
                  <a:pt x="1124" y="203"/>
                </a:lnTo>
                <a:lnTo>
                  <a:pt x="1130" y="202"/>
                </a:lnTo>
                <a:lnTo>
                  <a:pt x="1136" y="201"/>
                </a:lnTo>
                <a:lnTo>
                  <a:pt x="1141" y="200"/>
                </a:lnTo>
                <a:lnTo>
                  <a:pt x="1147" y="199"/>
                </a:lnTo>
                <a:lnTo>
                  <a:pt x="1153" y="198"/>
                </a:lnTo>
                <a:lnTo>
                  <a:pt x="1159" y="197"/>
                </a:lnTo>
                <a:lnTo>
                  <a:pt x="1164" y="196"/>
                </a:lnTo>
                <a:lnTo>
                  <a:pt x="1170" y="195"/>
                </a:lnTo>
                <a:lnTo>
                  <a:pt x="1176" y="194"/>
                </a:lnTo>
                <a:lnTo>
                  <a:pt x="1182" y="193"/>
                </a:lnTo>
                <a:lnTo>
                  <a:pt x="1187" y="192"/>
                </a:lnTo>
                <a:lnTo>
                  <a:pt x="1193" y="191"/>
                </a:lnTo>
                <a:lnTo>
                  <a:pt x="1199" y="190"/>
                </a:lnTo>
                <a:lnTo>
                  <a:pt x="1205" y="189"/>
                </a:lnTo>
                <a:lnTo>
                  <a:pt x="1211" y="188"/>
                </a:lnTo>
                <a:lnTo>
                  <a:pt x="1216" y="187"/>
                </a:lnTo>
                <a:lnTo>
                  <a:pt x="1222" y="186"/>
                </a:lnTo>
                <a:lnTo>
                  <a:pt x="1228" y="185"/>
                </a:lnTo>
                <a:lnTo>
                  <a:pt x="1234" y="184"/>
                </a:lnTo>
                <a:lnTo>
                  <a:pt x="1239" y="183"/>
                </a:lnTo>
                <a:lnTo>
                  <a:pt x="1245" y="182"/>
                </a:lnTo>
                <a:lnTo>
                  <a:pt x="1251" y="181"/>
                </a:lnTo>
                <a:lnTo>
                  <a:pt x="1257" y="180"/>
                </a:lnTo>
                <a:lnTo>
                  <a:pt x="1262" y="179"/>
                </a:lnTo>
                <a:lnTo>
                  <a:pt x="1268" y="178"/>
                </a:lnTo>
                <a:lnTo>
                  <a:pt x="1274" y="177"/>
                </a:lnTo>
                <a:lnTo>
                  <a:pt x="1280" y="176"/>
                </a:lnTo>
                <a:lnTo>
                  <a:pt x="1285" y="175"/>
                </a:lnTo>
                <a:lnTo>
                  <a:pt x="1291" y="174"/>
                </a:lnTo>
                <a:lnTo>
                  <a:pt x="1297" y="173"/>
                </a:lnTo>
                <a:lnTo>
                  <a:pt x="1303" y="172"/>
                </a:lnTo>
                <a:lnTo>
                  <a:pt x="1309" y="171"/>
                </a:lnTo>
                <a:lnTo>
                  <a:pt x="1314" y="170"/>
                </a:lnTo>
                <a:lnTo>
                  <a:pt x="1320" y="169"/>
                </a:lnTo>
                <a:lnTo>
                  <a:pt x="1326" y="168"/>
                </a:lnTo>
                <a:lnTo>
                  <a:pt x="1332" y="167"/>
                </a:lnTo>
                <a:lnTo>
                  <a:pt x="1337" y="166"/>
                </a:lnTo>
                <a:lnTo>
                  <a:pt x="1343" y="165"/>
                </a:lnTo>
                <a:lnTo>
                  <a:pt x="1349" y="164"/>
                </a:lnTo>
                <a:lnTo>
                  <a:pt x="1355" y="163"/>
                </a:lnTo>
                <a:lnTo>
                  <a:pt x="1360" y="162"/>
                </a:lnTo>
                <a:lnTo>
                  <a:pt x="1366" y="161"/>
                </a:lnTo>
                <a:lnTo>
                  <a:pt x="1372" y="160"/>
                </a:lnTo>
                <a:lnTo>
                  <a:pt x="1378" y="159"/>
                </a:lnTo>
                <a:lnTo>
                  <a:pt x="1383" y="158"/>
                </a:lnTo>
                <a:lnTo>
                  <a:pt x="1389" y="157"/>
                </a:lnTo>
                <a:lnTo>
                  <a:pt x="1395" y="156"/>
                </a:lnTo>
                <a:lnTo>
                  <a:pt x="1401" y="155"/>
                </a:lnTo>
                <a:lnTo>
                  <a:pt x="1407" y="154"/>
                </a:lnTo>
                <a:lnTo>
                  <a:pt x="1412" y="153"/>
                </a:lnTo>
                <a:lnTo>
                  <a:pt x="1418" y="152"/>
                </a:lnTo>
                <a:lnTo>
                  <a:pt x="1424" y="151"/>
                </a:lnTo>
                <a:lnTo>
                  <a:pt x="1430" y="150"/>
                </a:lnTo>
                <a:lnTo>
                  <a:pt x="1435" y="149"/>
                </a:lnTo>
                <a:lnTo>
                  <a:pt x="1441" y="148"/>
                </a:lnTo>
                <a:lnTo>
                  <a:pt x="1447" y="147"/>
                </a:lnTo>
                <a:lnTo>
                  <a:pt x="1453" y="146"/>
                </a:lnTo>
                <a:lnTo>
                  <a:pt x="1458" y="145"/>
                </a:lnTo>
                <a:lnTo>
                  <a:pt x="1464" y="144"/>
                </a:lnTo>
                <a:lnTo>
                  <a:pt x="1470" y="143"/>
                </a:lnTo>
                <a:lnTo>
                  <a:pt x="1476" y="142"/>
                </a:lnTo>
                <a:lnTo>
                  <a:pt x="1481" y="141"/>
                </a:lnTo>
                <a:lnTo>
                  <a:pt x="1487" y="140"/>
                </a:lnTo>
                <a:lnTo>
                  <a:pt x="1493" y="139"/>
                </a:lnTo>
                <a:lnTo>
                  <a:pt x="1499" y="138"/>
                </a:lnTo>
                <a:lnTo>
                  <a:pt x="1505" y="137"/>
                </a:lnTo>
                <a:lnTo>
                  <a:pt x="1510" y="136"/>
                </a:lnTo>
                <a:lnTo>
                  <a:pt x="1516" y="135"/>
                </a:lnTo>
                <a:lnTo>
                  <a:pt x="1522" y="134"/>
                </a:lnTo>
                <a:lnTo>
                  <a:pt x="1528" y="133"/>
                </a:lnTo>
                <a:lnTo>
                  <a:pt x="1533" y="132"/>
                </a:lnTo>
                <a:lnTo>
                  <a:pt x="1539" y="131"/>
                </a:lnTo>
                <a:lnTo>
                  <a:pt x="1545" y="130"/>
                </a:lnTo>
                <a:lnTo>
                  <a:pt x="1551" y="129"/>
                </a:lnTo>
                <a:lnTo>
                  <a:pt x="1556" y="128"/>
                </a:lnTo>
                <a:lnTo>
                  <a:pt x="1562" y="127"/>
                </a:lnTo>
                <a:lnTo>
                  <a:pt x="1568" y="126"/>
                </a:lnTo>
                <a:lnTo>
                  <a:pt x="1574" y="125"/>
                </a:lnTo>
                <a:lnTo>
                  <a:pt x="1579" y="124"/>
                </a:lnTo>
                <a:lnTo>
                  <a:pt x="1585" y="123"/>
                </a:lnTo>
                <a:lnTo>
                  <a:pt x="1591" y="122"/>
                </a:lnTo>
                <a:lnTo>
                  <a:pt x="1597" y="121"/>
                </a:lnTo>
                <a:lnTo>
                  <a:pt x="1603" y="120"/>
                </a:lnTo>
                <a:lnTo>
                  <a:pt x="1608" y="119"/>
                </a:lnTo>
                <a:lnTo>
                  <a:pt x="1614" y="118"/>
                </a:lnTo>
                <a:lnTo>
                  <a:pt x="1620" y="118"/>
                </a:lnTo>
                <a:lnTo>
                  <a:pt x="1626" y="117"/>
                </a:lnTo>
                <a:lnTo>
                  <a:pt x="1631" y="116"/>
                </a:lnTo>
                <a:lnTo>
                  <a:pt x="1637" y="115"/>
                </a:lnTo>
                <a:lnTo>
                  <a:pt x="1643" y="114"/>
                </a:lnTo>
                <a:lnTo>
                  <a:pt x="1649" y="113"/>
                </a:lnTo>
                <a:lnTo>
                  <a:pt x="1654" y="112"/>
                </a:lnTo>
                <a:lnTo>
                  <a:pt x="1660" y="111"/>
                </a:lnTo>
                <a:lnTo>
                  <a:pt x="1666" y="110"/>
                </a:lnTo>
                <a:lnTo>
                  <a:pt x="1672" y="109"/>
                </a:lnTo>
                <a:lnTo>
                  <a:pt x="1677" y="108"/>
                </a:lnTo>
                <a:lnTo>
                  <a:pt x="1683" y="107"/>
                </a:lnTo>
                <a:lnTo>
                  <a:pt x="1689" y="106"/>
                </a:lnTo>
                <a:lnTo>
                  <a:pt x="1695" y="105"/>
                </a:lnTo>
                <a:lnTo>
                  <a:pt x="1701" y="104"/>
                </a:lnTo>
                <a:lnTo>
                  <a:pt x="1706" y="103"/>
                </a:lnTo>
                <a:lnTo>
                  <a:pt x="1712" y="102"/>
                </a:lnTo>
                <a:lnTo>
                  <a:pt x="1718" y="101"/>
                </a:lnTo>
                <a:lnTo>
                  <a:pt x="1724" y="100"/>
                </a:lnTo>
                <a:lnTo>
                  <a:pt x="1729" y="99"/>
                </a:lnTo>
                <a:lnTo>
                  <a:pt x="1735" y="98"/>
                </a:lnTo>
                <a:lnTo>
                  <a:pt x="1741" y="97"/>
                </a:lnTo>
                <a:lnTo>
                  <a:pt x="1747" y="96"/>
                </a:lnTo>
                <a:lnTo>
                  <a:pt x="1752" y="95"/>
                </a:lnTo>
                <a:lnTo>
                  <a:pt x="1758" y="94"/>
                </a:lnTo>
                <a:lnTo>
                  <a:pt x="1764" y="93"/>
                </a:lnTo>
                <a:lnTo>
                  <a:pt x="1770" y="92"/>
                </a:lnTo>
                <a:lnTo>
                  <a:pt x="1775" y="91"/>
                </a:lnTo>
                <a:lnTo>
                  <a:pt x="1781" y="90"/>
                </a:lnTo>
                <a:lnTo>
                  <a:pt x="1787" y="89"/>
                </a:lnTo>
                <a:lnTo>
                  <a:pt x="1793" y="88"/>
                </a:lnTo>
                <a:lnTo>
                  <a:pt x="1798" y="87"/>
                </a:lnTo>
                <a:lnTo>
                  <a:pt x="1804" y="86"/>
                </a:lnTo>
                <a:lnTo>
                  <a:pt x="1810" y="85"/>
                </a:lnTo>
                <a:lnTo>
                  <a:pt x="1816" y="84"/>
                </a:lnTo>
                <a:lnTo>
                  <a:pt x="1822" y="83"/>
                </a:lnTo>
                <a:lnTo>
                  <a:pt x="1827" y="82"/>
                </a:lnTo>
                <a:lnTo>
                  <a:pt x="1833" y="81"/>
                </a:lnTo>
                <a:lnTo>
                  <a:pt x="1839" y="80"/>
                </a:lnTo>
                <a:lnTo>
                  <a:pt x="1845" y="79"/>
                </a:lnTo>
                <a:lnTo>
                  <a:pt x="1850" y="78"/>
                </a:lnTo>
                <a:lnTo>
                  <a:pt x="1856" y="77"/>
                </a:lnTo>
                <a:lnTo>
                  <a:pt x="1862" y="76"/>
                </a:lnTo>
                <a:lnTo>
                  <a:pt x="1868" y="75"/>
                </a:lnTo>
                <a:lnTo>
                  <a:pt x="1873" y="74"/>
                </a:lnTo>
                <a:lnTo>
                  <a:pt x="1879" y="73"/>
                </a:lnTo>
                <a:lnTo>
                  <a:pt x="1885" y="72"/>
                </a:lnTo>
                <a:lnTo>
                  <a:pt x="1891" y="71"/>
                </a:lnTo>
                <a:lnTo>
                  <a:pt x="1896" y="70"/>
                </a:lnTo>
                <a:lnTo>
                  <a:pt x="1902" y="69"/>
                </a:lnTo>
                <a:lnTo>
                  <a:pt x="1908" y="68"/>
                </a:lnTo>
                <a:lnTo>
                  <a:pt x="1914" y="67"/>
                </a:lnTo>
                <a:lnTo>
                  <a:pt x="1920" y="66"/>
                </a:lnTo>
                <a:lnTo>
                  <a:pt x="1925" y="65"/>
                </a:lnTo>
                <a:lnTo>
                  <a:pt x="1931" y="64"/>
                </a:lnTo>
                <a:lnTo>
                  <a:pt x="1937" y="63"/>
                </a:lnTo>
                <a:lnTo>
                  <a:pt x="1943" y="62"/>
                </a:lnTo>
                <a:lnTo>
                  <a:pt x="1948" y="61"/>
                </a:lnTo>
                <a:lnTo>
                  <a:pt x="1954" y="60"/>
                </a:lnTo>
                <a:lnTo>
                  <a:pt x="1960" y="59"/>
                </a:lnTo>
                <a:lnTo>
                  <a:pt x="1966" y="58"/>
                </a:lnTo>
                <a:lnTo>
                  <a:pt x="1971" y="57"/>
                </a:lnTo>
                <a:lnTo>
                  <a:pt x="1977" y="56"/>
                </a:lnTo>
                <a:lnTo>
                  <a:pt x="1983" y="55"/>
                </a:lnTo>
                <a:lnTo>
                  <a:pt x="1989" y="54"/>
                </a:lnTo>
                <a:lnTo>
                  <a:pt x="1994" y="53"/>
                </a:lnTo>
                <a:lnTo>
                  <a:pt x="2000" y="52"/>
                </a:lnTo>
                <a:lnTo>
                  <a:pt x="2006" y="51"/>
                </a:lnTo>
                <a:lnTo>
                  <a:pt x="2012" y="50"/>
                </a:lnTo>
                <a:lnTo>
                  <a:pt x="2018" y="49"/>
                </a:lnTo>
                <a:lnTo>
                  <a:pt x="2023" y="48"/>
                </a:lnTo>
                <a:lnTo>
                  <a:pt x="2029" y="47"/>
                </a:lnTo>
                <a:lnTo>
                  <a:pt x="2035" y="46"/>
                </a:lnTo>
                <a:lnTo>
                  <a:pt x="2041" y="45"/>
                </a:lnTo>
                <a:lnTo>
                  <a:pt x="2046" y="44"/>
                </a:lnTo>
                <a:lnTo>
                  <a:pt x="2052" y="43"/>
                </a:lnTo>
                <a:lnTo>
                  <a:pt x="2058" y="42"/>
                </a:lnTo>
                <a:lnTo>
                  <a:pt x="2064" y="41"/>
                </a:lnTo>
                <a:lnTo>
                  <a:pt x="2069" y="40"/>
                </a:lnTo>
                <a:lnTo>
                  <a:pt x="2075" y="39"/>
                </a:lnTo>
                <a:lnTo>
                  <a:pt x="2081" y="38"/>
                </a:lnTo>
                <a:lnTo>
                  <a:pt x="2087" y="37"/>
                </a:lnTo>
                <a:lnTo>
                  <a:pt x="2092" y="36"/>
                </a:lnTo>
                <a:lnTo>
                  <a:pt x="2098" y="35"/>
                </a:lnTo>
                <a:lnTo>
                  <a:pt x="2104" y="34"/>
                </a:lnTo>
                <a:lnTo>
                  <a:pt x="2110" y="33"/>
                </a:lnTo>
                <a:lnTo>
                  <a:pt x="2116" y="32"/>
                </a:lnTo>
                <a:lnTo>
                  <a:pt x="2121" y="31"/>
                </a:lnTo>
                <a:lnTo>
                  <a:pt x="2127" y="30"/>
                </a:lnTo>
                <a:lnTo>
                  <a:pt x="2133" y="29"/>
                </a:lnTo>
                <a:lnTo>
                  <a:pt x="2139" y="28"/>
                </a:lnTo>
                <a:lnTo>
                  <a:pt x="2144" y="27"/>
                </a:lnTo>
                <a:lnTo>
                  <a:pt x="2150" y="26"/>
                </a:lnTo>
                <a:lnTo>
                  <a:pt x="2156" y="25"/>
                </a:lnTo>
                <a:lnTo>
                  <a:pt x="2162" y="24"/>
                </a:lnTo>
                <a:lnTo>
                  <a:pt x="2167" y="23"/>
                </a:lnTo>
                <a:lnTo>
                  <a:pt x="2173" y="22"/>
                </a:lnTo>
                <a:lnTo>
                  <a:pt x="2179" y="21"/>
                </a:lnTo>
                <a:lnTo>
                  <a:pt x="2185" y="20"/>
                </a:lnTo>
                <a:lnTo>
                  <a:pt x="2190" y="19"/>
                </a:lnTo>
                <a:lnTo>
                  <a:pt x="2196" y="18"/>
                </a:lnTo>
                <a:lnTo>
                  <a:pt x="2202" y="17"/>
                </a:lnTo>
                <a:lnTo>
                  <a:pt x="2208" y="16"/>
                </a:lnTo>
                <a:lnTo>
                  <a:pt x="2214" y="15"/>
                </a:lnTo>
                <a:lnTo>
                  <a:pt x="2219" y="14"/>
                </a:lnTo>
                <a:lnTo>
                  <a:pt x="2225" y="13"/>
                </a:lnTo>
                <a:lnTo>
                  <a:pt x="2231" y="12"/>
                </a:lnTo>
                <a:lnTo>
                  <a:pt x="2237" y="11"/>
                </a:lnTo>
                <a:lnTo>
                  <a:pt x="2242" y="10"/>
                </a:lnTo>
                <a:lnTo>
                  <a:pt x="2248" y="9"/>
                </a:lnTo>
                <a:lnTo>
                  <a:pt x="2254" y="8"/>
                </a:lnTo>
                <a:lnTo>
                  <a:pt x="2260" y="7"/>
                </a:lnTo>
                <a:lnTo>
                  <a:pt x="2265" y="6"/>
                </a:lnTo>
                <a:lnTo>
                  <a:pt x="2271" y="5"/>
                </a:lnTo>
                <a:lnTo>
                  <a:pt x="2277" y="4"/>
                </a:lnTo>
                <a:lnTo>
                  <a:pt x="2283" y="3"/>
                </a:lnTo>
                <a:lnTo>
                  <a:pt x="2288" y="2"/>
                </a:lnTo>
                <a:lnTo>
                  <a:pt x="2294" y="1"/>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18642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1.13</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3793846"/>
            <a:ext cx="2103120" cy="880567"/>
          </a:xfrm>
          <a:custGeom>
            <a:avLst/>
            <a:gdLst/>
            <a:ahLst/>
            <a:cxnLst/>
            <a:rect l="l" t="t" r="r" b="b"/>
            <a:pathLst>
              <a:path w="2300" h="963">
                <a:moveTo>
                  <a:pt x="0" y="963"/>
                </a:moveTo>
                <a:lnTo>
                  <a:pt x="6" y="961"/>
                </a:lnTo>
                <a:lnTo>
                  <a:pt x="12" y="958"/>
                </a:lnTo>
                <a:lnTo>
                  <a:pt x="17" y="956"/>
                </a:lnTo>
                <a:lnTo>
                  <a:pt x="23" y="953"/>
                </a:lnTo>
                <a:lnTo>
                  <a:pt x="29" y="951"/>
                </a:lnTo>
                <a:lnTo>
                  <a:pt x="35" y="949"/>
                </a:lnTo>
                <a:lnTo>
                  <a:pt x="40" y="946"/>
                </a:lnTo>
                <a:lnTo>
                  <a:pt x="46" y="944"/>
                </a:lnTo>
                <a:lnTo>
                  <a:pt x="52" y="941"/>
                </a:lnTo>
                <a:lnTo>
                  <a:pt x="58" y="939"/>
                </a:lnTo>
                <a:lnTo>
                  <a:pt x="63" y="937"/>
                </a:lnTo>
                <a:lnTo>
                  <a:pt x="69" y="934"/>
                </a:lnTo>
                <a:lnTo>
                  <a:pt x="75" y="932"/>
                </a:lnTo>
                <a:lnTo>
                  <a:pt x="81" y="929"/>
                </a:lnTo>
                <a:lnTo>
                  <a:pt x="86" y="927"/>
                </a:lnTo>
                <a:lnTo>
                  <a:pt x="92" y="924"/>
                </a:lnTo>
                <a:lnTo>
                  <a:pt x="98" y="922"/>
                </a:lnTo>
                <a:lnTo>
                  <a:pt x="104" y="920"/>
                </a:lnTo>
                <a:lnTo>
                  <a:pt x="110" y="917"/>
                </a:lnTo>
                <a:lnTo>
                  <a:pt x="115" y="915"/>
                </a:lnTo>
                <a:lnTo>
                  <a:pt x="121" y="912"/>
                </a:lnTo>
                <a:lnTo>
                  <a:pt x="127" y="910"/>
                </a:lnTo>
                <a:lnTo>
                  <a:pt x="133" y="908"/>
                </a:lnTo>
                <a:lnTo>
                  <a:pt x="138" y="905"/>
                </a:lnTo>
                <a:lnTo>
                  <a:pt x="144" y="903"/>
                </a:lnTo>
                <a:lnTo>
                  <a:pt x="150" y="900"/>
                </a:lnTo>
                <a:lnTo>
                  <a:pt x="156" y="898"/>
                </a:lnTo>
                <a:lnTo>
                  <a:pt x="161" y="896"/>
                </a:lnTo>
                <a:lnTo>
                  <a:pt x="167" y="893"/>
                </a:lnTo>
                <a:lnTo>
                  <a:pt x="173" y="891"/>
                </a:lnTo>
                <a:lnTo>
                  <a:pt x="179" y="888"/>
                </a:lnTo>
                <a:lnTo>
                  <a:pt x="184" y="886"/>
                </a:lnTo>
                <a:lnTo>
                  <a:pt x="190" y="883"/>
                </a:lnTo>
                <a:lnTo>
                  <a:pt x="196" y="881"/>
                </a:lnTo>
                <a:lnTo>
                  <a:pt x="202" y="879"/>
                </a:lnTo>
                <a:lnTo>
                  <a:pt x="208" y="876"/>
                </a:lnTo>
                <a:lnTo>
                  <a:pt x="213" y="874"/>
                </a:lnTo>
                <a:lnTo>
                  <a:pt x="219" y="871"/>
                </a:lnTo>
                <a:lnTo>
                  <a:pt x="225" y="869"/>
                </a:lnTo>
                <a:lnTo>
                  <a:pt x="231" y="867"/>
                </a:lnTo>
                <a:lnTo>
                  <a:pt x="236" y="864"/>
                </a:lnTo>
                <a:lnTo>
                  <a:pt x="242" y="862"/>
                </a:lnTo>
                <a:lnTo>
                  <a:pt x="248" y="859"/>
                </a:lnTo>
                <a:lnTo>
                  <a:pt x="254" y="857"/>
                </a:lnTo>
                <a:lnTo>
                  <a:pt x="259" y="854"/>
                </a:lnTo>
                <a:lnTo>
                  <a:pt x="265" y="852"/>
                </a:lnTo>
                <a:lnTo>
                  <a:pt x="271" y="850"/>
                </a:lnTo>
                <a:lnTo>
                  <a:pt x="277" y="847"/>
                </a:lnTo>
                <a:lnTo>
                  <a:pt x="282" y="845"/>
                </a:lnTo>
                <a:lnTo>
                  <a:pt x="288" y="842"/>
                </a:lnTo>
                <a:lnTo>
                  <a:pt x="294" y="840"/>
                </a:lnTo>
                <a:lnTo>
                  <a:pt x="300" y="838"/>
                </a:lnTo>
                <a:lnTo>
                  <a:pt x="306" y="835"/>
                </a:lnTo>
                <a:lnTo>
                  <a:pt x="311" y="833"/>
                </a:lnTo>
                <a:lnTo>
                  <a:pt x="317" y="830"/>
                </a:lnTo>
                <a:lnTo>
                  <a:pt x="323" y="828"/>
                </a:lnTo>
                <a:lnTo>
                  <a:pt x="329" y="826"/>
                </a:lnTo>
                <a:lnTo>
                  <a:pt x="334" y="823"/>
                </a:lnTo>
                <a:lnTo>
                  <a:pt x="340" y="821"/>
                </a:lnTo>
                <a:lnTo>
                  <a:pt x="346" y="818"/>
                </a:lnTo>
                <a:lnTo>
                  <a:pt x="352" y="816"/>
                </a:lnTo>
                <a:lnTo>
                  <a:pt x="357" y="813"/>
                </a:lnTo>
                <a:lnTo>
                  <a:pt x="363" y="811"/>
                </a:lnTo>
                <a:lnTo>
                  <a:pt x="369" y="809"/>
                </a:lnTo>
                <a:lnTo>
                  <a:pt x="375" y="806"/>
                </a:lnTo>
                <a:lnTo>
                  <a:pt x="380" y="804"/>
                </a:lnTo>
                <a:lnTo>
                  <a:pt x="386" y="801"/>
                </a:lnTo>
                <a:lnTo>
                  <a:pt x="392" y="799"/>
                </a:lnTo>
                <a:lnTo>
                  <a:pt x="398" y="797"/>
                </a:lnTo>
                <a:lnTo>
                  <a:pt x="404" y="794"/>
                </a:lnTo>
                <a:lnTo>
                  <a:pt x="409" y="792"/>
                </a:lnTo>
                <a:lnTo>
                  <a:pt x="415" y="789"/>
                </a:lnTo>
                <a:lnTo>
                  <a:pt x="421" y="787"/>
                </a:lnTo>
                <a:lnTo>
                  <a:pt x="427" y="785"/>
                </a:lnTo>
                <a:lnTo>
                  <a:pt x="432" y="782"/>
                </a:lnTo>
                <a:lnTo>
                  <a:pt x="438" y="780"/>
                </a:lnTo>
                <a:lnTo>
                  <a:pt x="444" y="777"/>
                </a:lnTo>
                <a:lnTo>
                  <a:pt x="450" y="775"/>
                </a:lnTo>
                <a:lnTo>
                  <a:pt x="455" y="772"/>
                </a:lnTo>
                <a:lnTo>
                  <a:pt x="461" y="770"/>
                </a:lnTo>
                <a:lnTo>
                  <a:pt x="467" y="768"/>
                </a:lnTo>
                <a:lnTo>
                  <a:pt x="473" y="765"/>
                </a:lnTo>
                <a:lnTo>
                  <a:pt x="478" y="763"/>
                </a:lnTo>
                <a:lnTo>
                  <a:pt x="484" y="760"/>
                </a:lnTo>
                <a:lnTo>
                  <a:pt x="490" y="758"/>
                </a:lnTo>
                <a:lnTo>
                  <a:pt x="496" y="756"/>
                </a:lnTo>
                <a:lnTo>
                  <a:pt x="502" y="753"/>
                </a:lnTo>
                <a:lnTo>
                  <a:pt x="507" y="751"/>
                </a:lnTo>
                <a:lnTo>
                  <a:pt x="513" y="748"/>
                </a:lnTo>
                <a:lnTo>
                  <a:pt x="519" y="746"/>
                </a:lnTo>
                <a:lnTo>
                  <a:pt x="525" y="743"/>
                </a:lnTo>
                <a:lnTo>
                  <a:pt x="530" y="741"/>
                </a:lnTo>
                <a:lnTo>
                  <a:pt x="536" y="739"/>
                </a:lnTo>
                <a:lnTo>
                  <a:pt x="542" y="736"/>
                </a:lnTo>
                <a:lnTo>
                  <a:pt x="548" y="734"/>
                </a:lnTo>
                <a:lnTo>
                  <a:pt x="553" y="731"/>
                </a:lnTo>
                <a:lnTo>
                  <a:pt x="559" y="729"/>
                </a:lnTo>
                <a:lnTo>
                  <a:pt x="565" y="727"/>
                </a:lnTo>
                <a:lnTo>
                  <a:pt x="571" y="724"/>
                </a:lnTo>
                <a:lnTo>
                  <a:pt x="576" y="722"/>
                </a:lnTo>
                <a:lnTo>
                  <a:pt x="582" y="719"/>
                </a:lnTo>
                <a:lnTo>
                  <a:pt x="588" y="717"/>
                </a:lnTo>
                <a:lnTo>
                  <a:pt x="594" y="715"/>
                </a:lnTo>
                <a:lnTo>
                  <a:pt x="599" y="712"/>
                </a:lnTo>
                <a:lnTo>
                  <a:pt x="605" y="710"/>
                </a:lnTo>
                <a:lnTo>
                  <a:pt x="611" y="707"/>
                </a:lnTo>
                <a:lnTo>
                  <a:pt x="617" y="705"/>
                </a:lnTo>
                <a:lnTo>
                  <a:pt x="623" y="702"/>
                </a:lnTo>
                <a:lnTo>
                  <a:pt x="628" y="700"/>
                </a:lnTo>
                <a:lnTo>
                  <a:pt x="634" y="698"/>
                </a:lnTo>
                <a:lnTo>
                  <a:pt x="640" y="695"/>
                </a:lnTo>
                <a:lnTo>
                  <a:pt x="646" y="693"/>
                </a:lnTo>
                <a:lnTo>
                  <a:pt x="651" y="690"/>
                </a:lnTo>
                <a:lnTo>
                  <a:pt x="657" y="688"/>
                </a:lnTo>
                <a:lnTo>
                  <a:pt x="663" y="686"/>
                </a:lnTo>
                <a:lnTo>
                  <a:pt x="669" y="683"/>
                </a:lnTo>
                <a:lnTo>
                  <a:pt x="674" y="681"/>
                </a:lnTo>
                <a:lnTo>
                  <a:pt x="680" y="678"/>
                </a:lnTo>
                <a:lnTo>
                  <a:pt x="686" y="676"/>
                </a:lnTo>
                <a:lnTo>
                  <a:pt x="692" y="673"/>
                </a:lnTo>
                <a:lnTo>
                  <a:pt x="697" y="671"/>
                </a:lnTo>
                <a:lnTo>
                  <a:pt x="703" y="669"/>
                </a:lnTo>
                <a:lnTo>
                  <a:pt x="709" y="666"/>
                </a:lnTo>
                <a:lnTo>
                  <a:pt x="715" y="664"/>
                </a:lnTo>
                <a:lnTo>
                  <a:pt x="721" y="661"/>
                </a:lnTo>
                <a:lnTo>
                  <a:pt x="726" y="659"/>
                </a:lnTo>
                <a:lnTo>
                  <a:pt x="732" y="657"/>
                </a:lnTo>
                <a:lnTo>
                  <a:pt x="738" y="654"/>
                </a:lnTo>
                <a:lnTo>
                  <a:pt x="744" y="652"/>
                </a:lnTo>
                <a:lnTo>
                  <a:pt x="749" y="649"/>
                </a:lnTo>
                <a:lnTo>
                  <a:pt x="755" y="647"/>
                </a:lnTo>
                <a:lnTo>
                  <a:pt x="761" y="645"/>
                </a:lnTo>
                <a:lnTo>
                  <a:pt x="767" y="642"/>
                </a:lnTo>
                <a:lnTo>
                  <a:pt x="772" y="640"/>
                </a:lnTo>
                <a:lnTo>
                  <a:pt x="778" y="637"/>
                </a:lnTo>
                <a:lnTo>
                  <a:pt x="784" y="635"/>
                </a:lnTo>
                <a:lnTo>
                  <a:pt x="790" y="632"/>
                </a:lnTo>
                <a:lnTo>
                  <a:pt x="795" y="630"/>
                </a:lnTo>
                <a:lnTo>
                  <a:pt x="801" y="628"/>
                </a:lnTo>
                <a:lnTo>
                  <a:pt x="807" y="625"/>
                </a:lnTo>
                <a:lnTo>
                  <a:pt x="813" y="623"/>
                </a:lnTo>
                <a:lnTo>
                  <a:pt x="819" y="620"/>
                </a:lnTo>
                <a:lnTo>
                  <a:pt x="824" y="618"/>
                </a:lnTo>
                <a:lnTo>
                  <a:pt x="830" y="616"/>
                </a:lnTo>
                <a:lnTo>
                  <a:pt x="836" y="613"/>
                </a:lnTo>
                <a:lnTo>
                  <a:pt x="842" y="611"/>
                </a:lnTo>
                <a:lnTo>
                  <a:pt x="847" y="608"/>
                </a:lnTo>
                <a:lnTo>
                  <a:pt x="853" y="606"/>
                </a:lnTo>
                <a:lnTo>
                  <a:pt x="859" y="604"/>
                </a:lnTo>
                <a:lnTo>
                  <a:pt x="865" y="601"/>
                </a:lnTo>
                <a:lnTo>
                  <a:pt x="870" y="599"/>
                </a:lnTo>
                <a:lnTo>
                  <a:pt x="876" y="596"/>
                </a:lnTo>
                <a:lnTo>
                  <a:pt x="882" y="594"/>
                </a:lnTo>
                <a:lnTo>
                  <a:pt x="888" y="591"/>
                </a:lnTo>
                <a:lnTo>
                  <a:pt x="893" y="589"/>
                </a:lnTo>
                <a:lnTo>
                  <a:pt x="899" y="587"/>
                </a:lnTo>
                <a:lnTo>
                  <a:pt x="905" y="584"/>
                </a:lnTo>
                <a:lnTo>
                  <a:pt x="911" y="582"/>
                </a:lnTo>
                <a:lnTo>
                  <a:pt x="917" y="579"/>
                </a:lnTo>
                <a:lnTo>
                  <a:pt x="922" y="577"/>
                </a:lnTo>
                <a:lnTo>
                  <a:pt x="928" y="575"/>
                </a:lnTo>
                <a:lnTo>
                  <a:pt x="934" y="572"/>
                </a:lnTo>
                <a:lnTo>
                  <a:pt x="940" y="570"/>
                </a:lnTo>
                <a:lnTo>
                  <a:pt x="945" y="567"/>
                </a:lnTo>
                <a:lnTo>
                  <a:pt x="951" y="565"/>
                </a:lnTo>
                <a:lnTo>
                  <a:pt x="957" y="562"/>
                </a:lnTo>
                <a:lnTo>
                  <a:pt x="963" y="560"/>
                </a:lnTo>
                <a:lnTo>
                  <a:pt x="968" y="558"/>
                </a:lnTo>
                <a:lnTo>
                  <a:pt x="974" y="555"/>
                </a:lnTo>
                <a:lnTo>
                  <a:pt x="980" y="553"/>
                </a:lnTo>
                <a:lnTo>
                  <a:pt x="986" y="550"/>
                </a:lnTo>
                <a:lnTo>
                  <a:pt x="991" y="548"/>
                </a:lnTo>
                <a:lnTo>
                  <a:pt x="997" y="546"/>
                </a:lnTo>
                <a:lnTo>
                  <a:pt x="1003" y="543"/>
                </a:lnTo>
                <a:lnTo>
                  <a:pt x="1009" y="541"/>
                </a:lnTo>
                <a:lnTo>
                  <a:pt x="1015" y="538"/>
                </a:lnTo>
                <a:lnTo>
                  <a:pt x="1020" y="536"/>
                </a:lnTo>
                <a:lnTo>
                  <a:pt x="1026" y="534"/>
                </a:lnTo>
                <a:lnTo>
                  <a:pt x="1032" y="531"/>
                </a:lnTo>
                <a:lnTo>
                  <a:pt x="1038" y="529"/>
                </a:lnTo>
                <a:lnTo>
                  <a:pt x="1043" y="526"/>
                </a:lnTo>
                <a:lnTo>
                  <a:pt x="1049" y="524"/>
                </a:lnTo>
                <a:lnTo>
                  <a:pt x="1055" y="521"/>
                </a:lnTo>
                <a:lnTo>
                  <a:pt x="1061" y="519"/>
                </a:lnTo>
                <a:lnTo>
                  <a:pt x="1066" y="517"/>
                </a:lnTo>
                <a:lnTo>
                  <a:pt x="1072" y="514"/>
                </a:lnTo>
                <a:lnTo>
                  <a:pt x="1078" y="512"/>
                </a:lnTo>
                <a:lnTo>
                  <a:pt x="1084" y="509"/>
                </a:lnTo>
                <a:lnTo>
                  <a:pt x="1089" y="507"/>
                </a:lnTo>
                <a:lnTo>
                  <a:pt x="1095" y="505"/>
                </a:lnTo>
                <a:lnTo>
                  <a:pt x="1101" y="502"/>
                </a:lnTo>
                <a:lnTo>
                  <a:pt x="1107" y="500"/>
                </a:lnTo>
                <a:lnTo>
                  <a:pt x="1113" y="497"/>
                </a:lnTo>
                <a:lnTo>
                  <a:pt x="1118" y="495"/>
                </a:lnTo>
                <a:lnTo>
                  <a:pt x="1124" y="492"/>
                </a:lnTo>
                <a:lnTo>
                  <a:pt x="1130" y="490"/>
                </a:lnTo>
                <a:lnTo>
                  <a:pt x="1136" y="488"/>
                </a:lnTo>
                <a:lnTo>
                  <a:pt x="1141" y="485"/>
                </a:lnTo>
                <a:lnTo>
                  <a:pt x="1147" y="483"/>
                </a:lnTo>
                <a:lnTo>
                  <a:pt x="1153" y="480"/>
                </a:lnTo>
                <a:lnTo>
                  <a:pt x="1159" y="478"/>
                </a:lnTo>
                <a:lnTo>
                  <a:pt x="1164" y="476"/>
                </a:lnTo>
                <a:lnTo>
                  <a:pt x="1170" y="473"/>
                </a:lnTo>
                <a:lnTo>
                  <a:pt x="1176" y="471"/>
                </a:lnTo>
                <a:lnTo>
                  <a:pt x="1182" y="468"/>
                </a:lnTo>
                <a:lnTo>
                  <a:pt x="1187" y="466"/>
                </a:lnTo>
                <a:lnTo>
                  <a:pt x="1193" y="464"/>
                </a:lnTo>
                <a:lnTo>
                  <a:pt x="1199" y="461"/>
                </a:lnTo>
                <a:lnTo>
                  <a:pt x="1205" y="459"/>
                </a:lnTo>
                <a:lnTo>
                  <a:pt x="1211" y="456"/>
                </a:lnTo>
                <a:lnTo>
                  <a:pt x="1216" y="454"/>
                </a:lnTo>
                <a:lnTo>
                  <a:pt x="1222" y="451"/>
                </a:lnTo>
                <a:lnTo>
                  <a:pt x="1228" y="449"/>
                </a:lnTo>
                <a:lnTo>
                  <a:pt x="1234" y="447"/>
                </a:lnTo>
                <a:lnTo>
                  <a:pt x="1239" y="444"/>
                </a:lnTo>
                <a:lnTo>
                  <a:pt x="1245" y="442"/>
                </a:lnTo>
                <a:lnTo>
                  <a:pt x="1251" y="439"/>
                </a:lnTo>
                <a:lnTo>
                  <a:pt x="1257" y="437"/>
                </a:lnTo>
                <a:lnTo>
                  <a:pt x="1262" y="435"/>
                </a:lnTo>
                <a:lnTo>
                  <a:pt x="1268" y="432"/>
                </a:lnTo>
                <a:lnTo>
                  <a:pt x="1274" y="430"/>
                </a:lnTo>
                <a:lnTo>
                  <a:pt x="1280" y="427"/>
                </a:lnTo>
                <a:lnTo>
                  <a:pt x="1285" y="425"/>
                </a:lnTo>
                <a:lnTo>
                  <a:pt x="1291" y="422"/>
                </a:lnTo>
                <a:lnTo>
                  <a:pt x="1297" y="420"/>
                </a:lnTo>
                <a:lnTo>
                  <a:pt x="1303" y="418"/>
                </a:lnTo>
                <a:lnTo>
                  <a:pt x="1309" y="415"/>
                </a:lnTo>
                <a:lnTo>
                  <a:pt x="1314" y="413"/>
                </a:lnTo>
                <a:lnTo>
                  <a:pt x="1320" y="410"/>
                </a:lnTo>
                <a:lnTo>
                  <a:pt x="1326" y="408"/>
                </a:lnTo>
                <a:lnTo>
                  <a:pt x="1332" y="406"/>
                </a:lnTo>
                <a:lnTo>
                  <a:pt x="1337" y="403"/>
                </a:lnTo>
                <a:lnTo>
                  <a:pt x="1343" y="401"/>
                </a:lnTo>
                <a:lnTo>
                  <a:pt x="1349" y="398"/>
                </a:lnTo>
                <a:lnTo>
                  <a:pt x="1355" y="396"/>
                </a:lnTo>
                <a:lnTo>
                  <a:pt x="1360" y="394"/>
                </a:lnTo>
                <a:lnTo>
                  <a:pt x="1366" y="391"/>
                </a:lnTo>
                <a:lnTo>
                  <a:pt x="1372" y="389"/>
                </a:lnTo>
                <a:lnTo>
                  <a:pt x="1378" y="386"/>
                </a:lnTo>
                <a:lnTo>
                  <a:pt x="1383" y="384"/>
                </a:lnTo>
                <a:lnTo>
                  <a:pt x="1389" y="381"/>
                </a:lnTo>
                <a:lnTo>
                  <a:pt x="1395" y="379"/>
                </a:lnTo>
                <a:lnTo>
                  <a:pt x="1401" y="377"/>
                </a:lnTo>
                <a:lnTo>
                  <a:pt x="1407" y="374"/>
                </a:lnTo>
                <a:lnTo>
                  <a:pt x="1412" y="372"/>
                </a:lnTo>
                <a:lnTo>
                  <a:pt x="1418" y="369"/>
                </a:lnTo>
                <a:lnTo>
                  <a:pt x="1424" y="367"/>
                </a:lnTo>
                <a:lnTo>
                  <a:pt x="1430" y="365"/>
                </a:lnTo>
                <a:lnTo>
                  <a:pt x="1435" y="362"/>
                </a:lnTo>
                <a:lnTo>
                  <a:pt x="1441" y="360"/>
                </a:lnTo>
                <a:lnTo>
                  <a:pt x="1447" y="357"/>
                </a:lnTo>
                <a:lnTo>
                  <a:pt x="1453" y="355"/>
                </a:lnTo>
                <a:lnTo>
                  <a:pt x="1458" y="353"/>
                </a:lnTo>
                <a:lnTo>
                  <a:pt x="1464" y="350"/>
                </a:lnTo>
                <a:lnTo>
                  <a:pt x="1470" y="348"/>
                </a:lnTo>
                <a:lnTo>
                  <a:pt x="1476" y="345"/>
                </a:lnTo>
                <a:lnTo>
                  <a:pt x="1481" y="343"/>
                </a:lnTo>
                <a:lnTo>
                  <a:pt x="1487" y="340"/>
                </a:lnTo>
                <a:lnTo>
                  <a:pt x="1493" y="338"/>
                </a:lnTo>
                <a:lnTo>
                  <a:pt x="1499" y="336"/>
                </a:lnTo>
                <a:lnTo>
                  <a:pt x="1505" y="333"/>
                </a:lnTo>
                <a:lnTo>
                  <a:pt x="1510" y="331"/>
                </a:lnTo>
                <a:lnTo>
                  <a:pt x="1516" y="328"/>
                </a:lnTo>
                <a:lnTo>
                  <a:pt x="1522" y="326"/>
                </a:lnTo>
                <a:lnTo>
                  <a:pt x="1528" y="324"/>
                </a:lnTo>
                <a:lnTo>
                  <a:pt x="1533" y="321"/>
                </a:lnTo>
                <a:lnTo>
                  <a:pt x="1539" y="319"/>
                </a:lnTo>
                <a:lnTo>
                  <a:pt x="1545" y="316"/>
                </a:lnTo>
                <a:lnTo>
                  <a:pt x="1551" y="314"/>
                </a:lnTo>
                <a:lnTo>
                  <a:pt x="1556" y="311"/>
                </a:lnTo>
                <a:lnTo>
                  <a:pt x="1562" y="309"/>
                </a:lnTo>
                <a:lnTo>
                  <a:pt x="1568" y="307"/>
                </a:lnTo>
                <a:lnTo>
                  <a:pt x="1574" y="304"/>
                </a:lnTo>
                <a:lnTo>
                  <a:pt x="1579" y="302"/>
                </a:lnTo>
                <a:lnTo>
                  <a:pt x="1585" y="299"/>
                </a:lnTo>
                <a:lnTo>
                  <a:pt x="1591" y="297"/>
                </a:lnTo>
                <a:lnTo>
                  <a:pt x="1597" y="295"/>
                </a:lnTo>
                <a:lnTo>
                  <a:pt x="1603" y="292"/>
                </a:lnTo>
                <a:lnTo>
                  <a:pt x="1608" y="290"/>
                </a:lnTo>
                <a:lnTo>
                  <a:pt x="1614" y="287"/>
                </a:lnTo>
                <a:lnTo>
                  <a:pt x="1620" y="285"/>
                </a:lnTo>
                <a:lnTo>
                  <a:pt x="1626" y="283"/>
                </a:lnTo>
                <a:lnTo>
                  <a:pt x="1631" y="280"/>
                </a:lnTo>
                <a:lnTo>
                  <a:pt x="1637" y="278"/>
                </a:lnTo>
                <a:lnTo>
                  <a:pt x="1643" y="275"/>
                </a:lnTo>
                <a:lnTo>
                  <a:pt x="1649" y="273"/>
                </a:lnTo>
                <a:lnTo>
                  <a:pt x="1654" y="270"/>
                </a:lnTo>
                <a:lnTo>
                  <a:pt x="1660" y="268"/>
                </a:lnTo>
                <a:lnTo>
                  <a:pt x="1666" y="266"/>
                </a:lnTo>
                <a:lnTo>
                  <a:pt x="1672" y="263"/>
                </a:lnTo>
                <a:lnTo>
                  <a:pt x="1677" y="261"/>
                </a:lnTo>
                <a:lnTo>
                  <a:pt x="1683" y="258"/>
                </a:lnTo>
                <a:lnTo>
                  <a:pt x="1689" y="256"/>
                </a:lnTo>
                <a:lnTo>
                  <a:pt x="1695" y="254"/>
                </a:lnTo>
                <a:lnTo>
                  <a:pt x="1701" y="251"/>
                </a:lnTo>
                <a:lnTo>
                  <a:pt x="1706" y="249"/>
                </a:lnTo>
                <a:lnTo>
                  <a:pt x="1712" y="246"/>
                </a:lnTo>
                <a:lnTo>
                  <a:pt x="1718" y="244"/>
                </a:lnTo>
                <a:lnTo>
                  <a:pt x="1724" y="241"/>
                </a:lnTo>
                <a:lnTo>
                  <a:pt x="1729" y="239"/>
                </a:lnTo>
                <a:lnTo>
                  <a:pt x="1735" y="237"/>
                </a:lnTo>
                <a:lnTo>
                  <a:pt x="1741" y="234"/>
                </a:lnTo>
                <a:lnTo>
                  <a:pt x="1747" y="232"/>
                </a:lnTo>
                <a:lnTo>
                  <a:pt x="1752" y="229"/>
                </a:lnTo>
                <a:lnTo>
                  <a:pt x="1758" y="227"/>
                </a:lnTo>
                <a:lnTo>
                  <a:pt x="1764" y="225"/>
                </a:lnTo>
                <a:lnTo>
                  <a:pt x="1770" y="222"/>
                </a:lnTo>
                <a:lnTo>
                  <a:pt x="1775" y="220"/>
                </a:lnTo>
                <a:lnTo>
                  <a:pt x="1781" y="217"/>
                </a:lnTo>
                <a:lnTo>
                  <a:pt x="1787" y="215"/>
                </a:lnTo>
                <a:lnTo>
                  <a:pt x="1793" y="213"/>
                </a:lnTo>
                <a:lnTo>
                  <a:pt x="1798" y="210"/>
                </a:lnTo>
                <a:lnTo>
                  <a:pt x="1804" y="208"/>
                </a:lnTo>
                <a:lnTo>
                  <a:pt x="1810" y="205"/>
                </a:lnTo>
                <a:lnTo>
                  <a:pt x="1816" y="203"/>
                </a:lnTo>
                <a:lnTo>
                  <a:pt x="1822" y="200"/>
                </a:lnTo>
                <a:lnTo>
                  <a:pt x="1827" y="198"/>
                </a:lnTo>
                <a:lnTo>
                  <a:pt x="1833" y="196"/>
                </a:lnTo>
                <a:lnTo>
                  <a:pt x="1839" y="193"/>
                </a:lnTo>
                <a:lnTo>
                  <a:pt x="1845" y="191"/>
                </a:lnTo>
                <a:lnTo>
                  <a:pt x="1850" y="188"/>
                </a:lnTo>
                <a:lnTo>
                  <a:pt x="1856" y="186"/>
                </a:lnTo>
                <a:lnTo>
                  <a:pt x="1862" y="184"/>
                </a:lnTo>
                <a:lnTo>
                  <a:pt x="1868" y="181"/>
                </a:lnTo>
                <a:lnTo>
                  <a:pt x="1873" y="179"/>
                </a:lnTo>
                <a:lnTo>
                  <a:pt x="1879" y="176"/>
                </a:lnTo>
                <a:lnTo>
                  <a:pt x="1885" y="174"/>
                </a:lnTo>
                <a:lnTo>
                  <a:pt x="1891" y="172"/>
                </a:lnTo>
                <a:lnTo>
                  <a:pt x="1896" y="169"/>
                </a:lnTo>
                <a:lnTo>
                  <a:pt x="1902" y="167"/>
                </a:lnTo>
                <a:lnTo>
                  <a:pt x="1908" y="164"/>
                </a:lnTo>
                <a:lnTo>
                  <a:pt x="1914" y="162"/>
                </a:lnTo>
                <a:lnTo>
                  <a:pt x="1920" y="159"/>
                </a:lnTo>
                <a:lnTo>
                  <a:pt x="1925" y="157"/>
                </a:lnTo>
                <a:lnTo>
                  <a:pt x="1931" y="155"/>
                </a:lnTo>
                <a:lnTo>
                  <a:pt x="1937" y="152"/>
                </a:lnTo>
                <a:lnTo>
                  <a:pt x="1943" y="150"/>
                </a:lnTo>
                <a:lnTo>
                  <a:pt x="1948" y="147"/>
                </a:lnTo>
                <a:lnTo>
                  <a:pt x="1954" y="145"/>
                </a:lnTo>
                <a:lnTo>
                  <a:pt x="1960" y="143"/>
                </a:lnTo>
                <a:lnTo>
                  <a:pt x="1966" y="140"/>
                </a:lnTo>
                <a:lnTo>
                  <a:pt x="1971" y="138"/>
                </a:lnTo>
                <a:lnTo>
                  <a:pt x="1977" y="135"/>
                </a:lnTo>
                <a:lnTo>
                  <a:pt x="1983" y="133"/>
                </a:lnTo>
                <a:lnTo>
                  <a:pt x="1989" y="130"/>
                </a:lnTo>
                <a:lnTo>
                  <a:pt x="1994" y="128"/>
                </a:lnTo>
                <a:lnTo>
                  <a:pt x="2000" y="126"/>
                </a:lnTo>
                <a:lnTo>
                  <a:pt x="2006" y="123"/>
                </a:lnTo>
                <a:lnTo>
                  <a:pt x="2012" y="121"/>
                </a:lnTo>
                <a:lnTo>
                  <a:pt x="2018" y="118"/>
                </a:lnTo>
                <a:lnTo>
                  <a:pt x="2023" y="116"/>
                </a:lnTo>
                <a:lnTo>
                  <a:pt x="2029" y="114"/>
                </a:lnTo>
                <a:lnTo>
                  <a:pt x="2035" y="111"/>
                </a:lnTo>
                <a:lnTo>
                  <a:pt x="2041" y="109"/>
                </a:lnTo>
                <a:lnTo>
                  <a:pt x="2046" y="106"/>
                </a:lnTo>
                <a:lnTo>
                  <a:pt x="2052" y="104"/>
                </a:lnTo>
                <a:lnTo>
                  <a:pt x="2058" y="102"/>
                </a:lnTo>
                <a:lnTo>
                  <a:pt x="2064" y="99"/>
                </a:lnTo>
                <a:lnTo>
                  <a:pt x="2069" y="97"/>
                </a:lnTo>
                <a:lnTo>
                  <a:pt x="2075" y="94"/>
                </a:lnTo>
                <a:lnTo>
                  <a:pt x="2081" y="92"/>
                </a:lnTo>
                <a:lnTo>
                  <a:pt x="2087" y="89"/>
                </a:lnTo>
                <a:lnTo>
                  <a:pt x="2092" y="87"/>
                </a:lnTo>
                <a:lnTo>
                  <a:pt x="2098" y="85"/>
                </a:lnTo>
                <a:lnTo>
                  <a:pt x="2104" y="82"/>
                </a:lnTo>
                <a:lnTo>
                  <a:pt x="2110" y="80"/>
                </a:lnTo>
                <a:lnTo>
                  <a:pt x="2116" y="77"/>
                </a:lnTo>
                <a:lnTo>
                  <a:pt x="2121" y="75"/>
                </a:lnTo>
                <a:lnTo>
                  <a:pt x="2127" y="73"/>
                </a:lnTo>
                <a:lnTo>
                  <a:pt x="2133" y="70"/>
                </a:lnTo>
                <a:lnTo>
                  <a:pt x="2139" y="68"/>
                </a:lnTo>
                <a:lnTo>
                  <a:pt x="2144" y="65"/>
                </a:lnTo>
                <a:lnTo>
                  <a:pt x="2150" y="63"/>
                </a:lnTo>
                <a:lnTo>
                  <a:pt x="2156" y="60"/>
                </a:lnTo>
                <a:lnTo>
                  <a:pt x="2162" y="58"/>
                </a:lnTo>
                <a:lnTo>
                  <a:pt x="2167" y="56"/>
                </a:lnTo>
                <a:lnTo>
                  <a:pt x="2173" y="53"/>
                </a:lnTo>
                <a:lnTo>
                  <a:pt x="2179" y="51"/>
                </a:lnTo>
                <a:lnTo>
                  <a:pt x="2185" y="48"/>
                </a:lnTo>
                <a:lnTo>
                  <a:pt x="2190" y="46"/>
                </a:lnTo>
                <a:lnTo>
                  <a:pt x="2196" y="44"/>
                </a:lnTo>
                <a:lnTo>
                  <a:pt x="2202" y="41"/>
                </a:lnTo>
                <a:lnTo>
                  <a:pt x="2208" y="39"/>
                </a:lnTo>
                <a:lnTo>
                  <a:pt x="2214" y="36"/>
                </a:lnTo>
                <a:lnTo>
                  <a:pt x="2219" y="34"/>
                </a:lnTo>
                <a:lnTo>
                  <a:pt x="2225" y="32"/>
                </a:lnTo>
                <a:lnTo>
                  <a:pt x="2231" y="29"/>
                </a:lnTo>
                <a:lnTo>
                  <a:pt x="2237" y="27"/>
                </a:lnTo>
                <a:lnTo>
                  <a:pt x="2242" y="24"/>
                </a:lnTo>
                <a:lnTo>
                  <a:pt x="2248" y="22"/>
                </a:lnTo>
                <a:lnTo>
                  <a:pt x="2254" y="19"/>
                </a:lnTo>
                <a:lnTo>
                  <a:pt x="2260" y="17"/>
                </a:lnTo>
                <a:lnTo>
                  <a:pt x="2265" y="15"/>
                </a:lnTo>
                <a:lnTo>
                  <a:pt x="2271" y="12"/>
                </a:lnTo>
                <a:lnTo>
                  <a:pt x="2277" y="10"/>
                </a:lnTo>
                <a:lnTo>
                  <a:pt x="2283" y="7"/>
                </a:lnTo>
                <a:lnTo>
                  <a:pt x="2288" y="5"/>
                </a:lnTo>
                <a:lnTo>
                  <a:pt x="2294" y="3"/>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394553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0.98</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936492"/>
            <a:ext cx="2103120" cy="773582"/>
          </a:xfrm>
          <a:custGeom>
            <a:avLst/>
            <a:gdLst/>
            <a:ahLst/>
            <a:cxnLst/>
            <a:rect l="l" t="t" r="r" b="b"/>
            <a:pathLst>
              <a:path w="2300" h="846">
                <a:moveTo>
                  <a:pt x="0" y="846"/>
                </a:moveTo>
                <a:lnTo>
                  <a:pt x="6" y="844"/>
                </a:lnTo>
                <a:lnTo>
                  <a:pt x="12" y="842"/>
                </a:lnTo>
                <a:lnTo>
                  <a:pt x="17" y="840"/>
                </a:lnTo>
                <a:lnTo>
                  <a:pt x="23" y="837"/>
                </a:lnTo>
                <a:lnTo>
                  <a:pt x="29" y="835"/>
                </a:lnTo>
                <a:lnTo>
                  <a:pt x="35" y="833"/>
                </a:lnTo>
                <a:lnTo>
                  <a:pt x="40" y="831"/>
                </a:lnTo>
                <a:lnTo>
                  <a:pt x="46" y="829"/>
                </a:lnTo>
                <a:lnTo>
                  <a:pt x="52" y="827"/>
                </a:lnTo>
                <a:lnTo>
                  <a:pt x="58" y="825"/>
                </a:lnTo>
                <a:lnTo>
                  <a:pt x="63" y="823"/>
                </a:lnTo>
                <a:lnTo>
                  <a:pt x="69" y="820"/>
                </a:lnTo>
                <a:lnTo>
                  <a:pt x="75" y="818"/>
                </a:lnTo>
                <a:lnTo>
                  <a:pt x="81" y="816"/>
                </a:lnTo>
                <a:lnTo>
                  <a:pt x="86" y="814"/>
                </a:lnTo>
                <a:lnTo>
                  <a:pt x="92" y="812"/>
                </a:lnTo>
                <a:lnTo>
                  <a:pt x="98" y="810"/>
                </a:lnTo>
                <a:lnTo>
                  <a:pt x="104" y="808"/>
                </a:lnTo>
                <a:lnTo>
                  <a:pt x="110" y="806"/>
                </a:lnTo>
                <a:lnTo>
                  <a:pt x="115" y="803"/>
                </a:lnTo>
                <a:lnTo>
                  <a:pt x="121" y="801"/>
                </a:lnTo>
                <a:lnTo>
                  <a:pt x="127" y="799"/>
                </a:lnTo>
                <a:lnTo>
                  <a:pt x="133" y="797"/>
                </a:lnTo>
                <a:lnTo>
                  <a:pt x="138" y="795"/>
                </a:lnTo>
                <a:lnTo>
                  <a:pt x="144" y="793"/>
                </a:lnTo>
                <a:lnTo>
                  <a:pt x="150" y="791"/>
                </a:lnTo>
                <a:lnTo>
                  <a:pt x="156" y="789"/>
                </a:lnTo>
                <a:lnTo>
                  <a:pt x="161" y="787"/>
                </a:lnTo>
                <a:lnTo>
                  <a:pt x="167" y="784"/>
                </a:lnTo>
                <a:lnTo>
                  <a:pt x="173" y="782"/>
                </a:lnTo>
                <a:lnTo>
                  <a:pt x="179" y="780"/>
                </a:lnTo>
                <a:lnTo>
                  <a:pt x="184" y="778"/>
                </a:lnTo>
                <a:lnTo>
                  <a:pt x="190" y="776"/>
                </a:lnTo>
                <a:lnTo>
                  <a:pt x="196" y="774"/>
                </a:lnTo>
                <a:lnTo>
                  <a:pt x="202" y="772"/>
                </a:lnTo>
                <a:lnTo>
                  <a:pt x="208" y="770"/>
                </a:lnTo>
                <a:lnTo>
                  <a:pt x="213" y="767"/>
                </a:lnTo>
                <a:lnTo>
                  <a:pt x="219" y="765"/>
                </a:lnTo>
                <a:lnTo>
                  <a:pt x="225" y="763"/>
                </a:lnTo>
                <a:lnTo>
                  <a:pt x="231" y="761"/>
                </a:lnTo>
                <a:lnTo>
                  <a:pt x="236" y="759"/>
                </a:lnTo>
                <a:lnTo>
                  <a:pt x="242" y="757"/>
                </a:lnTo>
                <a:lnTo>
                  <a:pt x="248" y="755"/>
                </a:lnTo>
                <a:lnTo>
                  <a:pt x="254" y="753"/>
                </a:lnTo>
                <a:lnTo>
                  <a:pt x="259" y="750"/>
                </a:lnTo>
                <a:lnTo>
                  <a:pt x="265" y="748"/>
                </a:lnTo>
                <a:lnTo>
                  <a:pt x="271" y="746"/>
                </a:lnTo>
                <a:lnTo>
                  <a:pt x="277" y="744"/>
                </a:lnTo>
                <a:lnTo>
                  <a:pt x="282" y="742"/>
                </a:lnTo>
                <a:lnTo>
                  <a:pt x="288" y="740"/>
                </a:lnTo>
                <a:lnTo>
                  <a:pt x="294" y="738"/>
                </a:lnTo>
                <a:lnTo>
                  <a:pt x="300" y="736"/>
                </a:lnTo>
                <a:lnTo>
                  <a:pt x="306" y="734"/>
                </a:lnTo>
                <a:lnTo>
                  <a:pt x="311" y="731"/>
                </a:lnTo>
                <a:lnTo>
                  <a:pt x="317" y="729"/>
                </a:lnTo>
                <a:lnTo>
                  <a:pt x="323" y="727"/>
                </a:lnTo>
                <a:lnTo>
                  <a:pt x="329" y="725"/>
                </a:lnTo>
                <a:lnTo>
                  <a:pt x="334" y="723"/>
                </a:lnTo>
                <a:lnTo>
                  <a:pt x="340" y="721"/>
                </a:lnTo>
                <a:lnTo>
                  <a:pt x="346" y="719"/>
                </a:lnTo>
                <a:lnTo>
                  <a:pt x="352" y="717"/>
                </a:lnTo>
                <a:lnTo>
                  <a:pt x="357" y="714"/>
                </a:lnTo>
                <a:lnTo>
                  <a:pt x="363" y="712"/>
                </a:lnTo>
                <a:lnTo>
                  <a:pt x="369" y="710"/>
                </a:lnTo>
                <a:lnTo>
                  <a:pt x="375" y="708"/>
                </a:lnTo>
                <a:lnTo>
                  <a:pt x="380" y="706"/>
                </a:lnTo>
                <a:lnTo>
                  <a:pt x="386" y="704"/>
                </a:lnTo>
                <a:lnTo>
                  <a:pt x="392" y="702"/>
                </a:lnTo>
                <a:lnTo>
                  <a:pt x="398" y="700"/>
                </a:lnTo>
                <a:lnTo>
                  <a:pt x="404" y="697"/>
                </a:lnTo>
                <a:lnTo>
                  <a:pt x="409" y="695"/>
                </a:lnTo>
                <a:lnTo>
                  <a:pt x="415" y="693"/>
                </a:lnTo>
                <a:lnTo>
                  <a:pt x="421" y="691"/>
                </a:lnTo>
                <a:lnTo>
                  <a:pt x="427" y="689"/>
                </a:lnTo>
                <a:lnTo>
                  <a:pt x="432" y="687"/>
                </a:lnTo>
                <a:lnTo>
                  <a:pt x="438" y="685"/>
                </a:lnTo>
                <a:lnTo>
                  <a:pt x="444" y="683"/>
                </a:lnTo>
                <a:lnTo>
                  <a:pt x="450" y="680"/>
                </a:lnTo>
                <a:lnTo>
                  <a:pt x="455" y="678"/>
                </a:lnTo>
                <a:lnTo>
                  <a:pt x="461" y="676"/>
                </a:lnTo>
                <a:lnTo>
                  <a:pt x="467" y="674"/>
                </a:lnTo>
                <a:lnTo>
                  <a:pt x="473" y="672"/>
                </a:lnTo>
                <a:lnTo>
                  <a:pt x="478" y="670"/>
                </a:lnTo>
                <a:lnTo>
                  <a:pt x="484" y="668"/>
                </a:lnTo>
                <a:lnTo>
                  <a:pt x="490" y="666"/>
                </a:lnTo>
                <a:lnTo>
                  <a:pt x="496" y="664"/>
                </a:lnTo>
                <a:lnTo>
                  <a:pt x="502" y="661"/>
                </a:lnTo>
                <a:lnTo>
                  <a:pt x="507" y="659"/>
                </a:lnTo>
                <a:lnTo>
                  <a:pt x="513" y="657"/>
                </a:lnTo>
                <a:lnTo>
                  <a:pt x="519" y="655"/>
                </a:lnTo>
                <a:lnTo>
                  <a:pt x="525" y="653"/>
                </a:lnTo>
                <a:lnTo>
                  <a:pt x="530" y="651"/>
                </a:lnTo>
                <a:lnTo>
                  <a:pt x="536" y="649"/>
                </a:lnTo>
                <a:lnTo>
                  <a:pt x="542" y="647"/>
                </a:lnTo>
                <a:lnTo>
                  <a:pt x="548" y="644"/>
                </a:lnTo>
                <a:lnTo>
                  <a:pt x="553" y="642"/>
                </a:lnTo>
                <a:lnTo>
                  <a:pt x="559" y="640"/>
                </a:lnTo>
                <a:lnTo>
                  <a:pt x="565" y="638"/>
                </a:lnTo>
                <a:lnTo>
                  <a:pt x="571" y="636"/>
                </a:lnTo>
                <a:lnTo>
                  <a:pt x="576" y="634"/>
                </a:lnTo>
                <a:lnTo>
                  <a:pt x="582" y="632"/>
                </a:lnTo>
                <a:lnTo>
                  <a:pt x="588" y="630"/>
                </a:lnTo>
                <a:lnTo>
                  <a:pt x="594" y="627"/>
                </a:lnTo>
                <a:lnTo>
                  <a:pt x="599" y="625"/>
                </a:lnTo>
                <a:lnTo>
                  <a:pt x="605" y="623"/>
                </a:lnTo>
                <a:lnTo>
                  <a:pt x="611" y="621"/>
                </a:lnTo>
                <a:lnTo>
                  <a:pt x="617" y="619"/>
                </a:lnTo>
                <a:lnTo>
                  <a:pt x="623" y="617"/>
                </a:lnTo>
                <a:lnTo>
                  <a:pt x="628" y="615"/>
                </a:lnTo>
                <a:lnTo>
                  <a:pt x="634" y="613"/>
                </a:lnTo>
                <a:lnTo>
                  <a:pt x="640" y="611"/>
                </a:lnTo>
                <a:lnTo>
                  <a:pt x="646" y="608"/>
                </a:lnTo>
                <a:lnTo>
                  <a:pt x="651" y="606"/>
                </a:lnTo>
                <a:lnTo>
                  <a:pt x="657" y="604"/>
                </a:lnTo>
                <a:lnTo>
                  <a:pt x="663" y="602"/>
                </a:lnTo>
                <a:lnTo>
                  <a:pt x="669" y="600"/>
                </a:lnTo>
                <a:lnTo>
                  <a:pt x="674" y="598"/>
                </a:lnTo>
                <a:lnTo>
                  <a:pt x="680" y="596"/>
                </a:lnTo>
                <a:lnTo>
                  <a:pt x="686" y="594"/>
                </a:lnTo>
                <a:lnTo>
                  <a:pt x="692" y="591"/>
                </a:lnTo>
                <a:lnTo>
                  <a:pt x="697" y="589"/>
                </a:lnTo>
                <a:lnTo>
                  <a:pt x="703" y="587"/>
                </a:lnTo>
                <a:lnTo>
                  <a:pt x="709" y="585"/>
                </a:lnTo>
                <a:lnTo>
                  <a:pt x="715" y="583"/>
                </a:lnTo>
                <a:lnTo>
                  <a:pt x="721" y="581"/>
                </a:lnTo>
                <a:lnTo>
                  <a:pt x="726" y="579"/>
                </a:lnTo>
                <a:lnTo>
                  <a:pt x="732" y="577"/>
                </a:lnTo>
                <a:lnTo>
                  <a:pt x="738" y="574"/>
                </a:lnTo>
                <a:lnTo>
                  <a:pt x="744" y="572"/>
                </a:lnTo>
                <a:lnTo>
                  <a:pt x="749" y="570"/>
                </a:lnTo>
                <a:lnTo>
                  <a:pt x="755" y="568"/>
                </a:lnTo>
                <a:lnTo>
                  <a:pt x="761" y="566"/>
                </a:lnTo>
                <a:lnTo>
                  <a:pt x="767" y="564"/>
                </a:lnTo>
                <a:lnTo>
                  <a:pt x="772" y="562"/>
                </a:lnTo>
                <a:lnTo>
                  <a:pt x="778" y="560"/>
                </a:lnTo>
                <a:lnTo>
                  <a:pt x="784" y="558"/>
                </a:lnTo>
                <a:lnTo>
                  <a:pt x="790" y="555"/>
                </a:lnTo>
                <a:lnTo>
                  <a:pt x="795" y="553"/>
                </a:lnTo>
                <a:lnTo>
                  <a:pt x="801" y="551"/>
                </a:lnTo>
                <a:lnTo>
                  <a:pt x="807" y="549"/>
                </a:lnTo>
                <a:lnTo>
                  <a:pt x="813" y="547"/>
                </a:lnTo>
                <a:lnTo>
                  <a:pt x="819" y="545"/>
                </a:lnTo>
                <a:lnTo>
                  <a:pt x="824" y="543"/>
                </a:lnTo>
                <a:lnTo>
                  <a:pt x="830" y="541"/>
                </a:lnTo>
                <a:lnTo>
                  <a:pt x="836" y="538"/>
                </a:lnTo>
                <a:lnTo>
                  <a:pt x="842" y="536"/>
                </a:lnTo>
                <a:lnTo>
                  <a:pt x="847" y="534"/>
                </a:lnTo>
                <a:lnTo>
                  <a:pt x="853" y="532"/>
                </a:lnTo>
                <a:lnTo>
                  <a:pt x="859" y="530"/>
                </a:lnTo>
                <a:lnTo>
                  <a:pt x="865" y="528"/>
                </a:lnTo>
                <a:lnTo>
                  <a:pt x="870" y="526"/>
                </a:lnTo>
                <a:lnTo>
                  <a:pt x="876" y="524"/>
                </a:lnTo>
                <a:lnTo>
                  <a:pt x="882" y="521"/>
                </a:lnTo>
                <a:lnTo>
                  <a:pt x="888" y="519"/>
                </a:lnTo>
                <a:lnTo>
                  <a:pt x="893" y="517"/>
                </a:lnTo>
                <a:lnTo>
                  <a:pt x="899" y="515"/>
                </a:lnTo>
                <a:lnTo>
                  <a:pt x="905" y="513"/>
                </a:lnTo>
                <a:lnTo>
                  <a:pt x="911" y="511"/>
                </a:lnTo>
                <a:lnTo>
                  <a:pt x="917" y="509"/>
                </a:lnTo>
                <a:lnTo>
                  <a:pt x="922" y="507"/>
                </a:lnTo>
                <a:lnTo>
                  <a:pt x="928" y="504"/>
                </a:lnTo>
                <a:lnTo>
                  <a:pt x="934" y="502"/>
                </a:lnTo>
                <a:lnTo>
                  <a:pt x="940" y="500"/>
                </a:lnTo>
                <a:lnTo>
                  <a:pt x="945" y="498"/>
                </a:lnTo>
                <a:lnTo>
                  <a:pt x="951" y="496"/>
                </a:lnTo>
                <a:lnTo>
                  <a:pt x="957" y="494"/>
                </a:lnTo>
                <a:lnTo>
                  <a:pt x="963" y="492"/>
                </a:lnTo>
                <a:lnTo>
                  <a:pt x="968" y="490"/>
                </a:lnTo>
                <a:lnTo>
                  <a:pt x="974" y="488"/>
                </a:lnTo>
                <a:lnTo>
                  <a:pt x="980" y="485"/>
                </a:lnTo>
                <a:lnTo>
                  <a:pt x="986" y="483"/>
                </a:lnTo>
                <a:lnTo>
                  <a:pt x="991" y="481"/>
                </a:lnTo>
                <a:lnTo>
                  <a:pt x="997" y="479"/>
                </a:lnTo>
                <a:lnTo>
                  <a:pt x="1003" y="477"/>
                </a:lnTo>
                <a:lnTo>
                  <a:pt x="1009" y="475"/>
                </a:lnTo>
                <a:lnTo>
                  <a:pt x="1015" y="473"/>
                </a:lnTo>
                <a:lnTo>
                  <a:pt x="1020" y="471"/>
                </a:lnTo>
                <a:lnTo>
                  <a:pt x="1026" y="468"/>
                </a:lnTo>
                <a:lnTo>
                  <a:pt x="1032" y="466"/>
                </a:lnTo>
                <a:lnTo>
                  <a:pt x="1038" y="464"/>
                </a:lnTo>
                <a:lnTo>
                  <a:pt x="1043" y="462"/>
                </a:lnTo>
                <a:lnTo>
                  <a:pt x="1049" y="460"/>
                </a:lnTo>
                <a:lnTo>
                  <a:pt x="1055" y="458"/>
                </a:lnTo>
                <a:lnTo>
                  <a:pt x="1061" y="456"/>
                </a:lnTo>
                <a:lnTo>
                  <a:pt x="1066" y="454"/>
                </a:lnTo>
                <a:lnTo>
                  <a:pt x="1072" y="451"/>
                </a:lnTo>
                <a:lnTo>
                  <a:pt x="1078" y="449"/>
                </a:lnTo>
                <a:lnTo>
                  <a:pt x="1084" y="447"/>
                </a:lnTo>
                <a:lnTo>
                  <a:pt x="1089" y="445"/>
                </a:lnTo>
                <a:lnTo>
                  <a:pt x="1095" y="443"/>
                </a:lnTo>
                <a:lnTo>
                  <a:pt x="1101" y="441"/>
                </a:lnTo>
                <a:lnTo>
                  <a:pt x="1107" y="439"/>
                </a:lnTo>
                <a:lnTo>
                  <a:pt x="1113" y="437"/>
                </a:lnTo>
                <a:lnTo>
                  <a:pt x="1118" y="435"/>
                </a:lnTo>
                <a:lnTo>
                  <a:pt x="1124" y="432"/>
                </a:lnTo>
                <a:lnTo>
                  <a:pt x="1130" y="430"/>
                </a:lnTo>
                <a:lnTo>
                  <a:pt x="1136" y="428"/>
                </a:lnTo>
                <a:lnTo>
                  <a:pt x="1141" y="426"/>
                </a:lnTo>
                <a:lnTo>
                  <a:pt x="1147" y="424"/>
                </a:lnTo>
                <a:lnTo>
                  <a:pt x="1153" y="422"/>
                </a:lnTo>
                <a:lnTo>
                  <a:pt x="1159" y="420"/>
                </a:lnTo>
                <a:lnTo>
                  <a:pt x="1164" y="418"/>
                </a:lnTo>
                <a:lnTo>
                  <a:pt x="1170" y="415"/>
                </a:lnTo>
                <a:lnTo>
                  <a:pt x="1176" y="413"/>
                </a:lnTo>
                <a:lnTo>
                  <a:pt x="1182" y="411"/>
                </a:lnTo>
                <a:lnTo>
                  <a:pt x="1187" y="409"/>
                </a:lnTo>
                <a:lnTo>
                  <a:pt x="1193" y="407"/>
                </a:lnTo>
                <a:lnTo>
                  <a:pt x="1199" y="405"/>
                </a:lnTo>
                <a:lnTo>
                  <a:pt x="1205" y="403"/>
                </a:lnTo>
                <a:lnTo>
                  <a:pt x="1211" y="401"/>
                </a:lnTo>
                <a:lnTo>
                  <a:pt x="1216" y="398"/>
                </a:lnTo>
                <a:lnTo>
                  <a:pt x="1222" y="396"/>
                </a:lnTo>
                <a:lnTo>
                  <a:pt x="1228" y="394"/>
                </a:lnTo>
                <a:lnTo>
                  <a:pt x="1234" y="392"/>
                </a:lnTo>
                <a:lnTo>
                  <a:pt x="1239" y="390"/>
                </a:lnTo>
                <a:lnTo>
                  <a:pt x="1245" y="388"/>
                </a:lnTo>
                <a:lnTo>
                  <a:pt x="1251" y="386"/>
                </a:lnTo>
                <a:lnTo>
                  <a:pt x="1257" y="384"/>
                </a:lnTo>
                <a:lnTo>
                  <a:pt x="1262" y="382"/>
                </a:lnTo>
                <a:lnTo>
                  <a:pt x="1268" y="379"/>
                </a:lnTo>
                <a:lnTo>
                  <a:pt x="1274" y="377"/>
                </a:lnTo>
                <a:lnTo>
                  <a:pt x="1280" y="375"/>
                </a:lnTo>
                <a:lnTo>
                  <a:pt x="1285" y="373"/>
                </a:lnTo>
                <a:lnTo>
                  <a:pt x="1291" y="371"/>
                </a:lnTo>
                <a:lnTo>
                  <a:pt x="1297" y="369"/>
                </a:lnTo>
                <a:lnTo>
                  <a:pt x="1303" y="367"/>
                </a:lnTo>
                <a:lnTo>
                  <a:pt x="1309" y="365"/>
                </a:lnTo>
                <a:lnTo>
                  <a:pt x="1314" y="362"/>
                </a:lnTo>
                <a:lnTo>
                  <a:pt x="1320" y="360"/>
                </a:lnTo>
                <a:lnTo>
                  <a:pt x="1326" y="358"/>
                </a:lnTo>
                <a:lnTo>
                  <a:pt x="1332" y="356"/>
                </a:lnTo>
                <a:lnTo>
                  <a:pt x="1337" y="354"/>
                </a:lnTo>
                <a:lnTo>
                  <a:pt x="1343" y="352"/>
                </a:lnTo>
                <a:lnTo>
                  <a:pt x="1349" y="350"/>
                </a:lnTo>
                <a:lnTo>
                  <a:pt x="1355" y="348"/>
                </a:lnTo>
                <a:lnTo>
                  <a:pt x="1360" y="345"/>
                </a:lnTo>
                <a:lnTo>
                  <a:pt x="1366" y="343"/>
                </a:lnTo>
                <a:lnTo>
                  <a:pt x="1372" y="341"/>
                </a:lnTo>
                <a:lnTo>
                  <a:pt x="1378" y="339"/>
                </a:lnTo>
                <a:lnTo>
                  <a:pt x="1383" y="337"/>
                </a:lnTo>
                <a:lnTo>
                  <a:pt x="1389" y="335"/>
                </a:lnTo>
                <a:lnTo>
                  <a:pt x="1395" y="333"/>
                </a:lnTo>
                <a:lnTo>
                  <a:pt x="1401" y="331"/>
                </a:lnTo>
                <a:lnTo>
                  <a:pt x="1407" y="329"/>
                </a:lnTo>
                <a:lnTo>
                  <a:pt x="1412" y="326"/>
                </a:lnTo>
                <a:lnTo>
                  <a:pt x="1418" y="324"/>
                </a:lnTo>
                <a:lnTo>
                  <a:pt x="1424" y="322"/>
                </a:lnTo>
                <a:lnTo>
                  <a:pt x="1430" y="320"/>
                </a:lnTo>
                <a:lnTo>
                  <a:pt x="1435" y="318"/>
                </a:lnTo>
                <a:lnTo>
                  <a:pt x="1441" y="316"/>
                </a:lnTo>
                <a:lnTo>
                  <a:pt x="1447" y="314"/>
                </a:lnTo>
                <a:lnTo>
                  <a:pt x="1453" y="312"/>
                </a:lnTo>
                <a:lnTo>
                  <a:pt x="1458" y="309"/>
                </a:lnTo>
                <a:lnTo>
                  <a:pt x="1464" y="307"/>
                </a:lnTo>
                <a:lnTo>
                  <a:pt x="1470" y="305"/>
                </a:lnTo>
                <a:lnTo>
                  <a:pt x="1476" y="303"/>
                </a:lnTo>
                <a:lnTo>
                  <a:pt x="1481" y="301"/>
                </a:lnTo>
                <a:lnTo>
                  <a:pt x="1487" y="299"/>
                </a:lnTo>
                <a:lnTo>
                  <a:pt x="1493" y="297"/>
                </a:lnTo>
                <a:lnTo>
                  <a:pt x="1499" y="295"/>
                </a:lnTo>
                <a:lnTo>
                  <a:pt x="1505" y="292"/>
                </a:lnTo>
                <a:lnTo>
                  <a:pt x="1510" y="290"/>
                </a:lnTo>
                <a:lnTo>
                  <a:pt x="1516" y="288"/>
                </a:lnTo>
                <a:lnTo>
                  <a:pt x="1522" y="286"/>
                </a:lnTo>
                <a:lnTo>
                  <a:pt x="1528" y="284"/>
                </a:lnTo>
                <a:lnTo>
                  <a:pt x="1533" y="282"/>
                </a:lnTo>
                <a:lnTo>
                  <a:pt x="1539" y="280"/>
                </a:lnTo>
                <a:lnTo>
                  <a:pt x="1545" y="278"/>
                </a:lnTo>
                <a:lnTo>
                  <a:pt x="1551" y="275"/>
                </a:lnTo>
                <a:lnTo>
                  <a:pt x="1556" y="273"/>
                </a:lnTo>
                <a:lnTo>
                  <a:pt x="1562" y="271"/>
                </a:lnTo>
                <a:lnTo>
                  <a:pt x="1568" y="269"/>
                </a:lnTo>
                <a:lnTo>
                  <a:pt x="1574" y="267"/>
                </a:lnTo>
                <a:lnTo>
                  <a:pt x="1579" y="265"/>
                </a:lnTo>
                <a:lnTo>
                  <a:pt x="1585" y="263"/>
                </a:lnTo>
                <a:lnTo>
                  <a:pt x="1591" y="261"/>
                </a:lnTo>
                <a:lnTo>
                  <a:pt x="1597" y="259"/>
                </a:lnTo>
                <a:lnTo>
                  <a:pt x="1603" y="256"/>
                </a:lnTo>
                <a:lnTo>
                  <a:pt x="1608" y="254"/>
                </a:lnTo>
                <a:lnTo>
                  <a:pt x="1614" y="252"/>
                </a:lnTo>
                <a:lnTo>
                  <a:pt x="1620" y="250"/>
                </a:lnTo>
                <a:lnTo>
                  <a:pt x="1626" y="248"/>
                </a:lnTo>
                <a:lnTo>
                  <a:pt x="1631" y="246"/>
                </a:lnTo>
                <a:lnTo>
                  <a:pt x="1637" y="244"/>
                </a:lnTo>
                <a:lnTo>
                  <a:pt x="1643" y="242"/>
                </a:lnTo>
                <a:lnTo>
                  <a:pt x="1649" y="239"/>
                </a:lnTo>
                <a:lnTo>
                  <a:pt x="1654" y="237"/>
                </a:lnTo>
                <a:lnTo>
                  <a:pt x="1660" y="235"/>
                </a:lnTo>
                <a:lnTo>
                  <a:pt x="1666" y="233"/>
                </a:lnTo>
                <a:lnTo>
                  <a:pt x="1672" y="231"/>
                </a:lnTo>
                <a:lnTo>
                  <a:pt x="1677" y="229"/>
                </a:lnTo>
                <a:lnTo>
                  <a:pt x="1683" y="227"/>
                </a:lnTo>
                <a:lnTo>
                  <a:pt x="1689" y="225"/>
                </a:lnTo>
                <a:lnTo>
                  <a:pt x="1695" y="222"/>
                </a:lnTo>
                <a:lnTo>
                  <a:pt x="1701" y="220"/>
                </a:lnTo>
                <a:lnTo>
                  <a:pt x="1706" y="218"/>
                </a:lnTo>
                <a:lnTo>
                  <a:pt x="1712" y="216"/>
                </a:lnTo>
                <a:lnTo>
                  <a:pt x="1718" y="214"/>
                </a:lnTo>
                <a:lnTo>
                  <a:pt x="1724" y="212"/>
                </a:lnTo>
                <a:lnTo>
                  <a:pt x="1729" y="210"/>
                </a:lnTo>
                <a:lnTo>
                  <a:pt x="1735" y="208"/>
                </a:lnTo>
                <a:lnTo>
                  <a:pt x="1741" y="206"/>
                </a:lnTo>
                <a:lnTo>
                  <a:pt x="1747" y="203"/>
                </a:lnTo>
                <a:lnTo>
                  <a:pt x="1752" y="201"/>
                </a:lnTo>
                <a:lnTo>
                  <a:pt x="1758" y="199"/>
                </a:lnTo>
                <a:lnTo>
                  <a:pt x="1764" y="197"/>
                </a:lnTo>
                <a:lnTo>
                  <a:pt x="1770" y="195"/>
                </a:lnTo>
                <a:lnTo>
                  <a:pt x="1775" y="193"/>
                </a:lnTo>
                <a:lnTo>
                  <a:pt x="1781" y="191"/>
                </a:lnTo>
                <a:lnTo>
                  <a:pt x="1787" y="189"/>
                </a:lnTo>
                <a:lnTo>
                  <a:pt x="1793" y="186"/>
                </a:lnTo>
                <a:lnTo>
                  <a:pt x="1798" y="184"/>
                </a:lnTo>
                <a:lnTo>
                  <a:pt x="1804" y="182"/>
                </a:lnTo>
                <a:lnTo>
                  <a:pt x="1810" y="180"/>
                </a:lnTo>
                <a:lnTo>
                  <a:pt x="1816" y="178"/>
                </a:lnTo>
                <a:lnTo>
                  <a:pt x="1822" y="176"/>
                </a:lnTo>
                <a:lnTo>
                  <a:pt x="1827" y="174"/>
                </a:lnTo>
                <a:lnTo>
                  <a:pt x="1833" y="172"/>
                </a:lnTo>
                <a:lnTo>
                  <a:pt x="1839" y="169"/>
                </a:lnTo>
                <a:lnTo>
                  <a:pt x="1845" y="167"/>
                </a:lnTo>
                <a:lnTo>
                  <a:pt x="1850" y="165"/>
                </a:lnTo>
                <a:lnTo>
                  <a:pt x="1856" y="163"/>
                </a:lnTo>
                <a:lnTo>
                  <a:pt x="1862" y="161"/>
                </a:lnTo>
                <a:lnTo>
                  <a:pt x="1868" y="159"/>
                </a:lnTo>
                <a:lnTo>
                  <a:pt x="1873" y="157"/>
                </a:lnTo>
                <a:lnTo>
                  <a:pt x="1879" y="155"/>
                </a:lnTo>
                <a:lnTo>
                  <a:pt x="1885" y="153"/>
                </a:lnTo>
                <a:lnTo>
                  <a:pt x="1891" y="150"/>
                </a:lnTo>
                <a:lnTo>
                  <a:pt x="1896" y="148"/>
                </a:lnTo>
                <a:lnTo>
                  <a:pt x="1902" y="146"/>
                </a:lnTo>
                <a:lnTo>
                  <a:pt x="1908" y="144"/>
                </a:lnTo>
                <a:lnTo>
                  <a:pt x="1914" y="142"/>
                </a:lnTo>
                <a:lnTo>
                  <a:pt x="1920" y="140"/>
                </a:lnTo>
                <a:lnTo>
                  <a:pt x="1925" y="138"/>
                </a:lnTo>
                <a:lnTo>
                  <a:pt x="1931" y="136"/>
                </a:lnTo>
                <a:lnTo>
                  <a:pt x="1937" y="133"/>
                </a:lnTo>
                <a:lnTo>
                  <a:pt x="1943" y="131"/>
                </a:lnTo>
                <a:lnTo>
                  <a:pt x="1948" y="129"/>
                </a:lnTo>
                <a:lnTo>
                  <a:pt x="1954" y="127"/>
                </a:lnTo>
                <a:lnTo>
                  <a:pt x="1960" y="125"/>
                </a:lnTo>
                <a:lnTo>
                  <a:pt x="1966" y="123"/>
                </a:lnTo>
                <a:lnTo>
                  <a:pt x="1971" y="121"/>
                </a:lnTo>
                <a:lnTo>
                  <a:pt x="1977" y="119"/>
                </a:lnTo>
                <a:lnTo>
                  <a:pt x="1983" y="116"/>
                </a:lnTo>
                <a:lnTo>
                  <a:pt x="1989" y="114"/>
                </a:lnTo>
                <a:lnTo>
                  <a:pt x="1994" y="112"/>
                </a:lnTo>
                <a:lnTo>
                  <a:pt x="2000" y="110"/>
                </a:lnTo>
                <a:lnTo>
                  <a:pt x="2006" y="108"/>
                </a:lnTo>
                <a:lnTo>
                  <a:pt x="2012" y="106"/>
                </a:lnTo>
                <a:lnTo>
                  <a:pt x="2018" y="104"/>
                </a:lnTo>
                <a:lnTo>
                  <a:pt x="2023" y="102"/>
                </a:lnTo>
                <a:lnTo>
                  <a:pt x="2029" y="99"/>
                </a:lnTo>
                <a:lnTo>
                  <a:pt x="2035" y="97"/>
                </a:lnTo>
                <a:lnTo>
                  <a:pt x="2041" y="95"/>
                </a:lnTo>
                <a:lnTo>
                  <a:pt x="2046" y="93"/>
                </a:lnTo>
                <a:lnTo>
                  <a:pt x="2052" y="91"/>
                </a:lnTo>
                <a:lnTo>
                  <a:pt x="2058" y="89"/>
                </a:lnTo>
                <a:lnTo>
                  <a:pt x="2064" y="87"/>
                </a:lnTo>
                <a:lnTo>
                  <a:pt x="2069" y="85"/>
                </a:lnTo>
                <a:lnTo>
                  <a:pt x="2075" y="83"/>
                </a:lnTo>
                <a:lnTo>
                  <a:pt x="2081" y="80"/>
                </a:lnTo>
                <a:lnTo>
                  <a:pt x="2087" y="78"/>
                </a:lnTo>
                <a:lnTo>
                  <a:pt x="2092" y="76"/>
                </a:lnTo>
                <a:lnTo>
                  <a:pt x="2098" y="74"/>
                </a:lnTo>
                <a:lnTo>
                  <a:pt x="2104" y="72"/>
                </a:lnTo>
                <a:lnTo>
                  <a:pt x="2110" y="70"/>
                </a:lnTo>
                <a:lnTo>
                  <a:pt x="2116" y="68"/>
                </a:lnTo>
                <a:lnTo>
                  <a:pt x="2121" y="66"/>
                </a:lnTo>
                <a:lnTo>
                  <a:pt x="2127" y="63"/>
                </a:lnTo>
                <a:lnTo>
                  <a:pt x="2133" y="61"/>
                </a:lnTo>
                <a:lnTo>
                  <a:pt x="2139" y="59"/>
                </a:lnTo>
                <a:lnTo>
                  <a:pt x="2144" y="57"/>
                </a:lnTo>
                <a:lnTo>
                  <a:pt x="2150" y="55"/>
                </a:lnTo>
                <a:lnTo>
                  <a:pt x="2156" y="53"/>
                </a:lnTo>
                <a:lnTo>
                  <a:pt x="2162" y="51"/>
                </a:lnTo>
                <a:lnTo>
                  <a:pt x="2167" y="49"/>
                </a:lnTo>
                <a:lnTo>
                  <a:pt x="2173" y="46"/>
                </a:lnTo>
                <a:lnTo>
                  <a:pt x="2179" y="44"/>
                </a:lnTo>
                <a:lnTo>
                  <a:pt x="2185" y="42"/>
                </a:lnTo>
                <a:lnTo>
                  <a:pt x="2190" y="40"/>
                </a:lnTo>
                <a:lnTo>
                  <a:pt x="2196" y="38"/>
                </a:lnTo>
                <a:lnTo>
                  <a:pt x="2202" y="36"/>
                </a:lnTo>
                <a:lnTo>
                  <a:pt x="2208" y="34"/>
                </a:lnTo>
                <a:lnTo>
                  <a:pt x="2214" y="32"/>
                </a:lnTo>
                <a:lnTo>
                  <a:pt x="2219" y="30"/>
                </a:lnTo>
                <a:lnTo>
                  <a:pt x="2225" y="27"/>
                </a:lnTo>
                <a:lnTo>
                  <a:pt x="2231" y="25"/>
                </a:lnTo>
                <a:lnTo>
                  <a:pt x="2237" y="23"/>
                </a:lnTo>
                <a:lnTo>
                  <a:pt x="2242" y="21"/>
                </a:lnTo>
                <a:lnTo>
                  <a:pt x="2248" y="19"/>
                </a:lnTo>
                <a:lnTo>
                  <a:pt x="2254" y="17"/>
                </a:lnTo>
                <a:lnTo>
                  <a:pt x="2260" y="15"/>
                </a:lnTo>
                <a:lnTo>
                  <a:pt x="2265" y="13"/>
                </a:lnTo>
                <a:lnTo>
                  <a:pt x="2271" y="10"/>
                </a:lnTo>
                <a:lnTo>
                  <a:pt x="2277" y="8"/>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61171"/>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regression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06/10</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500" b="0">
                <a:solidFill>
                  <a:srgbClr val="181D16"/>
                </a:solidFill>
                <a:latin typeface="Arial"/>
              </a:defRPr>
            </a:pPr>
            <a:r>
              <a:t>Degree 2 / less variation</a:t>
            </a:r>
          </a:p>
        </p:txBody>
      </p:sp>
      <p:cxnSp>
        <p:nvCxnSpPr>
          <p:cNvPr id="6" name="Connector 5"/>
          <p:cNvCxnSpPr/>
          <p:nvPr/>
        </p:nvCxnSpPr>
        <p:spPr>
          <a:xfrm>
            <a:off x="896112" y="5440680"/>
            <a:ext cx="28346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6393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2834640" cy="1721815"/>
          </a:xfrm>
          <a:custGeom>
            <a:avLst/>
            <a:gdLst/>
            <a:ahLst/>
            <a:cxnLst/>
            <a:rect l="l" t="t" r="r" b="b"/>
            <a:pathLst>
              <a:path w="3100" h="1883">
                <a:moveTo>
                  <a:pt x="0" y="731"/>
                </a:moveTo>
                <a:lnTo>
                  <a:pt x="8" y="744"/>
                </a:lnTo>
                <a:lnTo>
                  <a:pt x="16" y="757"/>
                </a:lnTo>
                <a:lnTo>
                  <a:pt x="23" y="770"/>
                </a:lnTo>
                <a:lnTo>
                  <a:pt x="31" y="783"/>
                </a:lnTo>
                <a:lnTo>
                  <a:pt x="39" y="796"/>
                </a:lnTo>
                <a:lnTo>
                  <a:pt x="47" y="809"/>
                </a:lnTo>
                <a:lnTo>
                  <a:pt x="54" y="821"/>
                </a:lnTo>
                <a:lnTo>
                  <a:pt x="62" y="834"/>
                </a:lnTo>
                <a:lnTo>
                  <a:pt x="70" y="846"/>
                </a:lnTo>
                <a:lnTo>
                  <a:pt x="78" y="859"/>
                </a:lnTo>
                <a:lnTo>
                  <a:pt x="85" y="871"/>
                </a:lnTo>
                <a:lnTo>
                  <a:pt x="93" y="884"/>
                </a:lnTo>
                <a:lnTo>
                  <a:pt x="101" y="896"/>
                </a:lnTo>
                <a:lnTo>
                  <a:pt x="109" y="908"/>
                </a:lnTo>
                <a:lnTo>
                  <a:pt x="117" y="920"/>
                </a:lnTo>
                <a:lnTo>
                  <a:pt x="124" y="932"/>
                </a:lnTo>
                <a:lnTo>
                  <a:pt x="132" y="944"/>
                </a:lnTo>
                <a:lnTo>
                  <a:pt x="140" y="956"/>
                </a:lnTo>
                <a:lnTo>
                  <a:pt x="148" y="968"/>
                </a:lnTo>
                <a:lnTo>
                  <a:pt x="155" y="979"/>
                </a:lnTo>
                <a:lnTo>
                  <a:pt x="163" y="991"/>
                </a:lnTo>
                <a:lnTo>
                  <a:pt x="171" y="1002"/>
                </a:lnTo>
                <a:lnTo>
                  <a:pt x="179" y="1014"/>
                </a:lnTo>
                <a:lnTo>
                  <a:pt x="186" y="1025"/>
                </a:lnTo>
                <a:lnTo>
                  <a:pt x="194" y="1037"/>
                </a:lnTo>
                <a:lnTo>
                  <a:pt x="202" y="1048"/>
                </a:lnTo>
                <a:lnTo>
                  <a:pt x="210" y="1059"/>
                </a:lnTo>
                <a:lnTo>
                  <a:pt x="218" y="1070"/>
                </a:lnTo>
                <a:lnTo>
                  <a:pt x="225" y="1081"/>
                </a:lnTo>
                <a:lnTo>
                  <a:pt x="233" y="1092"/>
                </a:lnTo>
                <a:lnTo>
                  <a:pt x="241" y="1103"/>
                </a:lnTo>
                <a:lnTo>
                  <a:pt x="249" y="1114"/>
                </a:lnTo>
                <a:lnTo>
                  <a:pt x="256" y="1124"/>
                </a:lnTo>
                <a:lnTo>
                  <a:pt x="264" y="1135"/>
                </a:lnTo>
                <a:lnTo>
                  <a:pt x="272" y="1146"/>
                </a:lnTo>
                <a:lnTo>
                  <a:pt x="280" y="1156"/>
                </a:lnTo>
                <a:lnTo>
                  <a:pt x="287" y="1166"/>
                </a:lnTo>
                <a:lnTo>
                  <a:pt x="295" y="1177"/>
                </a:lnTo>
                <a:lnTo>
                  <a:pt x="303" y="1187"/>
                </a:lnTo>
                <a:lnTo>
                  <a:pt x="311" y="1197"/>
                </a:lnTo>
                <a:lnTo>
                  <a:pt x="319" y="1207"/>
                </a:lnTo>
                <a:lnTo>
                  <a:pt x="326" y="1217"/>
                </a:lnTo>
                <a:lnTo>
                  <a:pt x="334" y="1227"/>
                </a:lnTo>
                <a:lnTo>
                  <a:pt x="342" y="1237"/>
                </a:lnTo>
                <a:lnTo>
                  <a:pt x="350" y="1247"/>
                </a:lnTo>
                <a:lnTo>
                  <a:pt x="357" y="1257"/>
                </a:lnTo>
                <a:lnTo>
                  <a:pt x="365" y="1266"/>
                </a:lnTo>
                <a:lnTo>
                  <a:pt x="373" y="1276"/>
                </a:lnTo>
                <a:lnTo>
                  <a:pt x="381" y="1286"/>
                </a:lnTo>
                <a:lnTo>
                  <a:pt x="388" y="1295"/>
                </a:lnTo>
                <a:lnTo>
                  <a:pt x="396" y="1304"/>
                </a:lnTo>
                <a:lnTo>
                  <a:pt x="404" y="1314"/>
                </a:lnTo>
                <a:lnTo>
                  <a:pt x="412" y="1323"/>
                </a:lnTo>
                <a:lnTo>
                  <a:pt x="420" y="1332"/>
                </a:lnTo>
                <a:lnTo>
                  <a:pt x="427" y="1341"/>
                </a:lnTo>
                <a:lnTo>
                  <a:pt x="435" y="1350"/>
                </a:lnTo>
                <a:lnTo>
                  <a:pt x="443" y="1359"/>
                </a:lnTo>
                <a:lnTo>
                  <a:pt x="451" y="1368"/>
                </a:lnTo>
                <a:lnTo>
                  <a:pt x="458" y="1376"/>
                </a:lnTo>
                <a:lnTo>
                  <a:pt x="466" y="1385"/>
                </a:lnTo>
                <a:lnTo>
                  <a:pt x="474" y="1394"/>
                </a:lnTo>
                <a:lnTo>
                  <a:pt x="482" y="1402"/>
                </a:lnTo>
                <a:lnTo>
                  <a:pt x="489" y="1411"/>
                </a:lnTo>
                <a:lnTo>
                  <a:pt x="497" y="1419"/>
                </a:lnTo>
                <a:lnTo>
                  <a:pt x="505" y="1427"/>
                </a:lnTo>
                <a:lnTo>
                  <a:pt x="513" y="1436"/>
                </a:lnTo>
                <a:lnTo>
                  <a:pt x="521" y="1444"/>
                </a:lnTo>
                <a:lnTo>
                  <a:pt x="528" y="1452"/>
                </a:lnTo>
                <a:lnTo>
                  <a:pt x="536" y="1460"/>
                </a:lnTo>
                <a:lnTo>
                  <a:pt x="544" y="1468"/>
                </a:lnTo>
                <a:lnTo>
                  <a:pt x="552" y="1476"/>
                </a:lnTo>
                <a:lnTo>
                  <a:pt x="559" y="1484"/>
                </a:lnTo>
                <a:lnTo>
                  <a:pt x="567" y="1491"/>
                </a:lnTo>
                <a:lnTo>
                  <a:pt x="575" y="1499"/>
                </a:lnTo>
                <a:lnTo>
                  <a:pt x="583" y="1506"/>
                </a:lnTo>
                <a:lnTo>
                  <a:pt x="590" y="1514"/>
                </a:lnTo>
                <a:lnTo>
                  <a:pt x="598" y="1521"/>
                </a:lnTo>
                <a:lnTo>
                  <a:pt x="606" y="1529"/>
                </a:lnTo>
                <a:lnTo>
                  <a:pt x="614" y="1536"/>
                </a:lnTo>
                <a:lnTo>
                  <a:pt x="622" y="1543"/>
                </a:lnTo>
                <a:lnTo>
                  <a:pt x="629" y="1550"/>
                </a:lnTo>
                <a:lnTo>
                  <a:pt x="637" y="1557"/>
                </a:lnTo>
                <a:lnTo>
                  <a:pt x="645" y="1564"/>
                </a:lnTo>
                <a:lnTo>
                  <a:pt x="653" y="1571"/>
                </a:lnTo>
                <a:lnTo>
                  <a:pt x="660" y="1578"/>
                </a:lnTo>
                <a:lnTo>
                  <a:pt x="668" y="1585"/>
                </a:lnTo>
                <a:lnTo>
                  <a:pt x="676" y="1591"/>
                </a:lnTo>
                <a:lnTo>
                  <a:pt x="684" y="1598"/>
                </a:lnTo>
                <a:lnTo>
                  <a:pt x="691" y="1604"/>
                </a:lnTo>
                <a:lnTo>
                  <a:pt x="699" y="1611"/>
                </a:lnTo>
                <a:lnTo>
                  <a:pt x="707" y="1617"/>
                </a:lnTo>
                <a:lnTo>
                  <a:pt x="715" y="1623"/>
                </a:lnTo>
                <a:lnTo>
                  <a:pt x="723" y="1630"/>
                </a:lnTo>
                <a:lnTo>
                  <a:pt x="730" y="1636"/>
                </a:lnTo>
                <a:lnTo>
                  <a:pt x="738" y="1642"/>
                </a:lnTo>
                <a:lnTo>
                  <a:pt x="746" y="1648"/>
                </a:lnTo>
                <a:lnTo>
                  <a:pt x="754" y="1654"/>
                </a:lnTo>
                <a:lnTo>
                  <a:pt x="761" y="1660"/>
                </a:lnTo>
                <a:lnTo>
                  <a:pt x="769" y="1665"/>
                </a:lnTo>
                <a:lnTo>
                  <a:pt x="777" y="1671"/>
                </a:lnTo>
                <a:lnTo>
                  <a:pt x="785" y="1677"/>
                </a:lnTo>
                <a:lnTo>
                  <a:pt x="792" y="1682"/>
                </a:lnTo>
                <a:lnTo>
                  <a:pt x="800" y="1688"/>
                </a:lnTo>
                <a:lnTo>
                  <a:pt x="808" y="1693"/>
                </a:lnTo>
                <a:lnTo>
                  <a:pt x="816" y="1698"/>
                </a:lnTo>
                <a:lnTo>
                  <a:pt x="824" y="1703"/>
                </a:lnTo>
                <a:lnTo>
                  <a:pt x="831" y="1709"/>
                </a:lnTo>
                <a:lnTo>
                  <a:pt x="839" y="1714"/>
                </a:lnTo>
                <a:lnTo>
                  <a:pt x="847" y="1719"/>
                </a:lnTo>
                <a:lnTo>
                  <a:pt x="855" y="1724"/>
                </a:lnTo>
                <a:lnTo>
                  <a:pt x="862" y="1728"/>
                </a:lnTo>
                <a:lnTo>
                  <a:pt x="870" y="1733"/>
                </a:lnTo>
                <a:lnTo>
                  <a:pt x="878" y="1738"/>
                </a:lnTo>
                <a:lnTo>
                  <a:pt x="886" y="1743"/>
                </a:lnTo>
                <a:lnTo>
                  <a:pt x="893" y="1747"/>
                </a:lnTo>
                <a:lnTo>
                  <a:pt x="901" y="1752"/>
                </a:lnTo>
                <a:lnTo>
                  <a:pt x="909" y="1756"/>
                </a:lnTo>
                <a:lnTo>
                  <a:pt x="917" y="1760"/>
                </a:lnTo>
                <a:lnTo>
                  <a:pt x="925" y="1765"/>
                </a:lnTo>
                <a:lnTo>
                  <a:pt x="932" y="1769"/>
                </a:lnTo>
                <a:lnTo>
                  <a:pt x="940" y="1773"/>
                </a:lnTo>
                <a:lnTo>
                  <a:pt x="948" y="1777"/>
                </a:lnTo>
                <a:lnTo>
                  <a:pt x="956" y="1781"/>
                </a:lnTo>
                <a:lnTo>
                  <a:pt x="963" y="1785"/>
                </a:lnTo>
                <a:lnTo>
                  <a:pt x="971" y="1789"/>
                </a:lnTo>
                <a:lnTo>
                  <a:pt x="979" y="1792"/>
                </a:lnTo>
                <a:lnTo>
                  <a:pt x="987" y="1796"/>
                </a:lnTo>
                <a:lnTo>
                  <a:pt x="994" y="1799"/>
                </a:lnTo>
                <a:lnTo>
                  <a:pt x="1002" y="1803"/>
                </a:lnTo>
                <a:lnTo>
                  <a:pt x="1010" y="1806"/>
                </a:lnTo>
                <a:lnTo>
                  <a:pt x="1018" y="1810"/>
                </a:lnTo>
                <a:lnTo>
                  <a:pt x="1026" y="1813"/>
                </a:lnTo>
                <a:lnTo>
                  <a:pt x="1033" y="1816"/>
                </a:lnTo>
                <a:lnTo>
                  <a:pt x="1041" y="1819"/>
                </a:lnTo>
                <a:lnTo>
                  <a:pt x="1049" y="1822"/>
                </a:lnTo>
                <a:lnTo>
                  <a:pt x="1057" y="1825"/>
                </a:lnTo>
                <a:lnTo>
                  <a:pt x="1064" y="1828"/>
                </a:lnTo>
                <a:lnTo>
                  <a:pt x="1072" y="1831"/>
                </a:lnTo>
                <a:lnTo>
                  <a:pt x="1080" y="1834"/>
                </a:lnTo>
                <a:lnTo>
                  <a:pt x="1088" y="1837"/>
                </a:lnTo>
                <a:lnTo>
                  <a:pt x="1095" y="1839"/>
                </a:lnTo>
                <a:lnTo>
                  <a:pt x="1103" y="1842"/>
                </a:lnTo>
                <a:lnTo>
                  <a:pt x="1111" y="1844"/>
                </a:lnTo>
                <a:lnTo>
                  <a:pt x="1119" y="1846"/>
                </a:lnTo>
                <a:lnTo>
                  <a:pt x="1127" y="1849"/>
                </a:lnTo>
                <a:lnTo>
                  <a:pt x="1134" y="1851"/>
                </a:lnTo>
                <a:lnTo>
                  <a:pt x="1142" y="1853"/>
                </a:lnTo>
                <a:lnTo>
                  <a:pt x="1150" y="1855"/>
                </a:lnTo>
                <a:lnTo>
                  <a:pt x="1158" y="1857"/>
                </a:lnTo>
                <a:lnTo>
                  <a:pt x="1165" y="1859"/>
                </a:lnTo>
                <a:lnTo>
                  <a:pt x="1173" y="1861"/>
                </a:lnTo>
                <a:lnTo>
                  <a:pt x="1181" y="1863"/>
                </a:lnTo>
                <a:lnTo>
                  <a:pt x="1189" y="1864"/>
                </a:lnTo>
                <a:lnTo>
                  <a:pt x="1196" y="1866"/>
                </a:lnTo>
                <a:lnTo>
                  <a:pt x="1204" y="1868"/>
                </a:lnTo>
                <a:lnTo>
                  <a:pt x="1212" y="1869"/>
                </a:lnTo>
                <a:lnTo>
                  <a:pt x="1220" y="1871"/>
                </a:lnTo>
                <a:lnTo>
                  <a:pt x="1228" y="1872"/>
                </a:lnTo>
                <a:lnTo>
                  <a:pt x="1235" y="1873"/>
                </a:lnTo>
                <a:lnTo>
                  <a:pt x="1243" y="1874"/>
                </a:lnTo>
                <a:lnTo>
                  <a:pt x="1251" y="1875"/>
                </a:lnTo>
                <a:lnTo>
                  <a:pt x="1259" y="1876"/>
                </a:lnTo>
                <a:lnTo>
                  <a:pt x="1266" y="1877"/>
                </a:lnTo>
                <a:lnTo>
                  <a:pt x="1274" y="1878"/>
                </a:lnTo>
                <a:lnTo>
                  <a:pt x="1282" y="1879"/>
                </a:lnTo>
                <a:lnTo>
                  <a:pt x="1290" y="1880"/>
                </a:lnTo>
                <a:lnTo>
                  <a:pt x="1297" y="1880"/>
                </a:lnTo>
                <a:lnTo>
                  <a:pt x="1305" y="1881"/>
                </a:lnTo>
                <a:lnTo>
                  <a:pt x="1313" y="1881"/>
                </a:lnTo>
                <a:lnTo>
                  <a:pt x="1321" y="1882"/>
                </a:lnTo>
                <a:lnTo>
                  <a:pt x="1329" y="1882"/>
                </a:lnTo>
                <a:lnTo>
                  <a:pt x="1336" y="1882"/>
                </a:lnTo>
                <a:lnTo>
                  <a:pt x="1344" y="1883"/>
                </a:lnTo>
                <a:lnTo>
                  <a:pt x="1352" y="1883"/>
                </a:lnTo>
                <a:lnTo>
                  <a:pt x="1360" y="1883"/>
                </a:lnTo>
                <a:lnTo>
                  <a:pt x="1367" y="1883"/>
                </a:lnTo>
                <a:lnTo>
                  <a:pt x="1375" y="1883"/>
                </a:lnTo>
                <a:lnTo>
                  <a:pt x="1383" y="1883"/>
                </a:lnTo>
                <a:lnTo>
                  <a:pt x="1391" y="1882"/>
                </a:lnTo>
                <a:lnTo>
                  <a:pt x="1398" y="1882"/>
                </a:lnTo>
                <a:lnTo>
                  <a:pt x="1406" y="1882"/>
                </a:lnTo>
                <a:lnTo>
                  <a:pt x="1414" y="1881"/>
                </a:lnTo>
                <a:lnTo>
                  <a:pt x="1422" y="1880"/>
                </a:lnTo>
                <a:lnTo>
                  <a:pt x="1430" y="1880"/>
                </a:lnTo>
                <a:lnTo>
                  <a:pt x="1437" y="1879"/>
                </a:lnTo>
                <a:lnTo>
                  <a:pt x="1445" y="1878"/>
                </a:lnTo>
                <a:lnTo>
                  <a:pt x="1453" y="1878"/>
                </a:lnTo>
                <a:lnTo>
                  <a:pt x="1461" y="1877"/>
                </a:lnTo>
                <a:lnTo>
                  <a:pt x="1468" y="1876"/>
                </a:lnTo>
                <a:lnTo>
                  <a:pt x="1476" y="1874"/>
                </a:lnTo>
                <a:lnTo>
                  <a:pt x="1484" y="1873"/>
                </a:lnTo>
                <a:lnTo>
                  <a:pt x="1492" y="1872"/>
                </a:lnTo>
                <a:lnTo>
                  <a:pt x="1499" y="1871"/>
                </a:lnTo>
                <a:lnTo>
                  <a:pt x="1507" y="1869"/>
                </a:lnTo>
                <a:lnTo>
                  <a:pt x="1515" y="1868"/>
                </a:lnTo>
                <a:lnTo>
                  <a:pt x="1523" y="1866"/>
                </a:lnTo>
                <a:lnTo>
                  <a:pt x="1531" y="1865"/>
                </a:lnTo>
                <a:lnTo>
                  <a:pt x="1538" y="1863"/>
                </a:lnTo>
                <a:lnTo>
                  <a:pt x="1546" y="1861"/>
                </a:lnTo>
                <a:lnTo>
                  <a:pt x="1554" y="1860"/>
                </a:lnTo>
                <a:lnTo>
                  <a:pt x="1562" y="1858"/>
                </a:lnTo>
                <a:lnTo>
                  <a:pt x="1569" y="1856"/>
                </a:lnTo>
                <a:lnTo>
                  <a:pt x="1577" y="1854"/>
                </a:lnTo>
                <a:lnTo>
                  <a:pt x="1585" y="1851"/>
                </a:lnTo>
                <a:lnTo>
                  <a:pt x="1593" y="1849"/>
                </a:lnTo>
                <a:lnTo>
                  <a:pt x="1601" y="1847"/>
                </a:lnTo>
                <a:lnTo>
                  <a:pt x="1608" y="1845"/>
                </a:lnTo>
                <a:lnTo>
                  <a:pt x="1616" y="1842"/>
                </a:lnTo>
                <a:lnTo>
                  <a:pt x="1624" y="1840"/>
                </a:lnTo>
                <a:lnTo>
                  <a:pt x="1632" y="1837"/>
                </a:lnTo>
                <a:lnTo>
                  <a:pt x="1639" y="1834"/>
                </a:lnTo>
                <a:lnTo>
                  <a:pt x="1647" y="1832"/>
                </a:lnTo>
                <a:lnTo>
                  <a:pt x="1655" y="1829"/>
                </a:lnTo>
                <a:lnTo>
                  <a:pt x="1663" y="1826"/>
                </a:lnTo>
                <a:lnTo>
                  <a:pt x="1670" y="1823"/>
                </a:lnTo>
                <a:lnTo>
                  <a:pt x="1678" y="1820"/>
                </a:lnTo>
                <a:lnTo>
                  <a:pt x="1686" y="1817"/>
                </a:lnTo>
                <a:lnTo>
                  <a:pt x="1694" y="1814"/>
                </a:lnTo>
                <a:lnTo>
                  <a:pt x="1702" y="1810"/>
                </a:lnTo>
                <a:lnTo>
                  <a:pt x="1709" y="1807"/>
                </a:lnTo>
                <a:lnTo>
                  <a:pt x="1717" y="1804"/>
                </a:lnTo>
                <a:lnTo>
                  <a:pt x="1725" y="1800"/>
                </a:lnTo>
                <a:lnTo>
                  <a:pt x="1733" y="1797"/>
                </a:lnTo>
                <a:lnTo>
                  <a:pt x="1740" y="1793"/>
                </a:lnTo>
                <a:lnTo>
                  <a:pt x="1748" y="1789"/>
                </a:lnTo>
                <a:lnTo>
                  <a:pt x="1756" y="1786"/>
                </a:lnTo>
                <a:lnTo>
                  <a:pt x="1764" y="1782"/>
                </a:lnTo>
                <a:lnTo>
                  <a:pt x="1771" y="1778"/>
                </a:lnTo>
                <a:lnTo>
                  <a:pt x="1779" y="1774"/>
                </a:lnTo>
                <a:lnTo>
                  <a:pt x="1787" y="1770"/>
                </a:lnTo>
                <a:lnTo>
                  <a:pt x="1795" y="1765"/>
                </a:lnTo>
                <a:lnTo>
                  <a:pt x="1803" y="1761"/>
                </a:lnTo>
                <a:lnTo>
                  <a:pt x="1810" y="1757"/>
                </a:lnTo>
                <a:lnTo>
                  <a:pt x="1818" y="1753"/>
                </a:lnTo>
                <a:lnTo>
                  <a:pt x="1826" y="1748"/>
                </a:lnTo>
                <a:lnTo>
                  <a:pt x="1834" y="1744"/>
                </a:lnTo>
                <a:lnTo>
                  <a:pt x="1841" y="1739"/>
                </a:lnTo>
                <a:lnTo>
                  <a:pt x="1849" y="1734"/>
                </a:lnTo>
                <a:lnTo>
                  <a:pt x="1857" y="1729"/>
                </a:lnTo>
                <a:lnTo>
                  <a:pt x="1865" y="1725"/>
                </a:lnTo>
                <a:lnTo>
                  <a:pt x="1872" y="1720"/>
                </a:lnTo>
                <a:lnTo>
                  <a:pt x="1880" y="1715"/>
                </a:lnTo>
                <a:lnTo>
                  <a:pt x="1888" y="1710"/>
                </a:lnTo>
                <a:lnTo>
                  <a:pt x="1896" y="1705"/>
                </a:lnTo>
                <a:lnTo>
                  <a:pt x="1904" y="1699"/>
                </a:lnTo>
                <a:lnTo>
                  <a:pt x="1911" y="1694"/>
                </a:lnTo>
                <a:lnTo>
                  <a:pt x="1919" y="1689"/>
                </a:lnTo>
                <a:lnTo>
                  <a:pt x="1927" y="1683"/>
                </a:lnTo>
                <a:lnTo>
                  <a:pt x="1935" y="1678"/>
                </a:lnTo>
                <a:lnTo>
                  <a:pt x="1942" y="1672"/>
                </a:lnTo>
                <a:lnTo>
                  <a:pt x="1950" y="1666"/>
                </a:lnTo>
                <a:lnTo>
                  <a:pt x="1958" y="1661"/>
                </a:lnTo>
                <a:lnTo>
                  <a:pt x="1966" y="1655"/>
                </a:lnTo>
                <a:lnTo>
                  <a:pt x="1973" y="1649"/>
                </a:lnTo>
                <a:lnTo>
                  <a:pt x="1981" y="1643"/>
                </a:lnTo>
                <a:lnTo>
                  <a:pt x="1989" y="1637"/>
                </a:lnTo>
                <a:lnTo>
                  <a:pt x="1997" y="1631"/>
                </a:lnTo>
                <a:lnTo>
                  <a:pt x="2005" y="1625"/>
                </a:lnTo>
                <a:lnTo>
                  <a:pt x="2012" y="1618"/>
                </a:lnTo>
                <a:lnTo>
                  <a:pt x="2020" y="1612"/>
                </a:lnTo>
                <a:lnTo>
                  <a:pt x="2028" y="1606"/>
                </a:lnTo>
                <a:lnTo>
                  <a:pt x="2036" y="1599"/>
                </a:lnTo>
                <a:lnTo>
                  <a:pt x="2043" y="1593"/>
                </a:lnTo>
                <a:lnTo>
                  <a:pt x="2051" y="1586"/>
                </a:lnTo>
                <a:lnTo>
                  <a:pt x="2059" y="1579"/>
                </a:lnTo>
                <a:lnTo>
                  <a:pt x="2067" y="1573"/>
                </a:lnTo>
                <a:lnTo>
                  <a:pt x="2074" y="1566"/>
                </a:lnTo>
                <a:lnTo>
                  <a:pt x="2082" y="1559"/>
                </a:lnTo>
                <a:lnTo>
                  <a:pt x="2090" y="1552"/>
                </a:lnTo>
                <a:lnTo>
                  <a:pt x="2098" y="1545"/>
                </a:lnTo>
                <a:lnTo>
                  <a:pt x="2106" y="1537"/>
                </a:lnTo>
                <a:lnTo>
                  <a:pt x="2113" y="1530"/>
                </a:lnTo>
                <a:lnTo>
                  <a:pt x="2121" y="1523"/>
                </a:lnTo>
                <a:lnTo>
                  <a:pt x="2129" y="1515"/>
                </a:lnTo>
                <a:lnTo>
                  <a:pt x="2137" y="1508"/>
                </a:lnTo>
                <a:lnTo>
                  <a:pt x="2144" y="1500"/>
                </a:lnTo>
                <a:lnTo>
                  <a:pt x="2152" y="1493"/>
                </a:lnTo>
                <a:lnTo>
                  <a:pt x="2160" y="1485"/>
                </a:lnTo>
                <a:lnTo>
                  <a:pt x="2168" y="1477"/>
                </a:lnTo>
                <a:lnTo>
                  <a:pt x="2175" y="1470"/>
                </a:lnTo>
                <a:lnTo>
                  <a:pt x="2183" y="1462"/>
                </a:lnTo>
                <a:lnTo>
                  <a:pt x="2191" y="1454"/>
                </a:lnTo>
                <a:lnTo>
                  <a:pt x="2199" y="1446"/>
                </a:lnTo>
                <a:lnTo>
                  <a:pt x="2207" y="1437"/>
                </a:lnTo>
                <a:lnTo>
                  <a:pt x="2214" y="1429"/>
                </a:lnTo>
                <a:lnTo>
                  <a:pt x="2222" y="1421"/>
                </a:lnTo>
                <a:lnTo>
                  <a:pt x="2230" y="1413"/>
                </a:lnTo>
                <a:lnTo>
                  <a:pt x="2238" y="1404"/>
                </a:lnTo>
                <a:lnTo>
                  <a:pt x="2245" y="1396"/>
                </a:lnTo>
                <a:lnTo>
                  <a:pt x="2253" y="1387"/>
                </a:lnTo>
                <a:lnTo>
                  <a:pt x="2261" y="1378"/>
                </a:lnTo>
                <a:lnTo>
                  <a:pt x="2269" y="1370"/>
                </a:lnTo>
                <a:lnTo>
                  <a:pt x="2276" y="1361"/>
                </a:lnTo>
                <a:lnTo>
                  <a:pt x="2284" y="1352"/>
                </a:lnTo>
                <a:lnTo>
                  <a:pt x="2292" y="1343"/>
                </a:lnTo>
                <a:lnTo>
                  <a:pt x="2300" y="1334"/>
                </a:lnTo>
                <a:lnTo>
                  <a:pt x="2308" y="1325"/>
                </a:lnTo>
                <a:lnTo>
                  <a:pt x="2315" y="1316"/>
                </a:lnTo>
                <a:lnTo>
                  <a:pt x="2323" y="1306"/>
                </a:lnTo>
                <a:lnTo>
                  <a:pt x="2331" y="1297"/>
                </a:lnTo>
                <a:lnTo>
                  <a:pt x="2339" y="1288"/>
                </a:lnTo>
                <a:lnTo>
                  <a:pt x="2346" y="1278"/>
                </a:lnTo>
                <a:lnTo>
                  <a:pt x="2354" y="1268"/>
                </a:lnTo>
                <a:lnTo>
                  <a:pt x="2362" y="1259"/>
                </a:lnTo>
                <a:lnTo>
                  <a:pt x="2370" y="1249"/>
                </a:lnTo>
                <a:lnTo>
                  <a:pt x="2377" y="1239"/>
                </a:lnTo>
                <a:lnTo>
                  <a:pt x="2385" y="1229"/>
                </a:lnTo>
                <a:lnTo>
                  <a:pt x="2393" y="1219"/>
                </a:lnTo>
                <a:lnTo>
                  <a:pt x="2401" y="1209"/>
                </a:lnTo>
                <a:lnTo>
                  <a:pt x="2409" y="1199"/>
                </a:lnTo>
                <a:lnTo>
                  <a:pt x="2416" y="1189"/>
                </a:lnTo>
                <a:lnTo>
                  <a:pt x="2424" y="1179"/>
                </a:lnTo>
                <a:lnTo>
                  <a:pt x="2432" y="1169"/>
                </a:lnTo>
                <a:lnTo>
                  <a:pt x="2440" y="1158"/>
                </a:lnTo>
                <a:lnTo>
                  <a:pt x="2447" y="1148"/>
                </a:lnTo>
                <a:lnTo>
                  <a:pt x="2455" y="1137"/>
                </a:lnTo>
                <a:lnTo>
                  <a:pt x="2463" y="1127"/>
                </a:lnTo>
                <a:lnTo>
                  <a:pt x="2471" y="1116"/>
                </a:lnTo>
                <a:lnTo>
                  <a:pt x="2478" y="1105"/>
                </a:lnTo>
                <a:lnTo>
                  <a:pt x="2486" y="1094"/>
                </a:lnTo>
                <a:lnTo>
                  <a:pt x="2494" y="1083"/>
                </a:lnTo>
                <a:lnTo>
                  <a:pt x="2502" y="1072"/>
                </a:lnTo>
                <a:lnTo>
                  <a:pt x="2510" y="1061"/>
                </a:lnTo>
                <a:lnTo>
                  <a:pt x="2517" y="1050"/>
                </a:lnTo>
                <a:lnTo>
                  <a:pt x="2525" y="1039"/>
                </a:lnTo>
                <a:lnTo>
                  <a:pt x="2533" y="1028"/>
                </a:lnTo>
                <a:lnTo>
                  <a:pt x="2541" y="1016"/>
                </a:lnTo>
                <a:lnTo>
                  <a:pt x="2548" y="1005"/>
                </a:lnTo>
                <a:lnTo>
                  <a:pt x="2556" y="993"/>
                </a:lnTo>
                <a:lnTo>
                  <a:pt x="2564" y="982"/>
                </a:lnTo>
                <a:lnTo>
                  <a:pt x="2572" y="970"/>
                </a:lnTo>
                <a:lnTo>
                  <a:pt x="2579" y="958"/>
                </a:lnTo>
                <a:lnTo>
                  <a:pt x="2587" y="946"/>
                </a:lnTo>
                <a:lnTo>
                  <a:pt x="2595" y="935"/>
                </a:lnTo>
                <a:lnTo>
                  <a:pt x="2603" y="923"/>
                </a:lnTo>
                <a:lnTo>
                  <a:pt x="2611" y="911"/>
                </a:lnTo>
                <a:lnTo>
                  <a:pt x="2618" y="898"/>
                </a:lnTo>
                <a:lnTo>
                  <a:pt x="2626" y="886"/>
                </a:lnTo>
                <a:lnTo>
                  <a:pt x="2634" y="874"/>
                </a:lnTo>
                <a:lnTo>
                  <a:pt x="2642" y="862"/>
                </a:lnTo>
                <a:lnTo>
                  <a:pt x="2649" y="849"/>
                </a:lnTo>
                <a:lnTo>
                  <a:pt x="2657" y="837"/>
                </a:lnTo>
                <a:lnTo>
                  <a:pt x="2665" y="824"/>
                </a:lnTo>
                <a:lnTo>
                  <a:pt x="2673" y="811"/>
                </a:lnTo>
                <a:lnTo>
                  <a:pt x="2680" y="799"/>
                </a:lnTo>
                <a:lnTo>
                  <a:pt x="2688" y="786"/>
                </a:lnTo>
                <a:lnTo>
                  <a:pt x="2696" y="773"/>
                </a:lnTo>
                <a:lnTo>
                  <a:pt x="2704" y="760"/>
                </a:lnTo>
                <a:lnTo>
                  <a:pt x="2712" y="747"/>
                </a:lnTo>
                <a:lnTo>
                  <a:pt x="2719" y="734"/>
                </a:lnTo>
                <a:lnTo>
                  <a:pt x="2727" y="721"/>
                </a:lnTo>
                <a:lnTo>
                  <a:pt x="2735" y="708"/>
                </a:lnTo>
                <a:lnTo>
                  <a:pt x="2743" y="694"/>
                </a:lnTo>
                <a:lnTo>
                  <a:pt x="2750" y="681"/>
                </a:lnTo>
                <a:lnTo>
                  <a:pt x="2758" y="667"/>
                </a:lnTo>
                <a:lnTo>
                  <a:pt x="2766" y="654"/>
                </a:lnTo>
                <a:lnTo>
                  <a:pt x="2774" y="640"/>
                </a:lnTo>
                <a:lnTo>
                  <a:pt x="2781" y="626"/>
                </a:lnTo>
                <a:lnTo>
                  <a:pt x="2789" y="613"/>
                </a:lnTo>
                <a:lnTo>
                  <a:pt x="2797" y="599"/>
                </a:lnTo>
                <a:lnTo>
                  <a:pt x="2805" y="585"/>
                </a:lnTo>
                <a:lnTo>
                  <a:pt x="2813" y="571"/>
                </a:lnTo>
                <a:lnTo>
                  <a:pt x="2820" y="557"/>
                </a:lnTo>
                <a:lnTo>
                  <a:pt x="2828" y="543"/>
                </a:lnTo>
                <a:lnTo>
                  <a:pt x="2836" y="528"/>
                </a:lnTo>
                <a:lnTo>
                  <a:pt x="2844" y="514"/>
                </a:lnTo>
                <a:lnTo>
                  <a:pt x="2851" y="500"/>
                </a:lnTo>
                <a:lnTo>
                  <a:pt x="2859" y="485"/>
                </a:lnTo>
                <a:lnTo>
                  <a:pt x="2867" y="471"/>
                </a:lnTo>
                <a:lnTo>
                  <a:pt x="2875" y="456"/>
                </a:lnTo>
                <a:lnTo>
                  <a:pt x="2882" y="441"/>
                </a:lnTo>
                <a:lnTo>
                  <a:pt x="2890" y="427"/>
                </a:lnTo>
                <a:lnTo>
                  <a:pt x="2898" y="412"/>
                </a:lnTo>
                <a:lnTo>
                  <a:pt x="2906" y="397"/>
                </a:lnTo>
                <a:lnTo>
                  <a:pt x="2914" y="382"/>
                </a:lnTo>
                <a:lnTo>
                  <a:pt x="2921" y="367"/>
                </a:lnTo>
                <a:lnTo>
                  <a:pt x="2929" y="352"/>
                </a:lnTo>
                <a:lnTo>
                  <a:pt x="2937" y="337"/>
                </a:lnTo>
                <a:lnTo>
                  <a:pt x="2945" y="321"/>
                </a:lnTo>
                <a:lnTo>
                  <a:pt x="2952" y="306"/>
                </a:lnTo>
                <a:lnTo>
                  <a:pt x="2960" y="291"/>
                </a:lnTo>
                <a:lnTo>
                  <a:pt x="2968" y="275"/>
                </a:lnTo>
                <a:lnTo>
                  <a:pt x="2976" y="259"/>
                </a:lnTo>
                <a:lnTo>
                  <a:pt x="2983" y="244"/>
                </a:lnTo>
                <a:lnTo>
                  <a:pt x="2991" y="228"/>
                </a:lnTo>
                <a:lnTo>
                  <a:pt x="2999" y="212"/>
                </a:lnTo>
                <a:lnTo>
                  <a:pt x="3007" y="196"/>
                </a:lnTo>
                <a:lnTo>
                  <a:pt x="3015" y="180"/>
                </a:lnTo>
                <a:lnTo>
                  <a:pt x="3022" y="164"/>
                </a:lnTo>
                <a:lnTo>
                  <a:pt x="3030" y="148"/>
                </a:lnTo>
                <a:lnTo>
                  <a:pt x="3038" y="132"/>
                </a:lnTo>
                <a:lnTo>
                  <a:pt x="3046" y="116"/>
                </a:lnTo>
                <a:lnTo>
                  <a:pt x="3053" y="100"/>
                </a:lnTo>
                <a:lnTo>
                  <a:pt x="3061" y="83"/>
                </a:lnTo>
                <a:lnTo>
                  <a:pt x="3069" y="67"/>
                </a:lnTo>
                <a:lnTo>
                  <a:pt x="3077" y="50"/>
                </a:lnTo>
                <a:lnTo>
                  <a:pt x="3084" y="33"/>
                </a:lnTo>
                <a:lnTo>
                  <a:pt x="3092" y="17"/>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2834640" cy="1462126"/>
          </a:xfrm>
          <a:custGeom>
            <a:avLst/>
            <a:gdLst/>
            <a:ahLst/>
            <a:cxnLst/>
            <a:rect l="l" t="t" r="r" b="b"/>
            <a:pathLst>
              <a:path w="3100" h="1599">
                <a:moveTo>
                  <a:pt x="0" y="397"/>
                </a:moveTo>
                <a:lnTo>
                  <a:pt x="8" y="410"/>
                </a:lnTo>
                <a:lnTo>
                  <a:pt x="16" y="423"/>
                </a:lnTo>
                <a:lnTo>
                  <a:pt x="23" y="436"/>
                </a:lnTo>
                <a:lnTo>
                  <a:pt x="31" y="448"/>
                </a:lnTo>
                <a:lnTo>
                  <a:pt x="39" y="461"/>
                </a:lnTo>
                <a:lnTo>
                  <a:pt x="47" y="474"/>
                </a:lnTo>
                <a:lnTo>
                  <a:pt x="54" y="486"/>
                </a:lnTo>
                <a:lnTo>
                  <a:pt x="62" y="499"/>
                </a:lnTo>
                <a:lnTo>
                  <a:pt x="70" y="511"/>
                </a:lnTo>
                <a:lnTo>
                  <a:pt x="78" y="523"/>
                </a:lnTo>
                <a:lnTo>
                  <a:pt x="85" y="535"/>
                </a:lnTo>
                <a:lnTo>
                  <a:pt x="93" y="548"/>
                </a:lnTo>
                <a:lnTo>
                  <a:pt x="101" y="560"/>
                </a:lnTo>
                <a:lnTo>
                  <a:pt x="109" y="572"/>
                </a:lnTo>
                <a:lnTo>
                  <a:pt x="117" y="584"/>
                </a:lnTo>
                <a:lnTo>
                  <a:pt x="124" y="596"/>
                </a:lnTo>
                <a:lnTo>
                  <a:pt x="132" y="607"/>
                </a:lnTo>
                <a:lnTo>
                  <a:pt x="140" y="619"/>
                </a:lnTo>
                <a:lnTo>
                  <a:pt x="148" y="631"/>
                </a:lnTo>
                <a:lnTo>
                  <a:pt x="155" y="643"/>
                </a:lnTo>
                <a:lnTo>
                  <a:pt x="163" y="654"/>
                </a:lnTo>
                <a:lnTo>
                  <a:pt x="171" y="666"/>
                </a:lnTo>
                <a:lnTo>
                  <a:pt x="179" y="677"/>
                </a:lnTo>
                <a:lnTo>
                  <a:pt x="186" y="688"/>
                </a:lnTo>
                <a:lnTo>
                  <a:pt x="194" y="700"/>
                </a:lnTo>
                <a:lnTo>
                  <a:pt x="202" y="711"/>
                </a:lnTo>
                <a:lnTo>
                  <a:pt x="210" y="722"/>
                </a:lnTo>
                <a:lnTo>
                  <a:pt x="218" y="733"/>
                </a:lnTo>
                <a:lnTo>
                  <a:pt x="225" y="744"/>
                </a:lnTo>
                <a:lnTo>
                  <a:pt x="233" y="755"/>
                </a:lnTo>
                <a:lnTo>
                  <a:pt x="241" y="766"/>
                </a:lnTo>
                <a:lnTo>
                  <a:pt x="249" y="776"/>
                </a:lnTo>
                <a:lnTo>
                  <a:pt x="256" y="787"/>
                </a:lnTo>
                <a:lnTo>
                  <a:pt x="264" y="798"/>
                </a:lnTo>
                <a:lnTo>
                  <a:pt x="272" y="808"/>
                </a:lnTo>
                <a:lnTo>
                  <a:pt x="280" y="819"/>
                </a:lnTo>
                <a:lnTo>
                  <a:pt x="287" y="829"/>
                </a:lnTo>
                <a:lnTo>
                  <a:pt x="295" y="840"/>
                </a:lnTo>
                <a:lnTo>
                  <a:pt x="303" y="850"/>
                </a:lnTo>
                <a:lnTo>
                  <a:pt x="311" y="860"/>
                </a:lnTo>
                <a:lnTo>
                  <a:pt x="319" y="870"/>
                </a:lnTo>
                <a:lnTo>
                  <a:pt x="326" y="880"/>
                </a:lnTo>
                <a:lnTo>
                  <a:pt x="334" y="890"/>
                </a:lnTo>
                <a:lnTo>
                  <a:pt x="342" y="900"/>
                </a:lnTo>
                <a:lnTo>
                  <a:pt x="350" y="910"/>
                </a:lnTo>
                <a:lnTo>
                  <a:pt x="357" y="920"/>
                </a:lnTo>
                <a:lnTo>
                  <a:pt x="365" y="930"/>
                </a:lnTo>
                <a:lnTo>
                  <a:pt x="373" y="939"/>
                </a:lnTo>
                <a:lnTo>
                  <a:pt x="381" y="949"/>
                </a:lnTo>
                <a:lnTo>
                  <a:pt x="388" y="958"/>
                </a:lnTo>
                <a:lnTo>
                  <a:pt x="396" y="968"/>
                </a:lnTo>
                <a:lnTo>
                  <a:pt x="404" y="977"/>
                </a:lnTo>
                <a:lnTo>
                  <a:pt x="412" y="986"/>
                </a:lnTo>
                <a:lnTo>
                  <a:pt x="420" y="996"/>
                </a:lnTo>
                <a:lnTo>
                  <a:pt x="427" y="1005"/>
                </a:lnTo>
                <a:lnTo>
                  <a:pt x="435" y="1014"/>
                </a:lnTo>
                <a:lnTo>
                  <a:pt x="443" y="1023"/>
                </a:lnTo>
                <a:lnTo>
                  <a:pt x="451" y="1032"/>
                </a:lnTo>
                <a:lnTo>
                  <a:pt x="458" y="1041"/>
                </a:lnTo>
                <a:lnTo>
                  <a:pt x="466" y="1050"/>
                </a:lnTo>
                <a:lnTo>
                  <a:pt x="474" y="1058"/>
                </a:lnTo>
                <a:lnTo>
                  <a:pt x="482" y="1067"/>
                </a:lnTo>
                <a:lnTo>
                  <a:pt x="489" y="1076"/>
                </a:lnTo>
                <a:lnTo>
                  <a:pt x="497" y="1084"/>
                </a:lnTo>
                <a:lnTo>
                  <a:pt x="505" y="1093"/>
                </a:lnTo>
                <a:lnTo>
                  <a:pt x="513" y="1101"/>
                </a:lnTo>
                <a:lnTo>
                  <a:pt x="521" y="1109"/>
                </a:lnTo>
                <a:lnTo>
                  <a:pt x="528" y="1118"/>
                </a:lnTo>
                <a:lnTo>
                  <a:pt x="536" y="1126"/>
                </a:lnTo>
                <a:lnTo>
                  <a:pt x="544" y="1134"/>
                </a:lnTo>
                <a:lnTo>
                  <a:pt x="552" y="1142"/>
                </a:lnTo>
                <a:lnTo>
                  <a:pt x="559" y="1150"/>
                </a:lnTo>
                <a:lnTo>
                  <a:pt x="567" y="1158"/>
                </a:lnTo>
                <a:lnTo>
                  <a:pt x="575" y="1166"/>
                </a:lnTo>
                <a:lnTo>
                  <a:pt x="583" y="1173"/>
                </a:lnTo>
                <a:lnTo>
                  <a:pt x="590" y="1181"/>
                </a:lnTo>
                <a:lnTo>
                  <a:pt x="598" y="1189"/>
                </a:lnTo>
                <a:lnTo>
                  <a:pt x="606" y="1196"/>
                </a:lnTo>
                <a:lnTo>
                  <a:pt x="614" y="1204"/>
                </a:lnTo>
                <a:lnTo>
                  <a:pt x="622" y="1211"/>
                </a:lnTo>
                <a:lnTo>
                  <a:pt x="629" y="1218"/>
                </a:lnTo>
                <a:lnTo>
                  <a:pt x="637" y="1226"/>
                </a:lnTo>
                <a:lnTo>
                  <a:pt x="645" y="1233"/>
                </a:lnTo>
                <a:lnTo>
                  <a:pt x="653" y="1240"/>
                </a:lnTo>
                <a:lnTo>
                  <a:pt x="660" y="1247"/>
                </a:lnTo>
                <a:lnTo>
                  <a:pt x="668" y="1254"/>
                </a:lnTo>
                <a:lnTo>
                  <a:pt x="676" y="1261"/>
                </a:lnTo>
                <a:lnTo>
                  <a:pt x="684" y="1268"/>
                </a:lnTo>
                <a:lnTo>
                  <a:pt x="691" y="1275"/>
                </a:lnTo>
                <a:lnTo>
                  <a:pt x="699" y="1281"/>
                </a:lnTo>
                <a:lnTo>
                  <a:pt x="707" y="1288"/>
                </a:lnTo>
                <a:lnTo>
                  <a:pt x="715" y="1295"/>
                </a:lnTo>
                <a:lnTo>
                  <a:pt x="723" y="1301"/>
                </a:lnTo>
                <a:lnTo>
                  <a:pt x="730" y="1307"/>
                </a:lnTo>
                <a:lnTo>
                  <a:pt x="738" y="1314"/>
                </a:lnTo>
                <a:lnTo>
                  <a:pt x="746" y="1320"/>
                </a:lnTo>
                <a:lnTo>
                  <a:pt x="754" y="1326"/>
                </a:lnTo>
                <a:lnTo>
                  <a:pt x="761" y="1333"/>
                </a:lnTo>
                <a:lnTo>
                  <a:pt x="769" y="1339"/>
                </a:lnTo>
                <a:lnTo>
                  <a:pt x="777" y="1345"/>
                </a:lnTo>
                <a:lnTo>
                  <a:pt x="785" y="1351"/>
                </a:lnTo>
                <a:lnTo>
                  <a:pt x="792" y="1356"/>
                </a:lnTo>
                <a:lnTo>
                  <a:pt x="800" y="1362"/>
                </a:lnTo>
                <a:lnTo>
                  <a:pt x="808" y="1368"/>
                </a:lnTo>
                <a:lnTo>
                  <a:pt x="816" y="1374"/>
                </a:lnTo>
                <a:lnTo>
                  <a:pt x="824" y="1379"/>
                </a:lnTo>
                <a:lnTo>
                  <a:pt x="831" y="1385"/>
                </a:lnTo>
                <a:lnTo>
                  <a:pt x="839" y="1390"/>
                </a:lnTo>
                <a:lnTo>
                  <a:pt x="847" y="1396"/>
                </a:lnTo>
                <a:lnTo>
                  <a:pt x="855" y="1401"/>
                </a:lnTo>
                <a:lnTo>
                  <a:pt x="862" y="1406"/>
                </a:lnTo>
                <a:lnTo>
                  <a:pt x="870" y="1411"/>
                </a:lnTo>
                <a:lnTo>
                  <a:pt x="878" y="1416"/>
                </a:lnTo>
                <a:lnTo>
                  <a:pt x="886" y="1421"/>
                </a:lnTo>
                <a:lnTo>
                  <a:pt x="893" y="1426"/>
                </a:lnTo>
                <a:lnTo>
                  <a:pt x="901" y="1431"/>
                </a:lnTo>
                <a:lnTo>
                  <a:pt x="909" y="1436"/>
                </a:lnTo>
                <a:lnTo>
                  <a:pt x="917" y="1441"/>
                </a:lnTo>
                <a:lnTo>
                  <a:pt x="925" y="1445"/>
                </a:lnTo>
                <a:lnTo>
                  <a:pt x="932" y="1450"/>
                </a:lnTo>
                <a:lnTo>
                  <a:pt x="940" y="1455"/>
                </a:lnTo>
                <a:lnTo>
                  <a:pt x="948" y="1459"/>
                </a:lnTo>
                <a:lnTo>
                  <a:pt x="956" y="1463"/>
                </a:lnTo>
                <a:lnTo>
                  <a:pt x="963" y="1468"/>
                </a:lnTo>
                <a:lnTo>
                  <a:pt x="971" y="1472"/>
                </a:lnTo>
                <a:lnTo>
                  <a:pt x="979" y="1476"/>
                </a:lnTo>
                <a:lnTo>
                  <a:pt x="987" y="1480"/>
                </a:lnTo>
                <a:lnTo>
                  <a:pt x="994" y="1484"/>
                </a:lnTo>
                <a:lnTo>
                  <a:pt x="1002" y="1488"/>
                </a:lnTo>
                <a:lnTo>
                  <a:pt x="1010" y="1492"/>
                </a:lnTo>
                <a:lnTo>
                  <a:pt x="1018" y="1496"/>
                </a:lnTo>
                <a:lnTo>
                  <a:pt x="1026" y="1500"/>
                </a:lnTo>
                <a:lnTo>
                  <a:pt x="1033" y="1504"/>
                </a:lnTo>
                <a:lnTo>
                  <a:pt x="1041" y="1507"/>
                </a:lnTo>
                <a:lnTo>
                  <a:pt x="1049" y="1511"/>
                </a:lnTo>
                <a:lnTo>
                  <a:pt x="1057" y="1514"/>
                </a:lnTo>
                <a:lnTo>
                  <a:pt x="1064" y="1518"/>
                </a:lnTo>
                <a:lnTo>
                  <a:pt x="1072" y="1521"/>
                </a:lnTo>
                <a:lnTo>
                  <a:pt x="1080" y="1524"/>
                </a:lnTo>
                <a:lnTo>
                  <a:pt x="1088" y="1528"/>
                </a:lnTo>
                <a:lnTo>
                  <a:pt x="1095" y="1531"/>
                </a:lnTo>
                <a:lnTo>
                  <a:pt x="1103" y="1534"/>
                </a:lnTo>
                <a:lnTo>
                  <a:pt x="1111" y="1537"/>
                </a:lnTo>
                <a:lnTo>
                  <a:pt x="1119" y="1540"/>
                </a:lnTo>
                <a:lnTo>
                  <a:pt x="1127" y="1543"/>
                </a:lnTo>
                <a:lnTo>
                  <a:pt x="1134" y="1545"/>
                </a:lnTo>
                <a:lnTo>
                  <a:pt x="1142" y="1548"/>
                </a:lnTo>
                <a:lnTo>
                  <a:pt x="1150" y="1551"/>
                </a:lnTo>
                <a:lnTo>
                  <a:pt x="1158" y="1553"/>
                </a:lnTo>
                <a:lnTo>
                  <a:pt x="1165" y="1556"/>
                </a:lnTo>
                <a:lnTo>
                  <a:pt x="1173" y="1558"/>
                </a:lnTo>
                <a:lnTo>
                  <a:pt x="1181" y="1561"/>
                </a:lnTo>
                <a:lnTo>
                  <a:pt x="1189" y="1563"/>
                </a:lnTo>
                <a:lnTo>
                  <a:pt x="1196" y="1565"/>
                </a:lnTo>
                <a:lnTo>
                  <a:pt x="1204" y="1567"/>
                </a:lnTo>
                <a:lnTo>
                  <a:pt x="1212" y="1569"/>
                </a:lnTo>
                <a:lnTo>
                  <a:pt x="1220" y="1571"/>
                </a:lnTo>
                <a:lnTo>
                  <a:pt x="1228" y="1573"/>
                </a:lnTo>
                <a:lnTo>
                  <a:pt x="1235" y="1575"/>
                </a:lnTo>
                <a:lnTo>
                  <a:pt x="1243" y="1577"/>
                </a:lnTo>
                <a:lnTo>
                  <a:pt x="1251" y="1579"/>
                </a:lnTo>
                <a:lnTo>
                  <a:pt x="1259" y="1580"/>
                </a:lnTo>
                <a:lnTo>
                  <a:pt x="1266" y="1582"/>
                </a:lnTo>
                <a:lnTo>
                  <a:pt x="1274" y="1583"/>
                </a:lnTo>
                <a:lnTo>
                  <a:pt x="1282" y="1585"/>
                </a:lnTo>
                <a:lnTo>
                  <a:pt x="1290" y="1586"/>
                </a:lnTo>
                <a:lnTo>
                  <a:pt x="1297" y="1588"/>
                </a:lnTo>
                <a:lnTo>
                  <a:pt x="1305" y="1589"/>
                </a:lnTo>
                <a:lnTo>
                  <a:pt x="1313" y="1590"/>
                </a:lnTo>
                <a:lnTo>
                  <a:pt x="1321" y="1591"/>
                </a:lnTo>
                <a:lnTo>
                  <a:pt x="1329" y="1592"/>
                </a:lnTo>
                <a:lnTo>
                  <a:pt x="1336" y="1593"/>
                </a:lnTo>
                <a:lnTo>
                  <a:pt x="1344" y="1594"/>
                </a:lnTo>
                <a:lnTo>
                  <a:pt x="1352" y="1595"/>
                </a:lnTo>
                <a:lnTo>
                  <a:pt x="1360" y="1596"/>
                </a:lnTo>
                <a:lnTo>
                  <a:pt x="1367" y="1596"/>
                </a:lnTo>
                <a:lnTo>
                  <a:pt x="1375" y="1597"/>
                </a:lnTo>
                <a:lnTo>
                  <a:pt x="1383" y="1597"/>
                </a:lnTo>
                <a:lnTo>
                  <a:pt x="1391" y="1598"/>
                </a:lnTo>
                <a:lnTo>
                  <a:pt x="1398" y="1598"/>
                </a:lnTo>
                <a:lnTo>
                  <a:pt x="1406" y="1599"/>
                </a:lnTo>
                <a:lnTo>
                  <a:pt x="1414" y="1599"/>
                </a:lnTo>
                <a:lnTo>
                  <a:pt x="1422" y="1599"/>
                </a:lnTo>
                <a:lnTo>
                  <a:pt x="1430" y="1599"/>
                </a:lnTo>
                <a:lnTo>
                  <a:pt x="1437" y="1599"/>
                </a:lnTo>
                <a:lnTo>
                  <a:pt x="1445" y="1599"/>
                </a:lnTo>
                <a:lnTo>
                  <a:pt x="1453" y="1599"/>
                </a:lnTo>
                <a:lnTo>
                  <a:pt x="1461" y="1599"/>
                </a:lnTo>
                <a:lnTo>
                  <a:pt x="1468" y="1599"/>
                </a:lnTo>
                <a:lnTo>
                  <a:pt x="1476" y="1599"/>
                </a:lnTo>
                <a:lnTo>
                  <a:pt x="1484" y="1598"/>
                </a:lnTo>
                <a:lnTo>
                  <a:pt x="1492" y="1598"/>
                </a:lnTo>
                <a:lnTo>
                  <a:pt x="1499" y="1597"/>
                </a:lnTo>
                <a:lnTo>
                  <a:pt x="1507" y="1597"/>
                </a:lnTo>
                <a:lnTo>
                  <a:pt x="1515" y="1596"/>
                </a:lnTo>
                <a:lnTo>
                  <a:pt x="1523" y="1595"/>
                </a:lnTo>
                <a:lnTo>
                  <a:pt x="1531" y="1595"/>
                </a:lnTo>
                <a:lnTo>
                  <a:pt x="1538" y="1594"/>
                </a:lnTo>
                <a:lnTo>
                  <a:pt x="1546" y="1593"/>
                </a:lnTo>
                <a:lnTo>
                  <a:pt x="1554" y="1592"/>
                </a:lnTo>
                <a:lnTo>
                  <a:pt x="1562" y="1591"/>
                </a:lnTo>
                <a:lnTo>
                  <a:pt x="1569" y="1590"/>
                </a:lnTo>
                <a:lnTo>
                  <a:pt x="1577" y="1588"/>
                </a:lnTo>
                <a:lnTo>
                  <a:pt x="1585" y="1587"/>
                </a:lnTo>
                <a:lnTo>
                  <a:pt x="1593" y="1586"/>
                </a:lnTo>
                <a:lnTo>
                  <a:pt x="1601" y="1584"/>
                </a:lnTo>
                <a:lnTo>
                  <a:pt x="1608" y="1583"/>
                </a:lnTo>
                <a:lnTo>
                  <a:pt x="1616" y="1581"/>
                </a:lnTo>
                <a:lnTo>
                  <a:pt x="1624" y="1580"/>
                </a:lnTo>
                <a:lnTo>
                  <a:pt x="1632" y="1578"/>
                </a:lnTo>
                <a:lnTo>
                  <a:pt x="1639" y="1576"/>
                </a:lnTo>
                <a:lnTo>
                  <a:pt x="1647" y="1574"/>
                </a:lnTo>
                <a:lnTo>
                  <a:pt x="1655" y="1572"/>
                </a:lnTo>
                <a:lnTo>
                  <a:pt x="1663" y="1570"/>
                </a:lnTo>
                <a:lnTo>
                  <a:pt x="1670" y="1568"/>
                </a:lnTo>
                <a:lnTo>
                  <a:pt x="1678" y="1566"/>
                </a:lnTo>
                <a:lnTo>
                  <a:pt x="1686" y="1564"/>
                </a:lnTo>
                <a:lnTo>
                  <a:pt x="1694" y="1562"/>
                </a:lnTo>
                <a:lnTo>
                  <a:pt x="1702" y="1560"/>
                </a:lnTo>
                <a:lnTo>
                  <a:pt x="1709" y="1557"/>
                </a:lnTo>
                <a:lnTo>
                  <a:pt x="1717" y="1555"/>
                </a:lnTo>
                <a:lnTo>
                  <a:pt x="1725" y="1552"/>
                </a:lnTo>
                <a:lnTo>
                  <a:pt x="1733" y="1550"/>
                </a:lnTo>
                <a:lnTo>
                  <a:pt x="1740" y="1547"/>
                </a:lnTo>
                <a:lnTo>
                  <a:pt x="1748" y="1544"/>
                </a:lnTo>
                <a:lnTo>
                  <a:pt x="1756" y="1541"/>
                </a:lnTo>
                <a:lnTo>
                  <a:pt x="1764" y="1538"/>
                </a:lnTo>
                <a:lnTo>
                  <a:pt x="1771" y="1535"/>
                </a:lnTo>
                <a:lnTo>
                  <a:pt x="1779" y="1532"/>
                </a:lnTo>
                <a:lnTo>
                  <a:pt x="1787" y="1529"/>
                </a:lnTo>
                <a:lnTo>
                  <a:pt x="1795" y="1526"/>
                </a:lnTo>
                <a:lnTo>
                  <a:pt x="1803" y="1523"/>
                </a:lnTo>
                <a:lnTo>
                  <a:pt x="1810" y="1520"/>
                </a:lnTo>
                <a:lnTo>
                  <a:pt x="1818" y="1516"/>
                </a:lnTo>
                <a:lnTo>
                  <a:pt x="1826" y="1513"/>
                </a:lnTo>
                <a:lnTo>
                  <a:pt x="1834" y="1509"/>
                </a:lnTo>
                <a:lnTo>
                  <a:pt x="1841" y="1506"/>
                </a:lnTo>
                <a:lnTo>
                  <a:pt x="1849" y="1502"/>
                </a:lnTo>
                <a:lnTo>
                  <a:pt x="1857" y="1498"/>
                </a:lnTo>
                <a:lnTo>
                  <a:pt x="1865" y="1494"/>
                </a:lnTo>
                <a:lnTo>
                  <a:pt x="1872" y="1491"/>
                </a:lnTo>
                <a:lnTo>
                  <a:pt x="1880" y="1487"/>
                </a:lnTo>
                <a:lnTo>
                  <a:pt x="1888" y="1483"/>
                </a:lnTo>
                <a:lnTo>
                  <a:pt x="1896" y="1479"/>
                </a:lnTo>
                <a:lnTo>
                  <a:pt x="1904" y="1474"/>
                </a:lnTo>
                <a:lnTo>
                  <a:pt x="1911" y="1470"/>
                </a:lnTo>
                <a:lnTo>
                  <a:pt x="1919" y="1466"/>
                </a:lnTo>
                <a:lnTo>
                  <a:pt x="1927" y="1462"/>
                </a:lnTo>
                <a:lnTo>
                  <a:pt x="1935" y="1457"/>
                </a:lnTo>
                <a:lnTo>
                  <a:pt x="1942" y="1453"/>
                </a:lnTo>
                <a:lnTo>
                  <a:pt x="1950" y="1448"/>
                </a:lnTo>
                <a:lnTo>
                  <a:pt x="1958" y="1443"/>
                </a:lnTo>
                <a:lnTo>
                  <a:pt x="1966" y="1439"/>
                </a:lnTo>
                <a:lnTo>
                  <a:pt x="1973" y="1434"/>
                </a:lnTo>
                <a:lnTo>
                  <a:pt x="1981" y="1429"/>
                </a:lnTo>
                <a:lnTo>
                  <a:pt x="1989" y="1424"/>
                </a:lnTo>
                <a:lnTo>
                  <a:pt x="1997" y="1419"/>
                </a:lnTo>
                <a:lnTo>
                  <a:pt x="2005" y="1414"/>
                </a:lnTo>
                <a:lnTo>
                  <a:pt x="2012" y="1409"/>
                </a:lnTo>
                <a:lnTo>
                  <a:pt x="2020" y="1404"/>
                </a:lnTo>
                <a:lnTo>
                  <a:pt x="2028" y="1399"/>
                </a:lnTo>
                <a:lnTo>
                  <a:pt x="2036" y="1393"/>
                </a:lnTo>
                <a:lnTo>
                  <a:pt x="2043" y="1388"/>
                </a:lnTo>
                <a:lnTo>
                  <a:pt x="2051" y="1382"/>
                </a:lnTo>
                <a:lnTo>
                  <a:pt x="2059" y="1377"/>
                </a:lnTo>
                <a:lnTo>
                  <a:pt x="2067" y="1371"/>
                </a:lnTo>
                <a:lnTo>
                  <a:pt x="2074" y="1365"/>
                </a:lnTo>
                <a:lnTo>
                  <a:pt x="2082" y="1360"/>
                </a:lnTo>
                <a:lnTo>
                  <a:pt x="2090" y="1354"/>
                </a:lnTo>
                <a:lnTo>
                  <a:pt x="2098" y="1348"/>
                </a:lnTo>
                <a:lnTo>
                  <a:pt x="2106" y="1342"/>
                </a:lnTo>
                <a:lnTo>
                  <a:pt x="2113" y="1336"/>
                </a:lnTo>
                <a:lnTo>
                  <a:pt x="2121" y="1330"/>
                </a:lnTo>
                <a:lnTo>
                  <a:pt x="2129" y="1324"/>
                </a:lnTo>
                <a:lnTo>
                  <a:pt x="2137" y="1317"/>
                </a:lnTo>
                <a:lnTo>
                  <a:pt x="2144" y="1311"/>
                </a:lnTo>
                <a:lnTo>
                  <a:pt x="2152" y="1305"/>
                </a:lnTo>
                <a:lnTo>
                  <a:pt x="2160" y="1298"/>
                </a:lnTo>
                <a:lnTo>
                  <a:pt x="2168" y="1292"/>
                </a:lnTo>
                <a:lnTo>
                  <a:pt x="2175" y="1285"/>
                </a:lnTo>
                <a:lnTo>
                  <a:pt x="2183" y="1278"/>
                </a:lnTo>
                <a:lnTo>
                  <a:pt x="2191" y="1272"/>
                </a:lnTo>
                <a:lnTo>
                  <a:pt x="2199" y="1265"/>
                </a:lnTo>
                <a:lnTo>
                  <a:pt x="2207" y="1258"/>
                </a:lnTo>
                <a:lnTo>
                  <a:pt x="2214" y="1251"/>
                </a:lnTo>
                <a:lnTo>
                  <a:pt x="2222" y="1244"/>
                </a:lnTo>
                <a:lnTo>
                  <a:pt x="2230" y="1237"/>
                </a:lnTo>
                <a:lnTo>
                  <a:pt x="2238" y="1230"/>
                </a:lnTo>
                <a:lnTo>
                  <a:pt x="2245" y="1223"/>
                </a:lnTo>
                <a:lnTo>
                  <a:pt x="2253" y="1215"/>
                </a:lnTo>
                <a:lnTo>
                  <a:pt x="2261" y="1208"/>
                </a:lnTo>
                <a:lnTo>
                  <a:pt x="2269" y="1200"/>
                </a:lnTo>
                <a:lnTo>
                  <a:pt x="2276" y="1193"/>
                </a:lnTo>
                <a:lnTo>
                  <a:pt x="2284" y="1185"/>
                </a:lnTo>
                <a:lnTo>
                  <a:pt x="2292" y="1178"/>
                </a:lnTo>
                <a:lnTo>
                  <a:pt x="2300" y="1170"/>
                </a:lnTo>
                <a:lnTo>
                  <a:pt x="2308" y="1162"/>
                </a:lnTo>
                <a:lnTo>
                  <a:pt x="2315" y="1154"/>
                </a:lnTo>
                <a:lnTo>
                  <a:pt x="2323" y="1146"/>
                </a:lnTo>
                <a:lnTo>
                  <a:pt x="2331" y="1138"/>
                </a:lnTo>
                <a:lnTo>
                  <a:pt x="2339" y="1130"/>
                </a:lnTo>
                <a:lnTo>
                  <a:pt x="2346" y="1122"/>
                </a:lnTo>
                <a:lnTo>
                  <a:pt x="2354" y="1114"/>
                </a:lnTo>
                <a:lnTo>
                  <a:pt x="2362" y="1106"/>
                </a:lnTo>
                <a:lnTo>
                  <a:pt x="2370" y="1097"/>
                </a:lnTo>
                <a:lnTo>
                  <a:pt x="2377" y="1089"/>
                </a:lnTo>
                <a:lnTo>
                  <a:pt x="2385" y="1080"/>
                </a:lnTo>
                <a:lnTo>
                  <a:pt x="2393" y="1072"/>
                </a:lnTo>
                <a:lnTo>
                  <a:pt x="2401" y="1063"/>
                </a:lnTo>
                <a:lnTo>
                  <a:pt x="2409" y="1055"/>
                </a:lnTo>
                <a:lnTo>
                  <a:pt x="2416" y="1046"/>
                </a:lnTo>
                <a:lnTo>
                  <a:pt x="2424" y="1037"/>
                </a:lnTo>
                <a:lnTo>
                  <a:pt x="2432" y="1028"/>
                </a:lnTo>
                <a:lnTo>
                  <a:pt x="2440" y="1019"/>
                </a:lnTo>
                <a:lnTo>
                  <a:pt x="2447" y="1010"/>
                </a:lnTo>
                <a:lnTo>
                  <a:pt x="2455" y="1001"/>
                </a:lnTo>
                <a:lnTo>
                  <a:pt x="2463" y="992"/>
                </a:lnTo>
                <a:lnTo>
                  <a:pt x="2471" y="982"/>
                </a:lnTo>
                <a:lnTo>
                  <a:pt x="2478" y="973"/>
                </a:lnTo>
                <a:lnTo>
                  <a:pt x="2486" y="964"/>
                </a:lnTo>
                <a:lnTo>
                  <a:pt x="2494" y="954"/>
                </a:lnTo>
                <a:lnTo>
                  <a:pt x="2502" y="945"/>
                </a:lnTo>
                <a:lnTo>
                  <a:pt x="2510" y="935"/>
                </a:lnTo>
                <a:lnTo>
                  <a:pt x="2517" y="925"/>
                </a:lnTo>
                <a:lnTo>
                  <a:pt x="2525" y="916"/>
                </a:lnTo>
                <a:lnTo>
                  <a:pt x="2533" y="906"/>
                </a:lnTo>
                <a:lnTo>
                  <a:pt x="2541" y="896"/>
                </a:lnTo>
                <a:lnTo>
                  <a:pt x="2548" y="886"/>
                </a:lnTo>
                <a:lnTo>
                  <a:pt x="2556" y="876"/>
                </a:lnTo>
                <a:lnTo>
                  <a:pt x="2564" y="866"/>
                </a:lnTo>
                <a:lnTo>
                  <a:pt x="2572" y="856"/>
                </a:lnTo>
                <a:lnTo>
                  <a:pt x="2579" y="845"/>
                </a:lnTo>
                <a:lnTo>
                  <a:pt x="2587" y="835"/>
                </a:lnTo>
                <a:lnTo>
                  <a:pt x="2595" y="825"/>
                </a:lnTo>
                <a:lnTo>
                  <a:pt x="2603" y="814"/>
                </a:lnTo>
                <a:lnTo>
                  <a:pt x="2611" y="804"/>
                </a:lnTo>
                <a:lnTo>
                  <a:pt x="2618" y="793"/>
                </a:lnTo>
                <a:lnTo>
                  <a:pt x="2626" y="782"/>
                </a:lnTo>
                <a:lnTo>
                  <a:pt x="2634" y="772"/>
                </a:lnTo>
                <a:lnTo>
                  <a:pt x="2642" y="761"/>
                </a:lnTo>
                <a:lnTo>
                  <a:pt x="2649" y="750"/>
                </a:lnTo>
                <a:lnTo>
                  <a:pt x="2657" y="739"/>
                </a:lnTo>
                <a:lnTo>
                  <a:pt x="2665" y="728"/>
                </a:lnTo>
                <a:lnTo>
                  <a:pt x="2673" y="717"/>
                </a:lnTo>
                <a:lnTo>
                  <a:pt x="2680" y="706"/>
                </a:lnTo>
                <a:lnTo>
                  <a:pt x="2688" y="695"/>
                </a:lnTo>
                <a:lnTo>
                  <a:pt x="2696" y="683"/>
                </a:lnTo>
                <a:lnTo>
                  <a:pt x="2704" y="672"/>
                </a:lnTo>
                <a:lnTo>
                  <a:pt x="2712" y="661"/>
                </a:lnTo>
                <a:lnTo>
                  <a:pt x="2719" y="649"/>
                </a:lnTo>
                <a:lnTo>
                  <a:pt x="2727" y="637"/>
                </a:lnTo>
                <a:lnTo>
                  <a:pt x="2735" y="626"/>
                </a:lnTo>
                <a:lnTo>
                  <a:pt x="2743" y="614"/>
                </a:lnTo>
                <a:lnTo>
                  <a:pt x="2750" y="602"/>
                </a:lnTo>
                <a:lnTo>
                  <a:pt x="2758" y="590"/>
                </a:lnTo>
                <a:lnTo>
                  <a:pt x="2766" y="579"/>
                </a:lnTo>
                <a:lnTo>
                  <a:pt x="2774" y="567"/>
                </a:lnTo>
                <a:lnTo>
                  <a:pt x="2781" y="554"/>
                </a:lnTo>
                <a:lnTo>
                  <a:pt x="2789" y="542"/>
                </a:lnTo>
                <a:lnTo>
                  <a:pt x="2797" y="530"/>
                </a:lnTo>
                <a:lnTo>
                  <a:pt x="2805" y="518"/>
                </a:lnTo>
                <a:lnTo>
                  <a:pt x="2813" y="506"/>
                </a:lnTo>
                <a:lnTo>
                  <a:pt x="2820" y="493"/>
                </a:lnTo>
                <a:lnTo>
                  <a:pt x="2828" y="481"/>
                </a:lnTo>
                <a:lnTo>
                  <a:pt x="2836" y="468"/>
                </a:lnTo>
                <a:lnTo>
                  <a:pt x="2844" y="455"/>
                </a:lnTo>
                <a:lnTo>
                  <a:pt x="2851" y="443"/>
                </a:lnTo>
                <a:lnTo>
                  <a:pt x="2859" y="430"/>
                </a:lnTo>
                <a:lnTo>
                  <a:pt x="2867" y="417"/>
                </a:lnTo>
                <a:lnTo>
                  <a:pt x="2875" y="404"/>
                </a:lnTo>
                <a:lnTo>
                  <a:pt x="2882" y="391"/>
                </a:lnTo>
                <a:lnTo>
                  <a:pt x="2890" y="378"/>
                </a:lnTo>
                <a:lnTo>
                  <a:pt x="2898" y="365"/>
                </a:lnTo>
                <a:lnTo>
                  <a:pt x="2906" y="352"/>
                </a:lnTo>
                <a:lnTo>
                  <a:pt x="2914" y="339"/>
                </a:lnTo>
                <a:lnTo>
                  <a:pt x="2921" y="325"/>
                </a:lnTo>
                <a:lnTo>
                  <a:pt x="2929" y="312"/>
                </a:lnTo>
                <a:lnTo>
                  <a:pt x="2937" y="299"/>
                </a:lnTo>
                <a:lnTo>
                  <a:pt x="2945" y="285"/>
                </a:lnTo>
                <a:lnTo>
                  <a:pt x="2952" y="271"/>
                </a:lnTo>
                <a:lnTo>
                  <a:pt x="2960" y="258"/>
                </a:lnTo>
                <a:lnTo>
                  <a:pt x="2968" y="244"/>
                </a:lnTo>
                <a:lnTo>
                  <a:pt x="2976" y="230"/>
                </a:lnTo>
                <a:lnTo>
                  <a:pt x="2983" y="216"/>
                </a:lnTo>
                <a:lnTo>
                  <a:pt x="2991" y="202"/>
                </a:lnTo>
                <a:lnTo>
                  <a:pt x="2999" y="188"/>
                </a:lnTo>
                <a:lnTo>
                  <a:pt x="3007" y="174"/>
                </a:lnTo>
                <a:lnTo>
                  <a:pt x="3015" y="160"/>
                </a:lnTo>
                <a:lnTo>
                  <a:pt x="3022" y="146"/>
                </a:lnTo>
                <a:lnTo>
                  <a:pt x="3030" y="131"/>
                </a:lnTo>
                <a:lnTo>
                  <a:pt x="3038" y="117"/>
                </a:lnTo>
                <a:lnTo>
                  <a:pt x="3046" y="103"/>
                </a:lnTo>
                <a:lnTo>
                  <a:pt x="3053" y="88"/>
                </a:lnTo>
                <a:lnTo>
                  <a:pt x="3061" y="74"/>
                </a:lnTo>
                <a:lnTo>
                  <a:pt x="3069" y="59"/>
                </a:lnTo>
                <a:lnTo>
                  <a:pt x="3077" y="44"/>
                </a:lnTo>
                <a:lnTo>
                  <a:pt x="3084" y="29"/>
                </a:lnTo>
                <a:lnTo>
                  <a:pt x="3092" y="14"/>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2834640" cy="1826971"/>
          </a:xfrm>
          <a:custGeom>
            <a:avLst/>
            <a:gdLst/>
            <a:ahLst/>
            <a:cxnLst/>
            <a:rect l="l" t="t" r="r" b="b"/>
            <a:pathLst>
              <a:path w="3100" h="1998">
                <a:moveTo>
                  <a:pt x="0" y="963"/>
                </a:moveTo>
                <a:lnTo>
                  <a:pt x="8" y="976"/>
                </a:lnTo>
                <a:lnTo>
                  <a:pt x="16" y="988"/>
                </a:lnTo>
                <a:lnTo>
                  <a:pt x="23" y="1000"/>
                </a:lnTo>
                <a:lnTo>
                  <a:pt x="31" y="1012"/>
                </a:lnTo>
                <a:lnTo>
                  <a:pt x="39" y="1024"/>
                </a:lnTo>
                <a:lnTo>
                  <a:pt x="47" y="1036"/>
                </a:lnTo>
                <a:lnTo>
                  <a:pt x="54" y="1048"/>
                </a:lnTo>
                <a:lnTo>
                  <a:pt x="62" y="1060"/>
                </a:lnTo>
                <a:lnTo>
                  <a:pt x="70" y="1072"/>
                </a:lnTo>
                <a:lnTo>
                  <a:pt x="78" y="1083"/>
                </a:lnTo>
                <a:lnTo>
                  <a:pt x="85" y="1095"/>
                </a:lnTo>
                <a:lnTo>
                  <a:pt x="93" y="1107"/>
                </a:lnTo>
                <a:lnTo>
                  <a:pt x="101" y="1118"/>
                </a:lnTo>
                <a:lnTo>
                  <a:pt x="109" y="1130"/>
                </a:lnTo>
                <a:lnTo>
                  <a:pt x="117" y="1141"/>
                </a:lnTo>
                <a:lnTo>
                  <a:pt x="124" y="1152"/>
                </a:lnTo>
                <a:lnTo>
                  <a:pt x="132" y="1163"/>
                </a:lnTo>
                <a:lnTo>
                  <a:pt x="140" y="1174"/>
                </a:lnTo>
                <a:lnTo>
                  <a:pt x="148" y="1185"/>
                </a:lnTo>
                <a:lnTo>
                  <a:pt x="155" y="1196"/>
                </a:lnTo>
                <a:lnTo>
                  <a:pt x="163" y="1207"/>
                </a:lnTo>
                <a:lnTo>
                  <a:pt x="171" y="1218"/>
                </a:lnTo>
                <a:lnTo>
                  <a:pt x="179" y="1229"/>
                </a:lnTo>
                <a:lnTo>
                  <a:pt x="186" y="1239"/>
                </a:lnTo>
                <a:lnTo>
                  <a:pt x="194" y="1250"/>
                </a:lnTo>
                <a:lnTo>
                  <a:pt x="202" y="1260"/>
                </a:lnTo>
                <a:lnTo>
                  <a:pt x="210" y="1271"/>
                </a:lnTo>
                <a:lnTo>
                  <a:pt x="218" y="1281"/>
                </a:lnTo>
                <a:lnTo>
                  <a:pt x="225" y="1291"/>
                </a:lnTo>
                <a:lnTo>
                  <a:pt x="233" y="1302"/>
                </a:lnTo>
                <a:lnTo>
                  <a:pt x="241" y="1312"/>
                </a:lnTo>
                <a:lnTo>
                  <a:pt x="249" y="1322"/>
                </a:lnTo>
                <a:lnTo>
                  <a:pt x="256" y="1332"/>
                </a:lnTo>
                <a:lnTo>
                  <a:pt x="264" y="1342"/>
                </a:lnTo>
                <a:lnTo>
                  <a:pt x="272" y="1352"/>
                </a:lnTo>
                <a:lnTo>
                  <a:pt x="280" y="1361"/>
                </a:lnTo>
                <a:lnTo>
                  <a:pt x="287" y="1371"/>
                </a:lnTo>
                <a:lnTo>
                  <a:pt x="295" y="1381"/>
                </a:lnTo>
                <a:lnTo>
                  <a:pt x="303" y="1390"/>
                </a:lnTo>
                <a:lnTo>
                  <a:pt x="311" y="1400"/>
                </a:lnTo>
                <a:lnTo>
                  <a:pt x="319" y="1409"/>
                </a:lnTo>
                <a:lnTo>
                  <a:pt x="326" y="1418"/>
                </a:lnTo>
                <a:lnTo>
                  <a:pt x="334" y="1428"/>
                </a:lnTo>
                <a:lnTo>
                  <a:pt x="342" y="1437"/>
                </a:lnTo>
                <a:lnTo>
                  <a:pt x="350" y="1446"/>
                </a:lnTo>
                <a:lnTo>
                  <a:pt x="357" y="1455"/>
                </a:lnTo>
                <a:lnTo>
                  <a:pt x="365" y="1464"/>
                </a:lnTo>
                <a:lnTo>
                  <a:pt x="373" y="1473"/>
                </a:lnTo>
                <a:lnTo>
                  <a:pt x="381" y="1481"/>
                </a:lnTo>
                <a:lnTo>
                  <a:pt x="388" y="1490"/>
                </a:lnTo>
                <a:lnTo>
                  <a:pt x="396" y="1499"/>
                </a:lnTo>
                <a:lnTo>
                  <a:pt x="404" y="1507"/>
                </a:lnTo>
                <a:lnTo>
                  <a:pt x="412" y="1516"/>
                </a:lnTo>
                <a:lnTo>
                  <a:pt x="420" y="1524"/>
                </a:lnTo>
                <a:lnTo>
                  <a:pt x="427" y="1533"/>
                </a:lnTo>
                <a:lnTo>
                  <a:pt x="435" y="1541"/>
                </a:lnTo>
                <a:lnTo>
                  <a:pt x="443" y="1549"/>
                </a:lnTo>
                <a:lnTo>
                  <a:pt x="451" y="1557"/>
                </a:lnTo>
                <a:lnTo>
                  <a:pt x="458" y="1565"/>
                </a:lnTo>
                <a:lnTo>
                  <a:pt x="466" y="1573"/>
                </a:lnTo>
                <a:lnTo>
                  <a:pt x="474" y="1581"/>
                </a:lnTo>
                <a:lnTo>
                  <a:pt x="482" y="1589"/>
                </a:lnTo>
                <a:lnTo>
                  <a:pt x="489" y="1597"/>
                </a:lnTo>
                <a:lnTo>
                  <a:pt x="497" y="1604"/>
                </a:lnTo>
                <a:lnTo>
                  <a:pt x="505" y="1612"/>
                </a:lnTo>
                <a:lnTo>
                  <a:pt x="513" y="1620"/>
                </a:lnTo>
                <a:lnTo>
                  <a:pt x="521" y="1627"/>
                </a:lnTo>
                <a:lnTo>
                  <a:pt x="528" y="1634"/>
                </a:lnTo>
                <a:lnTo>
                  <a:pt x="536" y="1642"/>
                </a:lnTo>
                <a:lnTo>
                  <a:pt x="544" y="1649"/>
                </a:lnTo>
                <a:lnTo>
                  <a:pt x="552" y="1656"/>
                </a:lnTo>
                <a:lnTo>
                  <a:pt x="559" y="1663"/>
                </a:lnTo>
                <a:lnTo>
                  <a:pt x="567" y="1670"/>
                </a:lnTo>
                <a:lnTo>
                  <a:pt x="575" y="1677"/>
                </a:lnTo>
                <a:lnTo>
                  <a:pt x="583" y="1684"/>
                </a:lnTo>
                <a:lnTo>
                  <a:pt x="590" y="1691"/>
                </a:lnTo>
                <a:lnTo>
                  <a:pt x="598" y="1698"/>
                </a:lnTo>
                <a:lnTo>
                  <a:pt x="606" y="1704"/>
                </a:lnTo>
                <a:lnTo>
                  <a:pt x="614" y="1711"/>
                </a:lnTo>
                <a:lnTo>
                  <a:pt x="622" y="1717"/>
                </a:lnTo>
                <a:lnTo>
                  <a:pt x="629" y="1724"/>
                </a:lnTo>
                <a:lnTo>
                  <a:pt x="637" y="1730"/>
                </a:lnTo>
                <a:lnTo>
                  <a:pt x="645" y="1736"/>
                </a:lnTo>
                <a:lnTo>
                  <a:pt x="653" y="1742"/>
                </a:lnTo>
                <a:lnTo>
                  <a:pt x="660" y="1749"/>
                </a:lnTo>
                <a:lnTo>
                  <a:pt x="668" y="1755"/>
                </a:lnTo>
                <a:lnTo>
                  <a:pt x="676" y="1761"/>
                </a:lnTo>
                <a:lnTo>
                  <a:pt x="684" y="1767"/>
                </a:lnTo>
                <a:lnTo>
                  <a:pt x="691" y="1772"/>
                </a:lnTo>
                <a:lnTo>
                  <a:pt x="699" y="1778"/>
                </a:lnTo>
                <a:lnTo>
                  <a:pt x="707" y="1784"/>
                </a:lnTo>
                <a:lnTo>
                  <a:pt x="715" y="1789"/>
                </a:lnTo>
                <a:lnTo>
                  <a:pt x="723" y="1795"/>
                </a:lnTo>
                <a:lnTo>
                  <a:pt x="730" y="1800"/>
                </a:lnTo>
                <a:lnTo>
                  <a:pt x="738" y="1806"/>
                </a:lnTo>
                <a:lnTo>
                  <a:pt x="746" y="1811"/>
                </a:lnTo>
                <a:lnTo>
                  <a:pt x="754" y="1816"/>
                </a:lnTo>
                <a:lnTo>
                  <a:pt x="761" y="1821"/>
                </a:lnTo>
                <a:lnTo>
                  <a:pt x="769" y="1827"/>
                </a:lnTo>
                <a:lnTo>
                  <a:pt x="777" y="1832"/>
                </a:lnTo>
                <a:lnTo>
                  <a:pt x="785" y="1836"/>
                </a:lnTo>
                <a:lnTo>
                  <a:pt x="792" y="1841"/>
                </a:lnTo>
                <a:lnTo>
                  <a:pt x="800" y="1846"/>
                </a:lnTo>
                <a:lnTo>
                  <a:pt x="808" y="1851"/>
                </a:lnTo>
                <a:lnTo>
                  <a:pt x="816" y="1855"/>
                </a:lnTo>
                <a:lnTo>
                  <a:pt x="824" y="1860"/>
                </a:lnTo>
                <a:lnTo>
                  <a:pt x="831" y="1864"/>
                </a:lnTo>
                <a:lnTo>
                  <a:pt x="839" y="1869"/>
                </a:lnTo>
                <a:lnTo>
                  <a:pt x="847" y="1873"/>
                </a:lnTo>
                <a:lnTo>
                  <a:pt x="855" y="1878"/>
                </a:lnTo>
                <a:lnTo>
                  <a:pt x="862" y="1882"/>
                </a:lnTo>
                <a:lnTo>
                  <a:pt x="870" y="1886"/>
                </a:lnTo>
                <a:lnTo>
                  <a:pt x="878" y="1890"/>
                </a:lnTo>
                <a:lnTo>
                  <a:pt x="886" y="1894"/>
                </a:lnTo>
                <a:lnTo>
                  <a:pt x="893" y="1898"/>
                </a:lnTo>
                <a:lnTo>
                  <a:pt x="901" y="1902"/>
                </a:lnTo>
                <a:lnTo>
                  <a:pt x="909" y="1905"/>
                </a:lnTo>
                <a:lnTo>
                  <a:pt x="917" y="1909"/>
                </a:lnTo>
                <a:lnTo>
                  <a:pt x="925" y="1913"/>
                </a:lnTo>
                <a:lnTo>
                  <a:pt x="932" y="1916"/>
                </a:lnTo>
                <a:lnTo>
                  <a:pt x="940" y="1920"/>
                </a:lnTo>
                <a:lnTo>
                  <a:pt x="948" y="1923"/>
                </a:lnTo>
                <a:lnTo>
                  <a:pt x="956" y="1926"/>
                </a:lnTo>
                <a:lnTo>
                  <a:pt x="963" y="1929"/>
                </a:lnTo>
                <a:lnTo>
                  <a:pt x="971" y="1933"/>
                </a:lnTo>
                <a:lnTo>
                  <a:pt x="979" y="1936"/>
                </a:lnTo>
                <a:lnTo>
                  <a:pt x="987" y="1939"/>
                </a:lnTo>
                <a:lnTo>
                  <a:pt x="994" y="1942"/>
                </a:lnTo>
                <a:lnTo>
                  <a:pt x="1002" y="1944"/>
                </a:lnTo>
                <a:lnTo>
                  <a:pt x="1010" y="1947"/>
                </a:lnTo>
                <a:lnTo>
                  <a:pt x="1018" y="1950"/>
                </a:lnTo>
                <a:lnTo>
                  <a:pt x="1026" y="1953"/>
                </a:lnTo>
                <a:lnTo>
                  <a:pt x="1033" y="1955"/>
                </a:lnTo>
                <a:lnTo>
                  <a:pt x="1041" y="1958"/>
                </a:lnTo>
                <a:lnTo>
                  <a:pt x="1049" y="1960"/>
                </a:lnTo>
                <a:lnTo>
                  <a:pt x="1057" y="1962"/>
                </a:lnTo>
                <a:lnTo>
                  <a:pt x="1064" y="1965"/>
                </a:lnTo>
                <a:lnTo>
                  <a:pt x="1072" y="1967"/>
                </a:lnTo>
                <a:lnTo>
                  <a:pt x="1080" y="1969"/>
                </a:lnTo>
                <a:lnTo>
                  <a:pt x="1088" y="1971"/>
                </a:lnTo>
                <a:lnTo>
                  <a:pt x="1095" y="1973"/>
                </a:lnTo>
                <a:lnTo>
                  <a:pt x="1103" y="1975"/>
                </a:lnTo>
                <a:lnTo>
                  <a:pt x="1111" y="1977"/>
                </a:lnTo>
                <a:lnTo>
                  <a:pt x="1119" y="1978"/>
                </a:lnTo>
                <a:lnTo>
                  <a:pt x="1127" y="1980"/>
                </a:lnTo>
                <a:lnTo>
                  <a:pt x="1134" y="1982"/>
                </a:lnTo>
                <a:lnTo>
                  <a:pt x="1142" y="1983"/>
                </a:lnTo>
                <a:lnTo>
                  <a:pt x="1150" y="1985"/>
                </a:lnTo>
                <a:lnTo>
                  <a:pt x="1158" y="1986"/>
                </a:lnTo>
                <a:lnTo>
                  <a:pt x="1165" y="1987"/>
                </a:lnTo>
                <a:lnTo>
                  <a:pt x="1173" y="1989"/>
                </a:lnTo>
                <a:lnTo>
                  <a:pt x="1181" y="1990"/>
                </a:lnTo>
                <a:lnTo>
                  <a:pt x="1189" y="1991"/>
                </a:lnTo>
                <a:lnTo>
                  <a:pt x="1196" y="1992"/>
                </a:lnTo>
                <a:lnTo>
                  <a:pt x="1204" y="1993"/>
                </a:lnTo>
                <a:lnTo>
                  <a:pt x="1212" y="1994"/>
                </a:lnTo>
                <a:lnTo>
                  <a:pt x="1220" y="1994"/>
                </a:lnTo>
                <a:lnTo>
                  <a:pt x="1228" y="1995"/>
                </a:lnTo>
                <a:lnTo>
                  <a:pt x="1235" y="1996"/>
                </a:lnTo>
                <a:lnTo>
                  <a:pt x="1243" y="1996"/>
                </a:lnTo>
                <a:lnTo>
                  <a:pt x="1251" y="1997"/>
                </a:lnTo>
                <a:lnTo>
                  <a:pt x="1259" y="1997"/>
                </a:lnTo>
                <a:lnTo>
                  <a:pt x="1266" y="1997"/>
                </a:lnTo>
                <a:lnTo>
                  <a:pt x="1274" y="1998"/>
                </a:lnTo>
                <a:lnTo>
                  <a:pt x="1282" y="1998"/>
                </a:lnTo>
                <a:lnTo>
                  <a:pt x="1290" y="1998"/>
                </a:lnTo>
                <a:lnTo>
                  <a:pt x="1297" y="1998"/>
                </a:lnTo>
                <a:lnTo>
                  <a:pt x="1305" y="1998"/>
                </a:lnTo>
                <a:lnTo>
                  <a:pt x="1313" y="1998"/>
                </a:lnTo>
                <a:lnTo>
                  <a:pt x="1321" y="1998"/>
                </a:lnTo>
                <a:lnTo>
                  <a:pt x="1329" y="1997"/>
                </a:lnTo>
                <a:lnTo>
                  <a:pt x="1336" y="1997"/>
                </a:lnTo>
                <a:lnTo>
                  <a:pt x="1344" y="1997"/>
                </a:lnTo>
                <a:lnTo>
                  <a:pt x="1352" y="1996"/>
                </a:lnTo>
                <a:lnTo>
                  <a:pt x="1360" y="1996"/>
                </a:lnTo>
                <a:lnTo>
                  <a:pt x="1367" y="1995"/>
                </a:lnTo>
                <a:lnTo>
                  <a:pt x="1375" y="1994"/>
                </a:lnTo>
                <a:lnTo>
                  <a:pt x="1383" y="1994"/>
                </a:lnTo>
                <a:lnTo>
                  <a:pt x="1391" y="1993"/>
                </a:lnTo>
                <a:lnTo>
                  <a:pt x="1398" y="1992"/>
                </a:lnTo>
                <a:lnTo>
                  <a:pt x="1406" y="1991"/>
                </a:lnTo>
                <a:lnTo>
                  <a:pt x="1414" y="1990"/>
                </a:lnTo>
                <a:lnTo>
                  <a:pt x="1422" y="1988"/>
                </a:lnTo>
                <a:lnTo>
                  <a:pt x="1430" y="1987"/>
                </a:lnTo>
                <a:lnTo>
                  <a:pt x="1437" y="1986"/>
                </a:lnTo>
                <a:lnTo>
                  <a:pt x="1445" y="1985"/>
                </a:lnTo>
                <a:lnTo>
                  <a:pt x="1453" y="1983"/>
                </a:lnTo>
                <a:lnTo>
                  <a:pt x="1461" y="1982"/>
                </a:lnTo>
                <a:lnTo>
                  <a:pt x="1468" y="1980"/>
                </a:lnTo>
                <a:lnTo>
                  <a:pt x="1476" y="1978"/>
                </a:lnTo>
                <a:lnTo>
                  <a:pt x="1484" y="1977"/>
                </a:lnTo>
                <a:lnTo>
                  <a:pt x="1492" y="1975"/>
                </a:lnTo>
                <a:lnTo>
                  <a:pt x="1499" y="1973"/>
                </a:lnTo>
                <a:lnTo>
                  <a:pt x="1507" y="1971"/>
                </a:lnTo>
                <a:lnTo>
                  <a:pt x="1515" y="1969"/>
                </a:lnTo>
                <a:lnTo>
                  <a:pt x="1523" y="1967"/>
                </a:lnTo>
                <a:lnTo>
                  <a:pt x="1531" y="1965"/>
                </a:lnTo>
                <a:lnTo>
                  <a:pt x="1538" y="1962"/>
                </a:lnTo>
                <a:lnTo>
                  <a:pt x="1546" y="1960"/>
                </a:lnTo>
                <a:lnTo>
                  <a:pt x="1554" y="1958"/>
                </a:lnTo>
                <a:lnTo>
                  <a:pt x="1562" y="1955"/>
                </a:lnTo>
                <a:lnTo>
                  <a:pt x="1569" y="1953"/>
                </a:lnTo>
                <a:lnTo>
                  <a:pt x="1577" y="1950"/>
                </a:lnTo>
                <a:lnTo>
                  <a:pt x="1585" y="1947"/>
                </a:lnTo>
                <a:lnTo>
                  <a:pt x="1593" y="1944"/>
                </a:lnTo>
                <a:lnTo>
                  <a:pt x="1601" y="1942"/>
                </a:lnTo>
                <a:lnTo>
                  <a:pt x="1608" y="1939"/>
                </a:lnTo>
                <a:lnTo>
                  <a:pt x="1616" y="1936"/>
                </a:lnTo>
                <a:lnTo>
                  <a:pt x="1624" y="1933"/>
                </a:lnTo>
                <a:lnTo>
                  <a:pt x="1632" y="1929"/>
                </a:lnTo>
                <a:lnTo>
                  <a:pt x="1639" y="1926"/>
                </a:lnTo>
                <a:lnTo>
                  <a:pt x="1647" y="1923"/>
                </a:lnTo>
                <a:lnTo>
                  <a:pt x="1655" y="1919"/>
                </a:lnTo>
                <a:lnTo>
                  <a:pt x="1663" y="1916"/>
                </a:lnTo>
                <a:lnTo>
                  <a:pt x="1670" y="1912"/>
                </a:lnTo>
                <a:lnTo>
                  <a:pt x="1678" y="1909"/>
                </a:lnTo>
                <a:lnTo>
                  <a:pt x="1686" y="1905"/>
                </a:lnTo>
                <a:lnTo>
                  <a:pt x="1694" y="1901"/>
                </a:lnTo>
                <a:lnTo>
                  <a:pt x="1702" y="1898"/>
                </a:lnTo>
                <a:lnTo>
                  <a:pt x="1709" y="1894"/>
                </a:lnTo>
                <a:lnTo>
                  <a:pt x="1717" y="1890"/>
                </a:lnTo>
                <a:lnTo>
                  <a:pt x="1725" y="1886"/>
                </a:lnTo>
                <a:lnTo>
                  <a:pt x="1733" y="1882"/>
                </a:lnTo>
                <a:lnTo>
                  <a:pt x="1740" y="1877"/>
                </a:lnTo>
                <a:lnTo>
                  <a:pt x="1748" y="1873"/>
                </a:lnTo>
                <a:lnTo>
                  <a:pt x="1756" y="1869"/>
                </a:lnTo>
                <a:lnTo>
                  <a:pt x="1764" y="1864"/>
                </a:lnTo>
                <a:lnTo>
                  <a:pt x="1771" y="1860"/>
                </a:lnTo>
                <a:lnTo>
                  <a:pt x="1779" y="1855"/>
                </a:lnTo>
                <a:lnTo>
                  <a:pt x="1787" y="1851"/>
                </a:lnTo>
                <a:lnTo>
                  <a:pt x="1795" y="1846"/>
                </a:lnTo>
                <a:lnTo>
                  <a:pt x="1803" y="1841"/>
                </a:lnTo>
                <a:lnTo>
                  <a:pt x="1810" y="1836"/>
                </a:lnTo>
                <a:lnTo>
                  <a:pt x="1818" y="1831"/>
                </a:lnTo>
                <a:lnTo>
                  <a:pt x="1826" y="1826"/>
                </a:lnTo>
                <a:lnTo>
                  <a:pt x="1834" y="1821"/>
                </a:lnTo>
                <a:lnTo>
                  <a:pt x="1841" y="1816"/>
                </a:lnTo>
                <a:lnTo>
                  <a:pt x="1849" y="1811"/>
                </a:lnTo>
                <a:lnTo>
                  <a:pt x="1857" y="1806"/>
                </a:lnTo>
                <a:lnTo>
                  <a:pt x="1865" y="1800"/>
                </a:lnTo>
                <a:lnTo>
                  <a:pt x="1872" y="1795"/>
                </a:lnTo>
                <a:lnTo>
                  <a:pt x="1880" y="1789"/>
                </a:lnTo>
                <a:lnTo>
                  <a:pt x="1888" y="1784"/>
                </a:lnTo>
                <a:lnTo>
                  <a:pt x="1896" y="1778"/>
                </a:lnTo>
                <a:lnTo>
                  <a:pt x="1904" y="1772"/>
                </a:lnTo>
                <a:lnTo>
                  <a:pt x="1911" y="1766"/>
                </a:lnTo>
                <a:lnTo>
                  <a:pt x="1919" y="1760"/>
                </a:lnTo>
                <a:lnTo>
                  <a:pt x="1927" y="1754"/>
                </a:lnTo>
                <a:lnTo>
                  <a:pt x="1935" y="1748"/>
                </a:lnTo>
                <a:lnTo>
                  <a:pt x="1942" y="1742"/>
                </a:lnTo>
                <a:lnTo>
                  <a:pt x="1950" y="1736"/>
                </a:lnTo>
                <a:lnTo>
                  <a:pt x="1958" y="1730"/>
                </a:lnTo>
                <a:lnTo>
                  <a:pt x="1966" y="1723"/>
                </a:lnTo>
                <a:lnTo>
                  <a:pt x="1973" y="1717"/>
                </a:lnTo>
                <a:lnTo>
                  <a:pt x="1981" y="1711"/>
                </a:lnTo>
                <a:lnTo>
                  <a:pt x="1989" y="1704"/>
                </a:lnTo>
                <a:lnTo>
                  <a:pt x="1997" y="1697"/>
                </a:lnTo>
                <a:lnTo>
                  <a:pt x="2005" y="1691"/>
                </a:lnTo>
                <a:lnTo>
                  <a:pt x="2012" y="1684"/>
                </a:lnTo>
                <a:lnTo>
                  <a:pt x="2020" y="1677"/>
                </a:lnTo>
                <a:lnTo>
                  <a:pt x="2028" y="1670"/>
                </a:lnTo>
                <a:lnTo>
                  <a:pt x="2036" y="1663"/>
                </a:lnTo>
                <a:lnTo>
                  <a:pt x="2043" y="1656"/>
                </a:lnTo>
                <a:lnTo>
                  <a:pt x="2051" y="1649"/>
                </a:lnTo>
                <a:lnTo>
                  <a:pt x="2059" y="1641"/>
                </a:lnTo>
                <a:lnTo>
                  <a:pt x="2067" y="1634"/>
                </a:lnTo>
                <a:lnTo>
                  <a:pt x="2074" y="1627"/>
                </a:lnTo>
                <a:lnTo>
                  <a:pt x="2082" y="1619"/>
                </a:lnTo>
                <a:lnTo>
                  <a:pt x="2090" y="1612"/>
                </a:lnTo>
                <a:lnTo>
                  <a:pt x="2098" y="1604"/>
                </a:lnTo>
                <a:lnTo>
                  <a:pt x="2106" y="1597"/>
                </a:lnTo>
                <a:lnTo>
                  <a:pt x="2113" y="1589"/>
                </a:lnTo>
                <a:lnTo>
                  <a:pt x="2121" y="1581"/>
                </a:lnTo>
                <a:lnTo>
                  <a:pt x="2129" y="1573"/>
                </a:lnTo>
                <a:lnTo>
                  <a:pt x="2137" y="1565"/>
                </a:lnTo>
                <a:lnTo>
                  <a:pt x="2144" y="1557"/>
                </a:lnTo>
                <a:lnTo>
                  <a:pt x="2152" y="1549"/>
                </a:lnTo>
                <a:lnTo>
                  <a:pt x="2160" y="1541"/>
                </a:lnTo>
                <a:lnTo>
                  <a:pt x="2168" y="1532"/>
                </a:lnTo>
                <a:lnTo>
                  <a:pt x="2175" y="1524"/>
                </a:lnTo>
                <a:lnTo>
                  <a:pt x="2183" y="1516"/>
                </a:lnTo>
                <a:lnTo>
                  <a:pt x="2191" y="1507"/>
                </a:lnTo>
                <a:lnTo>
                  <a:pt x="2199" y="1499"/>
                </a:lnTo>
                <a:lnTo>
                  <a:pt x="2207" y="1490"/>
                </a:lnTo>
                <a:lnTo>
                  <a:pt x="2214" y="1481"/>
                </a:lnTo>
                <a:lnTo>
                  <a:pt x="2222" y="1472"/>
                </a:lnTo>
                <a:lnTo>
                  <a:pt x="2230" y="1463"/>
                </a:lnTo>
                <a:lnTo>
                  <a:pt x="2238" y="1455"/>
                </a:lnTo>
                <a:lnTo>
                  <a:pt x="2245" y="1446"/>
                </a:lnTo>
                <a:lnTo>
                  <a:pt x="2253" y="1436"/>
                </a:lnTo>
                <a:lnTo>
                  <a:pt x="2261" y="1427"/>
                </a:lnTo>
                <a:lnTo>
                  <a:pt x="2269" y="1418"/>
                </a:lnTo>
                <a:lnTo>
                  <a:pt x="2276" y="1409"/>
                </a:lnTo>
                <a:lnTo>
                  <a:pt x="2284" y="1399"/>
                </a:lnTo>
                <a:lnTo>
                  <a:pt x="2292" y="1390"/>
                </a:lnTo>
                <a:lnTo>
                  <a:pt x="2300" y="1380"/>
                </a:lnTo>
                <a:lnTo>
                  <a:pt x="2308" y="1371"/>
                </a:lnTo>
                <a:lnTo>
                  <a:pt x="2315" y="1361"/>
                </a:lnTo>
                <a:lnTo>
                  <a:pt x="2323" y="1351"/>
                </a:lnTo>
                <a:lnTo>
                  <a:pt x="2331" y="1341"/>
                </a:lnTo>
                <a:lnTo>
                  <a:pt x="2339" y="1332"/>
                </a:lnTo>
                <a:lnTo>
                  <a:pt x="2346" y="1322"/>
                </a:lnTo>
                <a:lnTo>
                  <a:pt x="2354" y="1311"/>
                </a:lnTo>
                <a:lnTo>
                  <a:pt x="2362" y="1301"/>
                </a:lnTo>
                <a:lnTo>
                  <a:pt x="2370" y="1291"/>
                </a:lnTo>
                <a:lnTo>
                  <a:pt x="2377" y="1281"/>
                </a:lnTo>
                <a:lnTo>
                  <a:pt x="2385" y="1270"/>
                </a:lnTo>
                <a:lnTo>
                  <a:pt x="2393" y="1260"/>
                </a:lnTo>
                <a:lnTo>
                  <a:pt x="2401" y="1250"/>
                </a:lnTo>
                <a:lnTo>
                  <a:pt x="2409" y="1239"/>
                </a:lnTo>
                <a:lnTo>
                  <a:pt x="2416" y="1228"/>
                </a:lnTo>
                <a:lnTo>
                  <a:pt x="2424" y="1218"/>
                </a:lnTo>
                <a:lnTo>
                  <a:pt x="2432" y="1207"/>
                </a:lnTo>
                <a:lnTo>
                  <a:pt x="2440" y="1196"/>
                </a:lnTo>
                <a:lnTo>
                  <a:pt x="2447" y="1185"/>
                </a:lnTo>
                <a:lnTo>
                  <a:pt x="2455" y="1174"/>
                </a:lnTo>
                <a:lnTo>
                  <a:pt x="2463" y="1163"/>
                </a:lnTo>
                <a:lnTo>
                  <a:pt x="2471" y="1152"/>
                </a:lnTo>
                <a:lnTo>
                  <a:pt x="2478" y="1140"/>
                </a:lnTo>
                <a:lnTo>
                  <a:pt x="2486" y="1129"/>
                </a:lnTo>
                <a:lnTo>
                  <a:pt x="2494" y="1118"/>
                </a:lnTo>
                <a:lnTo>
                  <a:pt x="2502" y="1106"/>
                </a:lnTo>
                <a:lnTo>
                  <a:pt x="2510" y="1095"/>
                </a:lnTo>
                <a:lnTo>
                  <a:pt x="2517" y="1083"/>
                </a:lnTo>
                <a:lnTo>
                  <a:pt x="2525" y="1071"/>
                </a:lnTo>
                <a:lnTo>
                  <a:pt x="2533" y="1060"/>
                </a:lnTo>
                <a:lnTo>
                  <a:pt x="2541" y="1048"/>
                </a:lnTo>
                <a:lnTo>
                  <a:pt x="2548" y="1036"/>
                </a:lnTo>
                <a:lnTo>
                  <a:pt x="2556" y="1024"/>
                </a:lnTo>
                <a:lnTo>
                  <a:pt x="2564" y="1012"/>
                </a:lnTo>
                <a:lnTo>
                  <a:pt x="2572" y="1000"/>
                </a:lnTo>
                <a:lnTo>
                  <a:pt x="2579" y="987"/>
                </a:lnTo>
                <a:lnTo>
                  <a:pt x="2587" y="975"/>
                </a:lnTo>
                <a:lnTo>
                  <a:pt x="2595" y="963"/>
                </a:lnTo>
                <a:lnTo>
                  <a:pt x="2603" y="950"/>
                </a:lnTo>
                <a:lnTo>
                  <a:pt x="2611" y="938"/>
                </a:lnTo>
                <a:lnTo>
                  <a:pt x="2618" y="925"/>
                </a:lnTo>
                <a:lnTo>
                  <a:pt x="2626" y="913"/>
                </a:lnTo>
                <a:lnTo>
                  <a:pt x="2634" y="900"/>
                </a:lnTo>
                <a:lnTo>
                  <a:pt x="2642" y="887"/>
                </a:lnTo>
                <a:lnTo>
                  <a:pt x="2649" y="874"/>
                </a:lnTo>
                <a:lnTo>
                  <a:pt x="2657" y="861"/>
                </a:lnTo>
                <a:lnTo>
                  <a:pt x="2665" y="848"/>
                </a:lnTo>
                <a:lnTo>
                  <a:pt x="2673" y="835"/>
                </a:lnTo>
                <a:lnTo>
                  <a:pt x="2680" y="822"/>
                </a:lnTo>
                <a:lnTo>
                  <a:pt x="2688" y="809"/>
                </a:lnTo>
                <a:lnTo>
                  <a:pt x="2696" y="795"/>
                </a:lnTo>
                <a:lnTo>
                  <a:pt x="2704" y="782"/>
                </a:lnTo>
                <a:lnTo>
                  <a:pt x="2712" y="769"/>
                </a:lnTo>
                <a:lnTo>
                  <a:pt x="2719" y="755"/>
                </a:lnTo>
                <a:lnTo>
                  <a:pt x="2727" y="741"/>
                </a:lnTo>
                <a:lnTo>
                  <a:pt x="2735" y="728"/>
                </a:lnTo>
                <a:lnTo>
                  <a:pt x="2743" y="714"/>
                </a:lnTo>
                <a:lnTo>
                  <a:pt x="2750" y="700"/>
                </a:lnTo>
                <a:lnTo>
                  <a:pt x="2758" y="686"/>
                </a:lnTo>
                <a:lnTo>
                  <a:pt x="2766" y="672"/>
                </a:lnTo>
                <a:lnTo>
                  <a:pt x="2774" y="658"/>
                </a:lnTo>
                <a:lnTo>
                  <a:pt x="2781" y="644"/>
                </a:lnTo>
                <a:lnTo>
                  <a:pt x="2789" y="630"/>
                </a:lnTo>
                <a:lnTo>
                  <a:pt x="2797" y="615"/>
                </a:lnTo>
                <a:lnTo>
                  <a:pt x="2805" y="601"/>
                </a:lnTo>
                <a:lnTo>
                  <a:pt x="2813" y="587"/>
                </a:lnTo>
                <a:lnTo>
                  <a:pt x="2820" y="572"/>
                </a:lnTo>
                <a:lnTo>
                  <a:pt x="2828" y="558"/>
                </a:lnTo>
                <a:lnTo>
                  <a:pt x="2836" y="543"/>
                </a:lnTo>
                <a:lnTo>
                  <a:pt x="2844" y="528"/>
                </a:lnTo>
                <a:lnTo>
                  <a:pt x="2851" y="513"/>
                </a:lnTo>
                <a:lnTo>
                  <a:pt x="2859" y="498"/>
                </a:lnTo>
                <a:lnTo>
                  <a:pt x="2867" y="484"/>
                </a:lnTo>
                <a:lnTo>
                  <a:pt x="2875" y="468"/>
                </a:lnTo>
                <a:lnTo>
                  <a:pt x="2882" y="453"/>
                </a:lnTo>
                <a:lnTo>
                  <a:pt x="2890" y="438"/>
                </a:lnTo>
                <a:lnTo>
                  <a:pt x="2898" y="423"/>
                </a:lnTo>
                <a:lnTo>
                  <a:pt x="2906" y="408"/>
                </a:lnTo>
                <a:lnTo>
                  <a:pt x="2914" y="392"/>
                </a:lnTo>
                <a:lnTo>
                  <a:pt x="2921" y="377"/>
                </a:lnTo>
                <a:lnTo>
                  <a:pt x="2929" y="361"/>
                </a:lnTo>
                <a:lnTo>
                  <a:pt x="2937" y="346"/>
                </a:lnTo>
                <a:lnTo>
                  <a:pt x="2945" y="330"/>
                </a:lnTo>
                <a:lnTo>
                  <a:pt x="2952" y="314"/>
                </a:lnTo>
                <a:lnTo>
                  <a:pt x="2960" y="298"/>
                </a:lnTo>
                <a:lnTo>
                  <a:pt x="2968" y="282"/>
                </a:lnTo>
                <a:lnTo>
                  <a:pt x="2976" y="266"/>
                </a:lnTo>
                <a:lnTo>
                  <a:pt x="2983" y="250"/>
                </a:lnTo>
                <a:lnTo>
                  <a:pt x="2991" y="234"/>
                </a:lnTo>
                <a:lnTo>
                  <a:pt x="2999" y="218"/>
                </a:lnTo>
                <a:lnTo>
                  <a:pt x="3007" y="202"/>
                </a:lnTo>
                <a:lnTo>
                  <a:pt x="3015" y="185"/>
                </a:lnTo>
                <a:lnTo>
                  <a:pt x="3022" y="169"/>
                </a:lnTo>
                <a:lnTo>
                  <a:pt x="3030" y="152"/>
                </a:lnTo>
                <a:lnTo>
                  <a:pt x="3038" y="136"/>
                </a:lnTo>
                <a:lnTo>
                  <a:pt x="3046" y="119"/>
                </a:lnTo>
                <a:lnTo>
                  <a:pt x="3053" y="102"/>
                </a:lnTo>
                <a:lnTo>
                  <a:pt x="3061" y="85"/>
                </a:lnTo>
                <a:lnTo>
                  <a:pt x="3069" y="69"/>
                </a:lnTo>
                <a:lnTo>
                  <a:pt x="3077" y="52"/>
                </a:lnTo>
                <a:lnTo>
                  <a:pt x="3084" y="35"/>
                </a:lnTo>
                <a:lnTo>
                  <a:pt x="3092" y="18"/>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2834640" cy="834847"/>
          </a:xfrm>
          <a:custGeom>
            <a:avLst/>
            <a:gdLst/>
            <a:ahLst/>
            <a:cxnLst/>
            <a:rect l="l" t="t" r="r" b="b"/>
            <a:pathLst>
              <a:path w="3100" h="913">
                <a:moveTo>
                  <a:pt x="0" y="846"/>
                </a:moveTo>
                <a:lnTo>
                  <a:pt x="8" y="848"/>
                </a:lnTo>
                <a:lnTo>
                  <a:pt x="16" y="850"/>
                </a:lnTo>
                <a:lnTo>
                  <a:pt x="23" y="851"/>
                </a:lnTo>
                <a:lnTo>
                  <a:pt x="31" y="853"/>
                </a:lnTo>
                <a:lnTo>
                  <a:pt x="39" y="854"/>
                </a:lnTo>
                <a:lnTo>
                  <a:pt x="47" y="856"/>
                </a:lnTo>
                <a:lnTo>
                  <a:pt x="54" y="857"/>
                </a:lnTo>
                <a:lnTo>
                  <a:pt x="62" y="858"/>
                </a:lnTo>
                <a:lnTo>
                  <a:pt x="70" y="860"/>
                </a:lnTo>
                <a:lnTo>
                  <a:pt x="78" y="861"/>
                </a:lnTo>
                <a:lnTo>
                  <a:pt x="85" y="863"/>
                </a:lnTo>
                <a:lnTo>
                  <a:pt x="93" y="864"/>
                </a:lnTo>
                <a:lnTo>
                  <a:pt x="101" y="865"/>
                </a:lnTo>
                <a:lnTo>
                  <a:pt x="109" y="867"/>
                </a:lnTo>
                <a:lnTo>
                  <a:pt x="117" y="868"/>
                </a:lnTo>
                <a:lnTo>
                  <a:pt x="124" y="869"/>
                </a:lnTo>
                <a:lnTo>
                  <a:pt x="132" y="870"/>
                </a:lnTo>
                <a:lnTo>
                  <a:pt x="140" y="872"/>
                </a:lnTo>
                <a:lnTo>
                  <a:pt x="148" y="873"/>
                </a:lnTo>
                <a:lnTo>
                  <a:pt x="155" y="874"/>
                </a:lnTo>
                <a:lnTo>
                  <a:pt x="163" y="875"/>
                </a:lnTo>
                <a:lnTo>
                  <a:pt x="171" y="877"/>
                </a:lnTo>
                <a:lnTo>
                  <a:pt x="179" y="878"/>
                </a:lnTo>
                <a:lnTo>
                  <a:pt x="186" y="879"/>
                </a:lnTo>
                <a:lnTo>
                  <a:pt x="194" y="880"/>
                </a:lnTo>
                <a:lnTo>
                  <a:pt x="202" y="881"/>
                </a:lnTo>
                <a:lnTo>
                  <a:pt x="210" y="882"/>
                </a:lnTo>
                <a:lnTo>
                  <a:pt x="218" y="883"/>
                </a:lnTo>
                <a:lnTo>
                  <a:pt x="225" y="884"/>
                </a:lnTo>
                <a:lnTo>
                  <a:pt x="233" y="885"/>
                </a:lnTo>
                <a:lnTo>
                  <a:pt x="241" y="886"/>
                </a:lnTo>
                <a:lnTo>
                  <a:pt x="249" y="887"/>
                </a:lnTo>
                <a:lnTo>
                  <a:pt x="256" y="888"/>
                </a:lnTo>
                <a:lnTo>
                  <a:pt x="264" y="889"/>
                </a:lnTo>
                <a:lnTo>
                  <a:pt x="272" y="890"/>
                </a:lnTo>
                <a:lnTo>
                  <a:pt x="280" y="891"/>
                </a:lnTo>
                <a:lnTo>
                  <a:pt x="287" y="892"/>
                </a:lnTo>
                <a:lnTo>
                  <a:pt x="295" y="893"/>
                </a:lnTo>
                <a:lnTo>
                  <a:pt x="303" y="894"/>
                </a:lnTo>
                <a:lnTo>
                  <a:pt x="311" y="894"/>
                </a:lnTo>
                <a:lnTo>
                  <a:pt x="319" y="895"/>
                </a:lnTo>
                <a:lnTo>
                  <a:pt x="326" y="896"/>
                </a:lnTo>
                <a:lnTo>
                  <a:pt x="334" y="897"/>
                </a:lnTo>
                <a:lnTo>
                  <a:pt x="342" y="898"/>
                </a:lnTo>
                <a:lnTo>
                  <a:pt x="350" y="898"/>
                </a:lnTo>
                <a:lnTo>
                  <a:pt x="357" y="899"/>
                </a:lnTo>
                <a:lnTo>
                  <a:pt x="365" y="900"/>
                </a:lnTo>
                <a:lnTo>
                  <a:pt x="373" y="900"/>
                </a:lnTo>
                <a:lnTo>
                  <a:pt x="381" y="901"/>
                </a:lnTo>
                <a:lnTo>
                  <a:pt x="388" y="902"/>
                </a:lnTo>
                <a:lnTo>
                  <a:pt x="396" y="902"/>
                </a:lnTo>
                <a:lnTo>
                  <a:pt x="404" y="903"/>
                </a:lnTo>
                <a:lnTo>
                  <a:pt x="412" y="904"/>
                </a:lnTo>
                <a:lnTo>
                  <a:pt x="420" y="904"/>
                </a:lnTo>
                <a:lnTo>
                  <a:pt x="427" y="905"/>
                </a:lnTo>
                <a:lnTo>
                  <a:pt x="435" y="905"/>
                </a:lnTo>
                <a:lnTo>
                  <a:pt x="443" y="906"/>
                </a:lnTo>
                <a:lnTo>
                  <a:pt x="451" y="906"/>
                </a:lnTo>
                <a:lnTo>
                  <a:pt x="458" y="907"/>
                </a:lnTo>
                <a:lnTo>
                  <a:pt x="466" y="907"/>
                </a:lnTo>
                <a:lnTo>
                  <a:pt x="474" y="908"/>
                </a:lnTo>
                <a:lnTo>
                  <a:pt x="482" y="908"/>
                </a:lnTo>
                <a:lnTo>
                  <a:pt x="489" y="909"/>
                </a:lnTo>
                <a:lnTo>
                  <a:pt x="497" y="909"/>
                </a:lnTo>
                <a:lnTo>
                  <a:pt x="505" y="909"/>
                </a:lnTo>
                <a:lnTo>
                  <a:pt x="513" y="910"/>
                </a:lnTo>
                <a:lnTo>
                  <a:pt x="521" y="910"/>
                </a:lnTo>
                <a:lnTo>
                  <a:pt x="528" y="910"/>
                </a:lnTo>
                <a:lnTo>
                  <a:pt x="536" y="911"/>
                </a:lnTo>
                <a:lnTo>
                  <a:pt x="544" y="911"/>
                </a:lnTo>
                <a:lnTo>
                  <a:pt x="552" y="911"/>
                </a:lnTo>
                <a:lnTo>
                  <a:pt x="559" y="911"/>
                </a:lnTo>
                <a:lnTo>
                  <a:pt x="567" y="912"/>
                </a:lnTo>
                <a:lnTo>
                  <a:pt x="575" y="912"/>
                </a:lnTo>
                <a:lnTo>
                  <a:pt x="583" y="912"/>
                </a:lnTo>
                <a:lnTo>
                  <a:pt x="590" y="912"/>
                </a:lnTo>
                <a:lnTo>
                  <a:pt x="598" y="912"/>
                </a:lnTo>
                <a:lnTo>
                  <a:pt x="606" y="913"/>
                </a:lnTo>
                <a:lnTo>
                  <a:pt x="614" y="913"/>
                </a:lnTo>
                <a:lnTo>
                  <a:pt x="622" y="913"/>
                </a:lnTo>
                <a:lnTo>
                  <a:pt x="629" y="913"/>
                </a:lnTo>
                <a:lnTo>
                  <a:pt x="637" y="913"/>
                </a:lnTo>
                <a:lnTo>
                  <a:pt x="645" y="913"/>
                </a:lnTo>
                <a:lnTo>
                  <a:pt x="653" y="913"/>
                </a:lnTo>
                <a:lnTo>
                  <a:pt x="660" y="913"/>
                </a:lnTo>
                <a:lnTo>
                  <a:pt x="668" y="913"/>
                </a:lnTo>
                <a:lnTo>
                  <a:pt x="676" y="913"/>
                </a:lnTo>
                <a:lnTo>
                  <a:pt x="684" y="913"/>
                </a:lnTo>
                <a:lnTo>
                  <a:pt x="691" y="913"/>
                </a:lnTo>
                <a:lnTo>
                  <a:pt x="699" y="913"/>
                </a:lnTo>
                <a:lnTo>
                  <a:pt x="707" y="913"/>
                </a:lnTo>
                <a:lnTo>
                  <a:pt x="715" y="913"/>
                </a:lnTo>
                <a:lnTo>
                  <a:pt x="723" y="912"/>
                </a:lnTo>
                <a:lnTo>
                  <a:pt x="730" y="912"/>
                </a:lnTo>
                <a:lnTo>
                  <a:pt x="738" y="912"/>
                </a:lnTo>
                <a:lnTo>
                  <a:pt x="746" y="912"/>
                </a:lnTo>
                <a:lnTo>
                  <a:pt x="754" y="912"/>
                </a:lnTo>
                <a:lnTo>
                  <a:pt x="761" y="911"/>
                </a:lnTo>
                <a:lnTo>
                  <a:pt x="769" y="911"/>
                </a:lnTo>
                <a:lnTo>
                  <a:pt x="777" y="911"/>
                </a:lnTo>
                <a:lnTo>
                  <a:pt x="785" y="911"/>
                </a:lnTo>
                <a:lnTo>
                  <a:pt x="792" y="910"/>
                </a:lnTo>
                <a:lnTo>
                  <a:pt x="800" y="910"/>
                </a:lnTo>
                <a:lnTo>
                  <a:pt x="808" y="910"/>
                </a:lnTo>
                <a:lnTo>
                  <a:pt x="816" y="909"/>
                </a:lnTo>
                <a:lnTo>
                  <a:pt x="824" y="909"/>
                </a:lnTo>
                <a:lnTo>
                  <a:pt x="831" y="908"/>
                </a:lnTo>
                <a:lnTo>
                  <a:pt x="839" y="908"/>
                </a:lnTo>
                <a:lnTo>
                  <a:pt x="847" y="908"/>
                </a:lnTo>
                <a:lnTo>
                  <a:pt x="855" y="907"/>
                </a:lnTo>
                <a:lnTo>
                  <a:pt x="862" y="907"/>
                </a:lnTo>
                <a:lnTo>
                  <a:pt x="870" y="906"/>
                </a:lnTo>
                <a:lnTo>
                  <a:pt x="878" y="906"/>
                </a:lnTo>
                <a:lnTo>
                  <a:pt x="886" y="905"/>
                </a:lnTo>
                <a:lnTo>
                  <a:pt x="893" y="905"/>
                </a:lnTo>
                <a:lnTo>
                  <a:pt x="901" y="904"/>
                </a:lnTo>
                <a:lnTo>
                  <a:pt x="909" y="903"/>
                </a:lnTo>
                <a:lnTo>
                  <a:pt x="917" y="903"/>
                </a:lnTo>
                <a:lnTo>
                  <a:pt x="925" y="902"/>
                </a:lnTo>
                <a:lnTo>
                  <a:pt x="932" y="902"/>
                </a:lnTo>
                <a:lnTo>
                  <a:pt x="940" y="901"/>
                </a:lnTo>
                <a:lnTo>
                  <a:pt x="948" y="900"/>
                </a:lnTo>
                <a:lnTo>
                  <a:pt x="956" y="900"/>
                </a:lnTo>
                <a:lnTo>
                  <a:pt x="963" y="899"/>
                </a:lnTo>
                <a:lnTo>
                  <a:pt x="971" y="898"/>
                </a:lnTo>
                <a:lnTo>
                  <a:pt x="979" y="897"/>
                </a:lnTo>
                <a:lnTo>
                  <a:pt x="987" y="897"/>
                </a:lnTo>
                <a:lnTo>
                  <a:pt x="994" y="896"/>
                </a:lnTo>
                <a:lnTo>
                  <a:pt x="1002" y="895"/>
                </a:lnTo>
                <a:lnTo>
                  <a:pt x="1010" y="894"/>
                </a:lnTo>
                <a:lnTo>
                  <a:pt x="1018" y="893"/>
                </a:lnTo>
                <a:lnTo>
                  <a:pt x="1026" y="892"/>
                </a:lnTo>
                <a:lnTo>
                  <a:pt x="1033" y="892"/>
                </a:lnTo>
                <a:lnTo>
                  <a:pt x="1041" y="891"/>
                </a:lnTo>
                <a:lnTo>
                  <a:pt x="1049" y="890"/>
                </a:lnTo>
                <a:lnTo>
                  <a:pt x="1057" y="889"/>
                </a:lnTo>
                <a:lnTo>
                  <a:pt x="1064" y="888"/>
                </a:lnTo>
                <a:lnTo>
                  <a:pt x="1072" y="887"/>
                </a:lnTo>
                <a:lnTo>
                  <a:pt x="1080" y="886"/>
                </a:lnTo>
                <a:lnTo>
                  <a:pt x="1088" y="885"/>
                </a:lnTo>
                <a:lnTo>
                  <a:pt x="1095" y="884"/>
                </a:lnTo>
                <a:lnTo>
                  <a:pt x="1103" y="883"/>
                </a:lnTo>
                <a:lnTo>
                  <a:pt x="1111" y="882"/>
                </a:lnTo>
                <a:lnTo>
                  <a:pt x="1119" y="881"/>
                </a:lnTo>
                <a:lnTo>
                  <a:pt x="1127" y="880"/>
                </a:lnTo>
                <a:lnTo>
                  <a:pt x="1134" y="878"/>
                </a:lnTo>
                <a:lnTo>
                  <a:pt x="1142" y="877"/>
                </a:lnTo>
                <a:lnTo>
                  <a:pt x="1150" y="876"/>
                </a:lnTo>
                <a:lnTo>
                  <a:pt x="1158" y="875"/>
                </a:lnTo>
                <a:lnTo>
                  <a:pt x="1165" y="874"/>
                </a:lnTo>
                <a:lnTo>
                  <a:pt x="1173" y="873"/>
                </a:lnTo>
                <a:lnTo>
                  <a:pt x="1181" y="871"/>
                </a:lnTo>
                <a:lnTo>
                  <a:pt x="1189" y="870"/>
                </a:lnTo>
                <a:lnTo>
                  <a:pt x="1196" y="869"/>
                </a:lnTo>
                <a:lnTo>
                  <a:pt x="1204" y="867"/>
                </a:lnTo>
                <a:lnTo>
                  <a:pt x="1212" y="866"/>
                </a:lnTo>
                <a:lnTo>
                  <a:pt x="1220" y="865"/>
                </a:lnTo>
                <a:lnTo>
                  <a:pt x="1228" y="864"/>
                </a:lnTo>
                <a:lnTo>
                  <a:pt x="1235" y="862"/>
                </a:lnTo>
                <a:lnTo>
                  <a:pt x="1243" y="861"/>
                </a:lnTo>
                <a:lnTo>
                  <a:pt x="1251" y="859"/>
                </a:lnTo>
                <a:lnTo>
                  <a:pt x="1259" y="858"/>
                </a:lnTo>
                <a:lnTo>
                  <a:pt x="1266" y="857"/>
                </a:lnTo>
                <a:lnTo>
                  <a:pt x="1274" y="855"/>
                </a:lnTo>
                <a:lnTo>
                  <a:pt x="1282" y="854"/>
                </a:lnTo>
                <a:lnTo>
                  <a:pt x="1290" y="852"/>
                </a:lnTo>
                <a:lnTo>
                  <a:pt x="1297" y="851"/>
                </a:lnTo>
                <a:lnTo>
                  <a:pt x="1305" y="849"/>
                </a:lnTo>
                <a:lnTo>
                  <a:pt x="1313" y="848"/>
                </a:lnTo>
                <a:lnTo>
                  <a:pt x="1321" y="846"/>
                </a:lnTo>
                <a:lnTo>
                  <a:pt x="1329" y="844"/>
                </a:lnTo>
                <a:lnTo>
                  <a:pt x="1336" y="843"/>
                </a:lnTo>
                <a:lnTo>
                  <a:pt x="1344" y="841"/>
                </a:lnTo>
                <a:lnTo>
                  <a:pt x="1352" y="840"/>
                </a:lnTo>
                <a:lnTo>
                  <a:pt x="1360" y="838"/>
                </a:lnTo>
                <a:lnTo>
                  <a:pt x="1367" y="836"/>
                </a:lnTo>
                <a:lnTo>
                  <a:pt x="1375" y="834"/>
                </a:lnTo>
                <a:lnTo>
                  <a:pt x="1383" y="833"/>
                </a:lnTo>
                <a:lnTo>
                  <a:pt x="1391" y="831"/>
                </a:lnTo>
                <a:lnTo>
                  <a:pt x="1398" y="829"/>
                </a:lnTo>
                <a:lnTo>
                  <a:pt x="1406" y="828"/>
                </a:lnTo>
                <a:lnTo>
                  <a:pt x="1414" y="826"/>
                </a:lnTo>
                <a:lnTo>
                  <a:pt x="1422" y="824"/>
                </a:lnTo>
                <a:lnTo>
                  <a:pt x="1430" y="822"/>
                </a:lnTo>
                <a:lnTo>
                  <a:pt x="1437" y="820"/>
                </a:lnTo>
                <a:lnTo>
                  <a:pt x="1445" y="818"/>
                </a:lnTo>
                <a:lnTo>
                  <a:pt x="1453" y="817"/>
                </a:lnTo>
                <a:lnTo>
                  <a:pt x="1461" y="815"/>
                </a:lnTo>
                <a:lnTo>
                  <a:pt x="1468" y="813"/>
                </a:lnTo>
                <a:lnTo>
                  <a:pt x="1476" y="811"/>
                </a:lnTo>
                <a:lnTo>
                  <a:pt x="1484" y="809"/>
                </a:lnTo>
                <a:lnTo>
                  <a:pt x="1492" y="807"/>
                </a:lnTo>
                <a:lnTo>
                  <a:pt x="1499" y="805"/>
                </a:lnTo>
                <a:lnTo>
                  <a:pt x="1507" y="803"/>
                </a:lnTo>
                <a:lnTo>
                  <a:pt x="1515" y="801"/>
                </a:lnTo>
                <a:lnTo>
                  <a:pt x="1523" y="799"/>
                </a:lnTo>
                <a:lnTo>
                  <a:pt x="1531" y="797"/>
                </a:lnTo>
                <a:lnTo>
                  <a:pt x="1538" y="795"/>
                </a:lnTo>
                <a:lnTo>
                  <a:pt x="1546" y="793"/>
                </a:lnTo>
                <a:lnTo>
                  <a:pt x="1554" y="790"/>
                </a:lnTo>
                <a:lnTo>
                  <a:pt x="1562" y="788"/>
                </a:lnTo>
                <a:lnTo>
                  <a:pt x="1569" y="786"/>
                </a:lnTo>
                <a:lnTo>
                  <a:pt x="1577" y="784"/>
                </a:lnTo>
                <a:lnTo>
                  <a:pt x="1585" y="782"/>
                </a:lnTo>
                <a:lnTo>
                  <a:pt x="1593" y="780"/>
                </a:lnTo>
                <a:lnTo>
                  <a:pt x="1601" y="777"/>
                </a:lnTo>
                <a:lnTo>
                  <a:pt x="1608" y="775"/>
                </a:lnTo>
                <a:lnTo>
                  <a:pt x="1616" y="773"/>
                </a:lnTo>
                <a:lnTo>
                  <a:pt x="1624" y="770"/>
                </a:lnTo>
                <a:lnTo>
                  <a:pt x="1632" y="768"/>
                </a:lnTo>
                <a:lnTo>
                  <a:pt x="1639" y="766"/>
                </a:lnTo>
                <a:lnTo>
                  <a:pt x="1647" y="763"/>
                </a:lnTo>
                <a:lnTo>
                  <a:pt x="1655" y="761"/>
                </a:lnTo>
                <a:lnTo>
                  <a:pt x="1663" y="759"/>
                </a:lnTo>
                <a:lnTo>
                  <a:pt x="1670" y="756"/>
                </a:lnTo>
                <a:lnTo>
                  <a:pt x="1678" y="754"/>
                </a:lnTo>
                <a:lnTo>
                  <a:pt x="1686" y="752"/>
                </a:lnTo>
                <a:lnTo>
                  <a:pt x="1694" y="749"/>
                </a:lnTo>
                <a:lnTo>
                  <a:pt x="1702" y="747"/>
                </a:lnTo>
                <a:lnTo>
                  <a:pt x="1709" y="744"/>
                </a:lnTo>
                <a:lnTo>
                  <a:pt x="1717" y="742"/>
                </a:lnTo>
                <a:lnTo>
                  <a:pt x="1725" y="739"/>
                </a:lnTo>
                <a:lnTo>
                  <a:pt x="1733" y="737"/>
                </a:lnTo>
                <a:lnTo>
                  <a:pt x="1740" y="734"/>
                </a:lnTo>
                <a:lnTo>
                  <a:pt x="1748" y="731"/>
                </a:lnTo>
                <a:lnTo>
                  <a:pt x="1756" y="729"/>
                </a:lnTo>
                <a:lnTo>
                  <a:pt x="1764" y="726"/>
                </a:lnTo>
                <a:lnTo>
                  <a:pt x="1771" y="724"/>
                </a:lnTo>
                <a:lnTo>
                  <a:pt x="1779" y="721"/>
                </a:lnTo>
                <a:lnTo>
                  <a:pt x="1787" y="718"/>
                </a:lnTo>
                <a:lnTo>
                  <a:pt x="1795" y="715"/>
                </a:lnTo>
                <a:lnTo>
                  <a:pt x="1803" y="713"/>
                </a:lnTo>
                <a:lnTo>
                  <a:pt x="1810" y="710"/>
                </a:lnTo>
                <a:lnTo>
                  <a:pt x="1818" y="707"/>
                </a:lnTo>
                <a:lnTo>
                  <a:pt x="1826" y="705"/>
                </a:lnTo>
                <a:lnTo>
                  <a:pt x="1834" y="702"/>
                </a:lnTo>
                <a:lnTo>
                  <a:pt x="1841" y="699"/>
                </a:lnTo>
                <a:lnTo>
                  <a:pt x="1849" y="696"/>
                </a:lnTo>
                <a:lnTo>
                  <a:pt x="1857" y="693"/>
                </a:lnTo>
                <a:lnTo>
                  <a:pt x="1865" y="690"/>
                </a:lnTo>
                <a:lnTo>
                  <a:pt x="1872" y="688"/>
                </a:lnTo>
                <a:lnTo>
                  <a:pt x="1880" y="685"/>
                </a:lnTo>
                <a:lnTo>
                  <a:pt x="1888" y="682"/>
                </a:lnTo>
                <a:lnTo>
                  <a:pt x="1896" y="679"/>
                </a:lnTo>
                <a:lnTo>
                  <a:pt x="1904" y="676"/>
                </a:lnTo>
                <a:lnTo>
                  <a:pt x="1911" y="673"/>
                </a:lnTo>
                <a:lnTo>
                  <a:pt x="1919" y="670"/>
                </a:lnTo>
                <a:lnTo>
                  <a:pt x="1927" y="667"/>
                </a:lnTo>
                <a:lnTo>
                  <a:pt x="1935" y="664"/>
                </a:lnTo>
                <a:lnTo>
                  <a:pt x="1942" y="661"/>
                </a:lnTo>
                <a:lnTo>
                  <a:pt x="1950" y="658"/>
                </a:lnTo>
                <a:lnTo>
                  <a:pt x="1958" y="655"/>
                </a:lnTo>
                <a:lnTo>
                  <a:pt x="1966" y="652"/>
                </a:lnTo>
                <a:lnTo>
                  <a:pt x="1973" y="648"/>
                </a:lnTo>
                <a:lnTo>
                  <a:pt x="1981" y="645"/>
                </a:lnTo>
                <a:lnTo>
                  <a:pt x="1989" y="642"/>
                </a:lnTo>
                <a:lnTo>
                  <a:pt x="1997" y="639"/>
                </a:lnTo>
                <a:lnTo>
                  <a:pt x="2005" y="636"/>
                </a:lnTo>
                <a:lnTo>
                  <a:pt x="2012" y="633"/>
                </a:lnTo>
                <a:lnTo>
                  <a:pt x="2020" y="629"/>
                </a:lnTo>
                <a:lnTo>
                  <a:pt x="2028" y="626"/>
                </a:lnTo>
                <a:lnTo>
                  <a:pt x="2036" y="623"/>
                </a:lnTo>
                <a:lnTo>
                  <a:pt x="2043" y="620"/>
                </a:lnTo>
                <a:lnTo>
                  <a:pt x="2051" y="616"/>
                </a:lnTo>
                <a:lnTo>
                  <a:pt x="2059" y="613"/>
                </a:lnTo>
                <a:lnTo>
                  <a:pt x="2067" y="610"/>
                </a:lnTo>
                <a:lnTo>
                  <a:pt x="2074" y="606"/>
                </a:lnTo>
                <a:lnTo>
                  <a:pt x="2082" y="603"/>
                </a:lnTo>
                <a:lnTo>
                  <a:pt x="2090" y="599"/>
                </a:lnTo>
                <a:lnTo>
                  <a:pt x="2098" y="596"/>
                </a:lnTo>
                <a:lnTo>
                  <a:pt x="2106" y="593"/>
                </a:lnTo>
                <a:lnTo>
                  <a:pt x="2113" y="589"/>
                </a:lnTo>
                <a:lnTo>
                  <a:pt x="2121" y="586"/>
                </a:lnTo>
                <a:lnTo>
                  <a:pt x="2129" y="582"/>
                </a:lnTo>
                <a:lnTo>
                  <a:pt x="2137" y="579"/>
                </a:lnTo>
                <a:lnTo>
                  <a:pt x="2144" y="575"/>
                </a:lnTo>
                <a:lnTo>
                  <a:pt x="2152" y="572"/>
                </a:lnTo>
                <a:lnTo>
                  <a:pt x="2160" y="568"/>
                </a:lnTo>
                <a:lnTo>
                  <a:pt x="2168" y="564"/>
                </a:lnTo>
                <a:lnTo>
                  <a:pt x="2175" y="561"/>
                </a:lnTo>
                <a:lnTo>
                  <a:pt x="2183" y="557"/>
                </a:lnTo>
                <a:lnTo>
                  <a:pt x="2191" y="554"/>
                </a:lnTo>
                <a:lnTo>
                  <a:pt x="2199" y="550"/>
                </a:lnTo>
                <a:lnTo>
                  <a:pt x="2207" y="546"/>
                </a:lnTo>
                <a:lnTo>
                  <a:pt x="2214" y="543"/>
                </a:lnTo>
                <a:lnTo>
                  <a:pt x="2222" y="539"/>
                </a:lnTo>
                <a:lnTo>
                  <a:pt x="2230" y="535"/>
                </a:lnTo>
                <a:lnTo>
                  <a:pt x="2238" y="531"/>
                </a:lnTo>
                <a:lnTo>
                  <a:pt x="2245" y="528"/>
                </a:lnTo>
                <a:lnTo>
                  <a:pt x="2253" y="524"/>
                </a:lnTo>
                <a:lnTo>
                  <a:pt x="2261" y="520"/>
                </a:lnTo>
                <a:lnTo>
                  <a:pt x="2269" y="516"/>
                </a:lnTo>
                <a:lnTo>
                  <a:pt x="2276" y="512"/>
                </a:lnTo>
                <a:lnTo>
                  <a:pt x="2284" y="508"/>
                </a:lnTo>
                <a:lnTo>
                  <a:pt x="2292" y="505"/>
                </a:lnTo>
                <a:lnTo>
                  <a:pt x="2300" y="501"/>
                </a:lnTo>
                <a:lnTo>
                  <a:pt x="2308" y="497"/>
                </a:lnTo>
                <a:lnTo>
                  <a:pt x="2315" y="493"/>
                </a:lnTo>
                <a:lnTo>
                  <a:pt x="2323" y="489"/>
                </a:lnTo>
                <a:lnTo>
                  <a:pt x="2331" y="485"/>
                </a:lnTo>
                <a:lnTo>
                  <a:pt x="2339" y="481"/>
                </a:lnTo>
                <a:lnTo>
                  <a:pt x="2346" y="477"/>
                </a:lnTo>
                <a:lnTo>
                  <a:pt x="2354" y="473"/>
                </a:lnTo>
                <a:lnTo>
                  <a:pt x="2362" y="469"/>
                </a:lnTo>
                <a:lnTo>
                  <a:pt x="2370" y="465"/>
                </a:lnTo>
                <a:lnTo>
                  <a:pt x="2377" y="461"/>
                </a:lnTo>
                <a:lnTo>
                  <a:pt x="2385" y="457"/>
                </a:lnTo>
                <a:lnTo>
                  <a:pt x="2393" y="453"/>
                </a:lnTo>
                <a:lnTo>
                  <a:pt x="2401" y="448"/>
                </a:lnTo>
                <a:lnTo>
                  <a:pt x="2409" y="444"/>
                </a:lnTo>
                <a:lnTo>
                  <a:pt x="2416" y="440"/>
                </a:lnTo>
                <a:lnTo>
                  <a:pt x="2424" y="436"/>
                </a:lnTo>
                <a:lnTo>
                  <a:pt x="2432" y="432"/>
                </a:lnTo>
                <a:lnTo>
                  <a:pt x="2440" y="427"/>
                </a:lnTo>
                <a:lnTo>
                  <a:pt x="2447" y="423"/>
                </a:lnTo>
                <a:lnTo>
                  <a:pt x="2455" y="419"/>
                </a:lnTo>
                <a:lnTo>
                  <a:pt x="2463" y="415"/>
                </a:lnTo>
                <a:lnTo>
                  <a:pt x="2471" y="410"/>
                </a:lnTo>
                <a:lnTo>
                  <a:pt x="2478" y="406"/>
                </a:lnTo>
                <a:lnTo>
                  <a:pt x="2486" y="402"/>
                </a:lnTo>
                <a:lnTo>
                  <a:pt x="2494" y="397"/>
                </a:lnTo>
                <a:lnTo>
                  <a:pt x="2502" y="393"/>
                </a:lnTo>
                <a:lnTo>
                  <a:pt x="2510" y="389"/>
                </a:lnTo>
                <a:lnTo>
                  <a:pt x="2517" y="384"/>
                </a:lnTo>
                <a:lnTo>
                  <a:pt x="2525" y="380"/>
                </a:lnTo>
                <a:lnTo>
                  <a:pt x="2533" y="375"/>
                </a:lnTo>
                <a:lnTo>
                  <a:pt x="2541" y="371"/>
                </a:lnTo>
                <a:lnTo>
                  <a:pt x="2548" y="366"/>
                </a:lnTo>
                <a:lnTo>
                  <a:pt x="2556" y="362"/>
                </a:lnTo>
                <a:lnTo>
                  <a:pt x="2564" y="357"/>
                </a:lnTo>
                <a:lnTo>
                  <a:pt x="2572" y="353"/>
                </a:lnTo>
                <a:lnTo>
                  <a:pt x="2579" y="348"/>
                </a:lnTo>
                <a:lnTo>
                  <a:pt x="2587" y="344"/>
                </a:lnTo>
                <a:lnTo>
                  <a:pt x="2595" y="339"/>
                </a:lnTo>
                <a:lnTo>
                  <a:pt x="2603" y="334"/>
                </a:lnTo>
                <a:lnTo>
                  <a:pt x="2611" y="330"/>
                </a:lnTo>
                <a:lnTo>
                  <a:pt x="2618" y="325"/>
                </a:lnTo>
                <a:lnTo>
                  <a:pt x="2626" y="320"/>
                </a:lnTo>
                <a:lnTo>
                  <a:pt x="2634" y="316"/>
                </a:lnTo>
                <a:lnTo>
                  <a:pt x="2642" y="311"/>
                </a:lnTo>
                <a:lnTo>
                  <a:pt x="2649" y="306"/>
                </a:lnTo>
                <a:lnTo>
                  <a:pt x="2657" y="302"/>
                </a:lnTo>
                <a:lnTo>
                  <a:pt x="2665" y="297"/>
                </a:lnTo>
                <a:lnTo>
                  <a:pt x="2673" y="292"/>
                </a:lnTo>
                <a:lnTo>
                  <a:pt x="2680" y="287"/>
                </a:lnTo>
                <a:lnTo>
                  <a:pt x="2688" y="282"/>
                </a:lnTo>
                <a:lnTo>
                  <a:pt x="2696" y="278"/>
                </a:lnTo>
                <a:lnTo>
                  <a:pt x="2704" y="273"/>
                </a:lnTo>
                <a:lnTo>
                  <a:pt x="2712" y="268"/>
                </a:lnTo>
                <a:lnTo>
                  <a:pt x="2719" y="263"/>
                </a:lnTo>
                <a:lnTo>
                  <a:pt x="2727" y="258"/>
                </a:lnTo>
                <a:lnTo>
                  <a:pt x="2735" y="253"/>
                </a:lnTo>
                <a:lnTo>
                  <a:pt x="2743" y="248"/>
                </a:lnTo>
                <a:lnTo>
                  <a:pt x="2750" y="243"/>
                </a:lnTo>
                <a:lnTo>
                  <a:pt x="2758" y="238"/>
                </a:lnTo>
                <a:lnTo>
                  <a:pt x="2766" y="233"/>
                </a:lnTo>
                <a:lnTo>
                  <a:pt x="2774" y="228"/>
                </a:lnTo>
                <a:lnTo>
                  <a:pt x="2781" y="223"/>
                </a:lnTo>
                <a:lnTo>
                  <a:pt x="2789" y="218"/>
                </a:lnTo>
                <a:lnTo>
                  <a:pt x="2797" y="213"/>
                </a:lnTo>
                <a:lnTo>
                  <a:pt x="2805" y="208"/>
                </a:lnTo>
                <a:lnTo>
                  <a:pt x="2813" y="203"/>
                </a:lnTo>
                <a:lnTo>
                  <a:pt x="2820" y="198"/>
                </a:lnTo>
                <a:lnTo>
                  <a:pt x="2828" y="192"/>
                </a:lnTo>
                <a:lnTo>
                  <a:pt x="2836" y="187"/>
                </a:lnTo>
                <a:lnTo>
                  <a:pt x="2844" y="182"/>
                </a:lnTo>
                <a:lnTo>
                  <a:pt x="2851" y="177"/>
                </a:lnTo>
                <a:lnTo>
                  <a:pt x="2859" y="172"/>
                </a:lnTo>
                <a:lnTo>
                  <a:pt x="2867" y="166"/>
                </a:lnTo>
                <a:lnTo>
                  <a:pt x="2875" y="161"/>
                </a:lnTo>
                <a:lnTo>
                  <a:pt x="2882" y="156"/>
                </a:lnTo>
                <a:lnTo>
                  <a:pt x="2890" y="151"/>
                </a:lnTo>
                <a:lnTo>
                  <a:pt x="2898" y="145"/>
                </a:lnTo>
                <a:lnTo>
                  <a:pt x="2906" y="140"/>
                </a:lnTo>
                <a:lnTo>
                  <a:pt x="2914" y="135"/>
                </a:lnTo>
                <a:lnTo>
                  <a:pt x="2921" y="129"/>
                </a:lnTo>
                <a:lnTo>
                  <a:pt x="2929" y="124"/>
                </a:lnTo>
                <a:lnTo>
                  <a:pt x="2937" y="118"/>
                </a:lnTo>
                <a:lnTo>
                  <a:pt x="2945" y="113"/>
                </a:lnTo>
                <a:lnTo>
                  <a:pt x="2952" y="107"/>
                </a:lnTo>
                <a:lnTo>
                  <a:pt x="2960" y="102"/>
                </a:lnTo>
                <a:lnTo>
                  <a:pt x="2968" y="97"/>
                </a:lnTo>
                <a:lnTo>
                  <a:pt x="2976" y="91"/>
                </a:lnTo>
                <a:lnTo>
                  <a:pt x="2983" y="85"/>
                </a:lnTo>
                <a:lnTo>
                  <a:pt x="2991" y="80"/>
                </a:lnTo>
                <a:lnTo>
                  <a:pt x="2999" y="74"/>
                </a:lnTo>
                <a:lnTo>
                  <a:pt x="3007" y="69"/>
                </a:lnTo>
                <a:lnTo>
                  <a:pt x="3015" y="63"/>
                </a:lnTo>
                <a:lnTo>
                  <a:pt x="3022" y="58"/>
                </a:lnTo>
                <a:lnTo>
                  <a:pt x="3030" y="52"/>
                </a:lnTo>
                <a:lnTo>
                  <a:pt x="3038" y="46"/>
                </a:lnTo>
                <a:lnTo>
                  <a:pt x="3046" y="41"/>
                </a:lnTo>
                <a:lnTo>
                  <a:pt x="3053" y="35"/>
                </a:lnTo>
                <a:lnTo>
                  <a:pt x="3061" y="29"/>
                </a:lnTo>
                <a:lnTo>
                  <a:pt x="3069" y="24"/>
                </a:lnTo>
                <a:lnTo>
                  <a:pt x="3077" y="18"/>
                </a:lnTo>
                <a:lnTo>
                  <a:pt x="3084" y="12"/>
                </a:lnTo>
                <a:lnTo>
                  <a:pt x="3092" y="6"/>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2834640" cy="1280160"/>
          </a:xfrm>
          <a:custGeom>
            <a:avLst/>
            <a:gdLst/>
            <a:ahLst/>
            <a:cxnLst/>
            <a:rect l="l" t="t" r="r" b="b"/>
            <a:pathLst>
              <a:path w="3100" h="1400">
                <a:moveTo>
                  <a:pt x="0" y="706"/>
                </a:moveTo>
                <a:lnTo>
                  <a:pt x="8" y="715"/>
                </a:lnTo>
                <a:lnTo>
                  <a:pt x="16" y="723"/>
                </a:lnTo>
                <a:lnTo>
                  <a:pt x="23" y="731"/>
                </a:lnTo>
                <a:lnTo>
                  <a:pt x="31" y="739"/>
                </a:lnTo>
                <a:lnTo>
                  <a:pt x="39" y="748"/>
                </a:lnTo>
                <a:lnTo>
                  <a:pt x="47" y="756"/>
                </a:lnTo>
                <a:lnTo>
                  <a:pt x="54" y="764"/>
                </a:lnTo>
                <a:lnTo>
                  <a:pt x="62" y="772"/>
                </a:lnTo>
                <a:lnTo>
                  <a:pt x="70" y="780"/>
                </a:lnTo>
                <a:lnTo>
                  <a:pt x="78" y="788"/>
                </a:lnTo>
                <a:lnTo>
                  <a:pt x="85" y="796"/>
                </a:lnTo>
                <a:lnTo>
                  <a:pt x="93" y="804"/>
                </a:lnTo>
                <a:lnTo>
                  <a:pt x="101" y="811"/>
                </a:lnTo>
                <a:lnTo>
                  <a:pt x="109" y="819"/>
                </a:lnTo>
                <a:lnTo>
                  <a:pt x="117" y="827"/>
                </a:lnTo>
                <a:lnTo>
                  <a:pt x="124" y="834"/>
                </a:lnTo>
                <a:lnTo>
                  <a:pt x="132" y="842"/>
                </a:lnTo>
                <a:lnTo>
                  <a:pt x="140" y="849"/>
                </a:lnTo>
                <a:lnTo>
                  <a:pt x="148" y="857"/>
                </a:lnTo>
                <a:lnTo>
                  <a:pt x="155" y="864"/>
                </a:lnTo>
                <a:lnTo>
                  <a:pt x="163" y="872"/>
                </a:lnTo>
                <a:lnTo>
                  <a:pt x="171" y="879"/>
                </a:lnTo>
                <a:lnTo>
                  <a:pt x="179" y="886"/>
                </a:lnTo>
                <a:lnTo>
                  <a:pt x="186" y="894"/>
                </a:lnTo>
                <a:lnTo>
                  <a:pt x="194" y="901"/>
                </a:lnTo>
                <a:lnTo>
                  <a:pt x="202" y="908"/>
                </a:lnTo>
                <a:lnTo>
                  <a:pt x="210" y="915"/>
                </a:lnTo>
                <a:lnTo>
                  <a:pt x="218" y="922"/>
                </a:lnTo>
                <a:lnTo>
                  <a:pt x="225" y="929"/>
                </a:lnTo>
                <a:lnTo>
                  <a:pt x="233" y="936"/>
                </a:lnTo>
                <a:lnTo>
                  <a:pt x="241" y="943"/>
                </a:lnTo>
                <a:lnTo>
                  <a:pt x="249" y="950"/>
                </a:lnTo>
                <a:lnTo>
                  <a:pt x="256" y="956"/>
                </a:lnTo>
                <a:lnTo>
                  <a:pt x="264" y="963"/>
                </a:lnTo>
                <a:lnTo>
                  <a:pt x="272" y="970"/>
                </a:lnTo>
                <a:lnTo>
                  <a:pt x="280" y="976"/>
                </a:lnTo>
                <a:lnTo>
                  <a:pt x="287" y="983"/>
                </a:lnTo>
                <a:lnTo>
                  <a:pt x="295" y="989"/>
                </a:lnTo>
                <a:lnTo>
                  <a:pt x="303" y="996"/>
                </a:lnTo>
                <a:lnTo>
                  <a:pt x="311" y="1002"/>
                </a:lnTo>
                <a:lnTo>
                  <a:pt x="319" y="1009"/>
                </a:lnTo>
                <a:lnTo>
                  <a:pt x="326" y="1015"/>
                </a:lnTo>
                <a:lnTo>
                  <a:pt x="334" y="1021"/>
                </a:lnTo>
                <a:lnTo>
                  <a:pt x="342" y="1027"/>
                </a:lnTo>
                <a:lnTo>
                  <a:pt x="350" y="1033"/>
                </a:lnTo>
                <a:lnTo>
                  <a:pt x="357" y="1040"/>
                </a:lnTo>
                <a:lnTo>
                  <a:pt x="365" y="1046"/>
                </a:lnTo>
                <a:lnTo>
                  <a:pt x="373" y="1052"/>
                </a:lnTo>
                <a:lnTo>
                  <a:pt x="381" y="1057"/>
                </a:lnTo>
                <a:lnTo>
                  <a:pt x="388" y="1063"/>
                </a:lnTo>
                <a:lnTo>
                  <a:pt x="396" y="1069"/>
                </a:lnTo>
                <a:lnTo>
                  <a:pt x="404" y="1075"/>
                </a:lnTo>
                <a:lnTo>
                  <a:pt x="412" y="1081"/>
                </a:lnTo>
                <a:lnTo>
                  <a:pt x="420" y="1086"/>
                </a:lnTo>
                <a:lnTo>
                  <a:pt x="427" y="1092"/>
                </a:lnTo>
                <a:lnTo>
                  <a:pt x="435" y="1098"/>
                </a:lnTo>
                <a:lnTo>
                  <a:pt x="443" y="1103"/>
                </a:lnTo>
                <a:lnTo>
                  <a:pt x="451" y="1109"/>
                </a:lnTo>
                <a:lnTo>
                  <a:pt x="458" y="1114"/>
                </a:lnTo>
                <a:lnTo>
                  <a:pt x="466" y="1119"/>
                </a:lnTo>
                <a:lnTo>
                  <a:pt x="474" y="1125"/>
                </a:lnTo>
                <a:lnTo>
                  <a:pt x="482" y="1130"/>
                </a:lnTo>
                <a:lnTo>
                  <a:pt x="489" y="1135"/>
                </a:lnTo>
                <a:lnTo>
                  <a:pt x="497" y="1141"/>
                </a:lnTo>
                <a:lnTo>
                  <a:pt x="505" y="1146"/>
                </a:lnTo>
                <a:lnTo>
                  <a:pt x="513" y="1151"/>
                </a:lnTo>
                <a:lnTo>
                  <a:pt x="521" y="1156"/>
                </a:lnTo>
                <a:lnTo>
                  <a:pt x="528" y="1161"/>
                </a:lnTo>
                <a:lnTo>
                  <a:pt x="536" y="1166"/>
                </a:lnTo>
                <a:lnTo>
                  <a:pt x="544" y="1170"/>
                </a:lnTo>
                <a:lnTo>
                  <a:pt x="552" y="1175"/>
                </a:lnTo>
                <a:lnTo>
                  <a:pt x="559" y="1180"/>
                </a:lnTo>
                <a:lnTo>
                  <a:pt x="567" y="1185"/>
                </a:lnTo>
                <a:lnTo>
                  <a:pt x="575" y="1189"/>
                </a:lnTo>
                <a:lnTo>
                  <a:pt x="583" y="1194"/>
                </a:lnTo>
                <a:lnTo>
                  <a:pt x="590" y="1199"/>
                </a:lnTo>
                <a:lnTo>
                  <a:pt x="598" y="1203"/>
                </a:lnTo>
                <a:lnTo>
                  <a:pt x="606" y="1208"/>
                </a:lnTo>
                <a:lnTo>
                  <a:pt x="614" y="1212"/>
                </a:lnTo>
                <a:lnTo>
                  <a:pt x="622" y="1216"/>
                </a:lnTo>
                <a:lnTo>
                  <a:pt x="629" y="1221"/>
                </a:lnTo>
                <a:lnTo>
                  <a:pt x="637" y="1225"/>
                </a:lnTo>
                <a:lnTo>
                  <a:pt x="645" y="1229"/>
                </a:lnTo>
                <a:lnTo>
                  <a:pt x="653" y="1233"/>
                </a:lnTo>
                <a:lnTo>
                  <a:pt x="660" y="1237"/>
                </a:lnTo>
                <a:lnTo>
                  <a:pt x="668" y="1241"/>
                </a:lnTo>
                <a:lnTo>
                  <a:pt x="676" y="1245"/>
                </a:lnTo>
                <a:lnTo>
                  <a:pt x="684" y="1249"/>
                </a:lnTo>
                <a:lnTo>
                  <a:pt x="691" y="1253"/>
                </a:lnTo>
                <a:lnTo>
                  <a:pt x="699" y="1257"/>
                </a:lnTo>
                <a:lnTo>
                  <a:pt x="707" y="1261"/>
                </a:lnTo>
                <a:lnTo>
                  <a:pt x="715" y="1265"/>
                </a:lnTo>
                <a:lnTo>
                  <a:pt x="723" y="1268"/>
                </a:lnTo>
                <a:lnTo>
                  <a:pt x="730" y="1272"/>
                </a:lnTo>
                <a:lnTo>
                  <a:pt x="738" y="1276"/>
                </a:lnTo>
                <a:lnTo>
                  <a:pt x="746" y="1279"/>
                </a:lnTo>
                <a:lnTo>
                  <a:pt x="754" y="1283"/>
                </a:lnTo>
                <a:lnTo>
                  <a:pt x="761" y="1286"/>
                </a:lnTo>
                <a:lnTo>
                  <a:pt x="769" y="1290"/>
                </a:lnTo>
                <a:lnTo>
                  <a:pt x="777" y="1293"/>
                </a:lnTo>
                <a:lnTo>
                  <a:pt x="785" y="1296"/>
                </a:lnTo>
                <a:lnTo>
                  <a:pt x="792" y="1299"/>
                </a:lnTo>
                <a:lnTo>
                  <a:pt x="800" y="1303"/>
                </a:lnTo>
                <a:lnTo>
                  <a:pt x="808" y="1306"/>
                </a:lnTo>
                <a:lnTo>
                  <a:pt x="816" y="1309"/>
                </a:lnTo>
                <a:lnTo>
                  <a:pt x="824" y="1312"/>
                </a:lnTo>
                <a:lnTo>
                  <a:pt x="831" y="1315"/>
                </a:lnTo>
                <a:lnTo>
                  <a:pt x="839" y="1318"/>
                </a:lnTo>
                <a:lnTo>
                  <a:pt x="847" y="1321"/>
                </a:lnTo>
                <a:lnTo>
                  <a:pt x="855" y="1323"/>
                </a:lnTo>
                <a:lnTo>
                  <a:pt x="862" y="1326"/>
                </a:lnTo>
                <a:lnTo>
                  <a:pt x="870" y="1329"/>
                </a:lnTo>
                <a:lnTo>
                  <a:pt x="878" y="1332"/>
                </a:lnTo>
                <a:lnTo>
                  <a:pt x="886" y="1334"/>
                </a:lnTo>
                <a:lnTo>
                  <a:pt x="893" y="1337"/>
                </a:lnTo>
                <a:lnTo>
                  <a:pt x="901" y="1339"/>
                </a:lnTo>
                <a:lnTo>
                  <a:pt x="909" y="1342"/>
                </a:lnTo>
                <a:lnTo>
                  <a:pt x="917" y="1344"/>
                </a:lnTo>
                <a:lnTo>
                  <a:pt x="925" y="1347"/>
                </a:lnTo>
                <a:lnTo>
                  <a:pt x="932" y="1349"/>
                </a:lnTo>
                <a:lnTo>
                  <a:pt x="940" y="1351"/>
                </a:lnTo>
                <a:lnTo>
                  <a:pt x="948" y="1353"/>
                </a:lnTo>
                <a:lnTo>
                  <a:pt x="956" y="1356"/>
                </a:lnTo>
                <a:lnTo>
                  <a:pt x="963" y="1358"/>
                </a:lnTo>
                <a:lnTo>
                  <a:pt x="971" y="1360"/>
                </a:lnTo>
                <a:lnTo>
                  <a:pt x="979" y="1362"/>
                </a:lnTo>
                <a:lnTo>
                  <a:pt x="987" y="1364"/>
                </a:lnTo>
                <a:lnTo>
                  <a:pt x="994" y="1366"/>
                </a:lnTo>
                <a:lnTo>
                  <a:pt x="1002" y="1367"/>
                </a:lnTo>
                <a:lnTo>
                  <a:pt x="1010" y="1369"/>
                </a:lnTo>
                <a:lnTo>
                  <a:pt x="1018" y="1371"/>
                </a:lnTo>
                <a:lnTo>
                  <a:pt x="1026" y="1373"/>
                </a:lnTo>
                <a:lnTo>
                  <a:pt x="1033" y="1374"/>
                </a:lnTo>
                <a:lnTo>
                  <a:pt x="1041" y="1376"/>
                </a:lnTo>
                <a:lnTo>
                  <a:pt x="1049" y="1378"/>
                </a:lnTo>
                <a:lnTo>
                  <a:pt x="1057" y="1379"/>
                </a:lnTo>
                <a:lnTo>
                  <a:pt x="1064" y="1380"/>
                </a:lnTo>
                <a:lnTo>
                  <a:pt x="1072" y="1382"/>
                </a:lnTo>
                <a:lnTo>
                  <a:pt x="1080" y="1383"/>
                </a:lnTo>
                <a:lnTo>
                  <a:pt x="1088" y="1384"/>
                </a:lnTo>
                <a:lnTo>
                  <a:pt x="1095" y="1386"/>
                </a:lnTo>
                <a:lnTo>
                  <a:pt x="1103" y="1387"/>
                </a:lnTo>
                <a:lnTo>
                  <a:pt x="1111" y="1388"/>
                </a:lnTo>
                <a:lnTo>
                  <a:pt x="1119" y="1389"/>
                </a:lnTo>
                <a:lnTo>
                  <a:pt x="1127" y="1390"/>
                </a:lnTo>
                <a:lnTo>
                  <a:pt x="1134" y="1391"/>
                </a:lnTo>
                <a:lnTo>
                  <a:pt x="1142" y="1392"/>
                </a:lnTo>
                <a:lnTo>
                  <a:pt x="1150" y="1393"/>
                </a:lnTo>
                <a:lnTo>
                  <a:pt x="1158" y="1394"/>
                </a:lnTo>
                <a:lnTo>
                  <a:pt x="1165" y="1395"/>
                </a:lnTo>
                <a:lnTo>
                  <a:pt x="1173" y="1395"/>
                </a:lnTo>
                <a:lnTo>
                  <a:pt x="1181" y="1396"/>
                </a:lnTo>
                <a:lnTo>
                  <a:pt x="1189" y="1397"/>
                </a:lnTo>
                <a:lnTo>
                  <a:pt x="1196" y="1397"/>
                </a:lnTo>
                <a:lnTo>
                  <a:pt x="1204" y="1398"/>
                </a:lnTo>
                <a:lnTo>
                  <a:pt x="1212" y="1398"/>
                </a:lnTo>
                <a:lnTo>
                  <a:pt x="1220" y="1399"/>
                </a:lnTo>
                <a:lnTo>
                  <a:pt x="1228" y="1399"/>
                </a:lnTo>
                <a:lnTo>
                  <a:pt x="1235" y="1399"/>
                </a:lnTo>
                <a:lnTo>
                  <a:pt x="1243" y="1400"/>
                </a:lnTo>
                <a:lnTo>
                  <a:pt x="1251" y="1400"/>
                </a:lnTo>
                <a:lnTo>
                  <a:pt x="1259" y="1400"/>
                </a:lnTo>
                <a:lnTo>
                  <a:pt x="1266" y="1400"/>
                </a:lnTo>
                <a:lnTo>
                  <a:pt x="1274" y="1400"/>
                </a:lnTo>
                <a:lnTo>
                  <a:pt x="1282" y="1400"/>
                </a:lnTo>
                <a:lnTo>
                  <a:pt x="1290" y="1400"/>
                </a:lnTo>
                <a:lnTo>
                  <a:pt x="1297" y="1400"/>
                </a:lnTo>
                <a:lnTo>
                  <a:pt x="1305" y="1400"/>
                </a:lnTo>
                <a:lnTo>
                  <a:pt x="1313" y="1400"/>
                </a:lnTo>
                <a:lnTo>
                  <a:pt x="1321" y="1400"/>
                </a:lnTo>
                <a:lnTo>
                  <a:pt x="1329" y="1399"/>
                </a:lnTo>
                <a:lnTo>
                  <a:pt x="1336" y="1399"/>
                </a:lnTo>
                <a:lnTo>
                  <a:pt x="1344" y="1399"/>
                </a:lnTo>
                <a:lnTo>
                  <a:pt x="1352" y="1398"/>
                </a:lnTo>
                <a:lnTo>
                  <a:pt x="1360" y="1398"/>
                </a:lnTo>
                <a:lnTo>
                  <a:pt x="1367" y="1397"/>
                </a:lnTo>
                <a:lnTo>
                  <a:pt x="1375" y="1396"/>
                </a:lnTo>
                <a:lnTo>
                  <a:pt x="1383" y="1396"/>
                </a:lnTo>
                <a:lnTo>
                  <a:pt x="1391" y="1395"/>
                </a:lnTo>
                <a:lnTo>
                  <a:pt x="1398" y="1394"/>
                </a:lnTo>
                <a:lnTo>
                  <a:pt x="1406" y="1394"/>
                </a:lnTo>
                <a:lnTo>
                  <a:pt x="1414" y="1393"/>
                </a:lnTo>
                <a:lnTo>
                  <a:pt x="1422" y="1392"/>
                </a:lnTo>
                <a:lnTo>
                  <a:pt x="1430" y="1391"/>
                </a:lnTo>
                <a:lnTo>
                  <a:pt x="1437" y="1390"/>
                </a:lnTo>
                <a:lnTo>
                  <a:pt x="1445" y="1389"/>
                </a:lnTo>
                <a:lnTo>
                  <a:pt x="1453" y="1388"/>
                </a:lnTo>
                <a:lnTo>
                  <a:pt x="1461" y="1387"/>
                </a:lnTo>
                <a:lnTo>
                  <a:pt x="1468" y="1385"/>
                </a:lnTo>
                <a:lnTo>
                  <a:pt x="1476" y="1384"/>
                </a:lnTo>
                <a:lnTo>
                  <a:pt x="1484" y="1383"/>
                </a:lnTo>
                <a:lnTo>
                  <a:pt x="1492" y="1381"/>
                </a:lnTo>
                <a:lnTo>
                  <a:pt x="1499" y="1380"/>
                </a:lnTo>
                <a:lnTo>
                  <a:pt x="1507" y="1379"/>
                </a:lnTo>
                <a:lnTo>
                  <a:pt x="1515" y="1377"/>
                </a:lnTo>
                <a:lnTo>
                  <a:pt x="1523" y="1375"/>
                </a:lnTo>
                <a:lnTo>
                  <a:pt x="1531" y="1374"/>
                </a:lnTo>
                <a:lnTo>
                  <a:pt x="1538" y="1372"/>
                </a:lnTo>
                <a:lnTo>
                  <a:pt x="1546" y="1370"/>
                </a:lnTo>
                <a:lnTo>
                  <a:pt x="1554" y="1369"/>
                </a:lnTo>
                <a:lnTo>
                  <a:pt x="1562" y="1367"/>
                </a:lnTo>
                <a:lnTo>
                  <a:pt x="1569" y="1365"/>
                </a:lnTo>
                <a:lnTo>
                  <a:pt x="1577" y="1363"/>
                </a:lnTo>
                <a:lnTo>
                  <a:pt x="1585" y="1361"/>
                </a:lnTo>
                <a:lnTo>
                  <a:pt x="1593" y="1359"/>
                </a:lnTo>
                <a:lnTo>
                  <a:pt x="1601" y="1357"/>
                </a:lnTo>
                <a:lnTo>
                  <a:pt x="1608" y="1355"/>
                </a:lnTo>
                <a:lnTo>
                  <a:pt x="1616" y="1353"/>
                </a:lnTo>
                <a:lnTo>
                  <a:pt x="1624" y="1350"/>
                </a:lnTo>
                <a:lnTo>
                  <a:pt x="1632" y="1348"/>
                </a:lnTo>
                <a:lnTo>
                  <a:pt x="1639" y="1346"/>
                </a:lnTo>
                <a:lnTo>
                  <a:pt x="1647" y="1343"/>
                </a:lnTo>
                <a:lnTo>
                  <a:pt x="1655" y="1341"/>
                </a:lnTo>
                <a:lnTo>
                  <a:pt x="1663" y="1339"/>
                </a:lnTo>
                <a:lnTo>
                  <a:pt x="1670" y="1336"/>
                </a:lnTo>
                <a:lnTo>
                  <a:pt x="1678" y="1333"/>
                </a:lnTo>
                <a:lnTo>
                  <a:pt x="1686" y="1331"/>
                </a:lnTo>
                <a:lnTo>
                  <a:pt x="1694" y="1328"/>
                </a:lnTo>
                <a:lnTo>
                  <a:pt x="1702" y="1325"/>
                </a:lnTo>
                <a:lnTo>
                  <a:pt x="1709" y="1323"/>
                </a:lnTo>
                <a:lnTo>
                  <a:pt x="1717" y="1320"/>
                </a:lnTo>
                <a:lnTo>
                  <a:pt x="1725" y="1317"/>
                </a:lnTo>
                <a:lnTo>
                  <a:pt x="1733" y="1314"/>
                </a:lnTo>
                <a:lnTo>
                  <a:pt x="1740" y="1311"/>
                </a:lnTo>
                <a:lnTo>
                  <a:pt x="1748" y="1308"/>
                </a:lnTo>
                <a:lnTo>
                  <a:pt x="1756" y="1305"/>
                </a:lnTo>
                <a:lnTo>
                  <a:pt x="1764" y="1302"/>
                </a:lnTo>
                <a:lnTo>
                  <a:pt x="1771" y="1298"/>
                </a:lnTo>
                <a:lnTo>
                  <a:pt x="1779" y="1295"/>
                </a:lnTo>
                <a:lnTo>
                  <a:pt x="1787" y="1292"/>
                </a:lnTo>
                <a:lnTo>
                  <a:pt x="1795" y="1289"/>
                </a:lnTo>
                <a:lnTo>
                  <a:pt x="1803" y="1285"/>
                </a:lnTo>
                <a:lnTo>
                  <a:pt x="1810" y="1282"/>
                </a:lnTo>
                <a:lnTo>
                  <a:pt x="1818" y="1278"/>
                </a:lnTo>
                <a:lnTo>
                  <a:pt x="1826" y="1275"/>
                </a:lnTo>
                <a:lnTo>
                  <a:pt x="1834" y="1271"/>
                </a:lnTo>
                <a:lnTo>
                  <a:pt x="1841" y="1267"/>
                </a:lnTo>
                <a:lnTo>
                  <a:pt x="1849" y="1264"/>
                </a:lnTo>
                <a:lnTo>
                  <a:pt x="1857" y="1260"/>
                </a:lnTo>
                <a:lnTo>
                  <a:pt x="1865" y="1256"/>
                </a:lnTo>
                <a:lnTo>
                  <a:pt x="1872" y="1252"/>
                </a:lnTo>
                <a:lnTo>
                  <a:pt x="1880" y="1248"/>
                </a:lnTo>
                <a:lnTo>
                  <a:pt x="1888" y="1244"/>
                </a:lnTo>
                <a:lnTo>
                  <a:pt x="1896" y="1240"/>
                </a:lnTo>
                <a:lnTo>
                  <a:pt x="1904" y="1236"/>
                </a:lnTo>
                <a:lnTo>
                  <a:pt x="1911" y="1232"/>
                </a:lnTo>
                <a:lnTo>
                  <a:pt x="1919" y="1228"/>
                </a:lnTo>
                <a:lnTo>
                  <a:pt x="1927" y="1224"/>
                </a:lnTo>
                <a:lnTo>
                  <a:pt x="1935" y="1219"/>
                </a:lnTo>
                <a:lnTo>
                  <a:pt x="1942" y="1215"/>
                </a:lnTo>
                <a:lnTo>
                  <a:pt x="1950" y="1211"/>
                </a:lnTo>
                <a:lnTo>
                  <a:pt x="1958" y="1206"/>
                </a:lnTo>
                <a:lnTo>
                  <a:pt x="1966" y="1202"/>
                </a:lnTo>
                <a:lnTo>
                  <a:pt x="1973" y="1197"/>
                </a:lnTo>
                <a:lnTo>
                  <a:pt x="1981" y="1193"/>
                </a:lnTo>
                <a:lnTo>
                  <a:pt x="1989" y="1188"/>
                </a:lnTo>
                <a:lnTo>
                  <a:pt x="1997" y="1183"/>
                </a:lnTo>
                <a:lnTo>
                  <a:pt x="2005" y="1179"/>
                </a:lnTo>
                <a:lnTo>
                  <a:pt x="2012" y="1174"/>
                </a:lnTo>
                <a:lnTo>
                  <a:pt x="2020" y="1169"/>
                </a:lnTo>
                <a:lnTo>
                  <a:pt x="2028" y="1164"/>
                </a:lnTo>
                <a:lnTo>
                  <a:pt x="2036" y="1159"/>
                </a:lnTo>
                <a:lnTo>
                  <a:pt x="2043" y="1154"/>
                </a:lnTo>
                <a:lnTo>
                  <a:pt x="2051" y="1149"/>
                </a:lnTo>
                <a:lnTo>
                  <a:pt x="2059" y="1144"/>
                </a:lnTo>
                <a:lnTo>
                  <a:pt x="2067" y="1139"/>
                </a:lnTo>
                <a:lnTo>
                  <a:pt x="2074" y="1134"/>
                </a:lnTo>
                <a:lnTo>
                  <a:pt x="2082" y="1129"/>
                </a:lnTo>
                <a:lnTo>
                  <a:pt x="2090" y="1123"/>
                </a:lnTo>
                <a:lnTo>
                  <a:pt x="2098" y="1118"/>
                </a:lnTo>
                <a:lnTo>
                  <a:pt x="2106" y="1112"/>
                </a:lnTo>
                <a:lnTo>
                  <a:pt x="2113" y="1107"/>
                </a:lnTo>
                <a:lnTo>
                  <a:pt x="2121" y="1102"/>
                </a:lnTo>
                <a:lnTo>
                  <a:pt x="2129" y="1096"/>
                </a:lnTo>
                <a:lnTo>
                  <a:pt x="2137" y="1090"/>
                </a:lnTo>
                <a:lnTo>
                  <a:pt x="2144" y="1085"/>
                </a:lnTo>
                <a:lnTo>
                  <a:pt x="2152" y="1079"/>
                </a:lnTo>
                <a:lnTo>
                  <a:pt x="2160" y="1073"/>
                </a:lnTo>
                <a:lnTo>
                  <a:pt x="2168" y="1067"/>
                </a:lnTo>
                <a:lnTo>
                  <a:pt x="2175" y="1062"/>
                </a:lnTo>
                <a:lnTo>
                  <a:pt x="2183" y="1056"/>
                </a:lnTo>
                <a:lnTo>
                  <a:pt x="2191" y="1050"/>
                </a:lnTo>
                <a:lnTo>
                  <a:pt x="2199" y="1044"/>
                </a:lnTo>
                <a:lnTo>
                  <a:pt x="2207" y="1038"/>
                </a:lnTo>
                <a:lnTo>
                  <a:pt x="2214" y="1032"/>
                </a:lnTo>
                <a:lnTo>
                  <a:pt x="2222" y="1025"/>
                </a:lnTo>
                <a:lnTo>
                  <a:pt x="2230" y="1019"/>
                </a:lnTo>
                <a:lnTo>
                  <a:pt x="2238" y="1013"/>
                </a:lnTo>
                <a:lnTo>
                  <a:pt x="2245" y="1007"/>
                </a:lnTo>
                <a:lnTo>
                  <a:pt x="2253" y="1000"/>
                </a:lnTo>
                <a:lnTo>
                  <a:pt x="2261" y="994"/>
                </a:lnTo>
                <a:lnTo>
                  <a:pt x="2269" y="987"/>
                </a:lnTo>
                <a:lnTo>
                  <a:pt x="2276" y="981"/>
                </a:lnTo>
                <a:lnTo>
                  <a:pt x="2284" y="974"/>
                </a:lnTo>
                <a:lnTo>
                  <a:pt x="2292" y="968"/>
                </a:lnTo>
                <a:lnTo>
                  <a:pt x="2300" y="961"/>
                </a:lnTo>
                <a:lnTo>
                  <a:pt x="2308" y="954"/>
                </a:lnTo>
                <a:lnTo>
                  <a:pt x="2315" y="947"/>
                </a:lnTo>
                <a:lnTo>
                  <a:pt x="2323" y="941"/>
                </a:lnTo>
                <a:lnTo>
                  <a:pt x="2331" y="934"/>
                </a:lnTo>
                <a:lnTo>
                  <a:pt x="2339" y="927"/>
                </a:lnTo>
                <a:lnTo>
                  <a:pt x="2346" y="920"/>
                </a:lnTo>
                <a:lnTo>
                  <a:pt x="2354" y="913"/>
                </a:lnTo>
                <a:lnTo>
                  <a:pt x="2362" y="906"/>
                </a:lnTo>
                <a:lnTo>
                  <a:pt x="2370" y="899"/>
                </a:lnTo>
                <a:lnTo>
                  <a:pt x="2377" y="891"/>
                </a:lnTo>
                <a:lnTo>
                  <a:pt x="2385" y="884"/>
                </a:lnTo>
                <a:lnTo>
                  <a:pt x="2393" y="877"/>
                </a:lnTo>
                <a:lnTo>
                  <a:pt x="2401" y="870"/>
                </a:lnTo>
                <a:lnTo>
                  <a:pt x="2409" y="862"/>
                </a:lnTo>
                <a:lnTo>
                  <a:pt x="2416" y="855"/>
                </a:lnTo>
                <a:lnTo>
                  <a:pt x="2424" y="847"/>
                </a:lnTo>
                <a:lnTo>
                  <a:pt x="2432" y="840"/>
                </a:lnTo>
                <a:lnTo>
                  <a:pt x="2440" y="832"/>
                </a:lnTo>
                <a:lnTo>
                  <a:pt x="2447" y="824"/>
                </a:lnTo>
                <a:lnTo>
                  <a:pt x="2455" y="817"/>
                </a:lnTo>
                <a:lnTo>
                  <a:pt x="2463" y="809"/>
                </a:lnTo>
                <a:lnTo>
                  <a:pt x="2471" y="801"/>
                </a:lnTo>
                <a:lnTo>
                  <a:pt x="2478" y="793"/>
                </a:lnTo>
                <a:lnTo>
                  <a:pt x="2486" y="785"/>
                </a:lnTo>
                <a:lnTo>
                  <a:pt x="2494" y="778"/>
                </a:lnTo>
                <a:lnTo>
                  <a:pt x="2502" y="770"/>
                </a:lnTo>
                <a:lnTo>
                  <a:pt x="2510" y="761"/>
                </a:lnTo>
                <a:lnTo>
                  <a:pt x="2517" y="753"/>
                </a:lnTo>
                <a:lnTo>
                  <a:pt x="2525" y="745"/>
                </a:lnTo>
                <a:lnTo>
                  <a:pt x="2533" y="737"/>
                </a:lnTo>
                <a:lnTo>
                  <a:pt x="2541" y="729"/>
                </a:lnTo>
                <a:lnTo>
                  <a:pt x="2548" y="720"/>
                </a:lnTo>
                <a:lnTo>
                  <a:pt x="2556" y="712"/>
                </a:lnTo>
                <a:lnTo>
                  <a:pt x="2564" y="704"/>
                </a:lnTo>
                <a:lnTo>
                  <a:pt x="2572" y="695"/>
                </a:lnTo>
                <a:lnTo>
                  <a:pt x="2579" y="687"/>
                </a:lnTo>
                <a:lnTo>
                  <a:pt x="2587" y="678"/>
                </a:lnTo>
                <a:lnTo>
                  <a:pt x="2595" y="670"/>
                </a:lnTo>
                <a:lnTo>
                  <a:pt x="2603" y="661"/>
                </a:lnTo>
                <a:lnTo>
                  <a:pt x="2611" y="652"/>
                </a:lnTo>
                <a:lnTo>
                  <a:pt x="2618" y="643"/>
                </a:lnTo>
                <a:lnTo>
                  <a:pt x="2626" y="635"/>
                </a:lnTo>
                <a:lnTo>
                  <a:pt x="2634" y="626"/>
                </a:lnTo>
                <a:lnTo>
                  <a:pt x="2642" y="617"/>
                </a:lnTo>
                <a:lnTo>
                  <a:pt x="2649" y="608"/>
                </a:lnTo>
                <a:lnTo>
                  <a:pt x="2657" y="599"/>
                </a:lnTo>
                <a:lnTo>
                  <a:pt x="2665" y="590"/>
                </a:lnTo>
                <a:lnTo>
                  <a:pt x="2673" y="581"/>
                </a:lnTo>
                <a:lnTo>
                  <a:pt x="2680" y="571"/>
                </a:lnTo>
                <a:lnTo>
                  <a:pt x="2688" y="562"/>
                </a:lnTo>
                <a:lnTo>
                  <a:pt x="2696" y="553"/>
                </a:lnTo>
                <a:lnTo>
                  <a:pt x="2704" y="544"/>
                </a:lnTo>
                <a:lnTo>
                  <a:pt x="2712" y="534"/>
                </a:lnTo>
                <a:lnTo>
                  <a:pt x="2719" y="525"/>
                </a:lnTo>
                <a:lnTo>
                  <a:pt x="2727" y="515"/>
                </a:lnTo>
                <a:lnTo>
                  <a:pt x="2735" y="506"/>
                </a:lnTo>
                <a:lnTo>
                  <a:pt x="2743" y="496"/>
                </a:lnTo>
                <a:lnTo>
                  <a:pt x="2750" y="487"/>
                </a:lnTo>
                <a:lnTo>
                  <a:pt x="2758" y="477"/>
                </a:lnTo>
                <a:lnTo>
                  <a:pt x="2766" y="467"/>
                </a:lnTo>
                <a:lnTo>
                  <a:pt x="2774" y="457"/>
                </a:lnTo>
                <a:lnTo>
                  <a:pt x="2781" y="447"/>
                </a:lnTo>
                <a:lnTo>
                  <a:pt x="2789" y="438"/>
                </a:lnTo>
                <a:lnTo>
                  <a:pt x="2797" y="428"/>
                </a:lnTo>
                <a:lnTo>
                  <a:pt x="2805" y="418"/>
                </a:lnTo>
                <a:lnTo>
                  <a:pt x="2813" y="408"/>
                </a:lnTo>
                <a:lnTo>
                  <a:pt x="2820" y="397"/>
                </a:lnTo>
                <a:lnTo>
                  <a:pt x="2828" y="387"/>
                </a:lnTo>
                <a:lnTo>
                  <a:pt x="2836" y="377"/>
                </a:lnTo>
                <a:lnTo>
                  <a:pt x="2844" y="367"/>
                </a:lnTo>
                <a:lnTo>
                  <a:pt x="2851" y="357"/>
                </a:lnTo>
                <a:lnTo>
                  <a:pt x="2859" y="346"/>
                </a:lnTo>
                <a:lnTo>
                  <a:pt x="2867" y="336"/>
                </a:lnTo>
                <a:lnTo>
                  <a:pt x="2875" y="325"/>
                </a:lnTo>
                <a:lnTo>
                  <a:pt x="2882" y="315"/>
                </a:lnTo>
                <a:lnTo>
                  <a:pt x="2890" y="304"/>
                </a:lnTo>
                <a:lnTo>
                  <a:pt x="2898" y="294"/>
                </a:lnTo>
                <a:lnTo>
                  <a:pt x="2906" y="283"/>
                </a:lnTo>
                <a:lnTo>
                  <a:pt x="2914" y="272"/>
                </a:lnTo>
                <a:lnTo>
                  <a:pt x="2921" y="262"/>
                </a:lnTo>
                <a:lnTo>
                  <a:pt x="2929" y="251"/>
                </a:lnTo>
                <a:lnTo>
                  <a:pt x="2937" y="240"/>
                </a:lnTo>
                <a:lnTo>
                  <a:pt x="2945" y="229"/>
                </a:lnTo>
                <a:lnTo>
                  <a:pt x="2952" y="218"/>
                </a:lnTo>
                <a:lnTo>
                  <a:pt x="2960" y="207"/>
                </a:lnTo>
                <a:lnTo>
                  <a:pt x="2968" y="196"/>
                </a:lnTo>
                <a:lnTo>
                  <a:pt x="2976" y="185"/>
                </a:lnTo>
                <a:lnTo>
                  <a:pt x="2983" y="174"/>
                </a:lnTo>
                <a:lnTo>
                  <a:pt x="2991" y="162"/>
                </a:lnTo>
                <a:lnTo>
                  <a:pt x="2999" y="151"/>
                </a:lnTo>
                <a:lnTo>
                  <a:pt x="3007" y="140"/>
                </a:lnTo>
                <a:lnTo>
                  <a:pt x="3015" y="128"/>
                </a:lnTo>
                <a:lnTo>
                  <a:pt x="3022" y="117"/>
                </a:lnTo>
                <a:lnTo>
                  <a:pt x="3030" y="106"/>
                </a:lnTo>
                <a:lnTo>
                  <a:pt x="3038" y="94"/>
                </a:lnTo>
                <a:lnTo>
                  <a:pt x="3046" y="82"/>
                </a:lnTo>
                <a:lnTo>
                  <a:pt x="3053" y="71"/>
                </a:lnTo>
                <a:lnTo>
                  <a:pt x="3061" y="59"/>
                </a:lnTo>
                <a:lnTo>
                  <a:pt x="3069" y="47"/>
                </a:lnTo>
                <a:lnTo>
                  <a:pt x="3077" y="36"/>
                </a:lnTo>
                <a:lnTo>
                  <a:pt x="3084" y="24"/>
                </a:lnTo>
                <a:lnTo>
                  <a:pt x="3092" y="12"/>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2834640" cy="1431950"/>
          </a:xfrm>
          <a:custGeom>
            <a:avLst/>
            <a:gdLst/>
            <a:ahLst/>
            <a:cxnLst/>
            <a:rect l="l" t="t" r="r" b="b"/>
            <a:pathLst>
              <a:path w="3100" h="1566">
                <a:moveTo>
                  <a:pt x="0" y="690"/>
                </a:moveTo>
                <a:lnTo>
                  <a:pt x="8" y="701"/>
                </a:lnTo>
                <a:lnTo>
                  <a:pt x="16" y="711"/>
                </a:lnTo>
                <a:lnTo>
                  <a:pt x="23" y="721"/>
                </a:lnTo>
                <a:lnTo>
                  <a:pt x="31" y="731"/>
                </a:lnTo>
                <a:lnTo>
                  <a:pt x="39" y="741"/>
                </a:lnTo>
                <a:lnTo>
                  <a:pt x="47" y="751"/>
                </a:lnTo>
                <a:lnTo>
                  <a:pt x="54" y="761"/>
                </a:lnTo>
                <a:lnTo>
                  <a:pt x="62" y="770"/>
                </a:lnTo>
                <a:lnTo>
                  <a:pt x="70" y="780"/>
                </a:lnTo>
                <a:lnTo>
                  <a:pt x="78" y="790"/>
                </a:lnTo>
                <a:lnTo>
                  <a:pt x="85" y="800"/>
                </a:lnTo>
                <a:lnTo>
                  <a:pt x="93" y="809"/>
                </a:lnTo>
                <a:lnTo>
                  <a:pt x="101" y="819"/>
                </a:lnTo>
                <a:lnTo>
                  <a:pt x="109" y="828"/>
                </a:lnTo>
                <a:lnTo>
                  <a:pt x="117" y="837"/>
                </a:lnTo>
                <a:lnTo>
                  <a:pt x="124" y="847"/>
                </a:lnTo>
                <a:lnTo>
                  <a:pt x="132" y="856"/>
                </a:lnTo>
                <a:lnTo>
                  <a:pt x="140" y="865"/>
                </a:lnTo>
                <a:lnTo>
                  <a:pt x="148" y="874"/>
                </a:lnTo>
                <a:lnTo>
                  <a:pt x="155" y="884"/>
                </a:lnTo>
                <a:lnTo>
                  <a:pt x="163" y="893"/>
                </a:lnTo>
                <a:lnTo>
                  <a:pt x="171" y="902"/>
                </a:lnTo>
                <a:lnTo>
                  <a:pt x="179" y="910"/>
                </a:lnTo>
                <a:lnTo>
                  <a:pt x="186" y="919"/>
                </a:lnTo>
                <a:lnTo>
                  <a:pt x="194" y="928"/>
                </a:lnTo>
                <a:lnTo>
                  <a:pt x="202" y="937"/>
                </a:lnTo>
                <a:lnTo>
                  <a:pt x="210" y="945"/>
                </a:lnTo>
                <a:lnTo>
                  <a:pt x="218" y="954"/>
                </a:lnTo>
                <a:lnTo>
                  <a:pt x="225" y="963"/>
                </a:lnTo>
                <a:lnTo>
                  <a:pt x="233" y="971"/>
                </a:lnTo>
                <a:lnTo>
                  <a:pt x="241" y="980"/>
                </a:lnTo>
                <a:lnTo>
                  <a:pt x="249" y="988"/>
                </a:lnTo>
                <a:lnTo>
                  <a:pt x="256" y="996"/>
                </a:lnTo>
                <a:lnTo>
                  <a:pt x="264" y="1004"/>
                </a:lnTo>
                <a:lnTo>
                  <a:pt x="272" y="1013"/>
                </a:lnTo>
                <a:lnTo>
                  <a:pt x="280" y="1021"/>
                </a:lnTo>
                <a:lnTo>
                  <a:pt x="287" y="1029"/>
                </a:lnTo>
                <a:lnTo>
                  <a:pt x="295" y="1037"/>
                </a:lnTo>
                <a:lnTo>
                  <a:pt x="303" y="1045"/>
                </a:lnTo>
                <a:lnTo>
                  <a:pt x="311" y="1053"/>
                </a:lnTo>
                <a:lnTo>
                  <a:pt x="319" y="1060"/>
                </a:lnTo>
                <a:lnTo>
                  <a:pt x="326" y="1068"/>
                </a:lnTo>
                <a:lnTo>
                  <a:pt x="334" y="1076"/>
                </a:lnTo>
                <a:lnTo>
                  <a:pt x="342" y="1084"/>
                </a:lnTo>
                <a:lnTo>
                  <a:pt x="350" y="1091"/>
                </a:lnTo>
                <a:lnTo>
                  <a:pt x="357" y="1099"/>
                </a:lnTo>
                <a:lnTo>
                  <a:pt x="365" y="1106"/>
                </a:lnTo>
                <a:lnTo>
                  <a:pt x="373" y="1114"/>
                </a:lnTo>
                <a:lnTo>
                  <a:pt x="381" y="1121"/>
                </a:lnTo>
                <a:lnTo>
                  <a:pt x="388" y="1128"/>
                </a:lnTo>
                <a:lnTo>
                  <a:pt x="396" y="1135"/>
                </a:lnTo>
                <a:lnTo>
                  <a:pt x="404" y="1143"/>
                </a:lnTo>
                <a:lnTo>
                  <a:pt x="412" y="1150"/>
                </a:lnTo>
                <a:lnTo>
                  <a:pt x="420" y="1157"/>
                </a:lnTo>
                <a:lnTo>
                  <a:pt x="427" y="1164"/>
                </a:lnTo>
                <a:lnTo>
                  <a:pt x="435" y="1171"/>
                </a:lnTo>
                <a:lnTo>
                  <a:pt x="443" y="1178"/>
                </a:lnTo>
                <a:lnTo>
                  <a:pt x="451" y="1184"/>
                </a:lnTo>
                <a:lnTo>
                  <a:pt x="458" y="1191"/>
                </a:lnTo>
                <a:lnTo>
                  <a:pt x="466" y="1198"/>
                </a:lnTo>
                <a:lnTo>
                  <a:pt x="474" y="1204"/>
                </a:lnTo>
                <a:lnTo>
                  <a:pt x="482" y="1211"/>
                </a:lnTo>
                <a:lnTo>
                  <a:pt x="489" y="1217"/>
                </a:lnTo>
                <a:lnTo>
                  <a:pt x="497" y="1224"/>
                </a:lnTo>
                <a:lnTo>
                  <a:pt x="505" y="1230"/>
                </a:lnTo>
                <a:lnTo>
                  <a:pt x="513" y="1237"/>
                </a:lnTo>
                <a:lnTo>
                  <a:pt x="521" y="1243"/>
                </a:lnTo>
                <a:lnTo>
                  <a:pt x="528" y="1249"/>
                </a:lnTo>
                <a:lnTo>
                  <a:pt x="536" y="1255"/>
                </a:lnTo>
                <a:lnTo>
                  <a:pt x="544" y="1261"/>
                </a:lnTo>
                <a:lnTo>
                  <a:pt x="552" y="1267"/>
                </a:lnTo>
                <a:lnTo>
                  <a:pt x="559" y="1273"/>
                </a:lnTo>
                <a:lnTo>
                  <a:pt x="567" y="1279"/>
                </a:lnTo>
                <a:lnTo>
                  <a:pt x="575" y="1285"/>
                </a:lnTo>
                <a:lnTo>
                  <a:pt x="583" y="1291"/>
                </a:lnTo>
                <a:lnTo>
                  <a:pt x="590" y="1296"/>
                </a:lnTo>
                <a:lnTo>
                  <a:pt x="598" y="1302"/>
                </a:lnTo>
                <a:lnTo>
                  <a:pt x="606" y="1308"/>
                </a:lnTo>
                <a:lnTo>
                  <a:pt x="614" y="1313"/>
                </a:lnTo>
                <a:lnTo>
                  <a:pt x="622" y="1319"/>
                </a:lnTo>
                <a:lnTo>
                  <a:pt x="629" y="1324"/>
                </a:lnTo>
                <a:lnTo>
                  <a:pt x="637" y="1330"/>
                </a:lnTo>
                <a:lnTo>
                  <a:pt x="645" y="1335"/>
                </a:lnTo>
                <a:lnTo>
                  <a:pt x="653" y="1340"/>
                </a:lnTo>
                <a:lnTo>
                  <a:pt x="660" y="1345"/>
                </a:lnTo>
                <a:lnTo>
                  <a:pt x="668" y="1350"/>
                </a:lnTo>
                <a:lnTo>
                  <a:pt x="676" y="1355"/>
                </a:lnTo>
                <a:lnTo>
                  <a:pt x="684" y="1360"/>
                </a:lnTo>
                <a:lnTo>
                  <a:pt x="691" y="1365"/>
                </a:lnTo>
                <a:lnTo>
                  <a:pt x="699" y="1370"/>
                </a:lnTo>
                <a:lnTo>
                  <a:pt x="707" y="1375"/>
                </a:lnTo>
                <a:lnTo>
                  <a:pt x="715" y="1380"/>
                </a:lnTo>
                <a:lnTo>
                  <a:pt x="723" y="1385"/>
                </a:lnTo>
                <a:lnTo>
                  <a:pt x="730" y="1389"/>
                </a:lnTo>
                <a:lnTo>
                  <a:pt x="738" y="1394"/>
                </a:lnTo>
                <a:lnTo>
                  <a:pt x="746" y="1398"/>
                </a:lnTo>
                <a:lnTo>
                  <a:pt x="754" y="1403"/>
                </a:lnTo>
                <a:lnTo>
                  <a:pt x="761" y="1407"/>
                </a:lnTo>
                <a:lnTo>
                  <a:pt x="769" y="1412"/>
                </a:lnTo>
                <a:lnTo>
                  <a:pt x="777" y="1416"/>
                </a:lnTo>
                <a:lnTo>
                  <a:pt x="785" y="1420"/>
                </a:lnTo>
                <a:lnTo>
                  <a:pt x="792" y="1424"/>
                </a:lnTo>
                <a:lnTo>
                  <a:pt x="800" y="1428"/>
                </a:lnTo>
                <a:lnTo>
                  <a:pt x="808" y="1432"/>
                </a:lnTo>
                <a:lnTo>
                  <a:pt x="816" y="1436"/>
                </a:lnTo>
                <a:lnTo>
                  <a:pt x="824" y="1440"/>
                </a:lnTo>
                <a:lnTo>
                  <a:pt x="831" y="1444"/>
                </a:lnTo>
                <a:lnTo>
                  <a:pt x="839" y="1448"/>
                </a:lnTo>
                <a:lnTo>
                  <a:pt x="847" y="1452"/>
                </a:lnTo>
                <a:lnTo>
                  <a:pt x="855" y="1455"/>
                </a:lnTo>
                <a:lnTo>
                  <a:pt x="862" y="1459"/>
                </a:lnTo>
                <a:lnTo>
                  <a:pt x="870" y="1462"/>
                </a:lnTo>
                <a:lnTo>
                  <a:pt x="878" y="1466"/>
                </a:lnTo>
                <a:lnTo>
                  <a:pt x="886" y="1469"/>
                </a:lnTo>
                <a:lnTo>
                  <a:pt x="893" y="1473"/>
                </a:lnTo>
                <a:lnTo>
                  <a:pt x="901" y="1476"/>
                </a:lnTo>
                <a:lnTo>
                  <a:pt x="909" y="1479"/>
                </a:lnTo>
                <a:lnTo>
                  <a:pt x="917" y="1483"/>
                </a:lnTo>
                <a:lnTo>
                  <a:pt x="925" y="1486"/>
                </a:lnTo>
                <a:lnTo>
                  <a:pt x="932" y="1489"/>
                </a:lnTo>
                <a:lnTo>
                  <a:pt x="940" y="1492"/>
                </a:lnTo>
                <a:lnTo>
                  <a:pt x="948" y="1495"/>
                </a:lnTo>
                <a:lnTo>
                  <a:pt x="956" y="1498"/>
                </a:lnTo>
                <a:lnTo>
                  <a:pt x="963" y="1500"/>
                </a:lnTo>
                <a:lnTo>
                  <a:pt x="971" y="1503"/>
                </a:lnTo>
                <a:lnTo>
                  <a:pt x="979" y="1506"/>
                </a:lnTo>
                <a:lnTo>
                  <a:pt x="987" y="1509"/>
                </a:lnTo>
                <a:lnTo>
                  <a:pt x="994" y="1511"/>
                </a:lnTo>
                <a:lnTo>
                  <a:pt x="1002" y="1514"/>
                </a:lnTo>
                <a:lnTo>
                  <a:pt x="1010" y="1516"/>
                </a:lnTo>
                <a:lnTo>
                  <a:pt x="1018" y="1519"/>
                </a:lnTo>
                <a:lnTo>
                  <a:pt x="1026" y="1521"/>
                </a:lnTo>
                <a:lnTo>
                  <a:pt x="1033" y="1523"/>
                </a:lnTo>
                <a:lnTo>
                  <a:pt x="1041" y="1526"/>
                </a:lnTo>
                <a:lnTo>
                  <a:pt x="1049" y="1528"/>
                </a:lnTo>
                <a:lnTo>
                  <a:pt x="1057" y="1530"/>
                </a:lnTo>
                <a:lnTo>
                  <a:pt x="1064" y="1532"/>
                </a:lnTo>
                <a:lnTo>
                  <a:pt x="1072" y="1534"/>
                </a:lnTo>
                <a:lnTo>
                  <a:pt x="1080" y="1536"/>
                </a:lnTo>
                <a:lnTo>
                  <a:pt x="1088" y="1538"/>
                </a:lnTo>
                <a:lnTo>
                  <a:pt x="1095" y="1539"/>
                </a:lnTo>
                <a:lnTo>
                  <a:pt x="1103" y="1541"/>
                </a:lnTo>
                <a:lnTo>
                  <a:pt x="1111" y="1543"/>
                </a:lnTo>
                <a:lnTo>
                  <a:pt x="1119" y="1545"/>
                </a:lnTo>
                <a:lnTo>
                  <a:pt x="1127" y="1546"/>
                </a:lnTo>
                <a:lnTo>
                  <a:pt x="1134" y="1548"/>
                </a:lnTo>
                <a:lnTo>
                  <a:pt x="1142" y="1549"/>
                </a:lnTo>
                <a:lnTo>
                  <a:pt x="1150" y="1551"/>
                </a:lnTo>
                <a:lnTo>
                  <a:pt x="1158" y="1552"/>
                </a:lnTo>
                <a:lnTo>
                  <a:pt x="1165" y="1553"/>
                </a:lnTo>
                <a:lnTo>
                  <a:pt x="1173" y="1554"/>
                </a:lnTo>
                <a:lnTo>
                  <a:pt x="1181" y="1555"/>
                </a:lnTo>
                <a:lnTo>
                  <a:pt x="1189" y="1557"/>
                </a:lnTo>
                <a:lnTo>
                  <a:pt x="1196" y="1558"/>
                </a:lnTo>
                <a:lnTo>
                  <a:pt x="1204" y="1559"/>
                </a:lnTo>
                <a:lnTo>
                  <a:pt x="1212" y="1560"/>
                </a:lnTo>
                <a:lnTo>
                  <a:pt x="1220" y="1560"/>
                </a:lnTo>
                <a:lnTo>
                  <a:pt x="1228" y="1561"/>
                </a:lnTo>
                <a:lnTo>
                  <a:pt x="1235" y="1562"/>
                </a:lnTo>
                <a:lnTo>
                  <a:pt x="1243" y="1563"/>
                </a:lnTo>
                <a:lnTo>
                  <a:pt x="1251" y="1563"/>
                </a:lnTo>
                <a:lnTo>
                  <a:pt x="1259" y="1564"/>
                </a:lnTo>
                <a:lnTo>
                  <a:pt x="1266" y="1564"/>
                </a:lnTo>
                <a:lnTo>
                  <a:pt x="1274" y="1565"/>
                </a:lnTo>
                <a:lnTo>
                  <a:pt x="1282" y="1565"/>
                </a:lnTo>
                <a:lnTo>
                  <a:pt x="1290" y="1565"/>
                </a:lnTo>
                <a:lnTo>
                  <a:pt x="1297" y="1566"/>
                </a:lnTo>
                <a:lnTo>
                  <a:pt x="1305" y="1566"/>
                </a:lnTo>
                <a:lnTo>
                  <a:pt x="1313" y="1566"/>
                </a:lnTo>
                <a:lnTo>
                  <a:pt x="1321" y="1566"/>
                </a:lnTo>
                <a:lnTo>
                  <a:pt x="1329" y="1566"/>
                </a:lnTo>
                <a:lnTo>
                  <a:pt x="1336" y="1566"/>
                </a:lnTo>
                <a:lnTo>
                  <a:pt x="1344" y="1566"/>
                </a:lnTo>
                <a:lnTo>
                  <a:pt x="1352" y="1566"/>
                </a:lnTo>
                <a:lnTo>
                  <a:pt x="1360" y="1565"/>
                </a:lnTo>
                <a:lnTo>
                  <a:pt x="1367" y="1565"/>
                </a:lnTo>
                <a:lnTo>
                  <a:pt x="1375" y="1565"/>
                </a:lnTo>
                <a:lnTo>
                  <a:pt x="1383" y="1564"/>
                </a:lnTo>
                <a:lnTo>
                  <a:pt x="1391" y="1564"/>
                </a:lnTo>
                <a:lnTo>
                  <a:pt x="1398" y="1563"/>
                </a:lnTo>
                <a:lnTo>
                  <a:pt x="1406" y="1563"/>
                </a:lnTo>
                <a:lnTo>
                  <a:pt x="1414" y="1562"/>
                </a:lnTo>
                <a:lnTo>
                  <a:pt x="1422" y="1561"/>
                </a:lnTo>
                <a:lnTo>
                  <a:pt x="1430" y="1561"/>
                </a:lnTo>
                <a:lnTo>
                  <a:pt x="1437" y="1560"/>
                </a:lnTo>
                <a:lnTo>
                  <a:pt x="1445" y="1559"/>
                </a:lnTo>
                <a:lnTo>
                  <a:pt x="1453" y="1558"/>
                </a:lnTo>
                <a:lnTo>
                  <a:pt x="1461" y="1557"/>
                </a:lnTo>
                <a:lnTo>
                  <a:pt x="1468" y="1556"/>
                </a:lnTo>
                <a:lnTo>
                  <a:pt x="1476" y="1555"/>
                </a:lnTo>
                <a:lnTo>
                  <a:pt x="1484" y="1554"/>
                </a:lnTo>
                <a:lnTo>
                  <a:pt x="1492" y="1552"/>
                </a:lnTo>
                <a:lnTo>
                  <a:pt x="1499" y="1551"/>
                </a:lnTo>
                <a:lnTo>
                  <a:pt x="1507" y="1550"/>
                </a:lnTo>
                <a:lnTo>
                  <a:pt x="1515" y="1548"/>
                </a:lnTo>
                <a:lnTo>
                  <a:pt x="1523" y="1547"/>
                </a:lnTo>
                <a:lnTo>
                  <a:pt x="1531" y="1545"/>
                </a:lnTo>
                <a:lnTo>
                  <a:pt x="1538" y="1544"/>
                </a:lnTo>
                <a:lnTo>
                  <a:pt x="1546" y="1542"/>
                </a:lnTo>
                <a:lnTo>
                  <a:pt x="1554" y="1540"/>
                </a:lnTo>
                <a:lnTo>
                  <a:pt x="1562" y="1538"/>
                </a:lnTo>
                <a:lnTo>
                  <a:pt x="1569" y="1537"/>
                </a:lnTo>
                <a:lnTo>
                  <a:pt x="1577" y="1535"/>
                </a:lnTo>
                <a:lnTo>
                  <a:pt x="1585" y="1533"/>
                </a:lnTo>
                <a:lnTo>
                  <a:pt x="1593" y="1531"/>
                </a:lnTo>
                <a:lnTo>
                  <a:pt x="1601" y="1529"/>
                </a:lnTo>
                <a:lnTo>
                  <a:pt x="1608" y="1526"/>
                </a:lnTo>
                <a:lnTo>
                  <a:pt x="1616" y="1524"/>
                </a:lnTo>
                <a:lnTo>
                  <a:pt x="1624" y="1522"/>
                </a:lnTo>
                <a:lnTo>
                  <a:pt x="1632" y="1520"/>
                </a:lnTo>
                <a:lnTo>
                  <a:pt x="1639" y="1517"/>
                </a:lnTo>
                <a:lnTo>
                  <a:pt x="1647" y="1515"/>
                </a:lnTo>
                <a:lnTo>
                  <a:pt x="1655" y="1512"/>
                </a:lnTo>
                <a:lnTo>
                  <a:pt x="1663" y="1510"/>
                </a:lnTo>
                <a:lnTo>
                  <a:pt x="1670" y="1507"/>
                </a:lnTo>
                <a:lnTo>
                  <a:pt x="1678" y="1504"/>
                </a:lnTo>
                <a:lnTo>
                  <a:pt x="1686" y="1502"/>
                </a:lnTo>
                <a:lnTo>
                  <a:pt x="1694" y="1499"/>
                </a:lnTo>
                <a:lnTo>
                  <a:pt x="1702" y="1496"/>
                </a:lnTo>
                <a:lnTo>
                  <a:pt x="1709" y="1493"/>
                </a:lnTo>
                <a:lnTo>
                  <a:pt x="1717" y="1490"/>
                </a:lnTo>
                <a:lnTo>
                  <a:pt x="1725" y="1487"/>
                </a:lnTo>
                <a:lnTo>
                  <a:pt x="1733" y="1484"/>
                </a:lnTo>
                <a:lnTo>
                  <a:pt x="1740" y="1481"/>
                </a:lnTo>
                <a:lnTo>
                  <a:pt x="1748" y="1477"/>
                </a:lnTo>
                <a:lnTo>
                  <a:pt x="1756" y="1474"/>
                </a:lnTo>
                <a:lnTo>
                  <a:pt x="1764" y="1471"/>
                </a:lnTo>
                <a:lnTo>
                  <a:pt x="1771" y="1467"/>
                </a:lnTo>
                <a:lnTo>
                  <a:pt x="1779" y="1464"/>
                </a:lnTo>
                <a:lnTo>
                  <a:pt x="1787" y="1460"/>
                </a:lnTo>
                <a:lnTo>
                  <a:pt x="1795" y="1457"/>
                </a:lnTo>
                <a:lnTo>
                  <a:pt x="1803" y="1453"/>
                </a:lnTo>
                <a:lnTo>
                  <a:pt x="1810" y="1449"/>
                </a:lnTo>
                <a:lnTo>
                  <a:pt x="1818" y="1446"/>
                </a:lnTo>
                <a:lnTo>
                  <a:pt x="1826" y="1442"/>
                </a:lnTo>
                <a:lnTo>
                  <a:pt x="1834" y="1438"/>
                </a:lnTo>
                <a:lnTo>
                  <a:pt x="1841" y="1434"/>
                </a:lnTo>
                <a:lnTo>
                  <a:pt x="1849" y="1430"/>
                </a:lnTo>
                <a:lnTo>
                  <a:pt x="1857" y="1426"/>
                </a:lnTo>
                <a:lnTo>
                  <a:pt x="1865" y="1422"/>
                </a:lnTo>
                <a:lnTo>
                  <a:pt x="1872" y="1417"/>
                </a:lnTo>
                <a:lnTo>
                  <a:pt x="1880" y="1413"/>
                </a:lnTo>
                <a:lnTo>
                  <a:pt x="1888" y="1409"/>
                </a:lnTo>
                <a:lnTo>
                  <a:pt x="1896" y="1405"/>
                </a:lnTo>
                <a:lnTo>
                  <a:pt x="1904" y="1400"/>
                </a:lnTo>
                <a:lnTo>
                  <a:pt x="1911" y="1396"/>
                </a:lnTo>
                <a:lnTo>
                  <a:pt x="1919" y="1391"/>
                </a:lnTo>
                <a:lnTo>
                  <a:pt x="1927" y="1386"/>
                </a:lnTo>
                <a:lnTo>
                  <a:pt x="1935" y="1382"/>
                </a:lnTo>
                <a:lnTo>
                  <a:pt x="1942" y="1377"/>
                </a:lnTo>
                <a:lnTo>
                  <a:pt x="1950" y="1372"/>
                </a:lnTo>
                <a:lnTo>
                  <a:pt x="1958" y="1367"/>
                </a:lnTo>
                <a:lnTo>
                  <a:pt x="1966" y="1362"/>
                </a:lnTo>
                <a:lnTo>
                  <a:pt x="1973" y="1357"/>
                </a:lnTo>
                <a:lnTo>
                  <a:pt x="1981" y="1352"/>
                </a:lnTo>
                <a:lnTo>
                  <a:pt x="1989" y="1347"/>
                </a:lnTo>
                <a:lnTo>
                  <a:pt x="1997" y="1342"/>
                </a:lnTo>
                <a:lnTo>
                  <a:pt x="2005" y="1337"/>
                </a:lnTo>
                <a:lnTo>
                  <a:pt x="2012" y="1332"/>
                </a:lnTo>
                <a:lnTo>
                  <a:pt x="2020" y="1326"/>
                </a:lnTo>
                <a:lnTo>
                  <a:pt x="2028" y="1321"/>
                </a:lnTo>
                <a:lnTo>
                  <a:pt x="2036" y="1315"/>
                </a:lnTo>
                <a:lnTo>
                  <a:pt x="2043" y="1310"/>
                </a:lnTo>
                <a:lnTo>
                  <a:pt x="2051" y="1304"/>
                </a:lnTo>
                <a:lnTo>
                  <a:pt x="2059" y="1299"/>
                </a:lnTo>
                <a:lnTo>
                  <a:pt x="2067" y="1293"/>
                </a:lnTo>
                <a:lnTo>
                  <a:pt x="2074" y="1287"/>
                </a:lnTo>
                <a:lnTo>
                  <a:pt x="2082" y="1281"/>
                </a:lnTo>
                <a:lnTo>
                  <a:pt x="2090" y="1276"/>
                </a:lnTo>
                <a:lnTo>
                  <a:pt x="2098" y="1270"/>
                </a:lnTo>
                <a:lnTo>
                  <a:pt x="2106" y="1264"/>
                </a:lnTo>
                <a:lnTo>
                  <a:pt x="2113" y="1258"/>
                </a:lnTo>
                <a:lnTo>
                  <a:pt x="2121" y="1251"/>
                </a:lnTo>
                <a:lnTo>
                  <a:pt x="2129" y="1245"/>
                </a:lnTo>
                <a:lnTo>
                  <a:pt x="2137" y="1239"/>
                </a:lnTo>
                <a:lnTo>
                  <a:pt x="2144" y="1233"/>
                </a:lnTo>
                <a:lnTo>
                  <a:pt x="2152" y="1226"/>
                </a:lnTo>
                <a:lnTo>
                  <a:pt x="2160" y="1220"/>
                </a:lnTo>
                <a:lnTo>
                  <a:pt x="2168" y="1213"/>
                </a:lnTo>
                <a:lnTo>
                  <a:pt x="2175" y="1207"/>
                </a:lnTo>
                <a:lnTo>
                  <a:pt x="2183" y="1200"/>
                </a:lnTo>
                <a:lnTo>
                  <a:pt x="2191" y="1194"/>
                </a:lnTo>
                <a:lnTo>
                  <a:pt x="2199" y="1187"/>
                </a:lnTo>
                <a:lnTo>
                  <a:pt x="2207" y="1180"/>
                </a:lnTo>
                <a:lnTo>
                  <a:pt x="2214" y="1173"/>
                </a:lnTo>
                <a:lnTo>
                  <a:pt x="2222" y="1166"/>
                </a:lnTo>
                <a:lnTo>
                  <a:pt x="2230" y="1159"/>
                </a:lnTo>
                <a:lnTo>
                  <a:pt x="2238" y="1152"/>
                </a:lnTo>
                <a:lnTo>
                  <a:pt x="2245" y="1145"/>
                </a:lnTo>
                <a:lnTo>
                  <a:pt x="2253" y="1138"/>
                </a:lnTo>
                <a:lnTo>
                  <a:pt x="2261" y="1131"/>
                </a:lnTo>
                <a:lnTo>
                  <a:pt x="2269" y="1124"/>
                </a:lnTo>
                <a:lnTo>
                  <a:pt x="2276" y="1116"/>
                </a:lnTo>
                <a:lnTo>
                  <a:pt x="2284" y="1109"/>
                </a:lnTo>
                <a:lnTo>
                  <a:pt x="2292" y="1102"/>
                </a:lnTo>
                <a:lnTo>
                  <a:pt x="2300" y="1094"/>
                </a:lnTo>
                <a:lnTo>
                  <a:pt x="2308" y="1087"/>
                </a:lnTo>
                <a:lnTo>
                  <a:pt x="2315" y="1079"/>
                </a:lnTo>
                <a:lnTo>
                  <a:pt x="2323" y="1071"/>
                </a:lnTo>
                <a:lnTo>
                  <a:pt x="2331" y="1064"/>
                </a:lnTo>
                <a:lnTo>
                  <a:pt x="2339" y="1056"/>
                </a:lnTo>
                <a:lnTo>
                  <a:pt x="2346" y="1048"/>
                </a:lnTo>
                <a:lnTo>
                  <a:pt x="2354" y="1040"/>
                </a:lnTo>
                <a:lnTo>
                  <a:pt x="2362" y="1032"/>
                </a:lnTo>
                <a:lnTo>
                  <a:pt x="2370" y="1024"/>
                </a:lnTo>
                <a:lnTo>
                  <a:pt x="2377" y="1016"/>
                </a:lnTo>
                <a:lnTo>
                  <a:pt x="2385" y="1008"/>
                </a:lnTo>
                <a:lnTo>
                  <a:pt x="2393" y="999"/>
                </a:lnTo>
                <a:lnTo>
                  <a:pt x="2401" y="991"/>
                </a:lnTo>
                <a:lnTo>
                  <a:pt x="2409" y="983"/>
                </a:lnTo>
                <a:lnTo>
                  <a:pt x="2416" y="974"/>
                </a:lnTo>
                <a:lnTo>
                  <a:pt x="2424" y="966"/>
                </a:lnTo>
                <a:lnTo>
                  <a:pt x="2432" y="957"/>
                </a:lnTo>
                <a:lnTo>
                  <a:pt x="2440" y="949"/>
                </a:lnTo>
                <a:lnTo>
                  <a:pt x="2447" y="940"/>
                </a:lnTo>
                <a:lnTo>
                  <a:pt x="2455" y="931"/>
                </a:lnTo>
                <a:lnTo>
                  <a:pt x="2463" y="923"/>
                </a:lnTo>
                <a:lnTo>
                  <a:pt x="2471" y="914"/>
                </a:lnTo>
                <a:lnTo>
                  <a:pt x="2478" y="905"/>
                </a:lnTo>
                <a:lnTo>
                  <a:pt x="2486" y="896"/>
                </a:lnTo>
                <a:lnTo>
                  <a:pt x="2494" y="887"/>
                </a:lnTo>
                <a:lnTo>
                  <a:pt x="2502" y="878"/>
                </a:lnTo>
                <a:lnTo>
                  <a:pt x="2510" y="869"/>
                </a:lnTo>
                <a:lnTo>
                  <a:pt x="2517" y="860"/>
                </a:lnTo>
                <a:lnTo>
                  <a:pt x="2525" y="850"/>
                </a:lnTo>
                <a:lnTo>
                  <a:pt x="2533" y="841"/>
                </a:lnTo>
                <a:lnTo>
                  <a:pt x="2541" y="832"/>
                </a:lnTo>
                <a:lnTo>
                  <a:pt x="2548" y="822"/>
                </a:lnTo>
                <a:lnTo>
                  <a:pt x="2556" y="813"/>
                </a:lnTo>
                <a:lnTo>
                  <a:pt x="2564" y="803"/>
                </a:lnTo>
                <a:lnTo>
                  <a:pt x="2572" y="794"/>
                </a:lnTo>
                <a:lnTo>
                  <a:pt x="2579" y="784"/>
                </a:lnTo>
                <a:lnTo>
                  <a:pt x="2587" y="774"/>
                </a:lnTo>
                <a:lnTo>
                  <a:pt x="2595" y="765"/>
                </a:lnTo>
                <a:lnTo>
                  <a:pt x="2603" y="755"/>
                </a:lnTo>
                <a:lnTo>
                  <a:pt x="2611" y="745"/>
                </a:lnTo>
                <a:lnTo>
                  <a:pt x="2618" y="735"/>
                </a:lnTo>
                <a:lnTo>
                  <a:pt x="2626" y="725"/>
                </a:lnTo>
                <a:lnTo>
                  <a:pt x="2634" y="715"/>
                </a:lnTo>
                <a:lnTo>
                  <a:pt x="2642" y="705"/>
                </a:lnTo>
                <a:lnTo>
                  <a:pt x="2649" y="694"/>
                </a:lnTo>
                <a:lnTo>
                  <a:pt x="2657" y="684"/>
                </a:lnTo>
                <a:lnTo>
                  <a:pt x="2665" y="674"/>
                </a:lnTo>
                <a:lnTo>
                  <a:pt x="2673" y="663"/>
                </a:lnTo>
                <a:lnTo>
                  <a:pt x="2680" y="653"/>
                </a:lnTo>
                <a:lnTo>
                  <a:pt x="2688" y="642"/>
                </a:lnTo>
                <a:lnTo>
                  <a:pt x="2696" y="632"/>
                </a:lnTo>
                <a:lnTo>
                  <a:pt x="2704" y="621"/>
                </a:lnTo>
                <a:lnTo>
                  <a:pt x="2712" y="611"/>
                </a:lnTo>
                <a:lnTo>
                  <a:pt x="2719" y="600"/>
                </a:lnTo>
                <a:lnTo>
                  <a:pt x="2727" y="589"/>
                </a:lnTo>
                <a:lnTo>
                  <a:pt x="2735" y="578"/>
                </a:lnTo>
                <a:lnTo>
                  <a:pt x="2743" y="567"/>
                </a:lnTo>
                <a:lnTo>
                  <a:pt x="2750" y="556"/>
                </a:lnTo>
                <a:lnTo>
                  <a:pt x="2758" y="545"/>
                </a:lnTo>
                <a:lnTo>
                  <a:pt x="2766" y="534"/>
                </a:lnTo>
                <a:lnTo>
                  <a:pt x="2774" y="523"/>
                </a:lnTo>
                <a:lnTo>
                  <a:pt x="2781" y="512"/>
                </a:lnTo>
                <a:lnTo>
                  <a:pt x="2789" y="500"/>
                </a:lnTo>
                <a:lnTo>
                  <a:pt x="2797" y="489"/>
                </a:lnTo>
                <a:lnTo>
                  <a:pt x="2805" y="478"/>
                </a:lnTo>
                <a:lnTo>
                  <a:pt x="2813" y="466"/>
                </a:lnTo>
                <a:lnTo>
                  <a:pt x="2820" y="455"/>
                </a:lnTo>
                <a:lnTo>
                  <a:pt x="2828" y="443"/>
                </a:lnTo>
                <a:lnTo>
                  <a:pt x="2836" y="431"/>
                </a:lnTo>
                <a:lnTo>
                  <a:pt x="2844" y="420"/>
                </a:lnTo>
                <a:lnTo>
                  <a:pt x="2851" y="408"/>
                </a:lnTo>
                <a:lnTo>
                  <a:pt x="2859" y="396"/>
                </a:lnTo>
                <a:lnTo>
                  <a:pt x="2867" y="384"/>
                </a:lnTo>
                <a:lnTo>
                  <a:pt x="2875" y="372"/>
                </a:lnTo>
                <a:lnTo>
                  <a:pt x="2882" y="360"/>
                </a:lnTo>
                <a:lnTo>
                  <a:pt x="2890" y="348"/>
                </a:lnTo>
                <a:lnTo>
                  <a:pt x="2898" y="336"/>
                </a:lnTo>
                <a:lnTo>
                  <a:pt x="2906" y="324"/>
                </a:lnTo>
                <a:lnTo>
                  <a:pt x="2914" y="312"/>
                </a:lnTo>
                <a:lnTo>
                  <a:pt x="2921" y="299"/>
                </a:lnTo>
                <a:lnTo>
                  <a:pt x="2929" y="287"/>
                </a:lnTo>
                <a:lnTo>
                  <a:pt x="2937" y="274"/>
                </a:lnTo>
                <a:lnTo>
                  <a:pt x="2945" y="262"/>
                </a:lnTo>
                <a:lnTo>
                  <a:pt x="2952" y="249"/>
                </a:lnTo>
                <a:lnTo>
                  <a:pt x="2960" y="237"/>
                </a:lnTo>
                <a:lnTo>
                  <a:pt x="2968" y="224"/>
                </a:lnTo>
                <a:lnTo>
                  <a:pt x="2976" y="211"/>
                </a:lnTo>
                <a:lnTo>
                  <a:pt x="2983" y="199"/>
                </a:lnTo>
                <a:lnTo>
                  <a:pt x="2991" y="186"/>
                </a:lnTo>
                <a:lnTo>
                  <a:pt x="2999" y="173"/>
                </a:lnTo>
                <a:lnTo>
                  <a:pt x="3007" y="160"/>
                </a:lnTo>
                <a:lnTo>
                  <a:pt x="3015" y="147"/>
                </a:lnTo>
                <a:lnTo>
                  <a:pt x="3022" y="134"/>
                </a:lnTo>
                <a:lnTo>
                  <a:pt x="3030" y="121"/>
                </a:lnTo>
                <a:lnTo>
                  <a:pt x="3038" y="107"/>
                </a:lnTo>
                <a:lnTo>
                  <a:pt x="3046" y="94"/>
                </a:lnTo>
                <a:lnTo>
                  <a:pt x="3053" y="81"/>
                </a:lnTo>
                <a:lnTo>
                  <a:pt x="3061" y="67"/>
                </a:lnTo>
                <a:lnTo>
                  <a:pt x="3069" y="54"/>
                </a:lnTo>
                <a:lnTo>
                  <a:pt x="3077" y="40"/>
                </a:lnTo>
                <a:lnTo>
                  <a:pt x="3084" y="27"/>
                </a:lnTo>
                <a:lnTo>
                  <a:pt x="3092" y="13"/>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2834640" cy="1068019"/>
          </a:xfrm>
          <a:custGeom>
            <a:avLst/>
            <a:gdLst/>
            <a:ahLst/>
            <a:cxnLst/>
            <a:rect l="l" t="t" r="r" b="b"/>
            <a:pathLst>
              <a:path w="3100" h="1168">
                <a:moveTo>
                  <a:pt x="0" y="783"/>
                </a:moveTo>
                <a:lnTo>
                  <a:pt x="8" y="788"/>
                </a:lnTo>
                <a:lnTo>
                  <a:pt x="16" y="793"/>
                </a:lnTo>
                <a:lnTo>
                  <a:pt x="23" y="798"/>
                </a:lnTo>
                <a:lnTo>
                  <a:pt x="31" y="804"/>
                </a:lnTo>
                <a:lnTo>
                  <a:pt x="39" y="809"/>
                </a:lnTo>
                <a:lnTo>
                  <a:pt x="47" y="814"/>
                </a:lnTo>
                <a:lnTo>
                  <a:pt x="54" y="819"/>
                </a:lnTo>
                <a:lnTo>
                  <a:pt x="62" y="824"/>
                </a:lnTo>
                <a:lnTo>
                  <a:pt x="70" y="829"/>
                </a:lnTo>
                <a:lnTo>
                  <a:pt x="78" y="834"/>
                </a:lnTo>
                <a:lnTo>
                  <a:pt x="85" y="839"/>
                </a:lnTo>
                <a:lnTo>
                  <a:pt x="93" y="844"/>
                </a:lnTo>
                <a:lnTo>
                  <a:pt x="101" y="849"/>
                </a:lnTo>
                <a:lnTo>
                  <a:pt x="109" y="853"/>
                </a:lnTo>
                <a:lnTo>
                  <a:pt x="117" y="858"/>
                </a:lnTo>
                <a:lnTo>
                  <a:pt x="124" y="863"/>
                </a:lnTo>
                <a:lnTo>
                  <a:pt x="132" y="868"/>
                </a:lnTo>
                <a:lnTo>
                  <a:pt x="140" y="872"/>
                </a:lnTo>
                <a:lnTo>
                  <a:pt x="148" y="877"/>
                </a:lnTo>
                <a:lnTo>
                  <a:pt x="155" y="881"/>
                </a:lnTo>
                <a:lnTo>
                  <a:pt x="163" y="886"/>
                </a:lnTo>
                <a:lnTo>
                  <a:pt x="171" y="890"/>
                </a:lnTo>
                <a:lnTo>
                  <a:pt x="179" y="895"/>
                </a:lnTo>
                <a:lnTo>
                  <a:pt x="186" y="899"/>
                </a:lnTo>
                <a:lnTo>
                  <a:pt x="194" y="904"/>
                </a:lnTo>
                <a:lnTo>
                  <a:pt x="202" y="908"/>
                </a:lnTo>
                <a:lnTo>
                  <a:pt x="210" y="912"/>
                </a:lnTo>
                <a:lnTo>
                  <a:pt x="218" y="917"/>
                </a:lnTo>
                <a:lnTo>
                  <a:pt x="225" y="921"/>
                </a:lnTo>
                <a:lnTo>
                  <a:pt x="233" y="925"/>
                </a:lnTo>
                <a:lnTo>
                  <a:pt x="241" y="929"/>
                </a:lnTo>
                <a:lnTo>
                  <a:pt x="249" y="934"/>
                </a:lnTo>
                <a:lnTo>
                  <a:pt x="256" y="938"/>
                </a:lnTo>
                <a:lnTo>
                  <a:pt x="264" y="942"/>
                </a:lnTo>
                <a:lnTo>
                  <a:pt x="272" y="946"/>
                </a:lnTo>
                <a:lnTo>
                  <a:pt x="280" y="950"/>
                </a:lnTo>
                <a:lnTo>
                  <a:pt x="287" y="954"/>
                </a:lnTo>
                <a:lnTo>
                  <a:pt x="295" y="958"/>
                </a:lnTo>
                <a:lnTo>
                  <a:pt x="303" y="962"/>
                </a:lnTo>
                <a:lnTo>
                  <a:pt x="311" y="965"/>
                </a:lnTo>
                <a:lnTo>
                  <a:pt x="319" y="969"/>
                </a:lnTo>
                <a:lnTo>
                  <a:pt x="326" y="973"/>
                </a:lnTo>
                <a:lnTo>
                  <a:pt x="334" y="977"/>
                </a:lnTo>
                <a:lnTo>
                  <a:pt x="342" y="980"/>
                </a:lnTo>
                <a:lnTo>
                  <a:pt x="350" y="984"/>
                </a:lnTo>
                <a:lnTo>
                  <a:pt x="357" y="988"/>
                </a:lnTo>
                <a:lnTo>
                  <a:pt x="365" y="991"/>
                </a:lnTo>
                <a:lnTo>
                  <a:pt x="373" y="995"/>
                </a:lnTo>
                <a:lnTo>
                  <a:pt x="381" y="998"/>
                </a:lnTo>
                <a:lnTo>
                  <a:pt x="388" y="1002"/>
                </a:lnTo>
                <a:lnTo>
                  <a:pt x="396" y="1005"/>
                </a:lnTo>
                <a:lnTo>
                  <a:pt x="404" y="1009"/>
                </a:lnTo>
                <a:lnTo>
                  <a:pt x="412" y="1012"/>
                </a:lnTo>
                <a:lnTo>
                  <a:pt x="420" y="1016"/>
                </a:lnTo>
                <a:lnTo>
                  <a:pt x="427" y="1019"/>
                </a:lnTo>
                <a:lnTo>
                  <a:pt x="435" y="1022"/>
                </a:lnTo>
                <a:lnTo>
                  <a:pt x="443" y="1025"/>
                </a:lnTo>
                <a:lnTo>
                  <a:pt x="451" y="1029"/>
                </a:lnTo>
                <a:lnTo>
                  <a:pt x="458" y="1032"/>
                </a:lnTo>
                <a:lnTo>
                  <a:pt x="466" y="1035"/>
                </a:lnTo>
                <a:lnTo>
                  <a:pt x="474" y="1038"/>
                </a:lnTo>
                <a:lnTo>
                  <a:pt x="482" y="1041"/>
                </a:lnTo>
                <a:lnTo>
                  <a:pt x="489" y="1044"/>
                </a:lnTo>
                <a:lnTo>
                  <a:pt x="497" y="1047"/>
                </a:lnTo>
                <a:lnTo>
                  <a:pt x="505" y="1050"/>
                </a:lnTo>
                <a:lnTo>
                  <a:pt x="513" y="1053"/>
                </a:lnTo>
                <a:lnTo>
                  <a:pt x="521" y="1056"/>
                </a:lnTo>
                <a:lnTo>
                  <a:pt x="528" y="1059"/>
                </a:lnTo>
                <a:lnTo>
                  <a:pt x="536" y="1061"/>
                </a:lnTo>
                <a:lnTo>
                  <a:pt x="544" y="1064"/>
                </a:lnTo>
                <a:lnTo>
                  <a:pt x="552" y="1067"/>
                </a:lnTo>
                <a:lnTo>
                  <a:pt x="559" y="1070"/>
                </a:lnTo>
                <a:lnTo>
                  <a:pt x="567" y="1072"/>
                </a:lnTo>
                <a:lnTo>
                  <a:pt x="575" y="1075"/>
                </a:lnTo>
                <a:lnTo>
                  <a:pt x="583" y="1078"/>
                </a:lnTo>
                <a:lnTo>
                  <a:pt x="590" y="1080"/>
                </a:lnTo>
                <a:lnTo>
                  <a:pt x="598" y="1083"/>
                </a:lnTo>
                <a:lnTo>
                  <a:pt x="606" y="1085"/>
                </a:lnTo>
                <a:lnTo>
                  <a:pt x="614" y="1087"/>
                </a:lnTo>
                <a:lnTo>
                  <a:pt x="622" y="1090"/>
                </a:lnTo>
                <a:lnTo>
                  <a:pt x="629" y="1092"/>
                </a:lnTo>
                <a:lnTo>
                  <a:pt x="637" y="1095"/>
                </a:lnTo>
                <a:lnTo>
                  <a:pt x="645" y="1097"/>
                </a:lnTo>
                <a:lnTo>
                  <a:pt x="653" y="1099"/>
                </a:lnTo>
                <a:lnTo>
                  <a:pt x="660" y="1101"/>
                </a:lnTo>
                <a:lnTo>
                  <a:pt x="668" y="1104"/>
                </a:lnTo>
                <a:lnTo>
                  <a:pt x="676" y="1106"/>
                </a:lnTo>
                <a:lnTo>
                  <a:pt x="684" y="1108"/>
                </a:lnTo>
                <a:lnTo>
                  <a:pt x="691" y="1110"/>
                </a:lnTo>
                <a:lnTo>
                  <a:pt x="699" y="1112"/>
                </a:lnTo>
                <a:lnTo>
                  <a:pt x="707" y="1114"/>
                </a:lnTo>
                <a:lnTo>
                  <a:pt x="715" y="1116"/>
                </a:lnTo>
                <a:lnTo>
                  <a:pt x="723" y="1118"/>
                </a:lnTo>
                <a:lnTo>
                  <a:pt x="730" y="1120"/>
                </a:lnTo>
                <a:lnTo>
                  <a:pt x="738" y="1122"/>
                </a:lnTo>
                <a:lnTo>
                  <a:pt x="746" y="1123"/>
                </a:lnTo>
                <a:lnTo>
                  <a:pt x="754" y="1125"/>
                </a:lnTo>
                <a:lnTo>
                  <a:pt x="761" y="1127"/>
                </a:lnTo>
                <a:lnTo>
                  <a:pt x="769" y="1129"/>
                </a:lnTo>
                <a:lnTo>
                  <a:pt x="777" y="1130"/>
                </a:lnTo>
                <a:lnTo>
                  <a:pt x="785" y="1132"/>
                </a:lnTo>
                <a:lnTo>
                  <a:pt x="792" y="1134"/>
                </a:lnTo>
                <a:lnTo>
                  <a:pt x="800" y="1135"/>
                </a:lnTo>
                <a:lnTo>
                  <a:pt x="808" y="1137"/>
                </a:lnTo>
                <a:lnTo>
                  <a:pt x="816" y="1138"/>
                </a:lnTo>
                <a:lnTo>
                  <a:pt x="824" y="1140"/>
                </a:lnTo>
                <a:lnTo>
                  <a:pt x="831" y="1141"/>
                </a:lnTo>
                <a:lnTo>
                  <a:pt x="839" y="1142"/>
                </a:lnTo>
                <a:lnTo>
                  <a:pt x="847" y="1144"/>
                </a:lnTo>
                <a:lnTo>
                  <a:pt x="855" y="1145"/>
                </a:lnTo>
                <a:lnTo>
                  <a:pt x="862" y="1146"/>
                </a:lnTo>
                <a:lnTo>
                  <a:pt x="870" y="1148"/>
                </a:lnTo>
                <a:lnTo>
                  <a:pt x="878" y="1149"/>
                </a:lnTo>
                <a:lnTo>
                  <a:pt x="886" y="1150"/>
                </a:lnTo>
                <a:lnTo>
                  <a:pt x="893" y="1151"/>
                </a:lnTo>
                <a:lnTo>
                  <a:pt x="901" y="1152"/>
                </a:lnTo>
                <a:lnTo>
                  <a:pt x="909" y="1153"/>
                </a:lnTo>
                <a:lnTo>
                  <a:pt x="917" y="1154"/>
                </a:lnTo>
                <a:lnTo>
                  <a:pt x="925" y="1155"/>
                </a:lnTo>
                <a:lnTo>
                  <a:pt x="932" y="1156"/>
                </a:lnTo>
                <a:lnTo>
                  <a:pt x="940" y="1157"/>
                </a:lnTo>
                <a:lnTo>
                  <a:pt x="948" y="1158"/>
                </a:lnTo>
                <a:lnTo>
                  <a:pt x="956" y="1159"/>
                </a:lnTo>
                <a:lnTo>
                  <a:pt x="963" y="1160"/>
                </a:lnTo>
                <a:lnTo>
                  <a:pt x="971" y="1160"/>
                </a:lnTo>
                <a:lnTo>
                  <a:pt x="979" y="1161"/>
                </a:lnTo>
                <a:lnTo>
                  <a:pt x="987" y="1162"/>
                </a:lnTo>
                <a:lnTo>
                  <a:pt x="994" y="1162"/>
                </a:lnTo>
                <a:lnTo>
                  <a:pt x="1002" y="1163"/>
                </a:lnTo>
                <a:lnTo>
                  <a:pt x="1010" y="1164"/>
                </a:lnTo>
                <a:lnTo>
                  <a:pt x="1018" y="1164"/>
                </a:lnTo>
                <a:lnTo>
                  <a:pt x="1026" y="1165"/>
                </a:lnTo>
                <a:lnTo>
                  <a:pt x="1033" y="1165"/>
                </a:lnTo>
                <a:lnTo>
                  <a:pt x="1041" y="1166"/>
                </a:lnTo>
                <a:lnTo>
                  <a:pt x="1049" y="1166"/>
                </a:lnTo>
                <a:lnTo>
                  <a:pt x="1057" y="1166"/>
                </a:lnTo>
                <a:lnTo>
                  <a:pt x="1064" y="1167"/>
                </a:lnTo>
                <a:lnTo>
                  <a:pt x="1072" y="1167"/>
                </a:lnTo>
                <a:lnTo>
                  <a:pt x="1080" y="1167"/>
                </a:lnTo>
                <a:lnTo>
                  <a:pt x="1088" y="1167"/>
                </a:lnTo>
                <a:lnTo>
                  <a:pt x="1095" y="1168"/>
                </a:lnTo>
                <a:lnTo>
                  <a:pt x="1103" y="1168"/>
                </a:lnTo>
                <a:lnTo>
                  <a:pt x="1111" y="1168"/>
                </a:lnTo>
                <a:lnTo>
                  <a:pt x="1119" y="1168"/>
                </a:lnTo>
                <a:lnTo>
                  <a:pt x="1127" y="1168"/>
                </a:lnTo>
                <a:lnTo>
                  <a:pt x="1134" y="1168"/>
                </a:lnTo>
                <a:lnTo>
                  <a:pt x="1142" y="1168"/>
                </a:lnTo>
                <a:lnTo>
                  <a:pt x="1150" y="1168"/>
                </a:lnTo>
                <a:lnTo>
                  <a:pt x="1158" y="1168"/>
                </a:lnTo>
                <a:lnTo>
                  <a:pt x="1165" y="1168"/>
                </a:lnTo>
                <a:lnTo>
                  <a:pt x="1173" y="1167"/>
                </a:lnTo>
                <a:lnTo>
                  <a:pt x="1181" y="1167"/>
                </a:lnTo>
                <a:lnTo>
                  <a:pt x="1189" y="1167"/>
                </a:lnTo>
                <a:lnTo>
                  <a:pt x="1196" y="1167"/>
                </a:lnTo>
                <a:lnTo>
                  <a:pt x="1204" y="1166"/>
                </a:lnTo>
                <a:lnTo>
                  <a:pt x="1212" y="1166"/>
                </a:lnTo>
                <a:lnTo>
                  <a:pt x="1220" y="1166"/>
                </a:lnTo>
                <a:lnTo>
                  <a:pt x="1228" y="1165"/>
                </a:lnTo>
                <a:lnTo>
                  <a:pt x="1235" y="1165"/>
                </a:lnTo>
                <a:lnTo>
                  <a:pt x="1243" y="1164"/>
                </a:lnTo>
                <a:lnTo>
                  <a:pt x="1251" y="1164"/>
                </a:lnTo>
                <a:lnTo>
                  <a:pt x="1259" y="1163"/>
                </a:lnTo>
                <a:lnTo>
                  <a:pt x="1266" y="1162"/>
                </a:lnTo>
                <a:lnTo>
                  <a:pt x="1274" y="1162"/>
                </a:lnTo>
                <a:lnTo>
                  <a:pt x="1282" y="1161"/>
                </a:lnTo>
                <a:lnTo>
                  <a:pt x="1290" y="1160"/>
                </a:lnTo>
                <a:lnTo>
                  <a:pt x="1297" y="1160"/>
                </a:lnTo>
                <a:lnTo>
                  <a:pt x="1305" y="1159"/>
                </a:lnTo>
                <a:lnTo>
                  <a:pt x="1313" y="1158"/>
                </a:lnTo>
                <a:lnTo>
                  <a:pt x="1321" y="1157"/>
                </a:lnTo>
                <a:lnTo>
                  <a:pt x="1329" y="1156"/>
                </a:lnTo>
                <a:lnTo>
                  <a:pt x="1336" y="1155"/>
                </a:lnTo>
                <a:lnTo>
                  <a:pt x="1344" y="1154"/>
                </a:lnTo>
                <a:lnTo>
                  <a:pt x="1352" y="1153"/>
                </a:lnTo>
                <a:lnTo>
                  <a:pt x="1360" y="1152"/>
                </a:lnTo>
                <a:lnTo>
                  <a:pt x="1367" y="1151"/>
                </a:lnTo>
                <a:lnTo>
                  <a:pt x="1375" y="1150"/>
                </a:lnTo>
                <a:lnTo>
                  <a:pt x="1383" y="1149"/>
                </a:lnTo>
                <a:lnTo>
                  <a:pt x="1391" y="1148"/>
                </a:lnTo>
                <a:lnTo>
                  <a:pt x="1398" y="1146"/>
                </a:lnTo>
                <a:lnTo>
                  <a:pt x="1406" y="1145"/>
                </a:lnTo>
                <a:lnTo>
                  <a:pt x="1414" y="1144"/>
                </a:lnTo>
                <a:lnTo>
                  <a:pt x="1422" y="1143"/>
                </a:lnTo>
                <a:lnTo>
                  <a:pt x="1430" y="1141"/>
                </a:lnTo>
                <a:lnTo>
                  <a:pt x="1437" y="1140"/>
                </a:lnTo>
                <a:lnTo>
                  <a:pt x="1445" y="1138"/>
                </a:lnTo>
                <a:lnTo>
                  <a:pt x="1453" y="1137"/>
                </a:lnTo>
                <a:lnTo>
                  <a:pt x="1461" y="1135"/>
                </a:lnTo>
                <a:lnTo>
                  <a:pt x="1468" y="1134"/>
                </a:lnTo>
                <a:lnTo>
                  <a:pt x="1476" y="1132"/>
                </a:lnTo>
                <a:lnTo>
                  <a:pt x="1484" y="1130"/>
                </a:lnTo>
                <a:lnTo>
                  <a:pt x="1492" y="1129"/>
                </a:lnTo>
                <a:lnTo>
                  <a:pt x="1499" y="1127"/>
                </a:lnTo>
                <a:lnTo>
                  <a:pt x="1507" y="1125"/>
                </a:lnTo>
                <a:lnTo>
                  <a:pt x="1515" y="1124"/>
                </a:lnTo>
                <a:lnTo>
                  <a:pt x="1523" y="1122"/>
                </a:lnTo>
                <a:lnTo>
                  <a:pt x="1531" y="1120"/>
                </a:lnTo>
                <a:lnTo>
                  <a:pt x="1538" y="1118"/>
                </a:lnTo>
                <a:lnTo>
                  <a:pt x="1546" y="1116"/>
                </a:lnTo>
                <a:lnTo>
                  <a:pt x="1554" y="1114"/>
                </a:lnTo>
                <a:lnTo>
                  <a:pt x="1562" y="1112"/>
                </a:lnTo>
                <a:lnTo>
                  <a:pt x="1569" y="1110"/>
                </a:lnTo>
                <a:lnTo>
                  <a:pt x="1577" y="1108"/>
                </a:lnTo>
                <a:lnTo>
                  <a:pt x="1585" y="1106"/>
                </a:lnTo>
                <a:lnTo>
                  <a:pt x="1593" y="1104"/>
                </a:lnTo>
                <a:lnTo>
                  <a:pt x="1601" y="1102"/>
                </a:lnTo>
                <a:lnTo>
                  <a:pt x="1608" y="1099"/>
                </a:lnTo>
                <a:lnTo>
                  <a:pt x="1616" y="1097"/>
                </a:lnTo>
                <a:lnTo>
                  <a:pt x="1624" y="1095"/>
                </a:lnTo>
                <a:lnTo>
                  <a:pt x="1632" y="1092"/>
                </a:lnTo>
                <a:lnTo>
                  <a:pt x="1639" y="1090"/>
                </a:lnTo>
                <a:lnTo>
                  <a:pt x="1647" y="1088"/>
                </a:lnTo>
                <a:lnTo>
                  <a:pt x="1655" y="1085"/>
                </a:lnTo>
                <a:lnTo>
                  <a:pt x="1663" y="1083"/>
                </a:lnTo>
                <a:lnTo>
                  <a:pt x="1670" y="1080"/>
                </a:lnTo>
                <a:lnTo>
                  <a:pt x="1678" y="1078"/>
                </a:lnTo>
                <a:lnTo>
                  <a:pt x="1686" y="1075"/>
                </a:lnTo>
                <a:lnTo>
                  <a:pt x="1694" y="1073"/>
                </a:lnTo>
                <a:lnTo>
                  <a:pt x="1702" y="1070"/>
                </a:lnTo>
                <a:lnTo>
                  <a:pt x="1709" y="1067"/>
                </a:lnTo>
                <a:lnTo>
                  <a:pt x="1717" y="1065"/>
                </a:lnTo>
                <a:lnTo>
                  <a:pt x="1725" y="1062"/>
                </a:lnTo>
                <a:lnTo>
                  <a:pt x="1733" y="1059"/>
                </a:lnTo>
                <a:lnTo>
                  <a:pt x="1740" y="1056"/>
                </a:lnTo>
                <a:lnTo>
                  <a:pt x="1748" y="1053"/>
                </a:lnTo>
                <a:lnTo>
                  <a:pt x="1756" y="1050"/>
                </a:lnTo>
                <a:lnTo>
                  <a:pt x="1764" y="1047"/>
                </a:lnTo>
                <a:lnTo>
                  <a:pt x="1771" y="1044"/>
                </a:lnTo>
                <a:lnTo>
                  <a:pt x="1779" y="1041"/>
                </a:lnTo>
                <a:lnTo>
                  <a:pt x="1787" y="1038"/>
                </a:lnTo>
                <a:lnTo>
                  <a:pt x="1795" y="1035"/>
                </a:lnTo>
                <a:lnTo>
                  <a:pt x="1803" y="1032"/>
                </a:lnTo>
                <a:lnTo>
                  <a:pt x="1810" y="1029"/>
                </a:lnTo>
                <a:lnTo>
                  <a:pt x="1818" y="1026"/>
                </a:lnTo>
                <a:lnTo>
                  <a:pt x="1826" y="1023"/>
                </a:lnTo>
                <a:lnTo>
                  <a:pt x="1834" y="1019"/>
                </a:lnTo>
                <a:lnTo>
                  <a:pt x="1841" y="1016"/>
                </a:lnTo>
                <a:lnTo>
                  <a:pt x="1849" y="1013"/>
                </a:lnTo>
                <a:lnTo>
                  <a:pt x="1857" y="1009"/>
                </a:lnTo>
                <a:lnTo>
                  <a:pt x="1865" y="1006"/>
                </a:lnTo>
                <a:lnTo>
                  <a:pt x="1872" y="1002"/>
                </a:lnTo>
                <a:lnTo>
                  <a:pt x="1880" y="999"/>
                </a:lnTo>
                <a:lnTo>
                  <a:pt x="1888" y="995"/>
                </a:lnTo>
                <a:lnTo>
                  <a:pt x="1896" y="992"/>
                </a:lnTo>
                <a:lnTo>
                  <a:pt x="1904" y="988"/>
                </a:lnTo>
                <a:lnTo>
                  <a:pt x="1911" y="985"/>
                </a:lnTo>
                <a:lnTo>
                  <a:pt x="1919" y="981"/>
                </a:lnTo>
                <a:lnTo>
                  <a:pt x="1927" y="977"/>
                </a:lnTo>
                <a:lnTo>
                  <a:pt x="1935" y="973"/>
                </a:lnTo>
                <a:lnTo>
                  <a:pt x="1942" y="970"/>
                </a:lnTo>
                <a:lnTo>
                  <a:pt x="1950" y="966"/>
                </a:lnTo>
                <a:lnTo>
                  <a:pt x="1958" y="962"/>
                </a:lnTo>
                <a:lnTo>
                  <a:pt x="1966" y="958"/>
                </a:lnTo>
                <a:lnTo>
                  <a:pt x="1973" y="954"/>
                </a:lnTo>
                <a:lnTo>
                  <a:pt x="1981" y="950"/>
                </a:lnTo>
                <a:lnTo>
                  <a:pt x="1989" y="946"/>
                </a:lnTo>
                <a:lnTo>
                  <a:pt x="1997" y="942"/>
                </a:lnTo>
                <a:lnTo>
                  <a:pt x="2005" y="938"/>
                </a:lnTo>
                <a:lnTo>
                  <a:pt x="2012" y="934"/>
                </a:lnTo>
                <a:lnTo>
                  <a:pt x="2020" y="930"/>
                </a:lnTo>
                <a:lnTo>
                  <a:pt x="2028" y="926"/>
                </a:lnTo>
                <a:lnTo>
                  <a:pt x="2036" y="921"/>
                </a:lnTo>
                <a:lnTo>
                  <a:pt x="2043" y="917"/>
                </a:lnTo>
                <a:lnTo>
                  <a:pt x="2051" y="913"/>
                </a:lnTo>
                <a:lnTo>
                  <a:pt x="2059" y="909"/>
                </a:lnTo>
                <a:lnTo>
                  <a:pt x="2067" y="904"/>
                </a:lnTo>
                <a:lnTo>
                  <a:pt x="2074" y="900"/>
                </a:lnTo>
                <a:lnTo>
                  <a:pt x="2082" y="895"/>
                </a:lnTo>
                <a:lnTo>
                  <a:pt x="2090" y="891"/>
                </a:lnTo>
                <a:lnTo>
                  <a:pt x="2098" y="886"/>
                </a:lnTo>
                <a:lnTo>
                  <a:pt x="2106" y="882"/>
                </a:lnTo>
                <a:lnTo>
                  <a:pt x="2113" y="877"/>
                </a:lnTo>
                <a:lnTo>
                  <a:pt x="2121" y="873"/>
                </a:lnTo>
                <a:lnTo>
                  <a:pt x="2129" y="868"/>
                </a:lnTo>
                <a:lnTo>
                  <a:pt x="2137" y="863"/>
                </a:lnTo>
                <a:lnTo>
                  <a:pt x="2144" y="859"/>
                </a:lnTo>
                <a:lnTo>
                  <a:pt x="2152" y="854"/>
                </a:lnTo>
                <a:lnTo>
                  <a:pt x="2160" y="849"/>
                </a:lnTo>
                <a:lnTo>
                  <a:pt x="2168" y="844"/>
                </a:lnTo>
                <a:lnTo>
                  <a:pt x="2175" y="839"/>
                </a:lnTo>
                <a:lnTo>
                  <a:pt x="2183" y="834"/>
                </a:lnTo>
                <a:lnTo>
                  <a:pt x="2191" y="829"/>
                </a:lnTo>
                <a:lnTo>
                  <a:pt x="2199" y="824"/>
                </a:lnTo>
                <a:lnTo>
                  <a:pt x="2207" y="819"/>
                </a:lnTo>
                <a:lnTo>
                  <a:pt x="2214" y="814"/>
                </a:lnTo>
                <a:lnTo>
                  <a:pt x="2222" y="809"/>
                </a:lnTo>
                <a:lnTo>
                  <a:pt x="2230" y="804"/>
                </a:lnTo>
                <a:lnTo>
                  <a:pt x="2238" y="799"/>
                </a:lnTo>
                <a:lnTo>
                  <a:pt x="2245" y="794"/>
                </a:lnTo>
                <a:lnTo>
                  <a:pt x="2253" y="789"/>
                </a:lnTo>
                <a:lnTo>
                  <a:pt x="2261" y="783"/>
                </a:lnTo>
                <a:lnTo>
                  <a:pt x="2269" y="778"/>
                </a:lnTo>
                <a:lnTo>
                  <a:pt x="2276" y="773"/>
                </a:lnTo>
                <a:lnTo>
                  <a:pt x="2284" y="767"/>
                </a:lnTo>
                <a:lnTo>
                  <a:pt x="2292" y="762"/>
                </a:lnTo>
                <a:lnTo>
                  <a:pt x="2300" y="756"/>
                </a:lnTo>
                <a:lnTo>
                  <a:pt x="2308" y="751"/>
                </a:lnTo>
                <a:lnTo>
                  <a:pt x="2315" y="745"/>
                </a:lnTo>
                <a:lnTo>
                  <a:pt x="2323" y="740"/>
                </a:lnTo>
                <a:lnTo>
                  <a:pt x="2331" y="734"/>
                </a:lnTo>
                <a:lnTo>
                  <a:pt x="2339" y="729"/>
                </a:lnTo>
                <a:lnTo>
                  <a:pt x="2346" y="723"/>
                </a:lnTo>
                <a:lnTo>
                  <a:pt x="2354" y="717"/>
                </a:lnTo>
                <a:lnTo>
                  <a:pt x="2362" y="711"/>
                </a:lnTo>
                <a:lnTo>
                  <a:pt x="2370" y="706"/>
                </a:lnTo>
                <a:lnTo>
                  <a:pt x="2377" y="700"/>
                </a:lnTo>
                <a:lnTo>
                  <a:pt x="2385" y="694"/>
                </a:lnTo>
                <a:lnTo>
                  <a:pt x="2393" y="688"/>
                </a:lnTo>
                <a:lnTo>
                  <a:pt x="2401" y="682"/>
                </a:lnTo>
                <a:lnTo>
                  <a:pt x="2409" y="676"/>
                </a:lnTo>
                <a:lnTo>
                  <a:pt x="2416" y="670"/>
                </a:lnTo>
                <a:lnTo>
                  <a:pt x="2424" y="664"/>
                </a:lnTo>
                <a:lnTo>
                  <a:pt x="2432" y="658"/>
                </a:lnTo>
                <a:lnTo>
                  <a:pt x="2440" y="652"/>
                </a:lnTo>
                <a:lnTo>
                  <a:pt x="2447" y="646"/>
                </a:lnTo>
                <a:lnTo>
                  <a:pt x="2455" y="640"/>
                </a:lnTo>
                <a:lnTo>
                  <a:pt x="2463" y="634"/>
                </a:lnTo>
                <a:lnTo>
                  <a:pt x="2471" y="627"/>
                </a:lnTo>
                <a:lnTo>
                  <a:pt x="2478" y="621"/>
                </a:lnTo>
                <a:lnTo>
                  <a:pt x="2486" y="615"/>
                </a:lnTo>
                <a:lnTo>
                  <a:pt x="2494" y="608"/>
                </a:lnTo>
                <a:lnTo>
                  <a:pt x="2502" y="602"/>
                </a:lnTo>
                <a:lnTo>
                  <a:pt x="2510" y="595"/>
                </a:lnTo>
                <a:lnTo>
                  <a:pt x="2517" y="589"/>
                </a:lnTo>
                <a:lnTo>
                  <a:pt x="2525" y="582"/>
                </a:lnTo>
                <a:lnTo>
                  <a:pt x="2533" y="576"/>
                </a:lnTo>
                <a:lnTo>
                  <a:pt x="2541" y="569"/>
                </a:lnTo>
                <a:lnTo>
                  <a:pt x="2548" y="563"/>
                </a:lnTo>
                <a:lnTo>
                  <a:pt x="2556" y="556"/>
                </a:lnTo>
                <a:lnTo>
                  <a:pt x="2564" y="549"/>
                </a:lnTo>
                <a:lnTo>
                  <a:pt x="2572" y="543"/>
                </a:lnTo>
                <a:lnTo>
                  <a:pt x="2579" y="536"/>
                </a:lnTo>
                <a:lnTo>
                  <a:pt x="2587" y="529"/>
                </a:lnTo>
                <a:lnTo>
                  <a:pt x="2595" y="522"/>
                </a:lnTo>
                <a:lnTo>
                  <a:pt x="2603" y="515"/>
                </a:lnTo>
                <a:lnTo>
                  <a:pt x="2611" y="508"/>
                </a:lnTo>
                <a:lnTo>
                  <a:pt x="2618" y="502"/>
                </a:lnTo>
                <a:lnTo>
                  <a:pt x="2626" y="495"/>
                </a:lnTo>
                <a:lnTo>
                  <a:pt x="2634" y="488"/>
                </a:lnTo>
                <a:lnTo>
                  <a:pt x="2642" y="480"/>
                </a:lnTo>
                <a:lnTo>
                  <a:pt x="2649" y="473"/>
                </a:lnTo>
                <a:lnTo>
                  <a:pt x="2657" y="466"/>
                </a:lnTo>
                <a:lnTo>
                  <a:pt x="2665" y="459"/>
                </a:lnTo>
                <a:lnTo>
                  <a:pt x="2673" y="452"/>
                </a:lnTo>
                <a:lnTo>
                  <a:pt x="2680" y="445"/>
                </a:lnTo>
                <a:lnTo>
                  <a:pt x="2688" y="437"/>
                </a:lnTo>
                <a:lnTo>
                  <a:pt x="2696" y="430"/>
                </a:lnTo>
                <a:lnTo>
                  <a:pt x="2704" y="423"/>
                </a:lnTo>
                <a:lnTo>
                  <a:pt x="2712" y="415"/>
                </a:lnTo>
                <a:lnTo>
                  <a:pt x="2719" y="408"/>
                </a:lnTo>
                <a:lnTo>
                  <a:pt x="2727" y="400"/>
                </a:lnTo>
                <a:lnTo>
                  <a:pt x="2735" y="393"/>
                </a:lnTo>
                <a:lnTo>
                  <a:pt x="2743" y="385"/>
                </a:lnTo>
                <a:lnTo>
                  <a:pt x="2750" y="378"/>
                </a:lnTo>
                <a:lnTo>
                  <a:pt x="2758" y="370"/>
                </a:lnTo>
                <a:lnTo>
                  <a:pt x="2766" y="363"/>
                </a:lnTo>
                <a:lnTo>
                  <a:pt x="2774" y="355"/>
                </a:lnTo>
                <a:lnTo>
                  <a:pt x="2781" y="347"/>
                </a:lnTo>
                <a:lnTo>
                  <a:pt x="2789" y="340"/>
                </a:lnTo>
                <a:lnTo>
                  <a:pt x="2797" y="332"/>
                </a:lnTo>
                <a:lnTo>
                  <a:pt x="2805" y="324"/>
                </a:lnTo>
                <a:lnTo>
                  <a:pt x="2813" y="316"/>
                </a:lnTo>
                <a:lnTo>
                  <a:pt x="2820" y="308"/>
                </a:lnTo>
                <a:lnTo>
                  <a:pt x="2828" y="300"/>
                </a:lnTo>
                <a:lnTo>
                  <a:pt x="2836" y="292"/>
                </a:lnTo>
                <a:lnTo>
                  <a:pt x="2844" y="284"/>
                </a:lnTo>
                <a:lnTo>
                  <a:pt x="2851" y="276"/>
                </a:lnTo>
                <a:lnTo>
                  <a:pt x="2859" y="268"/>
                </a:lnTo>
                <a:lnTo>
                  <a:pt x="2867" y="260"/>
                </a:lnTo>
                <a:lnTo>
                  <a:pt x="2875" y="252"/>
                </a:lnTo>
                <a:lnTo>
                  <a:pt x="2882" y="244"/>
                </a:lnTo>
                <a:lnTo>
                  <a:pt x="2890" y="236"/>
                </a:lnTo>
                <a:lnTo>
                  <a:pt x="2898" y="227"/>
                </a:lnTo>
                <a:lnTo>
                  <a:pt x="2906" y="219"/>
                </a:lnTo>
                <a:lnTo>
                  <a:pt x="2914" y="211"/>
                </a:lnTo>
                <a:lnTo>
                  <a:pt x="2921" y="202"/>
                </a:lnTo>
                <a:lnTo>
                  <a:pt x="2929" y="194"/>
                </a:lnTo>
                <a:lnTo>
                  <a:pt x="2937" y="185"/>
                </a:lnTo>
                <a:lnTo>
                  <a:pt x="2945" y="177"/>
                </a:lnTo>
                <a:lnTo>
                  <a:pt x="2952" y="169"/>
                </a:lnTo>
                <a:lnTo>
                  <a:pt x="2960" y="160"/>
                </a:lnTo>
                <a:lnTo>
                  <a:pt x="2968" y="151"/>
                </a:lnTo>
                <a:lnTo>
                  <a:pt x="2976" y="143"/>
                </a:lnTo>
                <a:lnTo>
                  <a:pt x="2983" y="134"/>
                </a:lnTo>
                <a:lnTo>
                  <a:pt x="2991" y="125"/>
                </a:lnTo>
                <a:lnTo>
                  <a:pt x="2999" y="117"/>
                </a:lnTo>
                <a:lnTo>
                  <a:pt x="3007" y="108"/>
                </a:lnTo>
                <a:lnTo>
                  <a:pt x="3015" y="99"/>
                </a:lnTo>
                <a:lnTo>
                  <a:pt x="3022" y="90"/>
                </a:lnTo>
                <a:lnTo>
                  <a:pt x="3030" y="81"/>
                </a:lnTo>
                <a:lnTo>
                  <a:pt x="3038" y="73"/>
                </a:lnTo>
                <a:lnTo>
                  <a:pt x="3046" y="64"/>
                </a:lnTo>
                <a:lnTo>
                  <a:pt x="3053" y="55"/>
                </a:lnTo>
                <a:lnTo>
                  <a:pt x="3061" y="46"/>
                </a:lnTo>
                <a:lnTo>
                  <a:pt x="3069" y="37"/>
                </a:lnTo>
                <a:lnTo>
                  <a:pt x="3077" y="27"/>
                </a:lnTo>
                <a:lnTo>
                  <a:pt x="3084" y="18"/>
                </a:lnTo>
                <a:lnTo>
                  <a:pt x="3092" y="9"/>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2834640" cy="676656"/>
          </a:xfrm>
          <a:custGeom>
            <a:avLst/>
            <a:gdLst/>
            <a:ahLst/>
            <a:cxnLst/>
            <a:rect l="l" t="t" r="r" b="b"/>
            <a:pathLst>
              <a:path w="3100" h="740">
                <a:moveTo>
                  <a:pt x="0" y="582"/>
                </a:moveTo>
                <a:lnTo>
                  <a:pt x="8" y="584"/>
                </a:lnTo>
                <a:lnTo>
                  <a:pt x="16" y="587"/>
                </a:lnTo>
                <a:lnTo>
                  <a:pt x="23" y="589"/>
                </a:lnTo>
                <a:lnTo>
                  <a:pt x="31" y="592"/>
                </a:lnTo>
                <a:lnTo>
                  <a:pt x="39" y="594"/>
                </a:lnTo>
                <a:lnTo>
                  <a:pt x="47" y="596"/>
                </a:lnTo>
                <a:lnTo>
                  <a:pt x="54" y="599"/>
                </a:lnTo>
                <a:lnTo>
                  <a:pt x="62" y="601"/>
                </a:lnTo>
                <a:lnTo>
                  <a:pt x="70" y="603"/>
                </a:lnTo>
                <a:lnTo>
                  <a:pt x="78" y="606"/>
                </a:lnTo>
                <a:lnTo>
                  <a:pt x="85" y="608"/>
                </a:lnTo>
                <a:lnTo>
                  <a:pt x="93" y="610"/>
                </a:lnTo>
                <a:lnTo>
                  <a:pt x="101" y="613"/>
                </a:lnTo>
                <a:lnTo>
                  <a:pt x="109" y="615"/>
                </a:lnTo>
                <a:lnTo>
                  <a:pt x="117" y="617"/>
                </a:lnTo>
                <a:lnTo>
                  <a:pt x="124" y="619"/>
                </a:lnTo>
                <a:lnTo>
                  <a:pt x="132" y="621"/>
                </a:lnTo>
                <a:lnTo>
                  <a:pt x="140" y="624"/>
                </a:lnTo>
                <a:lnTo>
                  <a:pt x="148" y="626"/>
                </a:lnTo>
                <a:lnTo>
                  <a:pt x="155" y="628"/>
                </a:lnTo>
                <a:lnTo>
                  <a:pt x="163" y="630"/>
                </a:lnTo>
                <a:lnTo>
                  <a:pt x="171" y="632"/>
                </a:lnTo>
                <a:lnTo>
                  <a:pt x="179" y="634"/>
                </a:lnTo>
                <a:lnTo>
                  <a:pt x="186" y="636"/>
                </a:lnTo>
                <a:lnTo>
                  <a:pt x="194" y="638"/>
                </a:lnTo>
                <a:lnTo>
                  <a:pt x="202" y="640"/>
                </a:lnTo>
                <a:lnTo>
                  <a:pt x="210" y="642"/>
                </a:lnTo>
                <a:lnTo>
                  <a:pt x="218" y="644"/>
                </a:lnTo>
                <a:lnTo>
                  <a:pt x="225" y="646"/>
                </a:lnTo>
                <a:lnTo>
                  <a:pt x="233" y="648"/>
                </a:lnTo>
                <a:lnTo>
                  <a:pt x="241" y="650"/>
                </a:lnTo>
                <a:lnTo>
                  <a:pt x="249" y="652"/>
                </a:lnTo>
                <a:lnTo>
                  <a:pt x="256" y="654"/>
                </a:lnTo>
                <a:lnTo>
                  <a:pt x="264" y="655"/>
                </a:lnTo>
                <a:lnTo>
                  <a:pt x="272" y="657"/>
                </a:lnTo>
                <a:lnTo>
                  <a:pt x="280" y="659"/>
                </a:lnTo>
                <a:lnTo>
                  <a:pt x="287" y="661"/>
                </a:lnTo>
                <a:lnTo>
                  <a:pt x="295" y="663"/>
                </a:lnTo>
                <a:lnTo>
                  <a:pt x="303" y="664"/>
                </a:lnTo>
                <a:lnTo>
                  <a:pt x="311" y="666"/>
                </a:lnTo>
                <a:lnTo>
                  <a:pt x="319" y="668"/>
                </a:lnTo>
                <a:lnTo>
                  <a:pt x="326" y="669"/>
                </a:lnTo>
                <a:lnTo>
                  <a:pt x="334" y="671"/>
                </a:lnTo>
                <a:lnTo>
                  <a:pt x="342" y="673"/>
                </a:lnTo>
                <a:lnTo>
                  <a:pt x="350" y="674"/>
                </a:lnTo>
                <a:lnTo>
                  <a:pt x="357" y="676"/>
                </a:lnTo>
                <a:lnTo>
                  <a:pt x="365" y="677"/>
                </a:lnTo>
                <a:lnTo>
                  <a:pt x="373" y="679"/>
                </a:lnTo>
                <a:lnTo>
                  <a:pt x="381" y="681"/>
                </a:lnTo>
                <a:lnTo>
                  <a:pt x="388" y="682"/>
                </a:lnTo>
                <a:lnTo>
                  <a:pt x="396" y="684"/>
                </a:lnTo>
                <a:lnTo>
                  <a:pt x="404" y="685"/>
                </a:lnTo>
                <a:lnTo>
                  <a:pt x="412" y="687"/>
                </a:lnTo>
                <a:lnTo>
                  <a:pt x="420" y="688"/>
                </a:lnTo>
                <a:lnTo>
                  <a:pt x="427" y="689"/>
                </a:lnTo>
                <a:lnTo>
                  <a:pt x="435" y="691"/>
                </a:lnTo>
                <a:lnTo>
                  <a:pt x="443" y="692"/>
                </a:lnTo>
                <a:lnTo>
                  <a:pt x="451" y="694"/>
                </a:lnTo>
                <a:lnTo>
                  <a:pt x="458" y="695"/>
                </a:lnTo>
                <a:lnTo>
                  <a:pt x="466" y="696"/>
                </a:lnTo>
                <a:lnTo>
                  <a:pt x="474" y="698"/>
                </a:lnTo>
                <a:lnTo>
                  <a:pt x="482" y="699"/>
                </a:lnTo>
                <a:lnTo>
                  <a:pt x="489" y="700"/>
                </a:lnTo>
                <a:lnTo>
                  <a:pt x="497" y="701"/>
                </a:lnTo>
                <a:lnTo>
                  <a:pt x="505" y="703"/>
                </a:lnTo>
                <a:lnTo>
                  <a:pt x="513" y="704"/>
                </a:lnTo>
                <a:lnTo>
                  <a:pt x="521" y="705"/>
                </a:lnTo>
                <a:lnTo>
                  <a:pt x="528" y="706"/>
                </a:lnTo>
                <a:lnTo>
                  <a:pt x="536" y="707"/>
                </a:lnTo>
                <a:lnTo>
                  <a:pt x="544" y="708"/>
                </a:lnTo>
                <a:lnTo>
                  <a:pt x="552" y="709"/>
                </a:lnTo>
                <a:lnTo>
                  <a:pt x="559" y="711"/>
                </a:lnTo>
                <a:lnTo>
                  <a:pt x="567" y="712"/>
                </a:lnTo>
                <a:lnTo>
                  <a:pt x="575" y="713"/>
                </a:lnTo>
                <a:lnTo>
                  <a:pt x="583" y="714"/>
                </a:lnTo>
                <a:lnTo>
                  <a:pt x="590" y="715"/>
                </a:lnTo>
                <a:lnTo>
                  <a:pt x="598" y="716"/>
                </a:lnTo>
                <a:lnTo>
                  <a:pt x="606" y="717"/>
                </a:lnTo>
                <a:lnTo>
                  <a:pt x="614" y="718"/>
                </a:lnTo>
                <a:lnTo>
                  <a:pt x="622" y="719"/>
                </a:lnTo>
                <a:lnTo>
                  <a:pt x="629" y="719"/>
                </a:lnTo>
                <a:lnTo>
                  <a:pt x="637" y="720"/>
                </a:lnTo>
                <a:lnTo>
                  <a:pt x="645" y="721"/>
                </a:lnTo>
                <a:lnTo>
                  <a:pt x="653" y="722"/>
                </a:lnTo>
                <a:lnTo>
                  <a:pt x="660" y="723"/>
                </a:lnTo>
                <a:lnTo>
                  <a:pt x="668" y="724"/>
                </a:lnTo>
                <a:lnTo>
                  <a:pt x="676" y="724"/>
                </a:lnTo>
                <a:lnTo>
                  <a:pt x="684" y="725"/>
                </a:lnTo>
                <a:lnTo>
                  <a:pt x="691" y="726"/>
                </a:lnTo>
                <a:lnTo>
                  <a:pt x="699" y="727"/>
                </a:lnTo>
                <a:lnTo>
                  <a:pt x="707" y="727"/>
                </a:lnTo>
                <a:lnTo>
                  <a:pt x="715" y="728"/>
                </a:lnTo>
                <a:lnTo>
                  <a:pt x="723" y="729"/>
                </a:lnTo>
                <a:lnTo>
                  <a:pt x="730" y="729"/>
                </a:lnTo>
                <a:lnTo>
                  <a:pt x="738" y="730"/>
                </a:lnTo>
                <a:lnTo>
                  <a:pt x="746" y="731"/>
                </a:lnTo>
                <a:lnTo>
                  <a:pt x="754" y="731"/>
                </a:lnTo>
                <a:lnTo>
                  <a:pt x="761" y="732"/>
                </a:lnTo>
                <a:lnTo>
                  <a:pt x="769" y="732"/>
                </a:lnTo>
                <a:lnTo>
                  <a:pt x="777" y="733"/>
                </a:lnTo>
                <a:lnTo>
                  <a:pt x="785" y="733"/>
                </a:lnTo>
                <a:lnTo>
                  <a:pt x="792" y="734"/>
                </a:lnTo>
                <a:lnTo>
                  <a:pt x="800" y="734"/>
                </a:lnTo>
                <a:lnTo>
                  <a:pt x="808" y="735"/>
                </a:lnTo>
                <a:lnTo>
                  <a:pt x="816" y="735"/>
                </a:lnTo>
                <a:lnTo>
                  <a:pt x="824" y="736"/>
                </a:lnTo>
                <a:lnTo>
                  <a:pt x="831" y="736"/>
                </a:lnTo>
                <a:lnTo>
                  <a:pt x="839" y="736"/>
                </a:lnTo>
                <a:lnTo>
                  <a:pt x="847" y="737"/>
                </a:lnTo>
                <a:lnTo>
                  <a:pt x="855" y="737"/>
                </a:lnTo>
                <a:lnTo>
                  <a:pt x="862" y="737"/>
                </a:lnTo>
                <a:lnTo>
                  <a:pt x="870" y="738"/>
                </a:lnTo>
                <a:lnTo>
                  <a:pt x="878" y="738"/>
                </a:lnTo>
                <a:lnTo>
                  <a:pt x="886" y="738"/>
                </a:lnTo>
                <a:lnTo>
                  <a:pt x="893" y="738"/>
                </a:lnTo>
                <a:lnTo>
                  <a:pt x="901" y="739"/>
                </a:lnTo>
                <a:lnTo>
                  <a:pt x="909" y="739"/>
                </a:lnTo>
                <a:lnTo>
                  <a:pt x="917" y="739"/>
                </a:lnTo>
                <a:lnTo>
                  <a:pt x="925" y="739"/>
                </a:lnTo>
                <a:lnTo>
                  <a:pt x="932" y="739"/>
                </a:lnTo>
                <a:lnTo>
                  <a:pt x="940" y="739"/>
                </a:lnTo>
                <a:lnTo>
                  <a:pt x="948" y="739"/>
                </a:lnTo>
                <a:lnTo>
                  <a:pt x="956" y="740"/>
                </a:lnTo>
                <a:lnTo>
                  <a:pt x="963" y="740"/>
                </a:lnTo>
                <a:lnTo>
                  <a:pt x="971" y="740"/>
                </a:lnTo>
                <a:lnTo>
                  <a:pt x="979" y="740"/>
                </a:lnTo>
                <a:lnTo>
                  <a:pt x="987" y="740"/>
                </a:lnTo>
                <a:lnTo>
                  <a:pt x="994" y="740"/>
                </a:lnTo>
                <a:lnTo>
                  <a:pt x="1002" y="740"/>
                </a:lnTo>
                <a:lnTo>
                  <a:pt x="1010" y="739"/>
                </a:lnTo>
                <a:lnTo>
                  <a:pt x="1018" y="739"/>
                </a:lnTo>
                <a:lnTo>
                  <a:pt x="1026" y="739"/>
                </a:lnTo>
                <a:lnTo>
                  <a:pt x="1033" y="739"/>
                </a:lnTo>
                <a:lnTo>
                  <a:pt x="1041" y="739"/>
                </a:lnTo>
                <a:lnTo>
                  <a:pt x="1049" y="739"/>
                </a:lnTo>
                <a:lnTo>
                  <a:pt x="1057" y="739"/>
                </a:lnTo>
                <a:lnTo>
                  <a:pt x="1064" y="738"/>
                </a:lnTo>
                <a:lnTo>
                  <a:pt x="1072" y="738"/>
                </a:lnTo>
                <a:lnTo>
                  <a:pt x="1080" y="738"/>
                </a:lnTo>
                <a:lnTo>
                  <a:pt x="1088" y="738"/>
                </a:lnTo>
                <a:lnTo>
                  <a:pt x="1095" y="737"/>
                </a:lnTo>
                <a:lnTo>
                  <a:pt x="1103" y="737"/>
                </a:lnTo>
                <a:lnTo>
                  <a:pt x="1111" y="737"/>
                </a:lnTo>
                <a:lnTo>
                  <a:pt x="1119" y="736"/>
                </a:lnTo>
                <a:lnTo>
                  <a:pt x="1127" y="736"/>
                </a:lnTo>
                <a:lnTo>
                  <a:pt x="1134" y="736"/>
                </a:lnTo>
                <a:lnTo>
                  <a:pt x="1142" y="735"/>
                </a:lnTo>
                <a:lnTo>
                  <a:pt x="1150" y="735"/>
                </a:lnTo>
                <a:lnTo>
                  <a:pt x="1158" y="734"/>
                </a:lnTo>
                <a:lnTo>
                  <a:pt x="1165" y="734"/>
                </a:lnTo>
                <a:lnTo>
                  <a:pt x="1173" y="733"/>
                </a:lnTo>
                <a:lnTo>
                  <a:pt x="1181" y="733"/>
                </a:lnTo>
                <a:lnTo>
                  <a:pt x="1189" y="732"/>
                </a:lnTo>
                <a:lnTo>
                  <a:pt x="1196" y="732"/>
                </a:lnTo>
                <a:lnTo>
                  <a:pt x="1204" y="731"/>
                </a:lnTo>
                <a:lnTo>
                  <a:pt x="1212" y="731"/>
                </a:lnTo>
                <a:lnTo>
                  <a:pt x="1220" y="730"/>
                </a:lnTo>
                <a:lnTo>
                  <a:pt x="1228" y="730"/>
                </a:lnTo>
                <a:lnTo>
                  <a:pt x="1235" y="729"/>
                </a:lnTo>
                <a:lnTo>
                  <a:pt x="1243" y="728"/>
                </a:lnTo>
                <a:lnTo>
                  <a:pt x="1251" y="728"/>
                </a:lnTo>
                <a:lnTo>
                  <a:pt x="1259" y="727"/>
                </a:lnTo>
                <a:lnTo>
                  <a:pt x="1266" y="726"/>
                </a:lnTo>
                <a:lnTo>
                  <a:pt x="1274" y="725"/>
                </a:lnTo>
                <a:lnTo>
                  <a:pt x="1282" y="725"/>
                </a:lnTo>
                <a:lnTo>
                  <a:pt x="1290" y="724"/>
                </a:lnTo>
                <a:lnTo>
                  <a:pt x="1297" y="723"/>
                </a:lnTo>
                <a:lnTo>
                  <a:pt x="1305" y="722"/>
                </a:lnTo>
                <a:lnTo>
                  <a:pt x="1313" y="721"/>
                </a:lnTo>
                <a:lnTo>
                  <a:pt x="1321" y="720"/>
                </a:lnTo>
                <a:lnTo>
                  <a:pt x="1329" y="720"/>
                </a:lnTo>
                <a:lnTo>
                  <a:pt x="1336" y="719"/>
                </a:lnTo>
                <a:lnTo>
                  <a:pt x="1344" y="718"/>
                </a:lnTo>
                <a:lnTo>
                  <a:pt x="1352" y="717"/>
                </a:lnTo>
                <a:lnTo>
                  <a:pt x="1360" y="716"/>
                </a:lnTo>
                <a:lnTo>
                  <a:pt x="1367" y="715"/>
                </a:lnTo>
                <a:lnTo>
                  <a:pt x="1375" y="714"/>
                </a:lnTo>
                <a:lnTo>
                  <a:pt x="1383" y="713"/>
                </a:lnTo>
                <a:lnTo>
                  <a:pt x="1391" y="712"/>
                </a:lnTo>
                <a:lnTo>
                  <a:pt x="1398" y="711"/>
                </a:lnTo>
                <a:lnTo>
                  <a:pt x="1406" y="710"/>
                </a:lnTo>
                <a:lnTo>
                  <a:pt x="1414" y="709"/>
                </a:lnTo>
                <a:lnTo>
                  <a:pt x="1422" y="707"/>
                </a:lnTo>
                <a:lnTo>
                  <a:pt x="1430" y="706"/>
                </a:lnTo>
                <a:lnTo>
                  <a:pt x="1437" y="705"/>
                </a:lnTo>
                <a:lnTo>
                  <a:pt x="1445" y="704"/>
                </a:lnTo>
                <a:lnTo>
                  <a:pt x="1453" y="703"/>
                </a:lnTo>
                <a:lnTo>
                  <a:pt x="1461" y="702"/>
                </a:lnTo>
                <a:lnTo>
                  <a:pt x="1468" y="700"/>
                </a:lnTo>
                <a:lnTo>
                  <a:pt x="1476" y="699"/>
                </a:lnTo>
                <a:lnTo>
                  <a:pt x="1484" y="698"/>
                </a:lnTo>
                <a:lnTo>
                  <a:pt x="1492" y="696"/>
                </a:lnTo>
                <a:lnTo>
                  <a:pt x="1499" y="695"/>
                </a:lnTo>
                <a:lnTo>
                  <a:pt x="1507" y="694"/>
                </a:lnTo>
                <a:lnTo>
                  <a:pt x="1515" y="692"/>
                </a:lnTo>
                <a:lnTo>
                  <a:pt x="1523" y="691"/>
                </a:lnTo>
                <a:lnTo>
                  <a:pt x="1531" y="690"/>
                </a:lnTo>
                <a:lnTo>
                  <a:pt x="1538" y="688"/>
                </a:lnTo>
                <a:lnTo>
                  <a:pt x="1546" y="687"/>
                </a:lnTo>
                <a:lnTo>
                  <a:pt x="1554" y="685"/>
                </a:lnTo>
                <a:lnTo>
                  <a:pt x="1562" y="684"/>
                </a:lnTo>
                <a:lnTo>
                  <a:pt x="1569" y="682"/>
                </a:lnTo>
                <a:lnTo>
                  <a:pt x="1577" y="681"/>
                </a:lnTo>
                <a:lnTo>
                  <a:pt x="1585" y="679"/>
                </a:lnTo>
                <a:lnTo>
                  <a:pt x="1593" y="678"/>
                </a:lnTo>
                <a:lnTo>
                  <a:pt x="1601" y="676"/>
                </a:lnTo>
                <a:lnTo>
                  <a:pt x="1608" y="675"/>
                </a:lnTo>
                <a:lnTo>
                  <a:pt x="1616" y="673"/>
                </a:lnTo>
                <a:lnTo>
                  <a:pt x="1624" y="671"/>
                </a:lnTo>
                <a:lnTo>
                  <a:pt x="1632" y="670"/>
                </a:lnTo>
                <a:lnTo>
                  <a:pt x="1639" y="668"/>
                </a:lnTo>
                <a:lnTo>
                  <a:pt x="1647" y="666"/>
                </a:lnTo>
                <a:lnTo>
                  <a:pt x="1655" y="665"/>
                </a:lnTo>
                <a:lnTo>
                  <a:pt x="1663" y="663"/>
                </a:lnTo>
                <a:lnTo>
                  <a:pt x="1670" y="661"/>
                </a:lnTo>
                <a:lnTo>
                  <a:pt x="1678" y="659"/>
                </a:lnTo>
                <a:lnTo>
                  <a:pt x="1686" y="658"/>
                </a:lnTo>
                <a:lnTo>
                  <a:pt x="1694" y="656"/>
                </a:lnTo>
                <a:lnTo>
                  <a:pt x="1702" y="654"/>
                </a:lnTo>
                <a:lnTo>
                  <a:pt x="1709" y="652"/>
                </a:lnTo>
                <a:lnTo>
                  <a:pt x="1717" y="650"/>
                </a:lnTo>
                <a:lnTo>
                  <a:pt x="1725" y="648"/>
                </a:lnTo>
                <a:lnTo>
                  <a:pt x="1733" y="646"/>
                </a:lnTo>
                <a:lnTo>
                  <a:pt x="1740" y="644"/>
                </a:lnTo>
                <a:lnTo>
                  <a:pt x="1748" y="642"/>
                </a:lnTo>
                <a:lnTo>
                  <a:pt x="1756" y="640"/>
                </a:lnTo>
                <a:lnTo>
                  <a:pt x="1764" y="638"/>
                </a:lnTo>
                <a:lnTo>
                  <a:pt x="1771" y="636"/>
                </a:lnTo>
                <a:lnTo>
                  <a:pt x="1779" y="634"/>
                </a:lnTo>
                <a:lnTo>
                  <a:pt x="1787" y="632"/>
                </a:lnTo>
                <a:lnTo>
                  <a:pt x="1795" y="630"/>
                </a:lnTo>
                <a:lnTo>
                  <a:pt x="1803" y="628"/>
                </a:lnTo>
                <a:lnTo>
                  <a:pt x="1810" y="626"/>
                </a:lnTo>
                <a:lnTo>
                  <a:pt x="1818" y="624"/>
                </a:lnTo>
                <a:lnTo>
                  <a:pt x="1826" y="622"/>
                </a:lnTo>
                <a:lnTo>
                  <a:pt x="1834" y="620"/>
                </a:lnTo>
                <a:lnTo>
                  <a:pt x="1841" y="617"/>
                </a:lnTo>
                <a:lnTo>
                  <a:pt x="1849" y="615"/>
                </a:lnTo>
                <a:lnTo>
                  <a:pt x="1857" y="613"/>
                </a:lnTo>
                <a:lnTo>
                  <a:pt x="1865" y="611"/>
                </a:lnTo>
                <a:lnTo>
                  <a:pt x="1872" y="608"/>
                </a:lnTo>
                <a:lnTo>
                  <a:pt x="1880" y="606"/>
                </a:lnTo>
                <a:lnTo>
                  <a:pt x="1888" y="604"/>
                </a:lnTo>
                <a:lnTo>
                  <a:pt x="1896" y="602"/>
                </a:lnTo>
                <a:lnTo>
                  <a:pt x="1904" y="599"/>
                </a:lnTo>
                <a:lnTo>
                  <a:pt x="1911" y="597"/>
                </a:lnTo>
                <a:lnTo>
                  <a:pt x="1919" y="594"/>
                </a:lnTo>
                <a:lnTo>
                  <a:pt x="1927" y="592"/>
                </a:lnTo>
                <a:lnTo>
                  <a:pt x="1935" y="590"/>
                </a:lnTo>
                <a:lnTo>
                  <a:pt x="1942" y="587"/>
                </a:lnTo>
                <a:lnTo>
                  <a:pt x="1950" y="585"/>
                </a:lnTo>
                <a:lnTo>
                  <a:pt x="1958" y="582"/>
                </a:lnTo>
                <a:lnTo>
                  <a:pt x="1966" y="580"/>
                </a:lnTo>
                <a:lnTo>
                  <a:pt x="1973" y="577"/>
                </a:lnTo>
                <a:lnTo>
                  <a:pt x="1981" y="575"/>
                </a:lnTo>
                <a:lnTo>
                  <a:pt x="1989" y="572"/>
                </a:lnTo>
                <a:lnTo>
                  <a:pt x="1997" y="569"/>
                </a:lnTo>
                <a:lnTo>
                  <a:pt x="2005" y="567"/>
                </a:lnTo>
                <a:lnTo>
                  <a:pt x="2012" y="564"/>
                </a:lnTo>
                <a:lnTo>
                  <a:pt x="2020" y="562"/>
                </a:lnTo>
                <a:lnTo>
                  <a:pt x="2028" y="559"/>
                </a:lnTo>
                <a:lnTo>
                  <a:pt x="2036" y="556"/>
                </a:lnTo>
                <a:lnTo>
                  <a:pt x="2043" y="553"/>
                </a:lnTo>
                <a:lnTo>
                  <a:pt x="2051" y="551"/>
                </a:lnTo>
                <a:lnTo>
                  <a:pt x="2059" y="548"/>
                </a:lnTo>
                <a:lnTo>
                  <a:pt x="2067" y="545"/>
                </a:lnTo>
                <a:lnTo>
                  <a:pt x="2074" y="542"/>
                </a:lnTo>
                <a:lnTo>
                  <a:pt x="2082" y="540"/>
                </a:lnTo>
                <a:lnTo>
                  <a:pt x="2090" y="537"/>
                </a:lnTo>
                <a:lnTo>
                  <a:pt x="2098" y="534"/>
                </a:lnTo>
                <a:lnTo>
                  <a:pt x="2106" y="531"/>
                </a:lnTo>
                <a:lnTo>
                  <a:pt x="2113" y="528"/>
                </a:lnTo>
                <a:lnTo>
                  <a:pt x="2121" y="525"/>
                </a:lnTo>
                <a:lnTo>
                  <a:pt x="2129" y="522"/>
                </a:lnTo>
                <a:lnTo>
                  <a:pt x="2137" y="519"/>
                </a:lnTo>
                <a:lnTo>
                  <a:pt x="2144" y="516"/>
                </a:lnTo>
                <a:lnTo>
                  <a:pt x="2152" y="513"/>
                </a:lnTo>
                <a:lnTo>
                  <a:pt x="2160" y="510"/>
                </a:lnTo>
                <a:lnTo>
                  <a:pt x="2168" y="507"/>
                </a:lnTo>
                <a:lnTo>
                  <a:pt x="2175" y="504"/>
                </a:lnTo>
                <a:lnTo>
                  <a:pt x="2183" y="501"/>
                </a:lnTo>
                <a:lnTo>
                  <a:pt x="2191" y="498"/>
                </a:lnTo>
                <a:lnTo>
                  <a:pt x="2199" y="495"/>
                </a:lnTo>
                <a:lnTo>
                  <a:pt x="2207" y="492"/>
                </a:lnTo>
                <a:lnTo>
                  <a:pt x="2214" y="489"/>
                </a:lnTo>
                <a:lnTo>
                  <a:pt x="2222" y="486"/>
                </a:lnTo>
                <a:lnTo>
                  <a:pt x="2230" y="482"/>
                </a:lnTo>
                <a:lnTo>
                  <a:pt x="2238" y="479"/>
                </a:lnTo>
                <a:lnTo>
                  <a:pt x="2245" y="476"/>
                </a:lnTo>
                <a:lnTo>
                  <a:pt x="2253" y="473"/>
                </a:lnTo>
                <a:lnTo>
                  <a:pt x="2261" y="469"/>
                </a:lnTo>
                <a:lnTo>
                  <a:pt x="2269" y="466"/>
                </a:lnTo>
                <a:lnTo>
                  <a:pt x="2276" y="463"/>
                </a:lnTo>
                <a:lnTo>
                  <a:pt x="2284" y="460"/>
                </a:lnTo>
                <a:lnTo>
                  <a:pt x="2292" y="456"/>
                </a:lnTo>
                <a:lnTo>
                  <a:pt x="2300" y="453"/>
                </a:lnTo>
                <a:lnTo>
                  <a:pt x="2308" y="449"/>
                </a:lnTo>
                <a:lnTo>
                  <a:pt x="2315" y="446"/>
                </a:lnTo>
                <a:lnTo>
                  <a:pt x="2323" y="443"/>
                </a:lnTo>
                <a:lnTo>
                  <a:pt x="2331" y="439"/>
                </a:lnTo>
                <a:lnTo>
                  <a:pt x="2339" y="436"/>
                </a:lnTo>
                <a:lnTo>
                  <a:pt x="2346" y="432"/>
                </a:lnTo>
                <a:lnTo>
                  <a:pt x="2354" y="429"/>
                </a:lnTo>
                <a:lnTo>
                  <a:pt x="2362" y="425"/>
                </a:lnTo>
                <a:lnTo>
                  <a:pt x="2370" y="422"/>
                </a:lnTo>
                <a:lnTo>
                  <a:pt x="2377" y="418"/>
                </a:lnTo>
                <a:lnTo>
                  <a:pt x="2385" y="415"/>
                </a:lnTo>
                <a:lnTo>
                  <a:pt x="2393" y="411"/>
                </a:lnTo>
                <a:lnTo>
                  <a:pt x="2401" y="407"/>
                </a:lnTo>
                <a:lnTo>
                  <a:pt x="2409" y="404"/>
                </a:lnTo>
                <a:lnTo>
                  <a:pt x="2416" y="400"/>
                </a:lnTo>
                <a:lnTo>
                  <a:pt x="2424" y="396"/>
                </a:lnTo>
                <a:lnTo>
                  <a:pt x="2432" y="393"/>
                </a:lnTo>
                <a:lnTo>
                  <a:pt x="2440" y="389"/>
                </a:lnTo>
                <a:lnTo>
                  <a:pt x="2447" y="385"/>
                </a:lnTo>
                <a:lnTo>
                  <a:pt x="2455" y="381"/>
                </a:lnTo>
                <a:lnTo>
                  <a:pt x="2463" y="378"/>
                </a:lnTo>
                <a:lnTo>
                  <a:pt x="2471" y="374"/>
                </a:lnTo>
                <a:lnTo>
                  <a:pt x="2478" y="370"/>
                </a:lnTo>
                <a:lnTo>
                  <a:pt x="2486" y="366"/>
                </a:lnTo>
                <a:lnTo>
                  <a:pt x="2494" y="362"/>
                </a:lnTo>
                <a:lnTo>
                  <a:pt x="2502" y="358"/>
                </a:lnTo>
                <a:lnTo>
                  <a:pt x="2510" y="354"/>
                </a:lnTo>
                <a:lnTo>
                  <a:pt x="2517" y="351"/>
                </a:lnTo>
                <a:lnTo>
                  <a:pt x="2525" y="347"/>
                </a:lnTo>
                <a:lnTo>
                  <a:pt x="2533" y="343"/>
                </a:lnTo>
                <a:lnTo>
                  <a:pt x="2541" y="339"/>
                </a:lnTo>
                <a:lnTo>
                  <a:pt x="2548" y="335"/>
                </a:lnTo>
                <a:lnTo>
                  <a:pt x="2556" y="331"/>
                </a:lnTo>
                <a:lnTo>
                  <a:pt x="2564" y="327"/>
                </a:lnTo>
                <a:lnTo>
                  <a:pt x="2572" y="323"/>
                </a:lnTo>
                <a:lnTo>
                  <a:pt x="2579" y="318"/>
                </a:lnTo>
                <a:lnTo>
                  <a:pt x="2587" y="314"/>
                </a:lnTo>
                <a:lnTo>
                  <a:pt x="2595" y="310"/>
                </a:lnTo>
                <a:lnTo>
                  <a:pt x="2603" y="306"/>
                </a:lnTo>
                <a:lnTo>
                  <a:pt x="2611" y="302"/>
                </a:lnTo>
                <a:lnTo>
                  <a:pt x="2618" y="298"/>
                </a:lnTo>
                <a:lnTo>
                  <a:pt x="2626" y="294"/>
                </a:lnTo>
                <a:lnTo>
                  <a:pt x="2634" y="289"/>
                </a:lnTo>
                <a:lnTo>
                  <a:pt x="2642" y="285"/>
                </a:lnTo>
                <a:lnTo>
                  <a:pt x="2649" y="281"/>
                </a:lnTo>
                <a:lnTo>
                  <a:pt x="2657" y="277"/>
                </a:lnTo>
                <a:lnTo>
                  <a:pt x="2665" y="272"/>
                </a:lnTo>
                <a:lnTo>
                  <a:pt x="2673" y="268"/>
                </a:lnTo>
                <a:lnTo>
                  <a:pt x="2680" y="264"/>
                </a:lnTo>
                <a:lnTo>
                  <a:pt x="2688" y="259"/>
                </a:lnTo>
                <a:lnTo>
                  <a:pt x="2696" y="255"/>
                </a:lnTo>
                <a:lnTo>
                  <a:pt x="2704" y="250"/>
                </a:lnTo>
                <a:lnTo>
                  <a:pt x="2712" y="246"/>
                </a:lnTo>
                <a:lnTo>
                  <a:pt x="2719" y="242"/>
                </a:lnTo>
                <a:lnTo>
                  <a:pt x="2727" y="237"/>
                </a:lnTo>
                <a:lnTo>
                  <a:pt x="2735" y="233"/>
                </a:lnTo>
                <a:lnTo>
                  <a:pt x="2743" y="228"/>
                </a:lnTo>
                <a:lnTo>
                  <a:pt x="2750" y="224"/>
                </a:lnTo>
                <a:lnTo>
                  <a:pt x="2758" y="219"/>
                </a:lnTo>
                <a:lnTo>
                  <a:pt x="2766" y="215"/>
                </a:lnTo>
                <a:lnTo>
                  <a:pt x="2774" y="210"/>
                </a:lnTo>
                <a:lnTo>
                  <a:pt x="2781" y="205"/>
                </a:lnTo>
                <a:lnTo>
                  <a:pt x="2789" y="201"/>
                </a:lnTo>
                <a:lnTo>
                  <a:pt x="2797" y="196"/>
                </a:lnTo>
                <a:lnTo>
                  <a:pt x="2805" y="191"/>
                </a:lnTo>
                <a:lnTo>
                  <a:pt x="2813" y="187"/>
                </a:lnTo>
                <a:lnTo>
                  <a:pt x="2820" y="182"/>
                </a:lnTo>
                <a:lnTo>
                  <a:pt x="2828" y="177"/>
                </a:lnTo>
                <a:lnTo>
                  <a:pt x="2836" y="173"/>
                </a:lnTo>
                <a:lnTo>
                  <a:pt x="2844" y="168"/>
                </a:lnTo>
                <a:lnTo>
                  <a:pt x="2851" y="163"/>
                </a:lnTo>
                <a:lnTo>
                  <a:pt x="2859" y="158"/>
                </a:lnTo>
                <a:lnTo>
                  <a:pt x="2867" y="153"/>
                </a:lnTo>
                <a:lnTo>
                  <a:pt x="2875" y="149"/>
                </a:lnTo>
                <a:lnTo>
                  <a:pt x="2882" y="144"/>
                </a:lnTo>
                <a:lnTo>
                  <a:pt x="2890" y="139"/>
                </a:lnTo>
                <a:lnTo>
                  <a:pt x="2898" y="134"/>
                </a:lnTo>
                <a:lnTo>
                  <a:pt x="2906" y="129"/>
                </a:lnTo>
                <a:lnTo>
                  <a:pt x="2914" y="124"/>
                </a:lnTo>
                <a:lnTo>
                  <a:pt x="2921" y="119"/>
                </a:lnTo>
                <a:lnTo>
                  <a:pt x="2929" y="114"/>
                </a:lnTo>
                <a:lnTo>
                  <a:pt x="2937" y="109"/>
                </a:lnTo>
                <a:lnTo>
                  <a:pt x="2945" y="104"/>
                </a:lnTo>
                <a:lnTo>
                  <a:pt x="2952" y="99"/>
                </a:lnTo>
                <a:lnTo>
                  <a:pt x="2960" y="94"/>
                </a:lnTo>
                <a:lnTo>
                  <a:pt x="2968" y="89"/>
                </a:lnTo>
                <a:lnTo>
                  <a:pt x="2976" y="84"/>
                </a:lnTo>
                <a:lnTo>
                  <a:pt x="2983" y="79"/>
                </a:lnTo>
                <a:lnTo>
                  <a:pt x="2991" y="74"/>
                </a:lnTo>
                <a:lnTo>
                  <a:pt x="2999" y="69"/>
                </a:lnTo>
                <a:lnTo>
                  <a:pt x="3007" y="63"/>
                </a:lnTo>
                <a:lnTo>
                  <a:pt x="3015" y="58"/>
                </a:lnTo>
                <a:lnTo>
                  <a:pt x="3022" y="53"/>
                </a:lnTo>
                <a:lnTo>
                  <a:pt x="3030" y="48"/>
                </a:lnTo>
                <a:lnTo>
                  <a:pt x="3038" y="43"/>
                </a:lnTo>
                <a:lnTo>
                  <a:pt x="3046" y="37"/>
                </a:lnTo>
                <a:lnTo>
                  <a:pt x="3053" y="32"/>
                </a:lnTo>
                <a:lnTo>
                  <a:pt x="3061" y="27"/>
                </a:lnTo>
                <a:lnTo>
                  <a:pt x="3069" y="21"/>
                </a:lnTo>
                <a:lnTo>
                  <a:pt x="3077" y="16"/>
                </a:lnTo>
                <a:lnTo>
                  <a:pt x="3084" y="11"/>
                </a:lnTo>
                <a:lnTo>
                  <a:pt x="3092" y="5"/>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2834640" cy="1276502"/>
          </a:xfrm>
          <a:custGeom>
            <a:avLst/>
            <a:gdLst/>
            <a:ahLst/>
            <a:cxnLst/>
            <a:rect l="l" t="t" r="r" b="b"/>
            <a:pathLst>
              <a:path w="3100" h="1396">
                <a:moveTo>
                  <a:pt x="0" y="713"/>
                </a:moveTo>
                <a:lnTo>
                  <a:pt x="8" y="721"/>
                </a:lnTo>
                <a:lnTo>
                  <a:pt x="16" y="729"/>
                </a:lnTo>
                <a:lnTo>
                  <a:pt x="23" y="737"/>
                </a:lnTo>
                <a:lnTo>
                  <a:pt x="31" y="746"/>
                </a:lnTo>
                <a:lnTo>
                  <a:pt x="39" y="754"/>
                </a:lnTo>
                <a:lnTo>
                  <a:pt x="47" y="762"/>
                </a:lnTo>
                <a:lnTo>
                  <a:pt x="54" y="770"/>
                </a:lnTo>
                <a:lnTo>
                  <a:pt x="62" y="778"/>
                </a:lnTo>
                <a:lnTo>
                  <a:pt x="70" y="786"/>
                </a:lnTo>
                <a:lnTo>
                  <a:pt x="78" y="793"/>
                </a:lnTo>
                <a:lnTo>
                  <a:pt x="85" y="801"/>
                </a:lnTo>
                <a:lnTo>
                  <a:pt x="93" y="809"/>
                </a:lnTo>
                <a:lnTo>
                  <a:pt x="101" y="817"/>
                </a:lnTo>
                <a:lnTo>
                  <a:pt x="109" y="824"/>
                </a:lnTo>
                <a:lnTo>
                  <a:pt x="117" y="832"/>
                </a:lnTo>
                <a:lnTo>
                  <a:pt x="124" y="839"/>
                </a:lnTo>
                <a:lnTo>
                  <a:pt x="132" y="847"/>
                </a:lnTo>
                <a:lnTo>
                  <a:pt x="140" y="854"/>
                </a:lnTo>
                <a:lnTo>
                  <a:pt x="148" y="862"/>
                </a:lnTo>
                <a:lnTo>
                  <a:pt x="155" y="869"/>
                </a:lnTo>
                <a:lnTo>
                  <a:pt x="163" y="876"/>
                </a:lnTo>
                <a:lnTo>
                  <a:pt x="171" y="884"/>
                </a:lnTo>
                <a:lnTo>
                  <a:pt x="179" y="891"/>
                </a:lnTo>
                <a:lnTo>
                  <a:pt x="186" y="898"/>
                </a:lnTo>
                <a:lnTo>
                  <a:pt x="194" y="905"/>
                </a:lnTo>
                <a:lnTo>
                  <a:pt x="202" y="912"/>
                </a:lnTo>
                <a:lnTo>
                  <a:pt x="210" y="919"/>
                </a:lnTo>
                <a:lnTo>
                  <a:pt x="218" y="926"/>
                </a:lnTo>
                <a:lnTo>
                  <a:pt x="225" y="933"/>
                </a:lnTo>
                <a:lnTo>
                  <a:pt x="233" y="940"/>
                </a:lnTo>
                <a:lnTo>
                  <a:pt x="241" y="946"/>
                </a:lnTo>
                <a:lnTo>
                  <a:pt x="249" y="953"/>
                </a:lnTo>
                <a:lnTo>
                  <a:pt x="256" y="960"/>
                </a:lnTo>
                <a:lnTo>
                  <a:pt x="264" y="966"/>
                </a:lnTo>
                <a:lnTo>
                  <a:pt x="272" y="973"/>
                </a:lnTo>
                <a:lnTo>
                  <a:pt x="280" y="979"/>
                </a:lnTo>
                <a:lnTo>
                  <a:pt x="287" y="986"/>
                </a:lnTo>
                <a:lnTo>
                  <a:pt x="295" y="992"/>
                </a:lnTo>
                <a:lnTo>
                  <a:pt x="303" y="999"/>
                </a:lnTo>
                <a:lnTo>
                  <a:pt x="311" y="1005"/>
                </a:lnTo>
                <a:lnTo>
                  <a:pt x="319" y="1011"/>
                </a:lnTo>
                <a:lnTo>
                  <a:pt x="326" y="1018"/>
                </a:lnTo>
                <a:lnTo>
                  <a:pt x="334" y="1024"/>
                </a:lnTo>
                <a:lnTo>
                  <a:pt x="342" y="1030"/>
                </a:lnTo>
                <a:lnTo>
                  <a:pt x="350" y="1036"/>
                </a:lnTo>
                <a:lnTo>
                  <a:pt x="357" y="1042"/>
                </a:lnTo>
                <a:lnTo>
                  <a:pt x="365" y="1048"/>
                </a:lnTo>
                <a:lnTo>
                  <a:pt x="373" y="1054"/>
                </a:lnTo>
                <a:lnTo>
                  <a:pt x="381" y="1060"/>
                </a:lnTo>
                <a:lnTo>
                  <a:pt x="388" y="1065"/>
                </a:lnTo>
                <a:lnTo>
                  <a:pt x="396" y="1071"/>
                </a:lnTo>
                <a:lnTo>
                  <a:pt x="404" y="1077"/>
                </a:lnTo>
                <a:lnTo>
                  <a:pt x="412" y="1083"/>
                </a:lnTo>
                <a:lnTo>
                  <a:pt x="420" y="1088"/>
                </a:lnTo>
                <a:lnTo>
                  <a:pt x="427" y="1094"/>
                </a:lnTo>
                <a:lnTo>
                  <a:pt x="435" y="1099"/>
                </a:lnTo>
                <a:lnTo>
                  <a:pt x="443" y="1105"/>
                </a:lnTo>
                <a:lnTo>
                  <a:pt x="451" y="1110"/>
                </a:lnTo>
                <a:lnTo>
                  <a:pt x="458" y="1116"/>
                </a:lnTo>
                <a:lnTo>
                  <a:pt x="466" y="1121"/>
                </a:lnTo>
                <a:lnTo>
                  <a:pt x="474" y="1126"/>
                </a:lnTo>
                <a:lnTo>
                  <a:pt x="482" y="1131"/>
                </a:lnTo>
                <a:lnTo>
                  <a:pt x="489" y="1136"/>
                </a:lnTo>
                <a:lnTo>
                  <a:pt x="497" y="1142"/>
                </a:lnTo>
                <a:lnTo>
                  <a:pt x="505" y="1147"/>
                </a:lnTo>
                <a:lnTo>
                  <a:pt x="513" y="1152"/>
                </a:lnTo>
                <a:lnTo>
                  <a:pt x="521" y="1157"/>
                </a:lnTo>
                <a:lnTo>
                  <a:pt x="528" y="1161"/>
                </a:lnTo>
                <a:lnTo>
                  <a:pt x="536" y="1166"/>
                </a:lnTo>
                <a:lnTo>
                  <a:pt x="544" y="1171"/>
                </a:lnTo>
                <a:lnTo>
                  <a:pt x="552" y="1176"/>
                </a:lnTo>
                <a:lnTo>
                  <a:pt x="559" y="1181"/>
                </a:lnTo>
                <a:lnTo>
                  <a:pt x="567" y="1185"/>
                </a:lnTo>
                <a:lnTo>
                  <a:pt x="575" y="1190"/>
                </a:lnTo>
                <a:lnTo>
                  <a:pt x="583" y="1194"/>
                </a:lnTo>
                <a:lnTo>
                  <a:pt x="590" y="1199"/>
                </a:lnTo>
                <a:lnTo>
                  <a:pt x="598" y="1203"/>
                </a:lnTo>
                <a:lnTo>
                  <a:pt x="606" y="1208"/>
                </a:lnTo>
                <a:lnTo>
                  <a:pt x="614" y="1212"/>
                </a:lnTo>
                <a:lnTo>
                  <a:pt x="622" y="1216"/>
                </a:lnTo>
                <a:lnTo>
                  <a:pt x="629" y="1221"/>
                </a:lnTo>
                <a:lnTo>
                  <a:pt x="637" y="1225"/>
                </a:lnTo>
                <a:lnTo>
                  <a:pt x="645" y="1229"/>
                </a:lnTo>
                <a:lnTo>
                  <a:pt x="653" y="1233"/>
                </a:lnTo>
                <a:lnTo>
                  <a:pt x="660" y="1237"/>
                </a:lnTo>
                <a:lnTo>
                  <a:pt x="668" y="1241"/>
                </a:lnTo>
                <a:lnTo>
                  <a:pt x="676" y="1245"/>
                </a:lnTo>
                <a:lnTo>
                  <a:pt x="684" y="1249"/>
                </a:lnTo>
                <a:lnTo>
                  <a:pt x="691" y="1253"/>
                </a:lnTo>
                <a:lnTo>
                  <a:pt x="699" y="1257"/>
                </a:lnTo>
                <a:lnTo>
                  <a:pt x="707" y="1260"/>
                </a:lnTo>
                <a:lnTo>
                  <a:pt x="715" y="1264"/>
                </a:lnTo>
                <a:lnTo>
                  <a:pt x="723" y="1268"/>
                </a:lnTo>
                <a:lnTo>
                  <a:pt x="730" y="1271"/>
                </a:lnTo>
                <a:lnTo>
                  <a:pt x="738" y="1275"/>
                </a:lnTo>
                <a:lnTo>
                  <a:pt x="746" y="1278"/>
                </a:lnTo>
                <a:lnTo>
                  <a:pt x="754" y="1282"/>
                </a:lnTo>
                <a:lnTo>
                  <a:pt x="761" y="1285"/>
                </a:lnTo>
                <a:lnTo>
                  <a:pt x="769" y="1288"/>
                </a:lnTo>
                <a:lnTo>
                  <a:pt x="777" y="1292"/>
                </a:lnTo>
                <a:lnTo>
                  <a:pt x="785" y="1295"/>
                </a:lnTo>
                <a:lnTo>
                  <a:pt x="792" y="1298"/>
                </a:lnTo>
                <a:lnTo>
                  <a:pt x="800" y="1301"/>
                </a:lnTo>
                <a:lnTo>
                  <a:pt x="808" y="1304"/>
                </a:lnTo>
                <a:lnTo>
                  <a:pt x="816" y="1307"/>
                </a:lnTo>
                <a:lnTo>
                  <a:pt x="824" y="1310"/>
                </a:lnTo>
                <a:lnTo>
                  <a:pt x="831" y="1313"/>
                </a:lnTo>
                <a:lnTo>
                  <a:pt x="839" y="1316"/>
                </a:lnTo>
                <a:lnTo>
                  <a:pt x="847" y="1319"/>
                </a:lnTo>
                <a:lnTo>
                  <a:pt x="855" y="1322"/>
                </a:lnTo>
                <a:lnTo>
                  <a:pt x="862" y="1324"/>
                </a:lnTo>
                <a:lnTo>
                  <a:pt x="870" y="1327"/>
                </a:lnTo>
                <a:lnTo>
                  <a:pt x="878" y="1330"/>
                </a:lnTo>
                <a:lnTo>
                  <a:pt x="886" y="1332"/>
                </a:lnTo>
                <a:lnTo>
                  <a:pt x="893" y="1335"/>
                </a:lnTo>
                <a:lnTo>
                  <a:pt x="901" y="1337"/>
                </a:lnTo>
                <a:lnTo>
                  <a:pt x="909" y="1340"/>
                </a:lnTo>
                <a:lnTo>
                  <a:pt x="917" y="1342"/>
                </a:lnTo>
                <a:lnTo>
                  <a:pt x="925" y="1344"/>
                </a:lnTo>
                <a:lnTo>
                  <a:pt x="932" y="1347"/>
                </a:lnTo>
                <a:lnTo>
                  <a:pt x="940" y="1349"/>
                </a:lnTo>
                <a:lnTo>
                  <a:pt x="948" y="1351"/>
                </a:lnTo>
                <a:lnTo>
                  <a:pt x="956" y="1353"/>
                </a:lnTo>
                <a:lnTo>
                  <a:pt x="963" y="1355"/>
                </a:lnTo>
                <a:lnTo>
                  <a:pt x="971" y="1357"/>
                </a:lnTo>
                <a:lnTo>
                  <a:pt x="979" y="1359"/>
                </a:lnTo>
                <a:lnTo>
                  <a:pt x="987" y="1361"/>
                </a:lnTo>
                <a:lnTo>
                  <a:pt x="994" y="1363"/>
                </a:lnTo>
                <a:lnTo>
                  <a:pt x="1002" y="1365"/>
                </a:lnTo>
                <a:lnTo>
                  <a:pt x="1010" y="1366"/>
                </a:lnTo>
                <a:lnTo>
                  <a:pt x="1018" y="1368"/>
                </a:lnTo>
                <a:lnTo>
                  <a:pt x="1026" y="1370"/>
                </a:lnTo>
                <a:lnTo>
                  <a:pt x="1033" y="1371"/>
                </a:lnTo>
                <a:lnTo>
                  <a:pt x="1041" y="1373"/>
                </a:lnTo>
                <a:lnTo>
                  <a:pt x="1049" y="1375"/>
                </a:lnTo>
                <a:lnTo>
                  <a:pt x="1057" y="1376"/>
                </a:lnTo>
                <a:lnTo>
                  <a:pt x="1064" y="1377"/>
                </a:lnTo>
                <a:lnTo>
                  <a:pt x="1072" y="1379"/>
                </a:lnTo>
                <a:lnTo>
                  <a:pt x="1080" y="1380"/>
                </a:lnTo>
                <a:lnTo>
                  <a:pt x="1088" y="1381"/>
                </a:lnTo>
                <a:lnTo>
                  <a:pt x="1095" y="1382"/>
                </a:lnTo>
                <a:lnTo>
                  <a:pt x="1103" y="1384"/>
                </a:lnTo>
                <a:lnTo>
                  <a:pt x="1111" y="1385"/>
                </a:lnTo>
                <a:lnTo>
                  <a:pt x="1119" y="1386"/>
                </a:lnTo>
                <a:lnTo>
                  <a:pt x="1127" y="1387"/>
                </a:lnTo>
                <a:lnTo>
                  <a:pt x="1134" y="1388"/>
                </a:lnTo>
                <a:lnTo>
                  <a:pt x="1142" y="1389"/>
                </a:lnTo>
                <a:lnTo>
                  <a:pt x="1150" y="1389"/>
                </a:lnTo>
                <a:lnTo>
                  <a:pt x="1158" y="1390"/>
                </a:lnTo>
                <a:lnTo>
                  <a:pt x="1165" y="1391"/>
                </a:lnTo>
                <a:lnTo>
                  <a:pt x="1173" y="1392"/>
                </a:lnTo>
                <a:lnTo>
                  <a:pt x="1181" y="1392"/>
                </a:lnTo>
                <a:lnTo>
                  <a:pt x="1189" y="1393"/>
                </a:lnTo>
                <a:lnTo>
                  <a:pt x="1196" y="1394"/>
                </a:lnTo>
                <a:lnTo>
                  <a:pt x="1204" y="1394"/>
                </a:lnTo>
                <a:lnTo>
                  <a:pt x="1212" y="1394"/>
                </a:lnTo>
                <a:lnTo>
                  <a:pt x="1220" y="1395"/>
                </a:lnTo>
                <a:lnTo>
                  <a:pt x="1228" y="1395"/>
                </a:lnTo>
                <a:lnTo>
                  <a:pt x="1235" y="1395"/>
                </a:lnTo>
                <a:lnTo>
                  <a:pt x="1243" y="1396"/>
                </a:lnTo>
                <a:lnTo>
                  <a:pt x="1251" y="1396"/>
                </a:lnTo>
                <a:lnTo>
                  <a:pt x="1259" y="1396"/>
                </a:lnTo>
                <a:lnTo>
                  <a:pt x="1266" y="1396"/>
                </a:lnTo>
                <a:lnTo>
                  <a:pt x="1274" y="1396"/>
                </a:lnTo>
                <a:lnTo>
                  <a:pt x="1282" y="1396"/>
                </a:lnTo>
                <a:lnTo>
                  <a:pt x="1290" y="1396"/>
                </a:lnTo>
                <a:lnTo>
                  <a:pt x="1297" y="1396"/>
                </a:lnTo>
                <a:lnTo>
                  <a:pt x="1305" y="1396"/>
                </a:lnTo>
                <a:lnTo>
                  <a:pt x="1313" y="1396"/>
                </a:lnTo>
                <a:lnTo>
                  <a:pt x="1321" y="1395"/>
                </a:lnTo>
                <a:lnTo>
                  <a:pt x="1329" y="1395"/>
                </a:lnTo>
                <a:lnTo>
                  <a:pt x="1336" y="1395"/>
                </a:lnTo>
                <a:lnTo>
                  <a:pt x="1344" y="1394"/>
                </a:lnTo>
                <a:lnTo>
                  <a:pt x="1352" y="1394"/>
                </a:lnTo>
                <a:lnTo>
                  <a:pt x="1360" y="1393"/>
                </a:lnTo>
                <a:lnTo>
                  <a:pt x="1367" y="1393"/>
                </a:lnTo>
                <a:lnTo>
                  <a:pt x="1375" y="1392"/>
                </a:lnTo>
                <a:lnTo>
                  <a:pt x="1383" y="1391"/>
                </a:lnTo>
                <a:lnTo>
                  <a:pt x="1391" y="1391"/>
                </a:lnTo>
                <a:lnTo>
                  <a:pt x="1398" y="1390"/>
                </a:lnTo>
                <a:lnTo>
                  <a:pt x="1406" y="1389"/>
                </a:lnTo>
                <a:lnTo>
                  <a:pt x="1414" y="1388"/>
                </a:lnTo>
                <a:lnTo>
                  <a:pt x="1422" y="1387"/>
                </a:lnTo>
                <a:lnTo>
                  <a:pt x="1430" y="1386"/>
                </a:lnTo>
                <a:lnTo>
                  <a:pt x="1437" y="1385"/>
                </a:lnTo>
                <a:lnTo>
                  <a:pt x="1445" y="1384"/>
                </a:lnTo>
                <a:lnTo>
                  <a:pt x="1453" y="1383"/>
                </a:lnTo>
                <a:lnTo>
                  <a:pt x="1461" y="1382"/>
                </a:lnTo>
                <a:lnTo>
                  <a:pt x="1468" y="1381"/>
                </a:lnTo>
                <a:lnTo>
                  <a:pt x="1476" y="1379"/>
                </a:lnTo>
                <a:lnTo>
                  <a:pt x="1484" y="1378"/>
                </a:lnTo>
                <a:lnTo>
                  <a:pt x="1492" y="1377"/>
                </a:lnTo>
                <a:lnTo>
                  <a:pt x="1499" y="1375"/>
                </a:lnTo>
                <a:lnTo>
                  <a:pt x="1507" y="1374"/>
                </a:lnTo>
                <a:lnTo>
                  <a:pt x="1515" y="1372"/>
                </a:lnTo>
                <a:lnTo>
                  <a:pt x="1523" y="1371"/>
                </a:lnTo>
                <a:lnTo>
                  <a:pt x="1531" y="1369"/>
                </a:lnTo>
                <a:lnTo>
                  <a:pt x="1538" y="1367"/>
                </a:lnTo>
                <a:lnTo>
                  <a:pt x="1546" y="1366"/>
                </a:lnTo>
                <a:lnTo>
                  <a:pt x="1554" y="1364"/>
                </a:lnTo>
                <a:lnTo>
                  <a:pt x="1562" y="1362"/>
                </a:lnTo>
                <a:lnTo>
                  <a:pt x="1569" y="1360"/>
                </a:lnTo>
                <a:lnTo>
                  <a:pt x="1577" y="1358"/>
                </a:lnTo>
                <a:lnTo>
                  <a:pt x="1585" y="1356"/>
                </a:lnTo>
                <a:lnTo>
                  <a:pt x="1593" y="1354"/>
                </a:lnTo>
                <a:lnTo>
                  <a:pt x="1601" y="1352"/>
                </a:lnTo>
                <a:lnTo>
                  <a:pt x="1608" y="1350"/>
                </a:lnTo>
                <a:lnTo>
                  <a:pt x="1616" y="1348"/>
                </a:lnTo>
                <a:lnTo>
                  <a:pt x="1624" y="1345"/>
                </a:lnTo>
                <a:lnTo>
                  <a:pt x="1632" y="1343"/>
                </a:lnTo>
                <a:lnTo>
                  <a:pt x="1639" y="1341"/>
                </a:lnTo>
                <a:lnTo>
                  <a:pt x="1647" y="1338"/>
                </a:lnTo>
                <a:lnTo>
                  <a:pt x="1655" y="1336"/>
                </a:lnTo>
                <a:lnTo>
                  <a:pt x="1663" y="1334"/>
                </a:lnTo>
                <a:lnTo>
                  <a:pt x="1670" y="1331"/>
                </a:lnTo>
                <a:lnTo>
                  <a:pt x="1678" y="1328"/>
                </a:lnTo>
                <a:lnTo>
                  <a:pt x="1686" y="1326"/>
                </a:lnTo>
                <a:lnTo>
                  <a:pt x="1694" y="1323"/>
                </a:lnTo>
                <a:lnTo>
                  <a:pt x="1702" y="1320"/>
                </a:lnTo>
                <a:lnTo>
                  <a:pt x="1709" y="1317"/>
                </a:lnTo>
                <a:lnTo>
                  <a:pt x="1717" y="1315"/>
                </a:lnTo>
                <a:lnTo>
                  <a:pt x="1725" y="1312"/>
                </a:lnTo>
                <a:lnTo>
                  <a:pt x="1733" y="1309"/>
                </a:lnTo>
                <a:lnTo>
                  <a:pt x="1740" y="1306"/>
                </a:lnTo>
                <a:lnTo>
                  <a:pt x="1748" y="1303"/>
                </a:lnTo>
                <a:lnTo>
                  <a:pt x="1756" y="1300"/>
                </a:lnTo>
                <a:lnTo>
                  <a:pt x="1764" y="1296"/>
                </a:lnTo>
                <a:lnTo>
                  <a:pt x="1771" y="1293"/>
                </a:lnTo>
                <a:lnTo>
                  <a:pt x="1779" y="1290"/>
                </a:lnTo>
                <a:lnTo>
                  <a:pt x="1787" y="1287"/>
                </a:lnTo>
                <a:lnTo>
                  <a:pt x="1795" y="1283"/>
                </a:lnTo>
                <a:lnTo>
                  <a:pt x="1803" y="1280"/>
                </a:lnTo>
                <a:lnTo>
                  <a:pt x="1810" y="1276"/>
                </a:lnTo>
                <a:lnTo>
                  <a:pt x="1818" y="1273"/>
                </a:lnTo>
                <a:lnTo>
                  <a:pt x="1826" y="1269"/>
                </a:lnTo>
                <a:lnTo>
                  <a:pt x="1834" y="1266"/>
                </a:lnTo>
                <a:lnTo>
                  <a:pt x="1841" y="1262"/>
                </a:lnTo>
                <a:lnTo>
                  <a:pt x="1849" y="1258"/>
                </a:lnTo>
                <a:lnTo>
                  <a:pt x="1857" y="1255"/>
                </a:lnTo>
                <a:lnTo>
                  <a:pt x="1865" y="1251"/>
                </a:lnTo>
                <a:lnTo>
                  <a:pt x="1872" y="1247"/>
                </a:lnTo>
                <a:lnTo>
                  <a:pt x="1880" y="1243"/>
                </a:lnTo>
                <a:lnTo>
                  <a:pt x="1888" y="1239"/>
                </a:lnTo>
                <a:lnTo>
                  <a:pt x="1896" y="1235"/>
                </a:lnTo>
                <a:lnTo>
                  <a:pt x="1904" y="1231"/>
                </a:lnTo>
                <a:lnTo>
                  <a:pt x="1911" y="1227"/>
                </a:lnTo>
                <a:lnTo>
                  <a:pt x="1919" y="1223"/>
                </a:lnTo>
                <a:lnTo>
                  <a:pt x="1927" y="1219"/>
                </a:lnTo>
                <a:lnTo>
                  <a:pt x="1935" y="1214"/>
                </a:lnTo>
                <a:lnTo>
                  <a:pt x="1942" y="1210"/>
                </a:lnTo>
                <a:lnTo>
                  <a:pt x="1950" y="1206"/>
                </a:lnTo>
                <a:lnTo>
                  <a:pt x="1958" y="1201"/>
                </a:lnTo>
                <a:lnTo>
                  <a:pt x="1966" y="1197"/>
                </a:lnTo>
                <a:lnTo>
                  <a:pt x="1973" y="1192"/>
                </a:lnTo>
                <a:lnTo>
                  <a:pt x="1981" y="1188"/>
                </a:lnTo>
                <a:lnTo>
                  <a:pt x="1989" y="1183"/>
                </a:lnTo>
                <a:lnTo>
                  <a:pt x="1997" y="1178"/>
                </a:lnTo>
                <a:lnTo>
                  <a:pt x="2005" y="1174"/>
                </a:lnTo>
                <a:lnTo>
                  <a:pt x="2012" y="1169"/>
                </a:lnTo>
                <a:lnTo>
                  <a:pt x="2020" y="1164"/>
                </a:lnTo>
                <a:lnTo>
                  <a:pt x="2028" y="1159"/>
                </a:lnTo>
                <a:lnTo>
                  <a:pt x="2036" y="1154"/>
                </a:lnTo>
                <a:lnTo>
                  <a:pt x="2043" y="1149"/>
                </a:lnTo>
                <a:lnTo>
                  <a:pt x="2051" y="1144"/>
                </a:lnTo>
                <a:lnTo>
                  <a:pt x="2059" y="1139"/>
                </a:lnTo>
                <a:lnTo>
                  <a:pt x="2067" y="1134"/>
                </a:lnTo>
                <a:lnTo>
                  <a:pt x="2074" y="1129"/>
                </a:lnTo>
                <a:lnTo>
                  <a:pt x="2082" y="1124"/>
                </a:lnTo>
                <a:lnTo>
                  <a:pt x="2090" y="1118"/>
                </a:lnTo>
                <a:lnTo>
                  <a:pt x="2098" y="1113"/>
                </a:lnTo>
                <a:lnTo>
                  <a:pt x="2106" y="1108"/>
                </a:lnTo>
                <a:lnTo>
                  <a:pt x="2113" y="1102"/>
                </a:lnTo>
                <a:lnTo>
                  <a:pt x="2121" y="1097"/>
                </a:lnTo>
                <a:lnTo>
                  <a:pt x="2129" y="1091"/>
                </a:lnTo>
                <a:lnTo>
                  <a:pt x="2137" y="1086"/>
                </a:lnTo>
                <a:lnTo>
                  <a:pt x="2144" y="1080"/>
                </a:lnTo>
                <a:lnTo>
                  <a:pt x="2152" y="1074"/>
                </a:lnTo>
                <a:lnTo>
                  <a:pt x="2160" y="1068"/>
                </a:lnTo>
                <a:lnTo>
                  <a:pt x="2168" y="1063"/>
                </a:lnTo>
                <a:lnTo>
                  <a:pt x="2175" y="1057"/>
                </a:lnTo>
                <a:lnTo>
                  <a:pt x="2183" y="1051"/>
                </a:lnTo>
                <a:lnTo>
                  <a:pt x="2191" y="1045"/>
                </a:lnTo>
                <a:lnTo>
                  <a:pt x="2199" y="1039"/>
                </a:lnTo>
                <a:lnTo>
                  <a:pt x="2207" y="1033"/>
                </a:lnTo>
                <a:lnTo>
                  <a:pt x="2214" y="1027"/>
                </a:lnTo>
                <a:lnTo>
                  <a:pt x="2222" y="1021"/>
                </a:lnTo>
                <a:lnTo>
                  <a:pt x="2230" y="1015"/>
                </a:lnTo>
                <a:lnTo>
                  <a:pt x="2238" y="1008"/>
                </a:lnTo>
                <a:lnTo>
                  <a:pt x="2245" y="1002"/>
                </a:lnTo>
                <a:lnTo>
                  <a:pt x="2253" y="996"/>
                </a:lnTo>
                <a:lnTo>
                  <a:pt x="2261" y="989"/>
                </a:lnTo>
                <a:lnTo>
                  <a:pt x="2269" y="983"/>
                </a:lnTo>
                <a:lnTo>
                  <a:pt x="2276" y="976"/>
                </a:lnTo>
                <a:lnTo>
                  <a:pt x="2284" y="970"/>
                </a:lnTo>
                <a:lnTo>
                  <a:pt x="2292" y="963"/>
                </a:lnTo>
                <a:lnTo>
                  <a:pt x="2300" y="957"/>
                </a:lnTo>
                <a:lnTo>
                  <a:pt x="2308" y="950"/>
                </a:lnTo>
                <a:lnTo>
                  <a:pt x="2315" y="943"/>
                </a:lnTo>
                <a:lnTo>
                  <a:pt x="2323" y="936"/>
                </a:lnTo>
                <a:lnTo>
                  <a:pt x="2331" y="929"/>
                </a:lnTo>
                <a:lnTo>
                  <a:pt x="2339" y="923"/>
                </a:lnTo>
                <a:lnTo>
                  <a:pt x="2346" y="916"/>
                </a:lnTo>
                <a:lnTo>
                  <a:pt x="2354" y="909"/>
                </a:lnTo>
                <a:lnTo>
                  <a:pt x="2362" y="902"/>
                </a:lnTo>
                <a:lnTo>
                  <a:pt x="2370" y="894"/>
                </a:lnTo>
                <a:lnTo>
                  <a:pt x="2377" y="887"/>
                </a:lnTo>
                <a:lnTo>
                  <a:pt x="2385" y="880"/>
                </a:lnTo>
                <a:lnTo>
                  <a:pt x="2393" y="873"/>
                </a:lnTo>
                <a:lnTo>
                  <a:pt x="2401" y="865"/>
                </a:lnTo>
                <a:lnTo>
                  <a:pt x="2409" y="858"/>
                </a:lnTo>
                <a:lnTo>
                  <a:pt x="2416" y="851"/>
                </a:lnTo>
                <a:lnTo>
                  <a:pt x="2424" y="843"/>
                </a:lnTo>
                <a:lnTo>
                  <a:pt x="2432" y="836"/>
                </a:lnTo>
                <a:lnTo>
                  <a:pt x="2440" y="828"/>
                </a:lnTo>
                <a:lnTo>
                  <a:pt x="2447" y="821"/>
                </a:lnTo>
                <a:lnTo>
                  <a:pt x="2455" y="813"/>
                </a:lnTo>
                <a:lnTo>
                  <a:pt x="2463" y="805"/>
                </a:lnTo>
                <a:lnTo>
                  <a:pt x="2471" y="797"/>
                </a:lnTo>
                <a:lnTo>
                  <a:pt x="2478" y="790"/>
                </a:lnTo>
                <a:lnTo>
                  <a:pt x="2486" y="782"/>
                </a:lnTo>
                <a:lnTo>
                  <a:pt x="2494" y="774"/>
                </a:lnTo>
                <a:lnTo>
                  <a:pt x="2502" y="766"/>
                </a:lnTo>
                <a:lnTo>
                  <a:pt x="2510" y="758"/>
                </a:lnTo>
                <a:lnTo>
                  <a:pt x="2517" y="750"/>
                </a:lnTo>
                <a:lnTo>
                  <a:pt x="2525" y="742"/>
                </a:lnTo>
                <a:lnTo>
                  <a:pt x="2533" y="734"/>
                </a:lnTo>
                <a:lnTo>
                  <a:pt x="2541" y="725"/>
                </a:lnTo>
                <a:lnTo>
                  <a:pt x="2548" y="717"/>
                </a:lnTo>
                <a:lnTo>
                  <a:pt x="2556" y="709"/>
                </a:lnTo>
                <a:lnTo>
                  <a:pt x="2564" y="700"/>
                </a:lnTo>
                <a:lnTo>
                  <a:pt x="2572" y="692"/>
                </a:lnTo>
                <a:lnTo>
                  <a:pt x="2579" y="683"/>
                </a:lnTo>
                <a:lnTo>
                  <a:pt x="2587" y="675"/>
                </a:lnTo>
                <a:lnTo>
                  <a:pt x="2595" y="666"/>
                </a:lnTo>
                <a:lnTo>
                  <a:pt x="2603" y="658"/>
                </a:lnTo>
                <a:lnTo>
                  <a:pt x="2611" y="649"/>
                </a:lnTo>
                <a:lnTo>
                  <a:pt x="2618" y="640"/>
                </a:lnTo>
                <a:lnTo>
                  <a:pt x="2626" y="632"/>
                </a:lnTo>
                <a:lnTo>
                  <a:pt x="2634" y="623"/>
                </a:lnTo>
                <a:lnTo>
                  <a:pt x="2642" y="614"/>
                </a:lnTo>
                <a:lnTo>
                  <a:pt x="2649" y="605"/>
                </a:lnTo>
                <a:lnTo>
                  <a:pt x="2657" y="596"/>
                </a:lnTo>
                <a:lnTo>
                  <a:pt x="2665" y="587"/>
                </a:lnTo>
                <a:lnTo>
                  <a:pt x="2673" y="578"/>
                </a:lnTo>
                <a:lnTo>
                  <a:pt x="2680" y="569"/>
                </a:lnTo>
                <a:lnTo>
                  <a:pt x="2688" y="559"/>
                </a:lnTo>
                <a:lnTo>
                  <a:pt x="2696" y="550"/>
                </a:lnTo>
                <a:lnTo>
                  <a:pt x="2704" y="541"/>
                </a:lnTo>
                <a:lnTo>
                  <a:pt x="2712" y="532"/>
                </a:lnTo>
                <a:lnTo>
                  <a:pt x="2719" y="522"/>
                </a:lnTo>
                <a:lnTo>
                  <a:pt x="2727" y="513"/>
                </a:lnTo>
                <a:lnTo>
                  <a:pt x="2735" y="503"/>
                </a:lnTo>
                <a:lnTo>
                  <a:pt x="2743" y="494"/>
                </a:lnTo>
                <a:lnTo>
                  <a:pt x="2750" y="484"/>
                </a:lnTo>
                <a:lnTo>
                  <a:pt x="2758" y="475"/>
                </a:lnTo>
                <a:lnTo>
                  <a:pt x="2766" y="465"/>
                </a:lnTo>
                <a:lnTo>
                  <a:pt x="2774" y="455"/>
                </a:lnTo>
                <a:lnTo>
                  <a:pt x="2781" y="445"/>
                </a:lnTo>
                <a:lnTo>
                  <a:pt x="2789" y="436"/>
                </a:lnTo>
                <a:lnTo>
                  <a:pt x="2797" y="426"/>
                </a:lnTo>
                <a:lnTo>
                  <a:pt x="2805" y="416"/>
                </a:lnTo>
                <a:lnTo>
                  <a:pt x="2813" y="406"/>
                </a:lnTo>
                <a:lnTo>
                  <a:pt x="2820" y="396"/>
                </a:lnTo>
                <a:lnTo>
                  <a:pt x="2828" y="386"/>
                </a:lnTo>
                <a:lnTo>
                  <a:pt x="2836" y="375"/>
                </a:lnTo>
                <a:lnTo>
                  <a:pt x="2844" y="365"/>
                </a:lnTo>
                <a:lnTo>
                  <a:pt x="2851" y="355"/>
                </a:lnTo>
                <a:lnTo>
                  <a:pt x="2859" y="345"/>
                </a:lnTo>
                <a:lnTo>
                  <a:pt x="2867" y="334"/>
                </a:lnTo>
                <a:lnTo>
                  <a:pt x="2875" y="324"/>
                </a:lnTo>
                <a:lnTo>
                  <a:pt x="2882" y="313"/>
                </a:lnTo>
                <a:lnTo>
                  <a:pt x="2890" y="303"/>
                </a:lnTo>
                <a:lnTo>
                  <a:pt x="2898" y="292"/>
                </a:lnTo>
                <a:lnTo>
                  <a:pt x="2906" y="282"/>
                </a:lnTo>
                <a:lnTo>
                  <a:pt x="2914" y="271"/>
                </a:lnTo>
                <a:lnTo>
                  <a:pt x="2921" y="260"/>
                </a:lnTo>
                <a:lnTo>
                  <a:pt x="2929" y="250"/>
                </a:lnTo>
                <a:lnTo>
                  <a:pt x="2937" y="239"/>
                </a:lnTo>
                <a:lnTo>
                  <a:pt x="2945" y="228"/>
                </a:lnTo>
                <a:lnTo>
                  <a:pt x="2952" y="217"/>
                </a:lnTo>
                <a:lnTo>
                  <a:pt x="2960" y="206"/>
                </a:lnTo>
                <a:lnTo>
                  <a:pt x="2968" y="195"/>
                </a:lnTo>
                <a:lnTo>
                  <a:pt x="2976" y="184"/>
                </a:lnTo>
                <a:lnTo>
                  <a:pt x="2983" y="173"/>
                </a:lnTo>
                <a:lnTo>
                  <a:pt x="2991" y="162"/>
                </a:lnTo>
                <a:lnTo>
                  <a:pt x="2999" y="151"/>
                </a:lnTo>
                <a:lnTo>
                  <a:pt x="3007" y="139"/>
                </a:lnTo>
                <a:lnTo>
                  <a:pt x="3015" y="128"/>
                </a:lnTo>
                <a:lnTo>
                  <a:pt x="3022" y="117"/>
                </a:lnTo>
                <a:lnTo>
                  <a:pt x="3030" y="105"/>
                </a:lnTo>
                <a:lnTo>
                  <a:pt x="3038" y="94"/>
                </a:lnTo>
                <a:lnTo>
                  <a:pt x="3046" y="82"/>
                </a:lnTo>
                <a:lnTo>
                  <a:pt x="3053" y="71"/>
                </a:lnTo>
                <a:lnTo>
                  <a:pt x="3061" y="59"/>
                </a:lnTo>
                <a:lnTo>
                  <a:pt x="3069" y="47"/>
                </a:lnTo>
                <a:lnTo>
                  <a:pt x="3077" y="36"/>
                </a:lnTo>
                <a:lnTo>
                  <a:pt x="3084" y="24"/>
                </a:lnTo>
                <a:lnTo>
                  <a:pt x="3092" y="12"/>
                </a:lnTo>
                <a:lnTo>
                  <a:pt x="31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72000" y="2423160"/>
            <a:ext cx="3108960" cy="274320"/>
          </a:xfrm>
          <a:prstGeom prst="rect">
            <a:avLst/>
          </a:prstGeom>
          <a:noFill/>
        </p:spPr>
        <p:txBody>
          <a:bodyPr wrap="square" lIns="0" rIns="0" tIns="0" bIns="0">
            <a:spAutoFit/>
          </a:bodyPr>
          <a:lstStyle/>
          <a:p>
            <a:pPr>
              <a:spcAft>
                <a:spcPts val="0"/>
              </a:spcAft>
              <a:defRPr sz="1500" b="0">
                <a:solidFill>
                  <a:srgbClr val="181D16"/>
                </a:solidFill>
                <a:latin typeface="Arial"/>
              </a:defRPr>
            </a:pPr>
            <a:r>
              <a:t>Degree 12 / more variation</a:t>
            </a:r>
          </a:p>
        </p:txBody>
      </p:sp>
      <p:cxnSp>
        <p:nvCxnSpPr>
          <p:cNvPr id="20" name="Connector 19"/>
          <p:cNvCxnSpPr/>
          <p:nvPr/>
        </p:nvCxnSpPr>
        <p:spPr>
          <a:xfrm>
            <a:off x="4572000" y="5440680"/>
            <a:ext cx="28346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720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31520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2976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72000" y="3119933"/>
            <a:ext cx="2834640" cy="1977847"/>
          </a:xfrm>
          <a:custGeom>
            <a:avLst/>
            <a:gdLst/>
            <a:ahLst/>
            <a:cxnLst/>
            <a:rect l="l" t="t" r="r" b="b"/>
            <a:pathLst>
              <a:path w="3100" h="2163">
                <a:moveTo>
                  <a:pt x="0" y="919"/>
                </a:moveTo>
                <a:lnTo>
                  <a:pt x="8" y="817"/>
                </a:lnTo>
                <a:lnTo>
                  <a:pt x="16" y="732"/>
                </a:lnTo>
                <a:lnTo>
                  <a:pt x="23" y="663"/>
                </a:lnTo>
                <a:lnTo>
                  <a:pt x="31" y="607"/>
                </a:lnTo>
                <a:lnTo>
                  <a:pt x="39" y="564"/>
                </a:lnTo>
                <a:lnTo>
                  <a:pt x="47" y="532"/>
                </a:lnTo>
                <a:lnTo>
                  <a:pt x="54" y="510"/>
                </a:lnTo>
                <a:lnTo>
                  <a:pt x="62" y="496"/>
                </a:lnTo>
                <a:lnTo>
                  <a:pt x="70" y="490"/>
                </a:lnTo>
                <a:lnTo>
                  <a:pt x="78" y="491"/>
                </a:lnTo>
                <a:lnTo>
                  <a:pt x="85" y="498"/>
                </a:lnTo>
                <a:lnTo>
                  <a:pt x="93" y="509"/>
                </a:lnTo>
                <a:lnTo>
                  <a:pt x="101" y="525"/>
                </a:lnTo>
                <a:lnTo>
                  <a:pt x="109" y="544"/>
                </a:lnTo>
                <a:lnTo>
                  <a:pt x="117" y="566"/>
                </a:lnTo>
                <a:lnTo>
                  <a:pt x="124" y="590"/>
                </a:lnTo>
                <a:lnTo>
                  <a:pt x="132" y="616"/>
                </a:lnTo>
                <a:lnTo>
                  <a:pt x="140" y="644"/>
                </a:lnTo>
                <a:lnTo>
                  <a:pt x="148" y="672"/>
                </a:lnTo>
                <a:lnTo>
                  <a:pt x="155" y="700"/>
                </a:lnTo>
                <a:lnTo>
                  <a:pt x="163" y="729"/>
                </a:lnTo>
                <a:lnTo>
                  <a:pt x="171" y="757"/>
                </a:lnTo>
                <a:lnTo>
                  <a:pt x="179" y="785"/>
                </a:lnTo>
                <a:lnTo>
                  <a:pt x="186" y="812"/>
                </a:lnTo>
                <a:lnTo>
                  <a:pt x="194" y="838"/>
                </a:lnTo>
                <a:lnTo>
                  <a:pt x="202" y="863"/>
                </a:lnTo>
                <a:lnTo>
                  <a:pt x="210" y="886"/>
                </a:lnTo>
                <a:lnTo>
                  <a:pt x="218" y="909"/>
                </a:lnTo>
                <a:lnTo>
                  <a:pt x="225" y="930"/>
                </a:lnTo>
                <a:lnTo>
                  <a:pt x="233" y="949"/>
                </a:lnTo>
                <a:lnTo>
                  <a:pt x="241" y="967"/>
                </a:lnTo>
                <a:lnTo>
                  <a:pt x="249" y="983"/>
                </a:lnTo>
                <a:lnTo>
                  <a:pt x="256" y="998"/>
                </a:lnTo>
                <a:lnTo>
                  <a:pt x="264" y="1011"/>
                </a:lnTo>
                <a:lnTo>
                  <a:pt x="272" y="1022"/>
                </a:lnTo>
                <a:lnTo>
                  <a:pt x="280" y="1032"/>
                </a:lnTo>
                <a:lnTo>
                  <a:pt x="287" y="1041"/>
                </a:lnTo>
                <a:lnTo>
                  <a:pt x="295" y="1048"/>
                </a:lnTo>
                <a:lnTo>
                  <a:pt x="303" y="1053"/>
                </a:lnTo>
                <a:lnTo>
                  <a:pt x="311" y="1058"/>
                </a:lnTo>
                <a:lnTo>
                  <a:pt x="319" y="1061"/>
                </a:lnTo>
                <a:lnTo>
                  <a:pt x="326" y="1063"/>
                </a:lnTo>
                <a:lnTo>
                  <a:pt x="334" y="1064"/>
                </a:lnTo>
                <a:lnTo>
                  <a:pt x="342" y="1064"/>
                </a:lnTo>
                <a:lnTo>
                  <a:pt x="350" y="1063"/>
                </a:lnTo>
                <a:lnTo>
                  <a:pt x="357" y="1061"/>
                </a:lnTo>
                <a:lnTo>
                  <a:pt x="365" y="1059"/>
                </a:lnTo>
                <a:lnTo>
                  <a:pt x="373" y="1056"/>
                </a:lnTo>
                <a:lnTo>
                  <a:pt x="381" y="1053"/>
                </a:lnTo>
                <a:lnTo>
                  <a:pt x="388" y="1049"/>
                </a:lnTo>
                <a:lnTo>
                  <a:pt x="396" y="1045"/>
                </a:lnTo>
                <a:lnTo>
                  <a:pt x="404" y="1041"/>
                </a:lnTo>
                <a:lnTo>
                  <a:pt x="412" y="1037"/>
                </a:lnTo>
                <a:lnTo>
                  <a:pt x="420" y="1033"/>
                </a:lnTo>
                <a:lnTo>
                  <a:pt x="427" y="1029"/>
                </a:lnTo>
                <a:lnTo>
                  <a:pt x="435" y="1025"/>
                </a:lnTo>
                <a:lnTo>
                  <a:pt x="443" y="1022"/>
                </a:lnTo>
                <a:lnTo>
                  <a:pt x="451" y="1019"/>
                </a:lnTo>
                <a:lnTo>
                  <a:pt x="458" y="1016"/>
                </a:lnTo>
                <a:lnTo>
                  <a:pt x="466" y="1014"/>
                </a:lnTo>
                <a:lnTo>
                  <a:pt x="474" y="1012"/>
                </a:lnTo>
                <a:lnTo>
                  <a:pt x="482" y="1011"/>
                </a:lnTo>
                <a:lnTo>
                  <a:pt x="489" y="1011"/>
                </a:lnTo>
                <a:lnTo>
                  <a:pt x="497" y="1012"/>
                </a:lnTo>
                <a:lnTo>
                  <a:pt x="505" y="1013"/>
                </a:lnTo>
                <a:lnTo>
                  <a:pt x="513" y="1015"/>
                </a:lnTo>
                <a:lnTo>
                  <a:pt x="521" y="1018"/>
                </a:lnTo>
                <a:lnTo>
                  <a:pt x="528" y="1022"/>
                </a:lnTo>
                <a:lnTo>
                  <a:pt x="536" y="1027"/>
                </a:lnTo>
                <a:lnTo>
                  <a:pt x="544" y="1033"/>
                </a:lnTo>
                <a:lnTo>
                  <a:pt x="552" y="1040"/>
                </a:lnTo>
                <a:lnTo>
                  <a:pt x="559" y="1048"/>
                </a:lnTo>
                <a:lnTo>
                  <a:pt x="567" y="1057"/>
                </a:lnTo>
                <a:lnTo>
                  <a:pt x="575" y="1067"/>
                </a:lnTo>
                <a:lnTo>
                  <a:pt x="583" y="1078"/>
                </a:lnTo>
                <a:lnTo>
                  <a:pt x="590" y="1090"/>
                </a:lnTo>
                <a:lnTo>
                  <a:pt x="598" y="1103"/>
                </a:lnTo>
                <a:lnTo>
                  <a:pt x="606" y="1117"/>
                </a:lnTo>
                <a:lnTo>
                  <a:pt x="614" y="1132"/>
                </a:lnTo>
                <a:lnTo>
                  <a:pt x="622" y="1148"/>
                </a:lnTo>
                <a:lnTo>
                  <a:pt x="629" y="1164"/>
                </a:lnTo>
                <a:lnTo>
                  <a:pt x="637" y="1182"/>
                </a:lnTo>
                <a:lnTo>
                  <a:pt x="645" y="1201"/>
                </a:lnTo>
                <a:lnTo>
                  <a:pt x="653" y="1220"/>
                </a:lnTo>
                <a:lnTo>
                  <a:pt x="660" y="1240"/>
                </a:lnTo>
                <a:lnTo>
                  <a:pt x="668" y="1261"/>
                </a:lnTo>
                <a:lnTo>
                  <a:pt x="676" y="1283"/>
                </a:lnTo>
                <a:lnTo>
                  <a:pt x="684" y="1305"/>
                </a:lnTo>
                <a:lnTo>
                  <a:pt x="691" y="1328"/>
                </a:lnTo>
                <a:lnTo>
                  <a:pt x="699" y="1351"/>
                </a:lnTo>
                <a:lnTo>
                  <a:pt x="707" y="1375"/>
                </a:lnTo>
                <a:lnTo>
                  <a:pt x="715" y="1400"/>
                </a:lnTo>
                <a:lnTo>
                  <a:pt x="723" y="1425"/>
                </a:lnTo>
                <a:lnTo>
                  <a:pt x="730" y="1450"/>
                </a:lnTo>
                <a:lnTo>
                  <a:pt x="738" y="1475"/>
                </a:lnTo>
                <a:lnTo>
                  <a:pt x="746" y="1501"/>
                </a:lnTo>
                <a:lnTo>
                  <a:pt x="754" y="1527"/>
                </a:lnTo>
                <a:lnTo>
                  <a:pt x="761" y="1553"/>
                </a:lnTo>
                <a:lnTo>
                  <a:pt x="769" y="1579"/>
                </a:lnTo>
                <a:lnTo>
                  <a:pt x="777" y="1605"/>
                </a:lnTo>
                <a:lnTo>
                  <a:pt x="785" y="1631"/>
                </a:lnTo>
                <a:lnTo>
                  <a:pt x="792" y="1657"/>
                </a:lnTo>
                <a:lnTo>
                  <a:pt x="800" y="1683"/>
                </a:lnTo>
                <a:lnTo>
                  <a:pt x="808" y="1709"/>
                </a:lnTo>
                <a:lnTo>
                  <a:pt x="816" y="1734"/>
                </a:lnTo>
                <a:lnTo>
                  <a:pt x="824" y="1759"/>
                </a:lnTo>
                <a:lnTo>
                  <a:pt x="831" y="1784"/>
                </a:lnTo>
                <a:lnTo>
                  <a:pt x="839" y="1808"/>
                </a:lnTo>
                <a:lnTo>
                  <a:pt x="847" y="1832"/>
                </a:lnTo>
                <a:lnTo>
                  <a:pt x="855" y="1855"/>
                </a:lnTo>
                <a:lnTo>
                  <a:pt x="862" y="1878"/>
                </a:lnTo>
                <a:lnTo>
                  <a:pt x="870" y="1900"/>
                </a:lnTo>
                <a:lnTo>
                  <a:pt x="878" y="1921"/>
                </a:lnTo>
                <a:lnTo>
                  <a:pt x="886" y="1942"/>
                </a:lnTo>
                <a:lnTo>
                  <a:pt x="893" y="1962"/>
                </a:lnTo>
                <a:lnTo>
                  <a:pt x="901" y="1981"/>
                </a:lnTo>
                <a:lnTo>
                  <a:pt x="909" y="1999"/>
                </a:lnTo>
                <a:lnTo>
                  <a:pt x="917" y="2017"/>
                </a:lnTo>
                <a:lnTo>
                  <a:pt x="925" y="2033"/>
                </a:lnTo>
                <a:lnTo>
                  <a:pt x="932" y="2049"/>
                </a:lnTo>
                <a:lnTo>
                  <a:pt x="940" y="2064"/>
                </a:lnTo>
                <a:lnTo>
                  <a:pt x="948" y="2077"/>
                </a:lnTo>
                <a:lnTo>
                  <a:pt x="956" y="2090"/>
                </a:lnTo>
                <a:lnTo>
                  <a:pt x="963" y="2102"/>
                </a:lnTo>
                <a:lnTo>
                  <a:pt x="971" y="2113"/>
                </a:lnTo>
                <a:lnTo>
                  <a:pt x="979" y="2122"/>
                </a:lnTo>
                <a:lnTo>
                  <a:pt x="987" y="2131"/>
                </a:lnTo>
                <a:lnTo>
                  <a:pt x="994" y="2139"/>
                </a:lnTo>
                <a:lnTo>
                  <a:pt x="1002" y="2145"/>
                </a:lnTo>
                <a:lnTo>
                  <a:pt x="1010" y="2151"/>
                </a:lnTo>
                <a:lnTo>
                  <a:pt x="1018" y="2155"/>
                </a:lnTo>
                <a:lnTo>
                  <a:pt x="1026" y="2159"/>
                </a:lnTo>
                <a:lnTo>
                  <a:pt x="1033" y="2161"/>
                </a:lnTo>
                <a:lnTo>
                  <a:pt x="1041" y="2162"/>
                </a:lnTo>
                <a:lnTo>
                  <a:pt x="1049" y="2163"/>
                </a:lnTo>
                <a:lnTo>
                  <a:pt x="1057" y="2162"/>
                </a:lnTo>
                <a:lnTo>
                  <a:pt x="1064" y="2160"/>
                </a:lnTo>
                <a:lnTo>
                  <a:pt x="1072" y="2157"/>
                </a:lnTo>
                <a:lnTo>
                  <a:pt x="1080" y="2153"/>
                </a:lnTo>
                <a:lnTo>
                  <a:pt x="1088" y="2149"/>
                </a:lnTo>
                <a:lnTo>
                  <a:pt x="1095" y="2143"/>
                </a:lnTo>
                <a:lnTo>
                  <a:pt x="1103" y="2136"/>
                </a:lnTo>
                <a:lnTo>
                  <a:pt x="1111" y="2129"/>
                </a:lnTo>
                <a:lnTo>
                  <a:pt x="1119" y="2121"/>
                </a:lnTo>
                <a:lnTo>
                  <a:pt x="1127" y="2111"/>
                </a:lnTo>
                <a:lnTo>
                  <a:pt x="1134" y="2101"/>
                </a:lnTo>
                <a:lnTo>
                  <a:pt x="1142" y="2091"/>
                </a:lnTo>
                <a:lnTo>
                  <a:pt x="1150" y="2079"/>
                </a:lnTo>
                <a:lnTo>
                  <a:pt x="1158" y="2067"/>
                </a:lnTo>
                <a:lnTo>
                  <a:pt x="1165" y="2054"/>
                </a:lnTo>
                <a:lnTo>
                  <a:pt x="1173" y="2041"/>
                </a:lnTo>
                <a:lnTo>
                  <a:pt x="1181" y="2027"/>
                </a:lnTo>
                <a:lnTo>
                  <a:pt x="1189" y="2012"/>
                </a:lnTo>
                <a:lnTo>
                  <a:pt x="1196" y="1997"/>
                </a:lnTo>
                <a:lnTo>
                  <a:pt x="1204" y="1981"/>
                </a:lnTo>
                <a:lnTo>
                  <a:pt x="1212" y="1965"/>
                </a:lnTo>
                <a:lnTo>
                  <a:pt x="1220" y="1949"/>
                </a:lnTo>
                <a:lnTo>
                  <a:pt x="1228" y="1932"/>
                </a:lnTo>
                <a:lnTo>
                  <a:pt x="1235" y="1915"/>
                </a:lnTo>
                <a:lnTo>
                  <a:pt x="1243" y="1898"/>
                </a:lnTo>
                <a:lnTo>
                  <a:pt x="1251" y="1880"/>
                </a:lnTo>
                <a:lnTo>
                  <a:pt x="1259" y="1863"/>
                </a:lnTo>
                <a:lnTo>
                  <a:pt x="1266" y="1845"/>
                </a:lnTo>
                <a:lnTo>
                  <a:pt x="1274" y="1827"/>
                </a:lnTo>
                <a:lnTo>
                  <a:pt x="1282" y="1810"/>
                </a:lnTo>
                <a:lnTo>
                  <a:pt x="1290" y="1792"/>
                </a:lnTo>
                <a:lnTo>
                  <a:pt x="1297" y="1774"/>
                </a:lnTo>
                <a:lnTo>
                  <a:pt x="1305" y="1756"/>
                </a:lnTo>
                <a:lnTo>
                  <a:pt x="1313" y="1739"/>
                </a:lnTo>
                <a:lnTo>
                  <a:pt x="1321" y="1722"/>
                </a:lnTo>
                <a:lnTo>
                  <a:pt x="1329" y="1704"/>
                </a:lnTo>
                <a:lnTo>
                  <a:pt x="1336" y="1688"/>
                </a:lnTo>
                <a:lnTo>
                  <a:pt x="1344" y="1671"/>
                </a:lnTo>
                <a:lnTo>
                  <a:pt x="1352" y="1655"/>
                </a:lnTo>
                <a:lnTo>
                  <a:pt x="1360" y="1639"/>
                </a:lnTo>
                <a:lnTo>
                  <a:pt x="1367" y="1624"/>
                </a:lnTo>
                <a:lnTo>
                  <a:pt x="1375" y="1609"/>
                </a:lnTo>
                <a:lnTo>
                  <a:pt x="1383" y="1594"/>
                </a:lnTo>
                <a:lnTo>
                  <a:pt x="1391" y="1580"/>
                </a:lnTo>
                <a:lnTo>
                  <a:pt x="1398" y="1567"/>
                </a:lnTo>
                <a:lnTo>
                  <a:pt x="1406" y="1554"/>
                </a:lnTo>
                <a:lnTo>
                  <a:pt x="1414" y="1542"/>
                </a:lnTo>
                <a:lnTo>
                  <a:pt x="1422" y="1530"/>
                </a:lnTo>
                <a:lnTo>
                  <a:pt x="1430" y="1519"/>
                </a:lnTo>
                <a:lnTo>
                  <a:pt x="1437" y="1509"/>
                </a:lnTo>
                <a:lnTo>
                  <a:pt x="1445" y="1499"/>
                </a:lnTo>
                <a:lnTo>
                  <a:pt x="1453" y="1490"/>
                </a:lnTo>
                <a:lnTo>
                  <a:pt x="1461" y="1482"/>
                </a:lnTo>
                <a:lnTo>
                  <a:pt x="1468" y="1474"/>
                </a:lnTo>
                <a:lnTo>
                  <a:pt x="1476" y="1467"/>
                </a:lnTo>
                <a:lnTo>
                  <a:pt x="1484" y="1461"/>
                </a:lnTo>
                <a:lnTo>
                  <a:pt x="1492" y="1456"/>
                </a:lnTo>
                <a:lnTo>
                  <a:pt x="1499" y="1452"/>
                </a:lnTo>
                <a:lnTo>
                  <a:pt x="1507" y="1448"/>
                </a:lnTo>
                <a:lnTo>
                  <a:pt x="1515" y="1445"/>
                </a:lnTo>
                <a:lnTo>
                  <a:pt x="1523" y="1442"/>
                </a:lnTo>
                <a:lnTo>
                  <a:pt x="1531" y="1441"/>
                </a:lnTo>
                <a:lnTo>
                  <a:pt x="1538" y="1440"/>
                </a:lnTo>
                <a:lnTo>
                  <a:pt x="1546" y="1440"/>
                </a:lnTo>
                <a:lnTo>
                  <a:pt x="1554" y="1441"/>
                </a:lnTo>
                <a:lnTo>
                  <a:pt x="1562" y="1443"/>
                </a:lnTo>
                <a:lnTo>
                  <a:pt x="1569" y="1445"/>
                </a:lnTo>
                <a:lnTo>
                  <a:pt x="1577" y="1448"/>
                </a:lnTo>
                <a:lnTo>
                  <a:pt x="1585" y="1452"/>
                </a:lnTo>
                <a:lnTo>
                  <a:pt x="1593" y="1456"/>
                </a:lnTo>
                <a:lnTo>
                  <a:pt x="1601" y="1461"/>
                </a:lnTo>
                <a:lnTo>
                  <a:pt x="1608" y="1467"/>
                </a:lnTo>
                <a:lnTo>
                  <a:pt x="1616" y="1473"/>
                </a:lnTo>
                <a:lnTo>
                  <a:pt x="1624" y="1480"/>
                </a:lnTo>
                <a:lnTo>
                  <a:pt x="1632" y="1487"/>
                </a:lnTo>
                <a:lnTo>
                  <a:pt x="1639" y="1495"/>
                </a:lnTo>
                <a:lnTo>
                  <a:pt x="1647" y="1504"/>
                </a:lnTo>
                <a:lnTo>
                  <a:pt x="1655" y="1513"/>
                </a:lnTo>
                <a:lnTo>
                  <a:pt x="1663" y="1523"/>
                </a:lnTo>
                <a:lnTo>
                  <a:pt x="1670" y="1533"/>
                </a:lnTo>
                <a:lnTo>
                  <a:pt x="1678" y="1543"/>
                </a:lnTo>
                <a:lnTo>
                  <a:pt x="1686" y="1554"/>
                </a:lnTo>
                <a:lnTo>
                  <a:pt x="1694" y="1565"/>
                </a:lnTo>
                <a:lnTo>
                  <a:pt x="1702" y="1576"/>
                </a:lnTo>
                <a:lnTo>
                  <a:pt x="1709" y="1588"/>
                </a:lnTo>
                <a:lnTo>
                  <a:pt x="1717" y="1600"/>
                </a:lnTo>
                <a:lnTo>
                  <a:pt x="1725" y="1612"/>
                </a:lnTo>
                <a:lnTo>
                  <a:pt x="1733" y="1625"/>
                </a:lnTo>
                <a:lnTo>
                  <a:pt x="1740" y="1637"/>
                </a:lnTo>
                <a:lnTo>
                  <a:pt x="1748" y="1650"/>
                </a:lnTo>
                <a:lnTo>
                  <a:pt x="1756" y="1662"/>
                </a:lnTo>
                <a:lnTo>
                  <a:pt x="1764" y="1675"/>
                </a:lnTo>
                <a:lnTo>
                  <a:pt x="1771" y="1687"/>
                </a:lnTo>
                <a:lnTo>
                  <a:pt x="1779" y="1700"/>
                </a:lnTo>
                <a:lnTo>
                  <a:pt x="1787" y="1712"/>
                </a:lnTo>
                <a:lnTo>
                  <a:pt x="1795" y="1724"/>
                </a:lnTo>
                <a:lnTo>
                  <a:pt x="1803" y="1736"/>
                </a:lnTo>
                <a:lnTo>
                  <a:pt x="1810" y="1748"/>
                </a:lnTo>
                <a:lnTo>
                  <a:pt x="1818" y="1760"/>
                </a:lnTo>
                <a:lnTo>
                  <a:pt x="1826" y="1771"/>
                </a:lnTo>
                <a:lnTo>
                  <a:pt x="1834" y="1782"/>
                </a:lnTo>
                <a:lnTo>
                  <a:pt x="1841" y="1793"/>
                </a:lnTo>
                <a:lnTo>
                  <a:pt x="1849" y="1803"/>
                </a:lnTo>
                <a:lnTo>
                  <a:pt x="1857" y="1813"/>
                </a:lnTo>
                <a:lnTo>
                  <a:pt x="1865" y="1822"/>
                </a:lnTo>
                <a:lnTo>
                  <a:pt x="1872" y="1831"/>
                </a:lnTo>
                <a:lnTo>
                  <a:pt x="1880" y="1839"/>
                </a:lnTo>
                <a:lnTo>
                  <a:pt x="1888" y="1846"/>
                </a:lnTo>
                <a:lnTo>
                  <a:pt x="1896" y="1853"/>
                </a:lnTo>
                <a:lnTo>
                  <a:pt x="1904" y="1860"/>
                </a:lnTo>
                <a:lnTo>
                  <a:pt x="1911" y="1866"/>
                </a:lnTo>
                <a:lnTo>
                  <a:pt x="1919" y="1871"/>
                </a:lnTo>
                <a:lnTo>
                  <a:pt x="1927" y="1875"/>
                </a:lnTo>
                <a:lnTo>
                  <a:pt x="1935" y="1879"/>
                </a:lnTo>
                <a:lnTo>
                  <a:pt x="1942" y="1882"/>
                </a:lnTo>
                <a:lnTo>
                  <a:pt x="1950" y="1884"/>
                </a:lnTo>
                <a:lnTo>
                  <a:pt x="1958" y="1885"/>
                </a:lnTo>
                <a:lnTo>
                  <a:pt x="1966" y="1886"/>
                </a:lnTo>
                <a:lnTo>
                  <a:pt x="1973" y="1886"/>
                </a:lnTo>
                <a:lnTo>
                  <a:pt x="1981" y="1885"/>
                </a:lnTo>
                <a:lnTo>
                  <a:pt x="1989" y="1883"/>
                </a:lnTo>
                <a:lnTo>
                  <a:pt x="1997" y="1880"/>
                </a:lnTo>
                <a:lnTo>
                  <a:pt x="2005" y="1876"/>
                </a:lnTo>
                <a:lnTo>
                  <a:pt x="2012" y="1872"/>
                </a:lnTo>
                <a:lnTo>
                  <a:pt x="2020" y="1867"/>
                </a:lnTo>
                <a:lnTo>
                  <a:pt x="2028" y="1861"/>
                </a:lnTo>
                <a:lnTo>
                  <a:pt x="2036" y="1853"/>
                </a:lnTo>
                <a:lnTo>
                  <a:pt x="2043" y="1846"/>
                </a:lnTo>
                <a:lnTo>
                  <a:pt x="2051" y="1837"/>
                </a:lnTo>
                <a:lnTo>
                  <a:pt x="2059" y="1827"/>
                </a:lnTo>
                <a:lnTo>
                  <a:pt x="2067" y="1817"/>
                </a:lnTo>
                <a:lnTo>
                  <a:pt x="2074" y="1805"/>
                </a:lnTo>
                <a:lnTo>
                  <a:pt x="2082" y="1793"/>
                </a:lnTo>
                <a:lnTo>
                  <a:pt x="2090" y="1780"/>
                </a:lnTo>
                <a:lnTo>
                  <a:pt x="2098" y="1766"/>
                </a:lnTo>
                <a:lnTo>
                  <a:pt x="2106" y="1752"/>
                </a:lnTo>
                <a:lnTo>
                  <a:pt x="2113" y="1737"/>
                </a:lnTo>
                <a:lnTo>
                  <a:pt x="2121" y="1720"/>
                </a:lnTo>
                <a:lnTo>
                  <a:pt x="2129" y="1704"/>
                </a:lnTo>
                <a:lnTo>
                  <a:pt x="2137" y="1686"/>
                </a:lnTo>
                <a:lnTo>
                  <a:pt x="2144" y="1668"/>
                </a:lnTo>
                <a:lnTo>
                  <a:pt x="2152" y="1649"/>
                </a:lnTo>
                <a:lnTo>
                  <a:pt x="2160" y="1629"/>
                </a:lnTo>
                <a:lnTo>
                  <a:pt x="2168" y="1609"/>
                </a:lnTo>
                <a:lnTo>
                  <a:pt x="2175" y="1589"/>
                </a:lnTo>
                <a:lnTo>
                  <a:pt x="2183" y="1567"/>
                </a:lnTo>
                <a:lnTo>
                  <a:pt x="2191" y="1546"/>
                </a:lnTo>
                <a:lnTo>
                  <a:pt x="2199" y="1523"/>
                </a:lnTo>
                <a:lnTo>
                  <a:pt x="2207" y="1501"/>
                </a:lnTo>
                <a:lnTo>
                  <a:pt x="2214" y="1477"/>
                </a:lnTo>
                <a:lnTo>
                  <a:pt x="2222" y="1454"/>
                </a:lnTo>
                <a:lnTo>
                  <a:pt x="2230" y="1430"/>
                </a:lnTo>
                <a:lnTo>
                  <a:pt x="2238" y="1406"/>
                </a:lnTo>
                <a:lnTo>
                  <a:pt x="2245" y="1381"/>
                </a:lnTo>
                <a:lnTo>
                  <a:pt x="2253" y="1356"/>
                </a:lnTo>
                <a:lnTo>
                  <a:pt x="2261" y="1331"/>
                </a:lnTo>
                <a:lnTo>
                  <a:pt x="2269" y="1306"/>
                </a:lnTo>
                <a:lnTo>
                  <a:pt x="2276" y="1281"/>
                </a:lnTo>
                <a:lnTo>
                  <a:pt x="2284" y="1256"/>
                </a:lnTo>
                <a:lnTo>
                  <a:pt x="2292" y="1230"/>
                </a:lnTo>
                <a:lnTo>
                  <a:pt x="2300" y="1205"/>
                </a:lnTo>
                <a:lnTo>
                  <a:pt x="2308" y="1179"/>
                </a:lnTo>
                <a:lnTo>
                  <a:pt x="2315" y="1154"/>
                </a:lnTo>
                <a:lnTo>
                  <a:pt x="2323" y="1128"/>
                </a:lnTo>
                <a:lnTo>
                  <a:pt x="2331" y="1103"/>
                </a:lnTo>
                <a:lnTo>
                  <a:pt x="2339" y="1078"/>
                </a:lnTo>
                <a:lnTo>
                  <a:pt x="2346" y="1053"/>
                </a:lnTo>
                <a:lnTo>
                  <a:pt x="2354" y="1028"/>
                </a:lnTo>
                <a:lnTo>
                  <a:pt x="2362" y="1004"/>
                </a:lnTo>
                <a:lnTo>
                  <a:pt x="2370" y="980"/>
                </a:lnTo>
                <a:lnTo>
                  <a:pt x="2377" y="956"/>
                </a:lnTo>
                <a:lnTo>
                  <a:pt x="2385" y="932"/>
                </a:lnTo>
                <a:lnTo>
                  <a:pt x="2393" y="909"/>
                </a:lnTo>
                <a:lnTo>
                  <a:pt x="2401" y="887"/>
                </a:lnTo>
                <a:lnTo>
                  <a:pt x="2409" y="864"/>
                </a:lnTo>
                <a:lnTo>
                  <a:pt x="2416" y="842"/>
                </a:lnTo>
                <a:lnTo>
                  <a:pt x="2424" y="821"/>
                </a:lnTo>
                <a:lnTo>
                  <a:pt x="2432" y="800"/>
                </a:lnTo>
                <a:lnTo>
                  <a:pt x="2440" y="780"/>
                </a:lnTo>
                <a:lnTo>
                  <a:pt x="2447" y="760"/>
                </a:lnTo>
                <a:lnTo>
                  <a:pt x="2455" y="740"/>
                </a:lnTo>
                <a:lnTo>
                  <a:pt x="2463" y="722"/>
                </a:lnTo>
                <a:lnTo>
                  <a:pt x="2471" y="703"/>
                </a:lnTo>
                <a:lnTo>
                  <a:pt x="2478" y="686"/>
                </a:lnTo>
                <a:lnTo>
                  <a:pt x="2486" y="669"/>
                </a:lnTo>
                <a:lnTo>
                  <a:pt x="2494" y="652"/>
                </a:lnTo>
                <a:lnTo>
                  <a:pt x="2502" y="636"/>
                </a:lnTo>
                <a:lnTo>
                  <a:pt x="2510" y="621"/>
                </a:lnTo>
                <a:lnTo>
                  <a:pt x="2517" y="607"/>
                </a:lnTo>
                <a:lnTo>
                  <a:pt x="2525" y="593"/>
                </a:lnTo>
                <a:lnTo>
                  <a:pt x="2533" y="579"/>
                </a:lnTo>
                <a:lnTo>
                  <a:pt x="2541" y="567"/>
                </a:lnTo>
                <a:lnTo>
                  <a:pt x="2548" y="555"/>
                </a:lnTo>
                <a:lnTo>
                  <a:pt x="2556" y="543"/>
                </a:lnTo>
                <a:lnTo>
                  <a:pt x="2564" y="532"/>
                </a:lnTo>
                <a:lnTo>
                  <a:pt x="2572" y="522"/>
                </a:lnTo>
                <a:lnTo>
                  <a:pt x="2579" y="513"/>
                </a:lnTo>
                <a:lnTo>
                  <a:pt x="2587" y="504"/>
                </a:lnTo>
                <a:lnTo>
                  <a:pt x="2595" y="495"/>
                </a:lnTo>
                <a:lnTo>
                  <a:pt x="2603" y="487"/>
                </a:lnTo>
                <a:lnTo>
                  <a:pt x="2611" y="480"/>
                </a:lnTo>
                <a:lnTo>
                  <a:pt x="2618" y="473"/>
                </a:lnTo>
                <a:lnTo>
                  <a:pt x="2626" y="467"/>
                </a:lnTo>
                <a:lnTo>
                  <a:pt x="2634" y="462"/>
                </a:lnTo>
                <a:lnTo>
                  <a:pt x="2642" y="456"/>
                </a:lnTo>
                <a:lnTo>
                  <a:pt x="2649" y="452"/>
                </a:lnTo>
                <a:lnTo>
                  <a:pt x="2657" y="448"/>
                </a:lnTo>
                <a:lnTo>
                  <a:pt x="2665" y="444"/>
                </a:lnTo>
                <a:lnTo>
                  <a:pt x="2673" y="441"/>
                </a:lnTo>
                <a:lnTo>
                  <a:pt x="2680" y="438"/>
                </a:lnTo>
                <a:lnTo>
                  <a:pt x="2688" y="436"/>
                </a:lnTo>
                <a:lnTo>
                  <a:pt x="2696" y="434"/>
                </a:lnTo>
                <a:lnTo>
                  <a:pt x="2704" y="432"/>
                </a:lnTo>
                <a:lnTo>
                  <a:pt x="2712" y="431"/>
                </a:lnTo>
                <a:lnTo>
                  <a:pt x="2719" y="430"/>
                </a:lnTo>
                <a:lnTo>
                  <a:pt x="2727" y="430"/>
                </a:lnTo>
                <a:lnTo>
                  <a:pt x="2735" y="429"/>
                </a:lnTo>
                <a:lnTo>
                  <a:pt x="2743" y="430"/>
                </a:lnTo>
                <a:lnTo>
                  <a:pt x="2750" y="430"/>
                </a:lnTo>
                <a:lnTo>
                  <a:pt x="2758" y="431"/>
                </a:lnTo>
                <a:lnTo>
                  <a:pt x="2766" y="432"/>
                </a:lnTo>
                <a:lnTo>
                  <a:pt x="2774" y="433"/>
                </a:lnTo>
                <a:lnTo>
                  <a:pt x="2781" y="435"/>
                </a:lnTo>
                <a:lnTo>
                  <a:pt x="2789" y="437"/>
                </a:lnTo>
                <a:lnTo>
                  <a:pt x="2797" y="439"/>
                </a:lnTo>
                <a:lnTo>
                  <a:pt x="2805" y="441"/>
                </a:lnTo>
                <a:lnTo>
                  <a:pt x="2813" y="443"/>
                </a:lnTo>
                <a:lnTo>
                  <a:pt x="2820" y="446"/>
                </a:lnTo>
                <a:lnTo>
                  <a:pt x="2828" y="449"/>
                </a:lnTo>
                <a:lnTo>
                  <a:pt x="2836" y="452"/>
                </a:lnTo>
                <a:lnTo>
                  <a:pt x="2844" y="455"/>
                </a:lnTo>
                <a:lnTo>
                  <a:pt x="2851" y="458"/>
                </a:lnTo>
                <a:lnTo>
                  <a:pt x="2859" y="461"/>
                </a:lnTo>
                <a:lnTo>
                  <a:pt x="2867" y="464"/>
                </a:lnTo>
                <a:lnTo>
                  <a:pt x="2875" y="468"/>
                </a:lnTo>
                <a:lnTo>
                  <a:pt x="2882" y="471"/>
                </a:lnTo>
                <a:lnTo>
                  <a:pt x="2890" y="474"/>
                </a:lnTo>
                <a:lnTo>
                  <a:pt x="2898" y="477"/>
                </a:lnTo>
                <a:lnTo>
                  <a:pt x="2906" y="480"/>
                </a:lnTo>
                <a:lnTo>
                  <a:pt x="2914" y="483"/>
                </a:lnTo>
                <a:lnTo>
                  <a:pt x="2921" y="485"/>
                </a:lnTo>
                <a:lnTo>
                  <a:pt x="2929" y="487"/>
                </a:lnTo>
                <a:lnTo>
                  <a:pt x="2937" y="489"/>
                </a:lnTo>
                <a:lnTo>
                  <a:pt x="2945" y="490"/>
                </a:lnTo>
                <a:lnTo>
                  <a:pt x="2952" y="490"/>
                </a:lnTo>
                <a:lnTo>
                  <a:pt x="2960" y="489"/>
                </a:lnTo>
                <a:lnTo>
                  <a:pt x="2968" y="487"/>
                </a:lnTo>
                <a:lnTo>
                  <a:pt x="2976" y="484"/>
                </a:lnTo>
                <a:lnTo>
                  <a:pt x="2983" y="480"/>
                </a:lnTo>
                <a:lnTo>
                  <a:pt x="2991" y="474"/>
                </a:lnTo>
                <a:lnTo>
                  <a:pt x="2999" y="466"/>
                </a:lnTo>
                <a:lnTo>
                  <a:pt x="3007" y="455"/>
                </a:lnTo>
                <a:lnTo>
                  <a:pt x="3015" y="443"/>
                </a:lnTo>
                <a:lnTo>
                  <a:pt x="3022" y="427"/>
                </a:lnTo>
                <a:lnTo>
                  <a:pt x="3030" y="408"/>
                </a:lnTo>
                <a:lnTo>
                  <a:pt x="3038" y="385"/>
                </a:lnTo>
                <a:lnTo>
                  <a:pt x="3046" y="358"/>
                </a:lnTo>
                <a:lnTo>
                  <a:pt x="3053" y="327"/>
                </a:lnTo>
                <a:lnTo>
                  <a:pt x="3061" y="290"/>
                </a:lnTo>
                <a:lnTo>
                  <a:pt x="3069" y="247"/>
                </a:lnTo>
                <a:lnTo>
                  <a:pt x="3077" y="197"/>
                </a:lnTo>
                <a:lnTo>
                  <a:pt x="3084" y="140"/>
                </a:lnTo>
                <a:lnTo>
                  <a:pt x="3092" y="75"/>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72000" y="3390595"/>
            <a:ext cx="2834640" cy="1624889"/>
          </a:xfrm>
          <a:custGeom>
            <a:avLst/>
            <a:gdLst/>
            <a:ahLst/>
            <a:cxnLst/>
            <a:rect l="l" t="t" r="r" b="b"/>
            <a:pathLst>
              <a:path w="3100" h="1777">
                <a:moveTo>
                  <a:pt x="0" y="748"/>
                </a:moveTo>
                <a:lnTo>
                  <a:pt x="8" y="737"/>
                </a:lnTo>
                <a:lnTo>
                  <a:pt x="16" y="722"/>
                </a:lnTo>
                <a:lnTo>
                  <a:pt x="23" y="704"/>
                </a:lnTo>
                <a:lnTo>
                  <a:pt x="31" y="684"/>
                </a:lnTo>
                <a:lnTo>
                  <a:pt x="39" y="662"/>
                </a:lnTo>
                <a:lnTo>
                  <a:pt x="47" y="639"/>
                </a:lnTo>
                <a:lnTo>
                  <a:pt x="54" y="615"/>
                </a:lnTo>
                <a:lnTo>
                  <a:pt x="62" y="591"/>
                </a:lnTo>
                <a:lnTo>
                  <a:pt x="70" y="567"/>
                </a:lnTo>
                <a:lnTo>
                  <a:pt x="78" y="544"/>
                </a:lnTo>
                <a:lnTo>
                  <a:pt x="85" y="521"/>
                </a:lnTo>
                <a:lnTo>
                  <a:pt x="93" y="499"/>
                </a:lnTo>
                <a:lnTo>
                  <a:pt x="101" y="479"/>
                </a:lnTo>
                <a:lnTo>
                  <a:pt x="109" y="460"/>
                </a:lnTo>
                <a:lnTo>
                  <a:pt x="117" y="442"/>
                </a:lnTo>
                <a:lnTo>
                  <a:pt x="124" y="426"/>
                </a:lnTo>
                <a:lnTo>
                  <a:pt x="132" y="412"/>
                </a:lnTo>
                <a:lnTo>
                  <a:pt x="140" y="399"/>
                </a:lnTo>
                <a:lnTo>
                  <a:pt x="148" y="388"/>
                </a:lnTo>
                <a:lnTo>
                  <a:pt x="155" y="379"/>
                </a:lnTo>
                <a:lnTo>
                  <a:pt x="163" y="372"/>
                </a:lnTo>
                <a:lnTo>
                  <a:pt x="171" y="367"/>
                </a:lnTo>
                <a:lnTo>
                  <a:pt x="179" y="363"/>
                </a:lnTo>
                <a:lnTo>
                  <a:pt x="186" y="361"/>
                </a:lnTo>
                <a:lnTo>
                  <a:pt x="194" y="361"/>
                </a:lnTo>
                <a:lnTo>
                  <a:pt x="202" y="363"/>
                </a:lnTo>
                <a:lnTo>
                  <a:pt x="210" y="366"/>
                </a:lnTo>
                <a:lnTo>
                  <a:pt x="218" y="370"/>
                </a:lnTo>
                <a:lnTo>
                  <a:pt x="225" y="376"/>
                </a:lnTo>
                <a:lnTo>
                  <a:pt x="233" y="383"/>
                </a:lnTo>
                <a:lnTo>
                  <a:pt x="241" y="391"/>
                </a:lnTo>
                <a:lnTo>
                  <a:pt x="249" y="401"/>
                </a:lnTo>
                <a:lnTo>
                  <a:pt x="256" y="412"/>
                </a:lnTo>
                <a:lnTo>
                  <a:pt x="264" y="423"/>
                </a:lnTo>
                <a:lnTo>
                  <a:pt x="272" y="436"/>
                </a:lnTo>
                <a:lnTo>
                  <a:pt x="280" y="449"/>
                </a:lnTo>
                <a:lnTo>
                  <a:pt x="287" y="463"/>
                </a:lnTo>
                <a:lnTo>
                  <a:pt x="295" y="478"/>
                </a:lnTo>
                <a:lnTo>
                  <a:pt x="303" y="493"/>
                </a:lnTo>
                <a:lnTo>
                  <a:pt x="311" y="509"/>
                </a:lnTo>
                <a:lnTo>
                  <a:pt x="319" y="525"/>
                </a:lnTo>
                <a:lnTo>
                  <a:pt x="326" y="542"/>
                </a:lnTo>
                <a:lnTo>
                  <a:pt x="334" y="559"/>
                </a:lnTo>
                <a:lnTo>
                  <a:pt x="342" y="576"/>
                </a:lnTo>
                <a:lnTo>
                  <a:pt x="350" y="594"/>
                </a:lnTo>
                <a:lnTo>
                  <a:pt x="357" y="611"/>
                </a:lnTo>
                <a:lnTo>
                  <a:pt x="365" y="629"/>
                </a:lnTo>
                <a:lnTo>
                  <a:pt x="373" y="647"/>
                </a:lnTo>
                <a:lnTo>
                  <a:pt x="381" y="664"/>
                </a:lnTo>
                <a:lnTo>
                  <a:pt x="388" y="682"/>
                </a:lnTo>
                <a:lnTo>
                  <a:pt x="396" y="700"/>
                </a:lnTo>
                <a:lnTo>
                  <a:pt x="404" y="717"/>
                </a:lnTo>
                <a:lnTo>
                  <a:pt x="412" y="735"/>
                </a:lnTo>
                <a:lnTo>
                  <a:pt x="420" y="752"/>
                </a:lnTo>
                <a:lnTo>
                  <a:pt x="427" y="769"/>
                </a:lnTo>
                <a:lnTo>
                  <a:pt x="435" y="786"/>
                </a:lnTo>
                <a:lnTo>
                  <a:pt x="443" y="803"/>
                </a:lnTo>
                <a:lnTo>
                  <a:pt x="451" y="819"/>
                </a:lnTo>
                <a:lnTo>
                  <a:pt x="458" y="835"/>
                </a:lnTo>
                <a:lnTo>
                  <a:pt x="466" y="852"/>
                </a:lnTo>
                <a:lnTo>
                  <a:pt x="474" y="867"/>
                </a:lnTo>
                <a:lnTo>
                  <a:pt x="482" y="883"/>
                </a:lnTo>
                <a:lnTo>
                  <a:pt x="489" y="898"/>
                </a:lnTo>
                <a:lnTo>
                  <a:pt x="497" y="914"/>
                </a:lnTo>
                <a:lnTo>
                  <a:pt x="505" y="929"/>
                </a:lnTo>
                <a:lnTo>
                  <a:pt x="513" y="943"/>
                </a:lnTo>
                <a:lnTo>
                  <a:pt x="521" y="958"/>
                </a:lnTo>
                <a:lnTo>
                  <a:pt x="528" y="972"/>
                </a:lnTo>
                <a:lnTo>
                  <a:pt x="536" y="986"/>
                </a:lnTo>
                <a:lnTo>
                  <a:pt x="544" y="1000"/>
                </a:lnTo>
                <a:lnTo>
                  <a:pt x="552" y="1014"/>
                </a:lnTo>
                <a:lnTo>
                  <a:pt x="559" y="1028"/>
                </a:lnTo>
                <a:lnTo>
                  <a:pt x="567" y="1041"/>
                </a:lnTo>
                <a:lnTo>
                  <a:pt x="575" y="1055"/>
                </a:lnTo>
                <a:lnTo>
                  <a:pt x="583" y="1068"/>
                </a:lnTo>
                <a:lnTo>
                  <a:pt x="590" y="1081"/>
                </a:lnTo>
                <a:lnTo>
                  <a:pt x="598" y="1094"/>
                </a:lnTo>
                <a:lnTo>
                  <a:pt x="606" y="1107"/>
                </a:lnTo>
                <a:lnTo>
                  <a:pt x="614" y="1120"/>
                </a:lnTo>
                <a:lnTo>
                  <a:pt x="622" y="1133"/>
                </a:lnTo>
                <a:lnTo>
                  <a:pt x="629" y="1146"/>
                </a:lnTo>
                <a:lnTo>
                  <a:pt x="637" y="1158"/>
                </a:lnTo>
                <a:lnTo>
                  <a:pt x="645" y="1171"/>
                </a:lnTo>
                <a:lnTo>
                  <a:pt x="653" y="1184"/>
                </a:lnTo>
                <a:lnTo>
                  <a:pt x="660" y="1197"/>
                </a:lnTo>
                <a:lnTo>
                  <a:pt x="668" y="1210"/>
                </a:lnTo>
                <a:lnTo>
                  <a:pt x="676" y="1222"/>
                </a:lnTo>
                <a:lnTo>
                  <a:pt x="684" y="1235"/>
                </a:lnTo>
                <a:lnTo>
                  <a:pt x="691" y="1248"/>
                </a:lnTo>
                <a:lnTo>
                  <a:pt x="699" y="1261"/>
                </a:lnTo>
                <a:lnTo>
                  <a:pt x="707" y="1274"/>
                </a:lnTo>
                <a:lnTo>
                  <a:pt x="715" y="1287"/>
                </a:lnTo>
                <a:lnTo>
                  <a:pt x="723" y="1300"/>
                </a:lnTo>
                <a:lnTo>
                  <a:pt x="730" y="1313"/>
                </a:lnTo>
                <a:lnTo>
                  <a:pt x="738" y="1326"/>
                </a:lnTo>
                <a:lnTo>
                  <a:pt x="746" y="1339"/>
                </a:lnTo>
                <a:lnTo>
                  <a:pt x="754" y="1352"/>
                </a:lnTo>
                <a:lnTo>
                  <a:pt x="761" y="1365"/>
                </a:lnTo>
                <a:lnTo>
                  <a:pt x="769" y="1378"/>
                </a:lnTo>
                <a:lnTo>
                  <a:pt x="777" y="1391"/>
                </a:lnTo>
                <a:lnTo>
                  <a:pt x="785" y="1405"/>
                </a:lnTo>
                <a:lnTo>
                  <a:pt x="792" y="1418"/>
                </a:lnTo>
                <a:lnTo>
                  <a:pt x="800" y="1431"/>
                </a:lnTo>
                <a:lnTo>
                  <a:pt x="808" y="1444"/>
                </a:lnTo>
                <a:lnTo>
                  <a:pt x="816" y="1457"/>
                </a:lnTo>
                <a:lnTo>
                  <a:pt x="824" y="1470"/>
                </a:lnTo>
                <a:lnTo>
                  <a:pt x="831" y="1483"/>
                </a:lnTo>
                <a:lnTo>
                  <a:pt x="839" y="1496"/>
                </a:lnTo>
                <a:lnTo>
                  <a:pt x="847" y="1509"/>
                </a:lnTo>
                <a:lnTo>
                  <a:pt x="855" y="1521"/>
                </a:lnTo>
                <a:lnTo>
                  <a:pt x="862" y="1534"/>
                </a:lnTo>
                <a:lnTo>
                  <a:pt x="870" y="1547"/>
                </a:lnTo>
                <a:lnTo>
                  <a:pt x="878" y="1559"/>
                </a:lnTo>
                <a:lnTo>
                  <a:pt x="886" y="1571"/>
                </a:lnTo>
                <a:lnTo>
                  <a:pt x="893" y="1583"/>
                </a:lnTo>
                <a:lnTo>
                  <a:pt x="901" y="1595"/>
                </a:lnTo>
                <a:lnTo>
                  <a:pt x="909" y="1606"/>
                </a:lnTo>
                <a:lnTo>
                  <a:pt x="917" y="1618"/>
                </a:lnTo>
                <a:lnTo>
                  <a:pt x="925" y="1629"/>
                </a:lnTo>
                <a:lnTo>
                  <a:pt x="932" y="1639"/>
                </a:lnTo>
                <a:lnTo>
                  <a:pt x="940" y="1650"/>
                </a:lnTo>
                <a:lnTo>
                  <a:pt x="948" y="1660"/>
                </a:lnTo>
                <a:lnTo>
                  <a:pt x="956" y="1670"/>
                </a:lnTo>
                <a:lnTo>
                  <a:pt x="963" y="1679"/>
                </a:lnTo>
                <a:lnTo>
                  <a:pt x="971" y="1689"/>
                </a:lnTo>
                <a:lnTo>
                  <a:pt x="979" y="1697"/>
                </a:lnTo>
                <a:lnTo>
                  <a:pt x="987" y="1706"/>
                </a:lnTo>
                <a:lnTo>
                  <a:pt x="994" y="1714"/>
                </a:lnTo>
                <a:lnTo>
                  <a:pt x="1002" y="1721"/>
                </a:lnTo>
                <a:lnTo>
                  <a:pt x="1010" y="1728"/>
                </a:lnTo>
                <a:lnTo>
                  <a:pt x="1018" y="1735"/>
                </a:lnTo>
                <a:lnTo>
                  <a:pt x="1026" y="1741"/>
                </a:lnTo>
                <a:lnTo>
                  <a:pt x="1033" y="1747"/>
                </a:lnTo>
                <a:lnTo>
                  <a:pt x="1041" y="1752"/>
                </a:lnTo>
                <a:lnTo>
                  <a:pt x="1049" y="1757"/>
                </a:lnTo>
                <a:lnTo>
                  <a:pt x="1057" y="1761"/>
                </a:lnTo>
                <a:lnTo>
                  <a:pt x="1064" y="1765"/>
                </a:lnTo>
                <a:lnTo>
                  <a:pt x="1072" y="1768"/>
                </a:lnTo>
                <a:lnTo>
                  <a:pt x="1080" y="1771"/>
                </a:lnTo>
                <a:lnTo>
                  <a:pt x="1088" y="1773"/>
                </a:lnTo>
                <a:lnTo>
                  <a:pt x="1095" y="1775"/>
                </a:lnTo>
                <a:lnTo>
                  <a:pt x="1103" y="1776"/>
                </a:lnTo>
                <a:lnTo>
                  <a:pt x="1111" y="1777"/>
                </a:lnTo>
                <a:lnTo>
                  <a:pt x="1119" y="1777"/>
                </a:lnTo>
                <a:lnTo>
                  <a:pt x="1127" y="1776"/>
                </a:lnTo>
                <a:lnTo>
                  <a:pt x="1134" y="1775"/>
                </a:lnTo>
                <a:lnTo>
                  <a:pt x="1142" y="1773"/>
                </a:lnTo>
                <a:lnTo>
                  <a:pt x="1150" y="1771"/>
                </a:lnTo>
                <a:lnTo>
                  <a:pt x="1158" y="1769"/>
                </a:lnTo>
                <a:lnTo>
                  <a:pt x="1165" y="1765"/>
                </a:lnTo>
                <a:lnTo>
                  <a:pt x="1173" y="1762"/>
                </a:lnTo>
                <a:lnTo>
                  <a:pt x="1181" y="1757"/>
                </a:lnTo>
                <a:lnTo>
                  <a:pt x="1189" y="1752"/>
                </a:lnTo>
                <a:lnTo>
                  <a:pt x="1196" y="1747"/>
                </a:lnTo>
                <a:lnTo>
                  <a:pt x="1204" y="1741"/>
                </a:lnTo>
                <a:lnTo>
                  <a:pt x="1212" y="1735"/>
                </a:lnTo>
                <a:lnTo>
                  <a:pt x="1220" y="1728"/>
                </a:lnTo>
                <a:lnTo>
                  <a:pt x="1228" y="1721"/>
                </a:lnTo>
                <a:lnTo>
                  <a:pt x="1235" y="1713"/>
                </a:lnTo>
                <a:lnTo>
                  <a:pt x="1243" y="1705"/>
                </a:lnTo>
                <a:lnTo>
                  <a:pt x="1251" y="1697"/>
                </a:lnTo>
                <a:lnTo>
                  <a:pt x="1259" y="1688"/>
                </a:lnTo>
                <a:lnTo>
                  <a:pt x="1266" y="1679"/>
                </a:lnTo>
                <a:lnTo>
                  <a:pt x="1274" y="1669"/>
                </a:lnTo>
                <a:lnTo>
                  <a:pt x="1282" y="1659"/>
                </a:lnTo>
                <a:lnTo>
                  <a:pt x="1290" y="1649"/>
                </a:lnTo>
                <a:lnTo>
                  <a:pt x="1297" y="1638"/>
                </a:lnTo>
                <a:lnTo>
                  <a:pt x="1305" y="1627"/>
                </a:lnTo>
                <a:lnTo>
                  <a:pt x="1313" y="1616"/>
                </a:lnTo>
                <a:lnTo>
                  <a:pt x="1321" y="1605"/>
                </a:lnTo>
                <a:lnTo>
                  <a:pt x="1329" y="1593"/>
                </a:lnTo>
                <a:lnTo>
                  <a:pt x="1336" y="1581"/>
                </a:lnTo>
                <a:lnTo>
                  <a:pt x="1344" y="1569"/>
                </a:lnTo>
                <a:lnTo>
                  <a:pt x="1352" y="1557"/>
                </a:lnTo>
                <a:lnTo>
                  <a:pt x="1360" y="1545"/>
                </a:lnTo>
                <a:lnTo>
                  <a:pt x="1367" y="1533"/>
                </a:lnTo>
                <a:lnTo>
                  <a:pt x="1375" y="1520"/>
                </a:lnTo>
                <a:lnTo>
                  <a:pt x="1383" y="1508"/>
                </a:lnTo>
                <a:lnTo>
                  <a:pt x="1391" y="1495"/>
                </a:lnTo>
                <a:lnTo>
                  <a:pt x="1398" y="1483"/>
                </a:lnTo>
                <a:lnTo>
                  <a:pt x="1406" y="1471"/>
                </a:lnTo>
                <a:lnTo>
                  <a:pt x="1414" y="1458"/>
                </a:lnTo>
                <a:lnTo>
                  <a:pt x="1422" y="1446"/>
                </a:lnTo>
                <a:lnTo>
                  <a:pt x="1430" y="1434"/>
                </a:lnTo>
                <a:lnTo>
                  <a:pt x="1437" y="1422"/>
                </a:lnTo>
                <a:lnTo>
                  <a:pt x="1445" y="1410"/>
                </a:lnTo>
                <a:lnTo>
                  <a:pt x="1453" y="1398"/>
                </a:lnTo>
                <a:lnTo>
                  <a:pt x="1461" y="1387"/>
                </a:lnTo>
                <a:lnTo>
                  <a:pt x="1468" y="1375"/>
                </a:lnTo>
                <a:lnTo>
                  <a:pt x="1476" y="1364"/>
                </a:lnTo>
                <a:lnTo>
                  <a:pt x="1484" y="1354"/>
                </a:lnTo>
                <a:lnTo>
                  <a:pt x="1492" y="1343"/>
                </a:lnTo>
                <a:lnTo>
                  <a:pt x="1499" y="1333"/>
                </a:lnTo>
                <a:lnTo>
                  <a:pt x="1507" y="1323"/>
                </a:lnTo>
                <a:lnTo>
                  <a:pt x="1515" y="1314"/>
                </a:lnTo>
                <a:lnTo>
                  <a:pt x="1523" y="1304"/>
                </a:lnTo>
                <a:lnTo>
                  <a:pt x="1531" y="1296"/>
                </a:lnTo>
                <a:lnTo>
                  <a:pt x="1538" y="1287"/>
                </a:lnTo>
                <a:lnTo>
                  <a:pt x="1546" y="1279"/>
                </a:lnTo>
                <a:lnTo>
                  <a:pt x="1554" y="1272"/>
                </a:lnTo>
                <a:lnTo>
                  <a:pt x="1562" y="1265"/>
                </a:lnTo>
                <a:lnTo>
                  <a:pt x="1569" y="1258"/>
                </a:lnTo>
                <a:lnTo>
                  <a:pt x="1577" y="1252"/>
                </a:lnTo>
                <a:lnTo>
                  <a:pt x="1585" y="1246"/>
                </a:lnTo>
                <a:lnTo>
                  <a:pt x="1593" y="1241"/>
                </a:lnTo>
                <a:lnTo>
                  <a:pt x="1601" y="1237"/>
                </a:lnTo>
                <a:lnTo>
                  <a:pt x="1608" y="1232"/>
                </a:lnTo>
                <a:lnTo>
                  <a:pt x="1616" y="1229"/>
                </a:lnTo>
                <a:lnTo>
                  <a:pt x="1624" y="1226"/>
                </a:lnTo>
                <a:lnTo>
                  <a:pt x="1632" y="1223"/>
                </a:lnTo>
                <a:lnTo>
                  <a:pt x="1639" y="1221"/>
                </a:lnTo>
                <a:lnTo>
                  <a:pt x="1647" y="1219"/>
                </a:lnTo>
                <a:lnTo>
                  <a:pt x="1655" y="1218"/>
                </a:lnTo>
                <a:lnTo>
                  <a:pt x="1663" y="1218"/>
                </a:lnTo>
                <a:lnTo>
                  <a:pt x="1670" y="1218"/>
                </a:lnTo>
                <a:lnTo>
                  <a:pt x="1678" y="1218"/>
                </a:lnTo>
                <a:lnTo>
                  <a:pt x="1686" y="1219"/>
                </a:lnTo>
                <a:lnTo>
                  <a:pt x="1694" y="1221"/>
                </a:lnTo>
                <a:lnTo>
                  <a:pt x="1702" y="1223"/>
                </a:lnTo>
                <a:lnTo>
                  <a:pt x="1709" y="1225"/>
                </a:lnTo>
                <a:lnTo>
                  <a:pt x="1717" y="1228"/>
                </a:lnTo>
                <a:lnTo>
                  <a:pt x="1725" y="1232"/>
                </a:lnTo>
                <a:lnTo>
                  <a:pt x="1733" y="1236"/>
                </a:lnTo>
                <a:lnTo>
                  <a:pt x="1740" y="1240"/>
                </a:lnTo>
                <a:lnTo>
                  <a:pt x="1748" y="1245"/>
                </a:lnTo>
                <a:lnTo>
                  <a:pt x="1756" y="1250"/>
                </a:lnTo>
                <a:lnTo>
                  <a:pt x="1764" y="1256"/>
                </a:lnTo>
                <a:lnTo>
                  <a:pt x="1771" y="1262"/>
                </a:lnTo>
                <a:lnTo>
                  <a:pt x="1779" y="1269"/>
                </a:lnTo>
                <a:lnTo>
                  <a:pt x="1787" y="1276"/>
                </a:lnTo>
                <a:lnTo>
                  <a:pt x="1795" y="1283"/>
                </a:lnTo>
                <a:lnTo>
                  <a:pt x="1803" y="1290"/>
                </a:lnTo>
                <a:lnTo>
                  <a:pt x="1810" y="1298"/>
                </a:lnTo>
                <a:lnTo>
                  <a:pt x="1818" y="1306"/>
                </a:lnTo>
                <a:lnTo>
                  <a:pt x="1826" y="1314"/>
                </a:lnTo>
                <a:lnTo>
                  <a:pt x="1834" y="1323"/>
                </a:lnTo>
                <a:lnTo>
                  <a:pt x="1841" y="1332"/>
                </a:lnTo>
                <a:lnTo>
                  <a:pt x="1849" y="1341"/>
                </a:lnTo>
                <a:lnTo>
                  <a:pt x="1857" y="1350"/>
                </a:lnTo>
                <a:lnTo>
                  <a:pt x="1865" y="1359"/>
                </a:lnTo>
                <a:lnTo>
                  <a:pt x="1872" y="1368"/>
                </a:lnTo>
                <a:lnTo>
                  <a:pt x="1880" y="1378"/>
                </a:lnTo>
                <a:lnTo>
                  <a:pt x="1888" y="1387"/>
                </a:lnTo>
                <a:lnTo>
                  <a:pt x="1896" y="1397"/>
                </a:lnTo>
                <a:lnTo>
                  <a:pt x="1904" y="1406"/>
                </a:lnTo>
                <a:lnTo>
                  <a:pt x="1911" y="1416"/>
                </a:lnTo>
                <a:lnTo>
                  <a:pt x="1919" y="1425"/>
                </a:lnTo>
                <a:lnTo>
                  <a:pt x="1927" y="1435"/>
                </a:lnTo>
                <a:lnTo>
                  <a:pt x="1935" y="1444"/>
                </a:lnTo>
                <a:lnTo>
                  <a:pt x="1942" y="1453"/>
                </a:lnTo>
                <a:lnTo>
                  <a:pt x="1950" y="1462"/>
                </a:lnTo>
                <a:lnTo>
                  <a:pt x="1958" y="1471"/>
                </a:lnTo>
                <a:lnTo>
                  <a:pt x="1966" y="1480"/>
                </a:lnTo>
                <a:lnTo>
                  <a:pt x="1973" y="1488"/>
                </a:lnTo>
                <a:lnTo>
                  <a:pt x="1981" y="1496"/>
                </a:lnTo>
                <a:lnTo>
                  <a:pt x="1989" y="1504"/>
                </a:lnTo>
                <a:lnTo>
                  <a:pt x="1997" y="1511"/>
                </a:lnTo>
                <a:lnTo>
                  <a:pt x="2005" y="1518"/>
                </a:lnTo>
                <a:lnTo>
                  <a:pt x="2012" y="1525"/>
                </a:lnTo>
                <a:lnTo>
                  <a:pt x="2020" y="1531"/>
                </a:lnTo>
                <a:lnTo>
                  <a:pt x="2028" y="1537"/>
                </a:lnTo>
                <a:lnTo>
                  <a:pt x="2036" y="1543"/>
                </a:lnTo>
                <a:lnTo>
                  <a:pt x="2043" y="1548"/>
                </a:lnTo>
                <a:lnTo>
                  <a:pt x="2051" y="1553"/>
                </a:lnTo>
                <a:lnTo>
                  <a:pt x="2059" y="1557"/>
                </a:lnTo>
                <a:lnTo>
                  <a:pt x="2067" y="1560"/>
                </a:lnTo>
                <a:lnTo>
                  <a:pt x="2074" y="1563"/>
                </a:lnTo>
                <a:lnTo>
                  <a:pt x="2082" y="1566"/>
                </a:lnTo>
                <a:lnTo>
                  <a:pt x="2090" y="1568"/>
                </a:lnTo>
                <a:lnTo>
                  <a:pt x="2098" y="1569"/>
                </a:lnTo>
                <a:lnTo>
                  <a:pt x="2106" y="1570"/>
                </a:lnTo>
                <a:lnTo>
                  <a:pt x="2113" y="1570"/>
                </a:lnTo>
                <a:lnTo>
                  <a:pt x="2121" y="1569"/>
                </a:lnTo>
                <a:lnTo>
                  <a:pt x="2129" y="1568"/>
                </a:lnTo>
                <a:lnTo>
                  <a:pt x="2137" y="1566"/>
                </a:lnTo>
                <a:lnTo>
                  <a:pt x="2144" y="1564"/>
                </a:lnTo>
                <a:lnTo>
                  <a:pt x="2152" y="1561"/>
                </a:lnTo>
                <a:lnTo>
                  <a:pt x="2160" y="1557"/>
                </a:lnTo>
                <a:lnTo>
                  <a:pt x="2168" y="1553"/>
                </a:lnTo>
                <a:lnTo>
                  <a:pt x="2175" y="1547"/>
                </a:lnTo>
                <a:lnTo>
                  <a:pt x="2183" y="1542"/>
                </a:lnTo>
                <a:lnTo>
                  <a:pt x="2191" y="1535"/>
                </a:lnTo>
                <a:lnTo>
                  <a:pt x="2199" y="1528"/>
                </a:lnTo>
                <a:lnTo>
                  <a:pt x="2207" y="1520"/>
                </a:lnTo>
                <a:lnTo>
                  <a:pt x="2214" y="1511"/>
                </a:lnTo>
                <a:lnTo>
                  <a:pt x="2222" y="1502"/>
                </a:lnTo>
                <a:lnTo>
                  <a:pt x="2230" y="1492"/>
                </a:lnTo>
                <a:lnTo>
                  <a:pt x="2238" y="1482"/>
                </a:lnTo>
                <a:lnTo>
                  <a:pt x="2245" y="1470"/>
                </a:lnTo>
                <a:lnTo>
                  <a:pt x="2253" y="1459"/>
                </a:lnTo>
                <a:lnTo>
                  <a:pt x="2261" y="1446"/>
                </a:lnTo>
                <a:lnTo>
                  <a:pt x="2269" y="1433"/>
                </a:lnTo>
                <a:lnTo>
                  <a:pt x="2276" y="1419"/>
                </a:lnTo>
                <a:lnTo>
                  <a:pt x="2284" y="1405"/>
                </a:lnTo>
                <a:lnTo>
                  <a:pt x="2292" y="1390"/>
                </a:lnTo>
                <a:lnTo>
                  <a:pt x="2300" y="1374"/>
                </a:lnTo>
                <a:lnTo>
                  <a:pt x="2308" y="1358"/>
                </a:lnTo>
                <a:lnTo>
                  <a:pt x="2315" y="1342"/>
                </a:lnTo>
                <a:lnTo>
                  <a:pt x="2323" y="1325"/>
                </a:lnTo>
                <a:lnTo>
                  <a:pt x="2331" y="1307"/>
                </a:lnTo>
                <a:lnTo>
                  <a:pt x="2339" y="1289"/>
                </a:lnTo>
                <a:lnTo>
                  <a:pt x="2346" y="1270"/>
                </a:lnTo>
                <a:lnTo>
                  <a:pt x="2354" y="1251"/>
                </a:lnTo>
                <a:lnTo>
                  <a:pt x="2362" y="1232"/>
                </a:lnTo>
                <a:lnTo>
                  <a:pt x="2370" y="1212"/>
                </a:lnTo>
                <a:lnTo>
                  <a:pt x="2377" y="1192"/>
                </a:lnTo>
                <a:lnTo>
                  <a:pt x="2385" y="1172"/>
                </a:lnTo>
                <a:lnTo>
                  <a:pt x="2393" y="1151"/>
                </a:lnTo>
                <a:lnTo>
                  <a:pt x="2401" y="1130"/>
                </a:lnTo>
                <a:lnTo>
                  <a:pt x="2409" y="1109"/>
                </a:lnTo>
                <a:lnTo>
                  <a:pt x="2416" y="1087"/>
                </a:lnTo>
                <a:lnTo>
                  <a:pt x="2424" y="1066"/>
                </a:lnTo>
                <a:lnTo>
                  <a:pt x="2432" y="1044"/>
                </a:lnTo>
                <a:lnTo>
                  <a:pt x="2440" y="1022"/>
                </a:lnTo>
                <a:lnTo>
                  <a:pt x="2447" y="1000"/>
                </a:lnTo>
                <a:lnTo>
                  <a:pt x="2455" y="978"/>
                </a:lnTo>
                <a:lnTo>
                  <a:pt x="2463" y="956"/>
                </a:lnTo>
                <a:lnTo>
                  <a:pt x="2471" y="933"/>
                </a:lnTo>
                <a:lnTo>
                  <a:pt x="2478" y="911"/>
                </a:lnTo>
                <a:lnTo>
                  <a:pt x="2486" y="889"/>
                </a:lnTo>
                <a:lnTo>
                  <a:pt x="2494" y="867"/>
                </a:lnTo>
                <a:lnTo>
                  <a:pt x="2502" y="845"/>
                </a:lnTo>
                <a:lnTo>
                  <a:pt x="2510" y="823"/>
                </a:lnTo>
                <a:lnTo>
                  <a:pt x="2517" y="802"/>
                </a:lnTo>
                <a:lnTo>
                  <a:pt x="2525" y="780"/>
                </a:lnTo>
                <a:lnTo>
                  <a:pt x="2533" y="759"/>
                </a:lnTo>
                <a:lnTo>
                  <a:pt x="2541" y="738"/>
                </a:lnTo>
                <a:lnTo>
                  <a:pt x="2548" y="717"/>
                </a:lnTo>
                <a:lnTo>
                  <a:pt x="2556" y="697"/>
                </a:lnTo>
                <a:lnTo>
                  <a:pt x="2564" y="677"/>
                </a:lnTo>
                <a:lnTo>
                  <a:pt x="2572" y="657"/>
                </a:lnTo>
                <a:lnTo>
                  <a:pt x="2579" y="638"/>
                </a:lnTo>
                <a:lnTo>
                  <a:pt x="2587" y="619"/>
                </a:lnTo>
                <a:lnTo>
                  <a:pt x="2595" y="601"/>
                </a:lnTo>
                <a:lnTo>
                  <a:pt x="2603" y="583"/>
                </a:lnTo>
                <a:lnTo>
                  <a:pt x="2611" y="566"/>
                </a:lnTo>
                <a:lnTo>
                  <a:pt x="2618" y="549"/>
                </a:lnTo>
                <a:lnTo>
                  <a:pt x="2626" y="532"/>
                </a:lnTo>
                <a:lnTo>
                  <a:pt x="2634" y="516"/>
                </a:lnTo>
                <a:lnTo>
                  <a:pt x="2642" y="501"/>
                </a:lnTo>
                <a:lnTo>
                  <a:pt x="2649" y="486"/>
                </a:lnTo>
                <a:lnTo>
                  <a:pt x="2657" y="472"/>
                </a:lnTo>
                <a:lnTo>
                  <a:pt x="2665" y="459"/>
                </a:lnTo>
                <a:lnTo>
                  <a:pt x="2673" y="446"/>
                </a:lnTo>
                <a:lnTo>
                  <a:pt x="2680" y="434"/>
                </a:lnTo>
                <a:lnTo>
                  <a:pt x="2688" y="422"/>
                </a:lnTo>
                <a:lnTo>
                  <a:pt x="2696" y="411"/>
                </a:lnTo>
                <a:lnTo>
                  <a:pt x="2704" y="401"/>
                </a:lnTo>
                <a:lnTo>
                  <a:pt x="2712" y="391"/>
                </a:lnTo>
                <a:lnTo>
                  <a:pt x="2719" y="382"/>
                </a:lnTo>
                <a:lnTo>
                  <a:pt x="2727" y="374"/>
                </a:lnTo>
                <a:lnTo>
                  <a:pt x="2735" y="367"/>
                </a:lnTo>
                <a:lnTo>
                  <a:pt x="2743" y="360"/>
                </a:lnTo>
                <a:lnTo>
                  <a:pt x="2750" y="354"/>
                </a:lnTo>
                <a:lnTo>
                  <a:pt x="2758" y="348"/>
                </a:lnTo>
                <a:lnTo>
                  <a:pt x="2766" y="344"/>
                </a:lnTo>
                <a:lnTo>
                  <a:pt x="2774" y="340"/>
                </a:lnTo>
                <a:lnTo>
                  <a:pt x="2781" y="336"/>
                </a:lnTo>
                <a:lnTo>
                  <a:pt x="2789" y="333"/>
                </a:lnTo>
                <a:lnTo>
                  <a:pt x="2797" y="331"/>
                </a:lnTo>
                <a:lnTo>
                  <a:pt x="2805" y="330"/>
                </a:lnTo>
                <a:lnTo>
                  <a:pt x="2813" y="329"/>
                </a:lnTo>
                <a:lnTo>
                  <a:pt x="2820" y="329"/>
                </a:lnTo>
                <a:lnTo>
                  <a:pt x="2828" y="329"/>
                </a:lnTo>
                <a:lnTo>
                  <a:pt x="2836" y="329"/>
                </a:lnTo>
                <a:lnTo>
                  <a:pt x="2844" y="331"/>
                </a:lnTo>
                <a:lnTo>
                  <a:pt x="2851" y="332"/>
                </a:lnTo>
                <a:lnTo>
                  <a:pt x="2859" y="334"/>
                </a:lnTo>
                <a:lnTo>
                  <a:pt x="2867" y="337"/>
                </a:lnTo>
                <a:lnTo>
                  <a:pt x="2875" y="339"/>
                </a:lnTo>
                <a:lnTo>
                  <a:pt x="2882" y="342"/>
                </a:lnTo>
                <a:lnTo>
                  <a:pt x="2890" y="345"/>
                </a:lnTo>
                <a:lnTo>
                  <a:pt x="2898" y="349"/>
                </a:lnTo>
                <a:lnTo>
                  <a:pt x="2906" y="352"/>
                </a:lnTo>
                <a:lnTo>
                  <a:pt x="2914" y="355"/>
                </a:lnTo>
                <a:lnTo>
                  <a:pt x="2921" y="358"/>
                </a:lnTo>
                <a:lnTo>
                  <a:pt x="2929" y="361"/>
                </a:lnTo>
                <a:lnTo>
                  <a:pt x="2937" y="363"/>
                </a:lnTo>
                <a:lnTo>
                  <a:pt x="2945" y="365"/>
                </a:lnTo>
                <a:lnTo>
                  <a:pt x="2952" y="367"/>
                </a:lnTo>
                <a:lnTo>
                  <a:pt x="2960" y="367"/>
                </a:lnTo>
                <a:lnTo>
                  <a:pt x="2968" y="367"/>
                </a:lnTo>
                <a:lnTo>
                  <a:pt x="2976" y="366"/>
                </a:lnTo>
                <a:lnTo>
                  <a:pt x="2983" y="363"/>
                </a:lnTo>
                <a:lnTo>
                  <a:pt x="2991" y="359"/>
                </a:lnTo>
                <a:lnTo>
                  <a:pt x="2999" y="354"/>
                </a:lnTo>
                <a:lnTo>
                  <a:pt x="3007" y="346"/>
                </a:lnTo>
                <a:lnTo>
                  <a:pt x="3015" y="337"/>
                </a:lnTo>
                <a:lnTo>
                  <a:pt x="3022" y="325"/>
                </a:lnTo>
                <a:lnTo>
                  <a:pt x="3030" y="310"/>
                </a:lnTo>
                <a:lnTo>
                  <a:pt x="3038" y="293"/>
                </a:lnTo>
                <a:lnTo>
                  <a:pt x="3046" y="272"/>
                </a:lnTo>
                <a:lnTo>
                  <a:pt x="3053" y="247"/>
                </a:lnTo>
                <a:lnTo>
                  <a:pt x="3061" y="219"/>
                </a:lnTo>
                <a:lnTo>
                  <a:pt x="3069" y="186"/>
                </a:lnTo>
                <a:lnTo>
                  <a:pt x="3077" y="148"/>
                </a:lnTo>
                <a:lnTo>
                  <a:pt x="3084" y="105"/>
                </a:lnTo>
                <a:lnTo>
                  <a:pt x="3092" y="56"/>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72000" y="2927909"/>
            <a:ext cx="28346" cy="907999"/>
          </a:xfrm>
          <a:custGeom>
            <a:avLst/>
            <a:gdLst/>
            <a:ahLst/>
            <a:cxnLst/>
            <a:rect l="l" t="t" r="r" b="b"/>
            <a:pathLst>
              <a:path w="31" h="993">
                <a:moveTo>
                  <a:pt x="0" y="993"/>
                </a:moveTo>
                <a:lnTo>
                  <a:pt x="8" y="654"/>
                </a:lnTo>
                <a:lnTo>
                  <a:pt x="16" y="380"/>
                </a:lnTo>
                <a:lnTo>
                  <a:pt x="23" y="164"/>
                </a:lnTo>
                <a:lnTo>
                  <a:pt x="31"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657039" y="2853842"/>
            <a:ext cx="2749601" cy="2314346"/>
          </a:xfrm>
          <a:custGeom>
            <a:avLst/>
            <a:gdLst/>
            <a:ahLst/>
            <a:cxnLst/>
            <a:rect l="l" t="t" r="r" b="b"/>
            <a:pathLst>
              <a:path w="3007" h="2531">
                <a:moveTo>
                  <a:pt x="0" y="0"/>
                </a:moveTo>
                <a:lnTo>
                  <a:pt x="8" y="82"/>
                </a:lnTo>
                <a:lnTo>
                  <a:pt x="16" y="174"/>
                </a:lnTo>
                <a:lnTo>
                  <a:pt x="24" y="273"/>
                </a:lnTo>
                <a:lnTo>
                  <a:pt x="31" y="378"/>
                </a:lnTo>
                <a:lnTo>
                  <a:pt x="39" y="487"/>
                </a:lnTo>
                <a:lnTo>
                  <a:pt x="47" y="597"/>
                </a:lnTo>
                <a:lnTo>
                  <a:pt x="55" y="708"/>
                </a:lnTo>
                <a:lnTo>
                  <a:pt x="62" y="818"/>
                </a:lnTo>
                <a:lnTo>
                  <a:pt x="70" y="926"/>
                </a:lnTo>
                <a:lnTo>
                  <a:pt x="78" y="1030"/>
                </a:lnTo>
                <a:lnTo>
                  <a:pt x="86" y="1132"/>
                </a:lnTo>
                <a:lnTo>
                  <a:pt x="93" y="1228"/>
                </a:lnTo>
                <a:lnTo>
                  <a:pt x="101" y="1320"/>
                </a:lnTo>
                <a:lnTo>
                  <a:pt x="109" y="1406"/>
                </a:lnTo>
                <a:lnTo>
                  <a:pt x="117" y="1487"/>
                </a:lnTo>
                <a:lnTo>
                  <a:pt x="125" y="1561"/>
                </a:lnTo>
                <a:lnTo>
                  <a:pt x="132" y="1630"/>
                </a:lnTo>
                <a:lnTo>
                  <a:pt x="140" y="1691"/>
                </a:lnTo>
                <a:lnTo>
                  <a:pt x="148" y="1747"/>
                </a:lnTo>
                <a:lnTo>
                  <a:pt x="156" y="1796"/>
                </a:lnTo>
                <a:lnTo>
                  <a:pt x="163" y="1839"/>
                </a:lnTo>
                <a:lnTo>
                  <a:pt x="171" y="1876"/>
                </a:lnTo>
                <a:lnTo>
                  <a:pt x="179" y="1906"/>
                </a:lnTo>
                <a:lnTo>
                  <a:pt x="187" y="1931"/>
                </a:lnTo>
                <a:lnTo>
                  <a:pt x="194" y="1951"/>
                </a:lnTo>
                <a:lnTo>
                  <a:pt x="202" y="1965"/>
                </a:lnTo>
                <a:lnTo>
                  <a:pt x="210" y="1974"/>
                </a:lnTo>
                <a:lnTo>
                  <a:pt x="218" y="1979"/>
                </a:lnTo>
                <a:lnTo>
                  <a:pt x="226" y="1979"/>
                </a:lnTo>
                <a:lnTo>
                  <a:pt x="233" y="1975"/>
                </a:lnTo>
                <a:lnTo>
                  <a:pt x="241" y="1967"/>
                </a:lnTo>
                <a:lnTo>
                  <a:pt x="249" y="1956"/>
                </a:lnTo>
                <a:lnTo>
                  <a:pt x="257" y="1942"/>
                </a:lnTo>
                <a:lnTo>
                  <a:pt x="264" y="1925"/>
                </a:lnTo>
                <a:lnTo>
                  <a:pt x="272" y="1906"/>
                </a:lnTo>
                <a:lnTo>
                  <a:pt x="280" y="1884"/>
                </a:lnTo>
                <a:lnTo>
                  <a:pt x="288" y="1861"/>
                </a:lnTo>
                <a:lnTo>
                  <a:pt x="295" y="1837"/>
                </a:lnTo>
                <a:lnTo>
                  <a:pt x="303" y="1811"/>
                </a:lnTo>
                <a:lnTo>
                  <a:pt x="311" y="1784"/>
                </a:lnTo>
                <a:lnTo>
                  <a:pt x="319" y="1757"/>
                </a:lnTo>
                <a:lnTo>
                  <a:pt x="327" y="1729"/>
                </a:lnTo>
                <a:lnTo>
                  <a:pt x="334" y="1702"/>
                </a:lnTo>
                <a:lnTo>
                  <a:pt x="342" y="1674"/>
                </a:lnTo>
                <a:lnTo>
                  <a:pt x="350" y="1647"/>
                </a:lnTo>
                <a:lnTo>
                  <a:pt x="358" y="1621"/>
                </a:lnTo>
                <a:lnTo>
                  <a:pt x="365" y="1596"/>
                </a:lnTo>
                <a:lnTo>
                  <a:pt x="373" y="1571"/>
                </a:lnTo>
                <a:lnTo>
                  <a:pt x="381" y="1548"/>
                </a:lnTo>
                <a:lnTo>
                  <a:pt x="389" y="1526"/>
                </a:lnTo>
                <a:lnTo>
                  <a:pt x="396" y="1505"/>
                </a:lnTo>
                <a:lnTo>
                  <a:pt x="404" y="1486"/>
                </a:lnTo>
                <a:lnTo>
                  <a:pt x="412" y="1469"/>
                </a:lnTo>
                <a:lnTo>
                  <a:pt x="420" y="1453"/>
                </a:lnTo>
                <a:lnTo>
                  <a:pt x="428" y="1440"/>
                </a:lnTo>
                <a:lnTo>
                  <a:pt x="435" y="1428"/>
                </a:lnTo>
                <a:lnTo>
                  <a:pt x="443" y="1418"/>
                </a:lnTo>
                <a:lnTo>
                  <a:pt x="451" y="1411"/>
                </a:lnTo>
                <a:lnTo>
                  <a:pt x="459" y="1405"/>
                </a:lnTo>
                <a:lnTo>
                  <a:pt x="466" y="1402"/>
                </a:lnTo>
                <a:lnTo>
                  <a:pt x="474" y="1401"/>
                </a:lnTo>
                <a:lnTo>
                  <a:pt x="482" y="1401"/>
                </a:lnTo>
                <a:lnTo>
                  <a:pt x="490" y="1404"/>
                </a:lnTo>
                <a:lnTo>
                  <a:pt x="497" y="1409"/>
                </a:lnTo>
                <a:lnTo>
                  <a:pt x="505" y="1416"/>
                </a:lnTo>
                <a:lnTo>
                  <a:pt x="513" y="1425"/>
                </a:lnTo>
                <a:lnTo>
                  <a:pt x="521" y="1436"/>
                </a:lnTo>
                <a:lnTo>
                  <a:pt x="529" y="1449"/>
                </a:lnTo>
                <a:lnTo>
                  <a:pt x="536" y="1463"/>
                </a:lnTo>
                <a:lnTo>
                  <a:pt x="544" y="1480"/>
                </a:lnTo>
                <a:lnTo>
                  <a:pt x="552" y="1497"/>
                </a:lnTo>
                <a:lnTo>
                  <a:pt x="560" y="1517"/>
                </a:lnTo>
                <a:lnTo>
                  <a:pt x="567" y="1538"/>
                </a:lnTo>
                <a:lnTo>
                  <a:pt x="575" y="1560"/>
                </a:lnTo>
                <a:lnTo>
                  <a:pt x="583" y="1584"/>
                </a:lnTo>
                <a:lnTo>
                  <a:pt x="591" y="1609"/>
                </a:lnTo>
                <a:lnTo>
                  <a:pt x="598" y="1635"/>
                </a:lnTo>
                <a:lnTo>
                  <a:pt x="606" y="1662"/>
                </a:lnTo>
                <a:lnTo>
                  <a:pt x="614" y="1690"/>
                </a:lnTo>
                <a:lnTo>
                  <a:pt x="622" y="1719"/>
                </a:lnTo>
                <a:lnTo>
                  <a:pt x="630" y="1748"/>
                </a:lnTo>
                <a:lnTo>
                  <a:pt x="637" y="1778"/>
                </a:lnTo>
                <a:lnTo>
                  <a:pt x="645" y="1809"/>
                </a:lnTo>
                <a:lnTo>
                  <a:pt x="653" y="1840"/>
                </a:lnTo>
                <a:lnTo>
                  <a:pt x="661" y="1871"/>
                </a:lnTo>
                <a:lnTo>
                  <a:pt x="668" y="1902"/>
                </a:lnTo>
                <a:lnTo>
                  <a:pt x="676" y="1934"/>
                </a:lnTo>
                <a:lnTo>
                  <a:pt x="684" y="1965"/>
                </a:lnTo>
                <a:lnTo>
                  <a:pt x="692" y="1996"/>
                </a:lnTo>
                <a:lnTo>
                  <a:pt x="699" y="2027"/>
                </a:lnTo>
                <a:lnTo>
                  <a:pt x="707" y="2058"/>
                </a:lnTo>
                <a:lnTo>
                  <a:pt x="715" y="2088"/>
                </a:lnTo>
                <a:lnTo>
                  <a:pt x="723" y="2118"/>
                </a:lnTo>
                <a:lnTo>
                  <a:pt x="731" y="2148"/>
                </a:lnTo>
                <a:lnTo>
                  <a:pt x="738" y="2176"/>
                </a:lnTo>
                <a:lnTo>
                  <a:pt x="746" y="2204"/>
                </a:lnTo>
                <a:lnTo>
                  <a:pt x="754" y="2231"/>
                </a:lnTo>
                <a:lnTo>
                  <a:pt x="762" y="2257"/>
                </a:lnTo>
                <a:lnTo>
                  <a:pt x="769" y="2282"/>
                </a:lnTo>
                <a:lnTo>
                  <a:pt x="777" y="2307"/>
                </a:lnTo>
                <a:lnTo>
                  <a:pt x="785" y="2330"/>
                </a:lnTo>
                <a:lnTo>
                  <a:pt x="793" y="2352"/>
                </a:lnTo>
                <a:lnTo>
                  <a:pt x="800" y="2373"/>
                </a:lnTo>
                <a:lnTo>
                  <a:pt x="808" y="2393"/>
                </a:lnTo>
                <a:lnTo>
                  <a:pt x="816" y="2411"/>
                </a:lnTo>
                <a:lnTo>
                  <a:pt x="824" y="2429"/>
                </a:lnTo>
                <a:lnTo>
                  <a:pt x="832" y="2445"/>
                </a:lnTo>
                <a:lnTo>
                  <a:pt x="839" y="2459"/>
                </a:lnTo>
                <a:lnTo>
                  <a:pt x="847" y="2473"/>
                </a:lnTo>
                <a:lnTo>
                  <a:pt x="855" y="2485"/>
                </a:lnTo>
                <a:lnTo>
                  <a:pt x="863" y="2495"/>
                </a:lnTo>
                <a:lnTo>
                  <a:pt x="870" y="2504"/>
                </a:lnTo>
                <a:lnTo>
                  <a:pt x="878" y="2512"/>
                </a:lnTo>
                <a:lnTo>
                  <a:pt x="886" y="2519"/>
                </a:lnTo>
                <a:lnTo>
                  <a:pt x="894" y="2524"/>
                </a:lnTo>
                <a:lnTo>
                  <a:pt x="901" y="2528"/>
                </a:lnTo>
                <a:lnTo>
                  <a:pt x="909" y="2530"/>
                </a:lnTo>
                <a:lnTo>
                  <a:pt x="917" y="2531"/>
                </a:lnTo>
                <a:lnTo>
                  <a:pt x="925" y="2531"/>
                </a:lnTo>
                <a:lnTo>
                  <a:pt x="933" y="2529"/>
                </a:lnTo>
                <a:lnTo>
                  <a:pt x="940" y="2526"/>
                </a:lnTo>
                <a:lnTo>
                  <a:pt x="948" y="2522"/>
                </a:lnTo>
                <a:lnTo>
                  <a:pt x="956" y="2517"/>
                </a:lnTo>
                <a:lnTo>
                  <a:pt x="964" y="2510"/>
                </a:lnTo>
                <a:lnTo>
                  <a:pt x="971" y="2503"/>
                </a:lnTo>
                <a:lnTo>
                  <a:pt x="979" y="2494"/>
                </a:lnTo>
                <a:lnTo>
                  <a:pt x="987" y="2484"/>
                </a:lnTo>
                <a:lnTo>
                  <a:pt x="995" y="2473"/>
                </a:lnTo>
                <a:lnTo>
                  <a:pt x="1002" y="2461"/>
                </a:lnTo>
                <a:lnTo>
                  <a:pt x="1010" y="2448"/>
                </a:lnTo>
                <a:lnTo>
                  <a:pt x="1018" y="2435"/>
                </a:lnTo>
                <a:lnTo>
                  <a:pt x="1026" y="2420"/>
                </a:lnTo>
                <a:lnTo>
                  <a:pt x="1034" y="2405"/>
                </a:lnTo>
                <a:lnTo>
                  <a:pt x="1041" y="2389"/>
                </a:lnTo>
                <a:lnTo>
                  <a:pt x="1049" y="2372"/>
                </a:lnTo>
                <a:lnTo>
                  <a:pt x="1057" y="2354"/>
                </a:lnTo>
                <a:lnTo>
                  <a:pt x="1065" y="2336"/>
                </a:lnTo>
                <a:lnTo>
                  <a:pt x="1072" y="2318"/>
                </a:lnTo>
                <a:lnTo>
                  <a:pt x="1080" y="2298"/>
                </a:lnTo>
                <a:lnTo>
                  <a:pt x="1088" y="2279"/>
                </a:lnTo>
                <a:lnTo>
                  <a:pt x="1096" y="2259"/>
                </a:lnTo>
                <a:lnTo>
                  <a:pt x="1103" y="2239"/>
                </a:lnTo>
                <a:lnTo>
                  <a:pt x="1111" y="2218"/>
                </a:lnTo>
                <a:lnTo>
                  <a:pt x="1119" y="2198"/>
                </a:lnTo>
                <a:lnTo>
                  <a:pt x="1127" y="2177"/>
                </a:lnTo>
                <a:lnTo>
                  <a:pt x="1135" y="2156"/>
                </a:lnTo>
                <a:lnTo>
                  <a:pt x="1142" y="2135"/>
                </a:lnTo>
                <a:lnTo>
                  <a:pt x="1150" y="2114"/>
                </a:lnTo>
                <a:lnTo>
                  <a:pt x="1158" y="2093"/>
                </a:lnTo>
                <a:lnTo>
                  <a:pt x="1166" y="2073"/>
                </a:lnTo>
                <a:lnTo>
                  <a:pt x="1173" y="2052"/>
                </a:lnTo>
                <a:lnTo>
                  <a:pt x="1181" y="2031"/>
                </a:lnTo>
                <a:lnTo>
                  <a:pt x="1189" y="2011"/>
                </a:lnTo>
                <a:lnTo>
                  <a:pt x="1197" y="1991"/>
                </a:lnTo>
                <a:lnTo>
                  <a:pt x="1204" y="1972"/>
                </a:lnTo>
                <a:lnTo>
                  <a:pt x="1212" y="1953"/>
                </a:lnTo>
                <a:lnTo>
                  <a:pt x="1220" y="1934"/>
                </a:lnTo>
                <a:lnTo>
                  <a:pt x="1228" y="1916"/>
                </a:lnTo>
                <a:lnTo>
                  <a:pt x="1236" y="1898"/>
                </a:lnTo>
                <a:lnTo>
                  <a:pt x="1243" y="1880"/>
                </a:lnTo>
                <a:lnTo>
                  <a:pt x="1251" y="1864"/>
                </a:lnTo>
                <a:lnTo>
                  <a:pt x="1259" y="1847"/>
                </a:lnTo>
                <a:lnTo>
                  <a:pt x="1267" y="1832"/>
                </a:lnTo>
                <a:lnTo>
                  <a:pt x="1274" y="1817"/>
                </a:lnTo>
                <a:lnTo>
                  <a:pt x="1282" y="1803"/>
                </a:lnTo>
                <a:lnTo>
                  <a:pt x="1290" y="1789"/>
                </a:lnTo>
                <a:lnTo>
                  <a:pt x="1298" y="1777"/>
                </a:lnTo>
                <a:lnTo>
                  <a:pt x="1305" y="1764"/>
                </a:lnTo>
                <a:lnTo>
                  <a:pt x="1313" y="1753"/>
                </a:lnTo>
                <a:lnTo>
                  <a:pt x="1321" y="1743"/>
                </a:lnTo>
                <a:lnTo>
                  <a:pt x="1329" y="1733"/>
                </a:lnTo>
                <a:lnTo>
                  <a:pt x="1337" y="1724"/>
                </a:lnTo>
                <a:lnTo>
                  <a:pt x="1344" y="1716"/>
                </a:lnTo>
                <a:lnTo>
                  <a:pt x="1352" y="1708"/>
                </a:lnTo>
                <a:lnTo>
                  <a:pt x="1360" y="1702"/>
                </a:lnTo>
                <a:lnTo>
                  <a:pt x="1368" y="1696"/>
                </a:lnTo>
                <a:lnTo>
                  <a:pt x="1375" y="1691"/>
                </a:lnTo>
                <a:lnTo>
                  <a:pt x="1383" y="1687"/>
                </a:lnTo>
                <a:lnTo>
                  <a:pt x="1391" y="1684"/>
                </a:lnTo>
                <a:lnTo>
                  <a:pt x="1399" y="1681"/>
                </a:lnTo>
                <a:lnTo>
                  <a:pt x="1406" y="1680"/>
                </a:lnTo>
                <a:lnTo>
                  <a:pt x="1414" y="1679"/>
                </a:lnTo>
                <a:lnTo>
                  <a:pt x="1422" y="1679"/>
                </a:lnTo>
                <a:lnTo>
                  <a:pt x="1430" y="1679"/>
                </a:lnTo>
                <a:lnTo>
                  <a:pt x="1438" y="1681"/>
                </a:lnTo>
                <a:lnTo>
                  <a:pt x="1445" y="1683"/>
                </a:lnTo>
                <a:lnTo>
                  <a:pt x="1453" y="1686"/>
                </a:lnTo>
                <a:lnTo>
                  <a:pt x="1461" y="1690"/>
                </a:lnTo>
                <a:lnTo>
                  <a:pt x="1469" y="1694"/>
                </a:lnTo>
                <a:lnTo>
                  <a:pt x="1476" y="1699"/>
                </a:lnTo>
                <a:lnTo>
                  <a:pt x="1484" y="1705"/>
                </a:lnTo>
                <a:lnTo>
                  <a:pt x="1492" y="1711"/>
                </a:lnTo>
                <a:lnTo>
                  <a:pt x="1500" y="1718"/>
                </a:lnTo>
                <a:lnTo>
                  <a:pt x="1508" y="1726"/>
                </a:lnTo>
                <a:lnTo>
                  <a:pt x="1515" y="1734"/>
                </a:lnTo>
                <a:lnTo>
                  <a:pt x="1523" y="1743"/>
                </a:lnTo>
                <a:lnTo>
                  <a:pt x="1531" y="1752"/>
                </a:lnTo>
                <a:lnTo>
                  <a:pt x="1539" y="1761"/>
                </a:lnTo>
                <a:lnTo>
                  <a:pt x="1546" y="1771"/>
                </a:lnTo>
                <a:lnTo>
                  <a:pt x="1554" y="1782"/>
                </a:lnTo>
                <a:lnTo>
                  <a:pt x="1562" y="1793"/>
                </a:lnTo>
                <a:lnTo>
                  <a:pt x="1570" y="1804"/>
                </a:lnTo>
                <a:lnTo>
                  <a:pt x="1577" y="1815"/>
                </a:lnTo>
                <a:lnTo>
                  <a:pt x="1585" y="1827"/>
                </a:lnTo>
                <a:lnTo>
                  <a:pt x="1593" y="1839"/>
                </a:lnTo>
                <a:lnTo>
                  <a:pt x="1601" y="1852"/>
                </a:lnTo>
                <a:lnTo>
                  <a:pt x="1609" y="1864"/>
                </a:lnTo>
                <a:lnTo>
                  <a:pt x="1616" y="1877"/>
                </a:lnTo>
                <a:lnTo>
                  <a:pt x="1624" y="1890"/>
                </a:lnTo>
                <a:lnTo>
                  <a:pt x="1632" y="1902"/>
                </a:lnTo>
                <a:lnTo>
                  <a:pt x="1640" y="1915"/>
                </a:lnTo>
                <a:lnTo>
                  <a:pt x="1647" y="1928"/>
                </a:lnTo>
                <a:lnTo>
                  <a:pt x="1655" y="1941"/>
                </a:lnTo>
                <a:lnTo>
                  <a:pt x="1663" y="1954"/>
                </a:lnTo>
                <a:lnTo>
                  <a:pt x="1671" y="1967"/>
                </a:lnTo>
                <a:lnTo>
                  <a:pt x="1678" y="1980"/>
                </a:lnTo>
                <a:lnTo>
                  <a:pt x="1686" y="1992"/>
                </a:lnTo>
                <a:lnTo>
                  <a:pt x="1694" y="2005"/>
                </a:lnTo>
                <a:lnTo>
                  <a:pt x="1702" y="2017"/>
                </a:lnTo>
                <a:lnTo>
                  <a:pt x="1710" y="2029"/>
                </a:lnTo>
                <a:lnTo>
                  <a:pt x="1717" y="2040"/>
                </a:lnTo>
                <a:lnTo>
                  <a:pt x="1725" y="2051"/>
                </a:lnTo>
                <a:lnTo>
                  <a:pt x="1733" y="2062"/>
                </a:lnTo>
                <a:lnTo>
                  <a:pt x="1741" y="2073"/>
                </a:lnTo>
                <a:lnTo>
                  <a:pt x="1748" y="2083"/>
                </a:lnTo>
                <a:lnTo>
                  <a:pt x="1756" y="2093"/>
                </a:lnTo>
                <a:lnTo>
                  <a:pt x="1764" y="2102"/>
                </a:lnTo>
                <a:lnTo>
                  <a:pt x="1772" y="2111"/>
                </a:lnTo>
                <a:lnTo>
                  <a:pt x="1779" y="2120"/>
                </a:lnTo>
                <a:lnTo>
                  <a:pt x="1787" y="2127"/>
                </a:lnTo>
                <a:lnTo>
                  <a:pt x="1795" y="2135"/>
                </a:lnTo>
                <a:lnTo>
                  <a:pt x="1803" y="2141"/>
                </a:lnTo>
                <a:lnTo>
                  <a:pt x="1811" y="2147"/>
                </a:lnTo>
                <a:lnTo>
                  <a:pt x="1818" y="2153"/>
                </a:lnTo>
                <a:lnTo>
                  <a:pt x="1826" y="2158"/>
                </a:lnTo>
                <a:lnTo>
                  <a:pt x="1834" y="2162"/>
                </a:lnTo>
                <a:lnTo>
                  <a:pt x="1842" y="2165"/>
                </a:lnTo>
                <a:lnTo>
                  <a:pt x="1849" y="2168"/>
                </a:lnTo>
                <a:lnTo>
                  <a:pt x="1857" y="2170"/>
                </a:lnTo>
                <a:lnTo>
                  <a:pt x="1865" y="2171"/>
                </a:lnTo>
                <a:lnTo>
                  <a:pt x="1873" y="2172"/>
                </a:lnTo>
                <a:lnTo>
                  <a:pt x="1880" y="2171"/>
                </a:lnTo>
                <a:lnTo>
                  <a:pt x="1888" y="2170"/>
                </a:lnTo>
                <a:lnTo>
                  <a:pt x="1896" y="2169"/>
                </a:lnTo>
                <a:lnTo>
                  <a:pt x="1904" y="2166"/>
                </a:lnTo>
                <a:lnTo>
                  <a:pt x="1912" y="2162"/>
                </a:lnTo>
                <a:lnTo>
                  <a:pt x="1919" y="2158"/>
                </a:lnTo>
                <a:lnTo>
                  <a:pt x="1927" y="2153"/>
                </a:lnTo>
                <a:lnTo>
                  <a:pt x="1935" y="2147"/>
                </a:lnTo>
                <a:lnTo>
                  <a:pt x="1943" y="2140"/>
                </a:lnTo>
                <a:lnTo>
                  <a:pt x="1950" y="2133"/>
                </a:lnTo>
                <a:lnTo>
                  <a:pt x="1958" y="2124"/>
                </a:lnTo>
                <a:lnTo>
                  <a:pt x="1966" y="2115"/>
                </a:lnTo>
                <a:lnTo>
                  <a:pt x="1974" y="2104"/>
                </a:lnTo>
                <a:lnTo>
                  <a:pt x="1981" y="2093"/>
                </a:lnTo>
                <a:lnTo>
                  <a:pt x="1989" y="2081"/>
                </a:lnTo>
                <a:lnTo>
                  <a:pt x="1997" y="2068"/>
                </a:lnTo>
                <a:lnTo>
                  <a:pt x="2005" y="2055"/>
                </a:lnTo>
                <a:lnTo>
                  <a:pt x="2013" y="2040"/>
                </a:lnTo>
                <a:lnTo>
                  <a:pt x="2020" y="2025"/>
                </a:lnTo>
                <a:lnTo>
                  <a:pt x="2028" y="2008"/>
                </a:lnTo>
                <a:lnTo>
                  <a:pt x="2036" y="1991"/>
                </a:lnTo>
                <a:lnTo>
                  <a:pt x="2044" y="1973"/>
                </a:lnTo>
                <a:lnTo>
                  <a:pt x="2051" y="1955"/>
                </a:lnTo>
                <a:lnTo>
                  <a:pt x="2059" y="1935"/>
                </a:lnTo>
                <a:lnTo>
                  <a:pt x="2067" y="1915"/>
                </a:lnTo>
                <a:lnTo>
                  <a:pt x="2075" y="1894"/>
                </a:lnTo>
                <a:lnTo>
                  <a:pt x="2082" y="1872"/>
                </a:lnTo>
                <a:lnTo>
                  <a:pt x="2090" y="1850"/>
                </a:lnTo>
                <a:lnTo>
                  <a:pt x="2098" y="1826"/>
                </a:lnTo>
                <a:lnTo>
                  <a:pt x="2106" y="1802"/>
                </a:lnTo>
                <a:lnTo>
                  <a:pt x="2114" y="1778"/>
                </a:lnTo>
                <a:lnTo>
                  <a:pt x="2121" y="1752"/>
                </a:lnTo>
                <a:lnTo>
                  <a:pt x="2129" y="1726"/>
                </a:lnTo>
                <a:lnTo>
                  <a:pt x="2137" y="1700"/>
                </a:lnTo>
                <a:lnTo>
                  <a:pt x="2145" y="1672"/>
                </a:lnTo>
                <a:lnTo>
                  <a:pt x="2152" y="1645"/>
                </a:lnTo>
                <a:lnTo>
                  <a:pt x="2160" y="1616"/>
                </a:lnTo>
                <a:lnTo>
                  <a:pt x="2168" y="1588"/>
                </a:lnTo>
                <a:lnTo>
                  <a:pt x="2176" y="1558"/>
                </a:lnTo>
                <a:lnTo>
                  <a:pt x="2183" y="1529"/>
                </a:lnTo>
                <a:lnTo>
                  <a:pt x="2191" y="1498"/>
                </a:lnTo>
                <a:lnTo>
                  <a:pt x="2199" y="1468"/>
                </a:lnTo>
                <a:lnTo>
                  <a:pt x="2207" y="1437"/>
                </a:lnTo>
                <a:lnTo>
                  <a:pt x="2215" y="1406"/>
                </a:lnTo>
                <a:lnTo>
                  <a:pt x="2222" y="1374"/>
                </a:lnTo>
                <a:lnTo>
                  <a:pt x="2230" y="1343"/>
                </a:lnTo>
                <a:lnTo>
                  <a:pt x="2238" y="1311"/>
                </a:lnTo>
                <a:lnTo>
                  <a:pt x="2246" y="1279"/>
                </a:lnTo>
                <a:lnTo>
                  <a:pt x="2253" y="1247"/>
                </a:lnTo>
                <a:lnTo>
                  <a:pt x="2261" y="1215"/>
                </a:lnTo>
                <a:lnTo>
                  <a:pt x="2269" y="1182"/>
                </a:lnTo>
                <a:lnTo>
                  <a:pt x="2277" y="1150"/>
                </a:lnTo>
                <a:lnTo>
                  <a:pt x="2284" y="1118"/>
                </a:lnTo>
                <a:lnTo>
                  <a:pt x="2292" y="1086"/>
                </a:lnTo>
                <a:lnTo>
                  <a:pt x="2300" y="1054"/>
                </a:lnTo>
                <a:lnTo>
                  <a:pt x="2308" y="1022"/>
                </a:lnTo>
                <a:lnTo>
                  <a:pt x="2316" y="991"/>
                </a:lnTo>
                <a:lnTo>
                  <a:pt x="2323" y="960"/>
                </a:lnTo>
                <a:lnTo>
                  <a:pt x="2331" y="929"/>
                </a:lnTo>
                <a:lnTo>
                  <a:pt x="2339" y="899"/>
                </a:lnTo>
                <a:lnTo>
                  <a:pt x="2347" y="869"/>
                </a:lnTo>
                <a:lnTo>
                  <a:pt x="2354" y="840"/>
                </a:lnTo>
                <a:lnTo>
                  <a:pt x="2362" y="811"/>
                </a:lnTo>
                <a:lnTo>
                  <a:pt x="2370" y="783"/>
                </a:lnTo>
                <a:lnTo>
                  <a:pt x="2378" y="756"/>
                </a:lnTo>
                <a:lnTo>
                  <a:pt x="2385" y="729"/>
                </a:lnTo>
                <a:lnTo>
                  <a:pt x="2393" y="703"/>
                </a:lnTo>
                <a:lnTo>
                  <a:pt x="2401" y="678"/>
                </a:lnTo>
                <a:lnTo>
                  <a:pt x="2409" y="654"/>
                </a:lnTo>
                <a:lnTo>
                  <a:pt x="2417" y="631"/>
                </a:lnTo>
                <a:lnTo>
                  <a:pt x="2424" y="608"/>
                </a:lnTo>
                <a:lnTo>
                  <a:pt x="2432" y="587"/>
                </a:lnTo>
                <a:lnTo>
                  <a:pt x="2440" y="567"/>
                </a:lnTo>
                <a:lnTo>
                  <a:pt x="2448" y="548"/>
                </a:lnTo>
                <a:lnTo>
                  <a:pt x="2455" y="530"/>
                </a:lnTo>
                <a:lnTo>
                  <a:pt x="2463" y="514"/>
                </a:lnTo>
                <a:lnTo>
                  <a:pt x="2471" y="499"/>
                </a:lnTo>
                <a:lnTo>
                  <a:pt x="2479" y="485"/>
                </a:lnTo>
                <a:lnTo>
                  <a:pt x="2486" y="472"/>
                </a:lnTo>
                <a:lnTo>
                  <a:pt x="2494" y="461"/>
                </a:lnTo>
                <a:lnTo>
                  <a:pt x="2502" y="451"/>
                </a:lnTo>
                <a:lnTo>
                  <a:pt x="2510" y="443"/>
                </a:lnTo>
                <a:lnTo>
                  <a:pt x="2518" y="437"/>
                </a:lnTo>
                <a:lnTo>
                  <a:pt x="2525" y="431"/>
                </a:lnTo>
                <a:lnTo>
                  <a:pt x="2533" y="428"/>
                </a:lnTo>
                <a:lnTo>
                  <a:pt x="2541" y="426"/>
                </a:lnTo>
                <a:lnTo>
                  <a:pt x="2549" y="425"/>
                </a:lnTo>
                <a:lnTo>
                  <a:pt x="2556" y="426"/>
                </a:lnTo>
                <a:lnTo>
                  <a:pt x="2564" y="429"/>
                </a:lnTo>
                <a:lnTo>
                  <a:pt x="2572" y="433"/>
                </a:lnTo>
                <a:lnTo>
                  <a:pt x="2580" y="439"/>
                </a:lnTo>
                <a:lnTo>
                  <a:pt x="2587" y="447"/>
                </a:lnTo>
                <a:lnTo>
                  <a:pt x="2595" y="456"/>
                </a:lnTo>
                <a:lnTo>
                  <a:pt x="2603" y="467"/>
                </a:lnTo>
                <a:lnTo>
                  <a:pt x="2611" y="479"/>
                </a:lnTo>
                <a:lnTo>
                  <a:pt x="2619" y="492"/>
                </a:lnTo>
                <a:lnTo>
                  <a:pt x="2626" y="508"/>
                </a:lnTo>
                <a:lnTo>
                  <a:pt x="2634" y="524"/>
                </a:lnTo>
                <a:lnTo>
                  <a:pt x="2642" y="542"/>
                </a:lnTo>
                <a:lnTo>
                  <a:pt x="2650" y="561"/>
                </a:lnTo>
                <a:lnTo>
                  <a:pt x="2657" y="582"/>
                </a:lnTo>
                <a:lnTo>
                  <a:pt x="2665" y="603"/>
                </a:lnTo>
                <a:lnTo>
                  <a:pt x="2673" y="626"/>
                </a:lnTo>
                <a:lnTo>
                  <a:pt x="2681" y="650"/>
                </a:lnTo>
                <a:lnTo>
                  <a:pt x="2688" y="674"/>
                </a:lnTo>
                <a:lnTo>
                  <a:pt x="2696" y="699"/>
                </a:lnTo>
                <a:lnTo>
                  <a:pt x="2704" y="725"/>
                </a:lnTo>
                <a:lnTo>
                  <a:pt x="2712" y="752"/>
                </a:lnTo>
                <a:lnTo>
                  <a:pt x="2720" y="778"/>
                </a:lnTo>
                <a:lnTo>
                  <a:pt x="2727" y="805"/>
                </a:lnTo>
                <a:lnTo>
                  <a:pt x="2735" y="832"/>
                </a:lnTo>
                <a:lnTo>
                  <a:pt x="2743" y="859"/>
                </a:lnTo>
                <a:lnTo>
                  <a:pt x="2751" y="886"/>
                </a:lnTo>
                <a:lnTo>
                  <a:pt x="2758" y="912"/>
                </a:lnTo>
                <a:lnTo>
                  <a:pt x="2766" y="937"/>
                </a:lnTo>
                <a:lnTo>
                  <a:pt x="2774" y="961"/>
                </a:lnTo>
                <a:lnTo>
                  <a:pt x="2782" y="985"/>
                </a:lnTo>
                <a:lnTo>
                  <a:pt x="2789" y="1007"/>
                </a:lnTo>
                <a:lnTo>
                  <a:pt x="2797" y="1027"/>
                </a:lnTo>
                <a:lnTo>
                  <a:pt x="2805" y="1046"/>
                </a:lnTo>
                <a:lnTo>
                  <a:pt x="2813" y="1062"/>
                </a:lnTo>
                <a:lnTo>
                  <a:pt x="2821" y="1077"/>
                </a:lnTo>
                <a:lnTo>
                  <a:pt x="2828" y="1088"/>
                </a:lnTo>
                <a:lnTo>
                  <a:pt x="2836" y="1097"/>
                </a:lnTo>
                <a:lnTo>
                  <a:pt x="2844" y="1103"/>
                </a:lnTo>
                <a:lnTo>
                  <a:pt x="2852" y="1105"/>
                </a:lnTo>
                <a:lnTo>
                  <a:pt x="2859" y="1104"/>
                </a:lnTo>
                <a:lnTo>
                  <a:pt x="2867" y="1099"/>
                </a:lnTo>
                <a:lnTo>
                  <a:pt x="2875" y="1090"/>
                </a:lnTo>
                <a:lnTo>
                  <a:pt x="2883" y="1076"/>
                </a:lnTo>
                <a:lnTo>
                  <a:pt x="2890" y="1057"/>
                </a:lnTo>
                <a:lnTo>
                  <a:pt x="2898" y="1033"/>
                </a:lnTo>
                <a:lnTo>
                  <a:pt x="2906" y="1004"/>
                </a:lnTo>
                <a:lnTo>
                  <a:pt x="2914" y="970"/>
                </a:lnTo>
                <a:lnTo>
                  <a:pt x="2922" y="930"/>
                </a:lnTo>
                <a:lnTo>
                  <a:pt x="2929" y="884"/>
                </a:lnTo>
                <a:lnTo>
                  <a:pt x="2937" y="831"/>
                </a:lnTo>
                <a:lnTo>
                  <a:pt x="2945" y="772"/>
                </a:lnTo>
                <a:lnTo>
                  <a:pt x="2953" y="707"/>
                </a:lnTo>
                <a:lnTo>
                  <a:pt x="2960" y="635"/>
                </a:lnTo>
                <a:lnTo>
                  <a:pt x="2968" y="556"/>
                </a:lnTo>
                <a:lnTo>
                  <a:pt x="2976" y="470"/>
                </a:lnTo>
                <a:lnTo>
                  <a:pt x="2984" y="377"/>
                </a:lnTo>
                <a:lnTo>
                  <a:pt x="2991" y="278"/>
                </a:lnTo>
                <a:lnTo>
                  <a:pt x="2999" y="171"/>
                </a:lnTo>
                <a:lnTo>
                  <a:pt x="3007"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72000" y="3047695"/>
            <a:ext cx="2834640" cy="1791310"/>
          </a:xfrm>
          <a:custGeom>
            <a:avLst/>
            <a:gdLst/>
            <a:ahLst/>
            <a:cxnLst/>
            <a:rect l="l" t="t" r="r" b="b"/>
            <a:pathLst>
              <a:path w="3100" h="1959">
                <a:moveTo>
                  <a:pt x="0" y="1485"/>
                </a:moveTo>
                <a:lnTo>
                  <a:pt x="8" y="1270"/>
                </a:lnTo>
                <a:lnTo>
                  <a:pt x="16" y="1103"/>
                </a:lnTo>
                <a:lnTo>
                  <a:pt x="23" y="979"/>
                </a:lnTo>
                <a:lnTo>
                  <a:pt x="31" y="892"/>
                </a:lnTo>
                <a:lnTo>
                  <a:pt x="39" y="836"/>
                </a:lnTo>
                <a:lnTo>
                  <a:pt x="47" y="807"/>
                </a:lnTo>
                <a:lnTo>
                  <a:pt x="54" y="801"/>
                </a:lnTo>
                <a:lnTo>
                  <a:pt x="62" y="814"/>
                </a:lnTo>
                <a:lnTo>
                  <a:pt x="70" y="843"/>
                </a:lnTo>
                <a:lnTo>
                  <a:pt x="78" y="885"/>
                </a:lnTo>
                <a:lnTo>
                  <a:pt x="85" y="936"/>
                </a:lnTo>
                <a:lnTo>
                  <a:pt x="93" y="996"/>
                </a:lnTo>
                <a:lnTo>
                  <a:pt x="101" y="1061"/>
                </a:lnTo>
                <a:lnTo>
                  <a:pt x="109" y="1129"/>
                </a:lnTo>
                <a:lnTo>
                  <a:pt x="117" y="1200"/>
                </a:lnTo>
                <a:lnTo>
                  <a:pt x="124" y="1271"/>
                </a:lnTo>
                <a:lnTo>
                  <a:pt x="132" y="1341"/>
                </a:lnTo>
                <a:lnTo>
                  <a:pt x="140" y="1411"/>
                </a:lnTo>
                <a:lnTo>
                  <a:pt x="148" y="1477"/>
                </a:lnTo>
                <a:lnTo>
                  <a:pt x="155" y="1541"/>
                </a:lnTo>
                <a:lnTo>
                  <a:pt x="163" y="1601"/>
                </a:lnTo>
                <a:lnTo>
                  <a:pt x="171" y="1656"/>
                </a:lnTo>
                <a:lnTo>
                  <a:pt x="179" y="1708"/>
                </a:lnTo>
                <a:lnTo>
                  <a:pt x="186" y="1754"/>
                </a:lnTo>
                <a:lnTo>
                  <a:pt x="194" y="1796"/>
                </a:lnTo>
                <a:lnTo>
                  <a:pt x="202" y="1833"/>
                </a:lnTo>
                <a:lnTo>
                  <a:pt x="210" y="1865"/>
                </a:lnTo>
                <a:lnTo>
                  <a:pt x="218" y="1892"/>
                </a:lnTo>
                <a:lnTo>
                  <a:pt x="225" y="1914"/>
                </a:lnTo>
                <a:lnTo>
                  <a:pt x="233" y="1931"/>
                </a:lnTo>
                <a:lnTo>
                  <a:pt x="241" y="1944"/>
                </a:lnTo>
                <a:lnTo>
                  <a:pt x="249" y="1953"/>
                </a:lnTo>
                <a:lnTo>
                  <a:pt x="256" y="1958"/>
                </a:lnTo>
                <a:lnTo>
                  <a:pt x="264" y="1959"/>
                </a:lnTo>
                <a:lnTo>
                  <a:pt x="272" y="1956"/>
                </a:lnTo>
                <a:lnTo>
                  <a:pt x="280" y="1950"/>
                </a:lnTo>
                <a:lnTo>
                  <a:pt x="287" y="1942"/>
                </a:lnTo>
                <a:lnTo>
                  <a:pt x="295" y="1930"/>
                </a:lnTo>
                <a:lnTo>
                  <a:pt x="303" y="1916"/>
                </a:lnTo>
                <a:lnTo>
                  <a:pt x="311" y="1901"/>
                </a:lnTo>
                <a:lnTo>
                  <a:pt x="319" y="1883"/>
                </a:lnTo>
                <a:lnTo>
                  <a:pt x="326" y="1864"/>
                </a:lnTo>
                <a:lnTo>
                  <a:pt x="334" y="1844"/>
                </a:lnTo>
                <a:lnTo>
                  <a:pt x="342" y="1822"/>
                </a:lnTo>
                <a:lnTo>
                  <a:pt x="350" y="1800"/>
                </a:lnTo>
                <a:lnTo>
                  <a:pt x="357" y="1778"/>
                </a:lnTo>
                <a:lnTo>
                  <a:pt x="365" y="1755"/>
                </a:lnTo>
                <a:lnTo>
                  <a:pt x="373" y="1733"/>
                </a:lnTo>
                <a:lnTo>
                  <a:pt x="381" y="1710"/>
                </a:lnTo>
                <a:lnTo>
                  <a:pt x="388" y="1688"/>
                </a:lnTo>
                <a:lnTo>
                  <a:pt x="396" y="1666"/>
                </a:lnTo>
                <a:lnTo>
                  <a:pt x="404" y="1645"/>
                </a:lnTo>
                <a:lnTo>
                  <a:pt x="412" y="1625"/>
                </a:lnTo>
                <a:lnTo>
                  <a:pt x="420" y="1606"/>
                </a:lnTo>
                <a:lnTo>
                  <a:pt x="427" y="1587"/>
                </a:lnTo>
                <a:lnTo>
                  <a:pt x="435" y="1570"/>
                </a:lnTo>
                <a:lnTo>
                  <a:pt x="443" y="1554"/>
                </a:lnTo>
                <a:lnTo>
                  <a:pt x="451" y="1540"/>
                </a:lnTo>
                <a:lnTo>
                  <a:pt x="458" y="1526"/>
                </a:lnTo>
                <a:lnTo>
                  <a:pt x="466" y="1515"/>
                </a:lnTo>
                <a:lnTo>
                  <a:pt x="474" y="1504"/>
                </a:lnTo>
                <a:lnTo>
                  <a:pt x="482" y="1495"/>
                </a:lnTo>
                <a:lnTo>
                  <a:pt x="489" y="1487"/>
                </a:lnTo>
                <a:lnTo>
                  <a:pt x="497" y="1481"/>
                </a:lnTo>
                <a:lnTo>
                  <a:pt x="505" y="1476"/>
                </a:lnTo>
                <a:lnTo>
                  <a:pt x="513" y="1472"/>
                </a:lnTo>
                <a:lnTo>
                  <a:pt x="521" y="1470"/>
                </a:lnTo>
                <a:lnTo>
                  <a:pt x="528" y="1469"/>
                </a:lnTo>
                <a:lnTo>
                  <a:pt x="536" y="1469"/>
                </a:lnTo>
                <a:lnTo>
                  <a:pt x="544" y="1470"/>
                </a:lnTo>
                <a:lnTo>
                  <a:pt x="552" y="1472"/>
                </a:lnTo>
                <a:lnTo>
                  <a:pt x="559" y="1476"/>
                </a:lnTo>
                <a:lnTo>
                  <a:pt x="567" y="1480"/>
                </a:lnTo>
                <a:lnTo>
                  <a:pt x="575" y="1486"/>
                </a:lnTo>
                <a:lnTo>
                  <a:pt x="583" y="1492"/>
                </a:lnTo>
                <a:lnTo>
                  <a:pt x="590" y="1499"/>
                </a:lnTo>
                <a:lnTo>
                  <a:pt x="598" y="1506"/>
                </a:lnTo>
                <a:lnTo>
                  <a:pt x="606" y="1515"/>
                </a:lnTo>
                <a:lnTo>
                  <a:pt x="614" y="1523"/>
                </a:lnTo>
                <a:lnTo>
                  <a:pt x="622" y="1533"/>
                </a:lnTo>
                <a:lnTo>
                  <a:pt x="629" y="1542"/>
                </a:lnTo>
                <a:lnTo>
                  <a:pt x="637" y="1552"/>
                </a:lnTo>
                <a:lnTo>
                  <a:pt x="645" y="1562"/>
                </a:lnTo>
                <a:lnTo>
                  <a:pt x="653" y="1572"/>
                </a:lnTo>
                <a:lnTo>
                  <a:pt x="660" y="1582"/>
                </a:lnTo>
                <a:lnTo>
                  <a:pt x="668" y="1592"/>
                </a:lnTo>
                <a:lnTo>
                  <a:pt x="676" y="1602"/>
                </a:lnTo>
                <a:lnTo>
                  <a:pt x="684" y="1612"/>
                </a:lnTo>
                <a:lnTo>
                  <a:pt x="691" y="1622"/>
                </a:lnTo>
                <a:lnTo>
                  <a:pt x="699" y="1631"/>
                </a:lnTo>
                <a:lnTo>
                  <a:pt x="707" y="1640"/>
                </a:lnTo>
                <a:lnTo>
                  <a:pt x="715" y="1649"/>
                </a:lnTo>
                <a:lnTo>
                  <a:pt x="723" y="1657"/>
                </a:lnTo>
                <a:lnTo>
                  <a:pt x="730" y="1665"/>
                </a:lnTo>
                <a:lnTo>
                  <a:pt x="738" y="1672"/>
                </a:lnTo>
                <a:lnTo>
                  <a:pt x="746" y="1679"/>
                </a:lnTo>
                <a:lnTo>
                  <a:pt x="754" y="1685"/>
                </a:lnTo>
                <a:lnTo>
                  <a:pt x="761" y="1691"/>
                </a:lnTo>
                <a:lnTo>
                  <a:pt x="769" y="1696"/>
                </a:lnTo>
                <a:lnTo>
                  <a:pt x="777" y="1700"/>
                </a:lnTo>
                <a:lnTo>
                  <a:pt x="785" y="1704"/>
                </a:lnTo>
                <a:lnTo>
                  <a:pt x="792" y="1707"/>
                </a:lnTo>
                <a:lnTo>
                  <a:pt x="800" y="1709"/>
                </a:lnTo>
                <a:lnTo>
                  <a:pt x="808" y="1711"/>
                </a:lnTo>
                <a:lnTo>
                  <a:pt x="816" y="1712"/>
                </a:lnTo>
                <a:lnTo>
                  <a:pt x="824" y="1713"/>
                </a:lnTo>
                <a:lnTo>
                  <a:pt x="831" y="1712"/>
                </a:lnTo>
                <a:lnTo>
                  <a:pt x="839" y="1712"/>
                </a:lnTo>
                <a:lnTo>
                  <a:pt x="847" y="1710"/>
                </a:lnTo>
                <a:lnTo>
                  <a:pt x="855" y="1709"/>
                </a:lnTo>
                <a:lnTo>
                  <a:pt x="862" y="1706"/>
                </a:lnTo>
                <a:lnTo>
                  <a:pt x="870" y="1703"/>
                </a:lnTo>
                <a:lnTo>
                  <a:pt x="878" y="1700"/>
                </a:lnTo>
                <a:lnTo>
                  <a:pt x="886" y="1696"/>
                </a:lnTo>
                <a:lnTo>
                  <a:pt x="893" y="1692"/>
                </a:lnTo>
                <a:lnTo>
                  <a:pt x="901" y="1687"/>
                </a:lnTo>
                <a:lnTo>
                  <a:pt x="909" y="1682"/>
                </a:lnTo>
                <a:lnTo>
                  <a:pt x="917" y="1677"/>
                </a:lnTo>
                <a:lnTo>
                  <a:pt x="925" y="1671"/>
                </a:lnTo>
                <a:lnTo>
                  <a:pt x="932" y="1666"/>
                </a:lnTo>
                <a:lnTo>
                  <a:pt x="940" y="1660"/>
                </a:lnTo>
                <a:lnTo>
                  <a:pt x="948" y="1654"/>
                </a:lnTo>
                <a:lnTo>
                  <a:pt x="956" y="1648"/>
                </a:lnTo>
                <a:lnTo>
                  <a:pt x="963" y="1642"/>
                </a:lnTo>
                <a:lnTo>
                  <a:pt x="971" y="1636"/>
                </a:lnTo>
                <a:lnTo>
                  <a:pt x="979" y="1630"/>
                </a:lnTo>
                <a:lnTo>
                  <a:pt x="987" y="1624"/>
                </a:lnTo>
                <a:lnTo>
                  <a:pt x="994" y="1618"/>
                </a:lnTo>
                <a:lnTo>
                  <a:pt x="1002" y="1612"/>
                </a:lnTo>
                <a:lnTo>
                  <a:pt x="1010" y="1607"/>
                </a:lnTo>
                <a:lnTo>
                  <a:pt x="1018" y="1601"/>
                </a:lnTo>
                <a:lnTo>
                  <a:pt x="1026" y="1597"/>
                </a:lnTo>
                <a:lnTo>
                  <a:pt x="1033" y="1592"/>
                </a:lnTo>
                <a:lnTo>
                  <a:pt x="1041" y="1588"/>
                </a:lnTo>
                <a:lnTo>
                  <a:pt x="1049" y="1584"/>
                </a:lnTo>
                <a:lnTo>
                  <a:pt x="1057" y="1581"/>
                </a:lnTo>
                <a:lnTo>
                  <a:pt x="1064" y="1578"/>
                </a:lnTo>
                <a:lnTo>
                  <a:pt x="1072" y="1575"/>
                </a:lnTo>
                <a:lnTo>
                  <a:pt x="1080" y="1573"/>
                </a:lnTo>
                <a:lnTo>
                  <a:pt x="1088" y="1572"/>
                </a:lnTo>
                <a:lnTo>
                  <a:pt x="1095" y="1571"/>
                </a:lnTo>
                <a:lnTo>
                  <a:pt x="1103" y="1570"/>
                </a:lnTo>
                <a:lnTo>
                  <a:pt x="1111" y="1571"/>
                </a:lnTo>
                <a:lnTo>
                  <a:pt x="1119" y="1571"/>
                </a:lnTo>
                <a:lnTo>
                  <a:pt x="1127" y="1573"/>
                </a:lnTo>
                <a:lnTo>
                  <a:pt x="1134" y="1575"/>
                </a:lnTo>
                <a:lnTo>
                  <a:pt x="1142" y="1577"/>
                </a:lnTo>
                <a:lnTo>
                  <a:pt x="1150" y="1580"/>
                </a:lnTo>
                <a:lnTo>
                  <a:pt x="1158" y="1584"/>
                </a:lnTo>
                <a:lnTo>
                  <a:pt x="1165" y="1588"/>
                </a:lnTo>
                <a:lnTo>
                  <a:pt x="1173" y="1593"/>
                </a:lnTo>
                <a:lnTo>
                  <a:pt x="1181" y="1599"/>
                </a:lnTo>
                <a:lnTo>
                  <a:pt x="1189" y="1605"/>
                </a:lnTo>
                <a:lnTo>
                  <a:pt x="1196" y="1611"/>
                </a:lnTo>
                <a:lnTo>
                  <a:pt x="1204" y="1618"/>
                </a:lnTo>
                <a:lnTo>
                  <a:pt x="1212" y="1626"/>
                </a:lnTo>
                <a:lnTo>
                  <a:pt x="1220" y="1634"/>
                </a:lnTo>
                <a:lnTo>
                  <a:pt x="1228" y="1642"/>
                </a:lnTo>
                <a:lnTo>
                  <a:pt x="1235" y="1651"/>
                </a:lnTo>
                <a:lnTo>
                  <a:pt x="1243" y="1660"/>
                </a:lnTo>
                <a:lnTo>
                  <a:pt x="1251" y="1670"/>
                </a:lnTo>
                <a:lnTo>
                  <a:pt x="1259" y="1679"/>
                </a:lnTo>
                <a:lnTo>
                  <a:pt x="1266" y="1690"/>
                </a:lnTo>
                <a:lnTo>
                  <a:pt x="1274" y="1700"/>
                </a:lnTo>
                <a:lnTo>
                  <a:pt x="1282" y="1711"/>
                </a:lnTo>
                <a:lnTo>
                  <a:pt x="1290" y="1721"/>
                </a:lnTo>
                <a:lnTo>
                  <a:pt x="1297" y="1732"/>
                </a:lnTo>
                <a:lnTo>
                  <a:pt x="1305" y="1743"/>
                </a:lnTo>
                <a:lnTo>
                  <a:pt x="1313" y="1754"/>
                </a:lnTo>
                <a:lnTo>
                  <a:pt x="1321" y="1765"/>
                </a:lnTo>
                <a:lnTo>
                  <a:pt x="1329" y="1776"/>
                </a:lnTo>
                <a:lnTo>
                  <a:pt x="1336" y="1787"/>
                </a:lnTo>
                <a:lnTo>
                  <a:pt x="1344" y="1797"/>
                </a:lnTo>
                <a:lnTo>
                  <a:pt x="1352" y="1808"/>
                </a:lnTo>
                <a:lnTo>
                  <a:pt x="1360" y="1818"/>
                </a:lnTo>
                <a:lnTo>
                  <a:pt x="1367" y="1828"/>
                </a:lnTo>
                <a:lnTo>
                  <a:pt x="1375" y="1838"/>
                </a:lnTo>
                <a:lnTo>
                  <a:pt x="1383" y="1847"/>
                </a:lnTo>
                <a:lnTo>
                  <a:pt x="1391" y="1856"/>
                </a:lnTo>
                <a:lnTo>
                  <a:pt x="1398" y="1864"/>
                </a:lnTo>
                <a:lnTo>
                  <a:pt x="1406" y="1872"/>
                </a:lnTo>
                <a:lnTo>
                  <a:pt x="1414" y="1880"/>
                </a:lnTo>
                <a:lnTo>
                  <a:pt x="1422" y="1886"/>
                </a:lnTo>
                <a:lnTo>
                  <a:pt x="1430" y="1893"/>
                </a:lnTo>
                <a:lnTo>
                  <a:pt x="1437" y="1898"/>
                </a:lnTo>
                <a:lnTo>
                  <a:pt x="1445" y="1903"/>
                </a:lnTo>
                <a:lnTo>
                  <a:pt x="1453" y="1907"/>
                </a:lnTo>
                <a:lnTo>
                  <a:pt x="1461" y="1911"/>
                </a:lnTo>
                <a:lnTo>
                  <a:pt x="1468" y="1913"/>
                </a:lnTo>
                <a:lnTo>
                  <a:pt x="1476" y="1915"/>
                </a:lnTo>
                <a:lnTo>
                  <a:pt x="1484" y="1916"/>
                </a:lnTo>
                <a:lnTo>
                  <a:pt x="1492" y="1916"/>
                </a:lnTo>
                <a:lnTo>
                  <a:pt x="1499" y="1915"/>
                </a:lnTo>
                <a:lnTo>
                  <a:pt x="1507" y="1914"/>
                </a:lnTo>
                <a:lnTo>
                  <a:pt x="1515" y="1911"/>
                </a:lnTo>
                <a:lnTo>
                  <a:pt x="1523" y="1908"/>
                </a:lnTo>
                <a:lnTo>
                  <a:pt x="1531" y="1903"/>
                </a:lnTo>
                <a:lnTo>
                  <a:pt x="1538" y="1898"/>
                </a:lnTo>
                <a:lnTo>
                  <a:pt x="1546" y="1892"/>
                </a:lnTo>
                <a:lnTo>
                  <a:pt x="1554" y="1885"/>
                </a:lnTo>
                <a:lnTo>
                  <a:pt x="1562" y="1877"/>
                </a:lnTo>
                <a:lnTo>
                  <a:pt x="1569" y="1867"/>
                </a:lnTo>
                <a:lnTo>
                  <a:pt x="1577" y="1857"/>
                </a:lnTo>
                <a:lnTo>
                  <a:pt x="1585" y="1846"/>
                </a:lnTo>
                <a:lnTo>
                  <a:pt x="1593" y="1835"/>
                </a:lnTo>
                <a:lnTo>
                  <a:pt x="1601" y="1822"/>
                </a:lnTo>
                <a:lnTo>
                  <a:pt x="1608" y="1808"/>
                </a:lnTo>
                <a:lnTo>
                  <a:pt x="1616" y="1794"/>
                </a:lnTo>
                <a:lnTo>
                  <a:pt x="1624" y="1778"/>
                </a:lnTo>
                <a:lnTo>
                  <a:pt x="1632" y="1762"/>
                </a:lnTo>
                <a:lnTo>
                  <a:pt x="1639" y="1745"/>
                </a:lnTo>
                <a:lnTo>
                  <a:pt x="1647" y="1728"/>
                </a:lnTo>
                <a:lnTo>
                  <a:pt x="1655" y="1709"/>
                </a:lnTo>
                <a:lnTo>
                  <a:pt x="1663" y="1690"/>
                </a:lnTo>
                <a:lnTo>
                  <a:pt x="1670" y="1670"/>
                </a:lnTo>
                <a:lnTo>
                  <a:pt x="1678" y="1650"/>
                </a:lnTo>
                <a:lnTo>
                  <a:pt x="1686" y="1629"/>
                </a:lnTo>
                <a:lnTo>
                  <a:pt x="1694" y="1607"/>
                </a:lnTo>
                <a:lnTo>
                  <a:pt x="1702" y="1585"/>
                </a:lnTo>
                <a:lnTo>
                  <a:pt x="1709" y="1563"/>
                </a:lnTo>
                <a:lnTo>
                  <a:pt x="1717" y="1540"/>
                </a:lnTo>
                <a:lnTo>
                  <a:pt x="1725" y="1517"/>
                </a:lnTo>
                <a:lnTo>
                  <a:pt x="1733" y="1493"/>
                </a:lnTo>
                <a:lnTo>
                  <a:pt x="1740" y="1469"/>
                </a:lnTo>
                <a:lnTo>
                  <a:pt x="1748" y="1445"/>
                </a:lnTo>
                <a:lnTo>
                  <a:pt x="1756" y="1421"/>
                </a:lnTo>
                <a:lnTo>
                  <a:pt x="1764" y="1397"/>
                </a:lnTo>
                <a:lnTo>
                  <a:pt x="1771" y="1372"/>
                </a:lnTo>
                <a:lnTo>
                  <a:pt x="1779" y="1348"/>
                </a:lnTo>
                <a:lnTo>
                  <a:pt x="1787" y="1324"/>
                </a:lnTo>
                <a:lnTo>
                  <a:pt x="1795" y="1300"/>
                </a:lnTo>
                <a:lnTo>
                  <a:pt x="1803" y="1276"/>
                </a:lnTo>
                <a:lnTo>
                  <a:pt x="1810" y="1252"/>
                </a:lnTo>
                <a:lnTo>
                  <a:pt x="1818" y="1228"/>
                </a:lnTo>
                <a:lnTo>
                  <a:pt x="1826" y="1205"/>
                </a:lnTo>
                <a:lnTo>
                  <a:pt x="1834" y="1182"/>
                </a:lnTo>
                <a:lnTo>
                  <a:pt x="1841" y="1160"/>
                </a:lnTo>
                <a:lnTo>
                  <a:pt x="1849" y="1138"/>
                </a:lnTo>
                <a:lnTo>
                  <a:pt x="1857" y="1116"/>
                </a:lnTo>
                <a:lnTo>
                  <a:pt x="1865" y="1095"/>
                </a:lnTo>
                <a:lnTo>
                  <a:pt x="1872" y="1075"/>
                </a:lnTo>
                <a:lnTo>
                  <a:pt x="1880" y="1056"/>
                </a:lnTo>
                <a:lnTo>
                  <a:pt x="1888" y="1037"/>
                </a:lnTo>
                <a:lnTo>
                  <a:pt x="1896" y="1018"/>
                </a:lnTo>
                <a:lnTo>
                  <a:pt x="1904" y="1001"/>
                </a:lnTo>
                <a:lnTo>
                  <a:pt x="1911" y="984"/>
                </a:lnTo>
                <a:lnTo>
                  <a:pt x="1919" y="968"/>
                </a:lnTo>
                <a:lnTo>
                  <a:pt x="1927" y="953"/>
                </a:lnTo>
                <a:lnTo>
                  <a:pt x="1935" y="939"/>
                </a:lnTo>
                <a:lnTo>
                  <a:pt x="1942" y="926"/>
                </a:lnTo>
                <a:lnTo>
                  <a:pt x="1950" y="914"/>
                </a:lnTo>
                <a:lnTo>
                  <a:pt x="1958" y="903"/>
                </a:lnTo>
                <a:lnTo>
                  <a:pt x="1966" y="892"/>
                </a:lnTo>
                <a:lnTo>
                  <a:pt x="1973" y="883"/>
                </a:lnTo>
                <a:lnTo>
                  <a:pt x="1981" y="874"/>
                </a:lnTo>
                <a:lnTo>
                  <a:pt x="1989" y="867"/>
                </a:lnTo>
                <a:lnTo>
                  <a:pt x="1997" y="861"/>
                </a:lnTo>
                <a:lnTo>
                  <a:pt x="2005" y="855"/>
                </a:lnTo>
                <a:lnTo>
                  <a:pt x="2012" y="851"/>
                </a:lnTo>
                <a:lnTo>
                  <a:pt x="2020" y="847"/>
                </a:lnTo>
                <a:lnTo>
                  <a:pt x="2028" y="845"/>
                </a:lnTo>
                <a:lnTo>
                  <a:pt x="2036" y="844"/>
                </a:lnTo>
                <a:lnTo>
                  <a:pt x="2043" y="843"/>
                </a:lnTo>
                <a:lnTo>
                  <a:pt x="2051" y="844"/>
                </a:lnTo>
                <a:lnTo>
                  <a:pt x="2059" y="845"/>
                </a:lnTo>
                <a:lnTo>
                  <a:pt x="2067" y="847"/>
                </a:lnTo>
                <a:lnTo>
                  <a:pt x="2074" y="850"/>
                </a:lnTo>
                <a:lnTo>
                  <a:pt x="2082" y="854"/>
                </a:lnTo>
                <a:lnTo>
                  <a:pt x="2090" y="859"/>
                </a:lnTo>
                <a:lnTo>
                  <a:pt x="2098" y="865"/>
                </a:lnTo>
                <a:lnTo>
                  <a:pt x="2106" y="871"/>
                </a:lnTo>
                <a:lnTo>
                  <a:pt x="2113" y="878"/>
                </a:lnTo>
                <a:lnTo>
                  <a:pt x="2121" y="886"/>
                </a:lnTo>
                <a:lnTo>
                  <a:pt x="2129" y="894"/>
                </a:lnTo>
                <a:lnTo>
                  <a:pt x="2137" y="903"/>
                </a:lnTo>
                <a:lnTo>
                  <a:pt x="2144" y="913"/>
                </a:lnTo>
                <a:lnTo>
                  <a:pt x="2152" y="923"/>
                </a:lnTo>
                <a:lnTo>
                  <a:pt x="2160" y="933"/>
                </a:lnTo>
                <a:lnTo>
                  <a:pt x="2168" y="944"/>
                </a:lnTo>
                <a:lnTo>
                  <a:pt x="2175" y="955"/>
                </a:lnTo>
                <a:lnTo>
                  <a:pt x="2183" y="967"/>
                </a:lnTo>
                <a:lnTo>
                  <a:pt x="2191" y="979"/>
                </a:lnTo>
                <a:lnTo>
                  <a:pt x="2199" y="991"/>
                </a:lnTo>
                <a:lnTo>
                  <a:pt x="2207" y="1003"/>
                </a:lnTo>
                <a:lnTo>
                  <a:pt x="2214" y="1015"/>
                </a:lnTo>
                <a:lnTo>
                  <a:pt x="2222" y="1027"/>
                </a:lnTo>
                <a:lnTo>
                  <a:pt x="2230" y="1040"/>
                </a:lnTo>
                <a:lnTo>
                  <a:pt x="2238" y="1052"/>
                </a:lnTo>
                <a:lnTo>
                  <a:pt x="2245" y="1064"/>
                </a:lnTo>
                <a:lnTo>
                  <a:pt x="2253" y="1076"/>
                </a:lnTo>
                <a:lnTo>
                  <a:pt x="2261" y="1088"/>
                </a:lnTo>
                <a:lnTo>
                  <a:pt x="2269" y="1099"/>
                </a:lnTo>
                <a:lnTo>
                  <a:pt x="2276" y="1111"/>
                </a:lnTo>
                <a:lnTo>
                  <a:pt x="2284" y="1122"/>
                </a:lnTo>
                <a:lnTo>
                  <a:pt x="2292" y="1133"/>
                </a:lnTo>
                <a:lnTo>
                  <a:pt x="2300" y="1143"/>
                </a:lnTo>
                <a:lnTo>
                  <a:pt x="2308" y="1153"/>
                </a:lnTo>
                <a:lnTo>
                  <a:pt x="2315" y="1163"/>
                </a:lnTo>
                <a:lnTo>
                  <a:pt x="2323" y="1172"/>
                </a:lnTo>
                <a:lnTo>
                  <a:pt x="2331" y="1180"/>
                </a:lnTo>
                <a:lnTo>
                  <a:pt x="2339" y="1188"/>
                </a:lnTo>
                <a:lnTo>
                  <a:pt x="2346" y="1196"/>
                </a:lnTo>
                <a:lnTo>
                  <a:pt x="2354" y="1203"/>
                </a:lnTo>
                <a:lnTo>
                  <a:pt x="2362" y="1210"/>
                </a:lnTo>
                <a:lnTo>
                  <a:pt x="2370" y="1216"/>
                </a:lnTo>
                <a:lnTo>
                  <a:pt x="2377" y="1221"/>
                </a:lnTo>
                <a:lnTo>
                  <a:pt x="2385" y="1226"/>
                </a:lnTo>
                <a:lnTo>
                  <a:pt x="2393" y="1231"/>
                </a:lnTo>
                <a:lnTo>
                  <a:pt x="2401" y="1235"/>
                </a:lnTo>
                <a:lnTo>
                  <a:pt x="2409" y="1238"/>
                </a:lnTo>
                <a:lnTo>
                  <a:pt x="2416" y="1241"/>
                </a:lnTo>
                <a:lnTo>
                  <a:pt x="2424" y="1244"/>
                </a:lnTo>
                <a:lnTo>
                  <a:pt x="2432" y="1246"/>
                </a:lnTo>
                <a:lnTo>
                  <a:pt x="2440" y="1248"/>
                </a:lnTo>
                <a:lnTo>
                  <a:pt x="2447" y="1249"/>
                </a:lnTo>
                <a:lnTo>
                  <a:pt x="2455" y="1250"/>
                </a:lnTo>
                <a:lnTo>
                  <a:pt x="2463" y="1251"/>
                </a:lnTo>
                <a:lnTo>
                  <a:pt x="2471" y="1251"/>
                </a:lnTo>
                <a:lnTo>
                  <a:pt x="2478" y="1252"/>
                </a:lnTo>
                <a:lnTo>
                  <a:pt x="2486" y="1252"/>
                </a:lnTo>
                <a:lnTo>
                  <a:pt x="2494" y="1252"/>
                </a:lnTo>
                <a:lnTo>
                  <a:pt x="2502" y="1252"/>
                </a:lnTo>
                <a:lnTo>
                  <a:pt x="2510" y="1252"/>
                </a:lnTo>
                <a:lnTo>
                  <a:pt x="2517" y="1252"/>
                </a:lnTo>
                <a:lnTo>
                  <a:pt x="2525" y="1252"/>
                </a:lnTo>
                <a:lnTo>
                  <a:pt x="2533" y="1253"/>
                </a:lnTo>
                <a:lnTo>
                  <a:pt x="2541" y="1253"/>
                </a:lnTo>
                <a:lnTo>
                  <a:pt x="2548" y="1254"/>
                </a:lnTo>
                <a:lnTo>
                  <a:pt x="2556" y="1255"/>
                </a:lnTo>
                <a:lnTo>
                  <a:pt x="2564" y="1256"/>
                </a:lnTo>
                <a:lnTo>
                  <a:pt x="2572" y="1258"/>
                </a:lnTo>
                <a:lnTo>
                  <a:pt x="2579" y="1261"/>
                </a:lnTo>
                <a:lnTo>
                  <a:pt x="2587" y="1263"/>
                </a:lnTo>
                <a:lnTo>
                  <a:pt x="2595" y="1267"/>
                </a:lnTo>
                <a:lnTo>
                  <a:pt x="2603" y="1270"/>
                </a:lnTo>
                <a:lnTo>
                  <a:pt x="2611" y="1275"/>
                </a:lnTo>
                <a:lnTo>
                  <a:pt x="2618" y="1280"/>
                </a:lnTo>
                <a:lnTo>
                  <a:pt x="2626" y="1285"/>
                </a:lnTo>
                <a:lnTo>
                  <a:pt x="2634" y="1291"/>
                </a:lnTo>
                <a:lnTo>
                  <a:pt x="2642" y="1298"/>
                </a:lnTo>
                <a:lnTo>
                  <a:pt x="2649" y="1305"/>
                </a:lnTo>
                <a:lnTo>
                  <a:pt x="2657" y="1313"/>
                </a:lnTo>
                <a:lnTo>
                  <a:pt x="2665" y="1322"/>
                </a:lnTo>
                <a:lnTo>
                  <a:pt x="2673" y="1331"/>
                </a:lnTo>
                <a:lnTo>
                  <a:pt x="2680" y="1340"/>
                </a:lnTo>
                <a:lnTo>
                  <a:pt x="2688" y="1349"/>
                </a:lnTo>
                <a:lnTo>
                  <a:pt x="2696" y="1359"/>
                </a:lnTo>
                <a:lnTo>
                  <a:pt x="2704" y="1370"/>
                </a:lnTo>
                <a:lnTo>
                  <a:pt x="2712" y="1380"/>
                </a:lnTo>
                <a:lnTo>
                  <a:pt x="2719" y="1390"/>
                </a:lnTo>
                <a:lnTo>
                  <a:pt x="2727" y="1400"/>
                </a:lnTo>
                <a:lnTo>
                  <a:pt x="2735" y="1410"/>
                </a:lnTo>
                <a:lnTo>
                  <a:pt x="2743" y="1419"/>
                </a:lnTo>
                <a:lnTo>
                  <a:pt x="2750" y="1428"/>
                </a:lnTo>
                <a:lnTo>
                  <a:pt x="2758" y="1436"/>
                </a:lnTo>
                <a:lnTo>
                  <a:pt x="2766" y="1444"/>
                </a:lnTo>
                <a:lnTo>
                  <a:pt x="2774" y="1450"/>
                </a:lnTo>
                <a:lnTo>
                  <a:pt x="2781" y="1454"/>
                </a:lnTo>
                <a:lnTo>
                  <a:pt x="2789" y="1458"/>
                </a:lnTo>
                <a:lnTo>
                  <a:pt x="2797" y="1459"/>
                </a:lnTo>
                <a:lnTo>
                  <a:pt x="2805" y="1458"/>
                </a:lnTo>
                <a:lnTo>
                  <a:pt x="2813" y="1456"/>
                </a:lnTo>
                <a:lnTo>
                  <a:pt x="2820" y="1450"/>
                </a:lnTo>
                <a:lnTo>
                  <a:pt x="2828" y="1443"/>
                </a:lnTo>
                <a:lnTo>
                  <a:pt x="2836" y="1432"/>
                </a:lnTo>
                <a:lnTo>
                  <a:pt x="2844" y="1418"/>
                </a:lnTo>
                <a:lnTo>
                  <a:pt x="2851" y="1400"/>
                </a:lnTo>
                <a:lnTo>
                  <a:pt x="2859" y="1380"/>
                </a:lnTo>
                <a:lnTo>
                  <a:pt x="2867" y="1355"/>
                </a:lnTo>
                <a:lnTo>
                  <a:pt x="2875" y="1326"/>
                </a:lnTo>
                <a:lnTo>
                  <a:pt x="2882" y="1294"/>
                </a:lnTo>
                <a:lnTo>
                  <a:pt x="2890" y="1257"/>
                </a:lnTo>
                <a:lnTo>
                  <a:pt x="2898" y="1216"/>
                </a:lnTo>
                <a:lnTo>
                  <a:pt x="2906" y="1170"/>
                </a:lnTo>
                <a:lnTo>
                  <a:pt x="2914" y="1120"/>
                </a:lnTo>
                <a:lnTo>
                  <a:pt x="2921" y="1066"/>
                </a:lnTo>
                <a:lnTo>
                  <a:pt x="2929" y="1007"/>
                </a:lnTo>
                <a:lnTo>
                  <a:pt x="2937" y="945"/>
                </a:lnTo>
                <a:lnTo>
                  <a:pt x="2945" y="879"/>
                </a:lnTo>
                <a:lnTo>
                  <a:pt x="2952" y="810"/>
                </a:lnTo>
                <a:lnTo>
                  <a:pt x="2960" y="737"/>
                </a:lnTo>
                <a:lnTo>
                  <a:pt x="2968" y="662"/>
                </a:lnTo>
                <a:lnTo>
                  <a:pt x="2976" y="586"/>
                </a:lnTo>
                <a:lnTo>
                  <a:pt x="2983" y="509"/>
                </a:lnTo>
                <a:lnTo>
                  <a:pt x="2991" y="432"/>
                </a:lnTo>
                <a:lnTo>
                  <a:pt x="2999" y="356"/>
                </a:lnTo>
                <a:lnTo>
                  <a:pt x="3007" y="283"/>
                </a:lnTo>
                <a:lnTo>
                  <a:pt x="3015" y="214"/>
                </a:lnTo>
                <a:lnTo>
                  <a:pt x="3022" y="151"/>
                </a:lnTo>
                <a:lnTo>
                  <a:pt x="3030" y="95"/>
                </a:lnTo>
                <a:lnTo>
                  <a:pt x="3038" y="50"/>
                </a:lnTo>
                <a:lnTo>
                  <a:pt x="3046" y="17"/>
                </a:lnTo>
                <a:lnTo>
                  <a:pt x="3053" y="0"/>
                </a:lnTo>
                <a:lnTo>
                  <a:pt x="3061" y="1"/>
                </a:lnTo>
                <a:lnTo>
                  <a:pt x="3069" y="25"/>
                </a:lnTo>
                <a:lnTo>
                  <a:pt x="3077" y="74"/>
                </a:lnTo>
                <a:lnTo>
                  <a:pt x="3084" y="154"/>
                </a:lnTo>
                <a:lnTo>
                  <a:pt x="3092" y="268"/>
                </a:lnTo>
                <a:lnTo>
                  <a:pt x="31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72000" y="3231490"/>
            <a:ext cx="2834640" cy="1666037"/>
          </a:xfrm>
          <a:custGeom>
            <a:avLst/>
            <a:gdLst/>
            <a:ahLst/>
            <a:cxnLst/>
            <a:rect l="l" t="t" r="r" b="b"/>
            <a:pathLst>
              <a:path w="3100" h="1822">
                <a:moveTo>
                  <a:pt x="0" y="604"/>
                </a:moveTo>
                <a:lnTo>
                  <a:pt x="8" y="621"/>
                </a:lnTo>
                <a:lnTo>
                  <a:pt x="16" y="635"/>
                </a:lnTo>
                <a:lnTo>
                  <a:pt x="23" y="648"/>
                </a:lnTo>
                <a:lnTo>
                  <a:pt x="31" y="660"/>
                </a:lnTo>
                <a:lnTo>
                  <a:pt x="39" y="670"/>
                </a:lnTo>
                <a:lnTo>
                  <a:pt x="47" y="680"/>
                </a:lnTo>
                <a:lnTo>
                  <a:pt x="54" y="690"/>
                </a:lnTo>
                <a:lnTo>
                  <a:pt x="62" y="700"/>
                </a:lnTo>
                <a:lnTo>
                  <a:pt x="70" y="709"/>
                </a:lnTo>
                <a:lnTo>
                  <a:pt x="78" y="719"/>
                </a:lnTo>
                <a:lnTo>
                  <a:pt x="85" y="729"/>
                </a:lnTo>
                <a:lnTo>
                  <a:pt x="93" y="740"/>
                </a:lnTo>
                <a:lnTo>
                  <a:pt x="101" y="751"/>
                </a:lnTo>
                <a:lnTo>
                  <a:pt x="109" y="763"/>
                </a:lnTo>
                <a:lnTo>
                  <a:pt x="117" y="776"/>
                </a:lnTo>
                <a:lnTo>
                  <a:pt x="124" y="789"/>
                </a:lnTo>
                <a:lnTo>
                  <a:pt x="132" y="803"/>
                </a:lnTo>
                <a:lnTo>
                  <a:pt x="140" y="818"/>
                </a:lnTo>
                <a:lnTo>
                  <a:pt x="148" y="834"/>
                </a:lnTo>
                <a:lnTo>
                  <a:pt x="155" y="851"/>
                </a:lnTo>
                <a:lnTo>
                  <a:pt x="163" y="868"/>
                </a:lnTo>
                <a:lnTo>
                  <a:pt x="171" y="886"/>
                </a:lnTo>
                <a:lnTo>
                  <a:pt x="179" y="905"/>
                </a:lnTo>
                <a:lnTo>
                  <a:pt x="186" y="925"/>
                </a:lnTo>
                <a:lnTo>
                  <a:pt x="194" y="945"/>
                </a:lnTo>
                <a:lnTo>
                  <a:pt x="202" y="966"/>
                </a:lnTo>
                <a:lnTo>
                  <a:pt x="210" y="987"/>
                </a:lnTo>
                <a:lnTo>
                  <a:pt x="218" y="1009"/>
                </a:lnTo>
                <a:lnTo>
                  <a:pt x="225" y="1032"/>
                </a:lnTo>
                <a:lnTo>
                  <a:pt x="233" y="1054"/>
                </a:lnTo>
                <a:lnTo>
                  <a:pt x="241" y="1077"/>
                </a:lnTo>
                <a:lnTo>
                  <a:pt x="249" y="1101"/>
                </a:lnTo>
                <a:lnTo>
                  <a:pt x="256" y="1124"/>
                </a:lnTo>
                <a:lnTo>
                  <a:pt x="264" y="1148"/>
                </a:lnTo>
                <a:lnTo>
                  <a:pt x="272" y="1171"/>
                </a:lnTo>
                <a:lnTo>
                  <a:pt x="280" y="1195"/>
                </a:lnTo>
                <a:lnTo>
                  <a:pt x="287" y="1219"/>
                </a:lnTo>
                <a:lnTo>
                  <a:pt x="295" y="1242"/>
                </a:lnTo>
                <a:lnTo>
                  <a:pt x="303" y="1266"/>
                </a:lnTo>
                <a:lnTo>
                  <a:pt x="311" y="1289"/>
                </a:lnTo>
                <a:lnTo>
                  <a:pt x="319" y="1313"/>
                </a:lnTo>
                <a:lnTo>
                  <a:pt x="326" y="1336"/>
                </a:lnTo>
                <a:lnTo>
                  <a:pt x="334" y="1358"/>
                </a:lnTo>
                <a:lnTo>
                  <a:pt x="342" y="1381"/>
                </a:lnTo>
                <a:lnTo>
                  <a:pt x="350" y="1402"/>
                </a:lnTo>
                <a:lnTo>
                  <a:pt x="357" y="1424"/>
                </a:lnTo>
                <a:lnTo>
                  <a:pt x="365" y="1445"/>
                </a:lnTo>
                <a:lnTo>
                  <a:pt x="373" y="1466"/>
                </a:lnTo>
                <a:lnTo>
                  <a:pt x="381" y="1486"/>
                </a:lnTo>
                <a:lnTo>
                  <a:pt x="388" y="1506"/>
                </a:lnTo>
                <a:lnTo>
                  <a:pt x="396" y="1525"/>
                </a:lnTo>
                <a:lnTo>
                  <a:pt x="404" y="1544"/>
                </a:lnTo>
                <a:lnTo>
                  <a:pt x="412" y="1562"/>
                </a:lnTo>
                <a:lnTo>
                  <a:pt x="420" y="1580"/>
                </a:lnTo>
                <a:lnTo>
                  <a:pt x="427" y="1596"/>
                </a:lnTo>
                <a:lnTo>
                  <a:pt x="435" y="1613"/>
                </a:lnTo>
                <a:lnTo>
                  <a:pt x="443" y="1629"/>
                </a:lnTo>
                <a:lnTo>
                  <a:pt x="451" y="1644"/>
                </a:lnTo>
                <a:lnTo>
                  <a:pt x="458" y="1658"/>
                </a:lnTo>
                <a:lnTo>
                  <a:pt x="466" y="1672"/>
                </a:lnTo>
                <a:lnTo>
                  <a:pt x="474" y="1685"/>
                </a:lnTo>
                <a:lnTo>
                  <a:pt x="482" y="1698"/>
                </a:lnTo>
                <a:lnTo>
                  <a:pt x="489" y="1710"/>
                </a:lnTo>
                <a:lnTo>
                  <a:pt x="497" y="1721"/>
                </a:lnTo>
                <a:lnTo>
                  <a:pt x="505" y="1732"/>
                </a:lnTo>
                <a:lnTo>
                  <a:pt x="513" y="1742"/>
                </a:lnTo>
                <a:lnTo>
                  <a:pt x="521" y="1752"/>
                </a:lnTo>
                <a:lnTo>
                  <a:pt x="528" y="1760"/>
                </a:lnTo>
                <a:lnTo>
                  <a:pt x="536" y="1769"/>
                </a:lnTo>
                <a:lnTo>
                  <a:pt x="544" y="1776"/>
                </a:lnTo>
                <a:lnTo>
                  <a:pt x="552" y="1783"/>
                </a:lnTo>
                <a:lnTo>
                  <a:pt x="559" y="1790"/>
                </a:lnTo>
                <a:lnTo>
                  <a:pt x="567" y="1795"/>
                </a:lnTo>
                <a:lnTo>
                  <a:pt x="575" y="1801"/>
                </a:lnTo>
                <a:lnTo>
                  <a:pt x="583" y="1805"/>
                </a:lnTo>
                <a:lnTo>
                  <a:pt x="590" y="1809"/>
                </a:lnTo>
                <a:lnTo>
                  <a:pt x="598" y="1813"/>
                </a:lnTo>
                <a:lnTo>
                  <a:pt x="606" y="1816"/>
                </a:lnTo>
                <a:lnTo>
                  <a:pt x="614" y="1818"/>
                </a:lnTo>
                <a:lnTo>
                  <a:pt x="622" y="1820"/>
                </a:lnTo>
                <a:lnTo>
                  <a:pt x="629" y="1821"/>
                </a:lnTo>
                <a:lnTo>
                  <a:pt x="637" y="1822"/>
                </a:lnTo>
                <a:lnTo>
                  <a:pt x="645" y="1822"/>
                </a:lnTo>
                <a:lnTo>
                  <a:pt x="653" y="1822"/>
                </a:lnTo>
                <a:lnTo>
                  <a:pt x="660" y="1822"/>
                </a:lnTo>
                <a:lnTo>
                  <a:pt x="668" y="1821"/>
                </a:lnTo>
                <a:lnTo>
                  <a:pt x="676" y="1819"/>
                </a:lnTo>
                <a:lnTo>
                  <a:pt x="684" y="1817"/>
                </a:lnTo>
                <a:lnTo>
                  <a:pt x="691" y="1815"/>
                </a:lnTo>
                <a:lnTo>
                  <a:pt x="699" y="1812"/>
                </a:lnTo>
                <a:lnTo>
                  <a:pt x="707" y="1808"/>
                </a:lnTo>
                <a:lnTo>
                  <a:pt x="715" y="1805"/>
                </a:lnTo>
                <a:lnTo>
                  <a:pt x="723" y="1801"/>
                </a:lnTo>
                <a:lnTo>
                  <a:pt x="730" y="1796"/>
                </a:lnTo>
                <a:lnTo>
                  <a:pt x="738" y="1791"/>
                </a:lnTo>
                <a:lnTo>
                  <a:pt x="746" y="1786"/>
                </a:lnTo>
                <a:lnTo>
                  <a:pt x="754" y="1780"/>
                </a:lnTo>
                <a:lnTo>
                  <a:pt x="761" y="1774"/>
                </a:lnTo>
                <a:lnTo>
                  <a:pt x="769" y="1768"/>
                </a:lnTo>
                <a:lnTo>
                  <a:pt x="777" y="1762"/>
                </a:lnTo>
                <a:lnTo>
                  <a:pt x="785" y="1755"/>
                </a:lnTo>
                <a:lnTo>
                  <a:pt x="792" y="1748"/>
                </a:lnTo>
                <a:lnTo>
                  <a:pt x="800" y="1740"/>
                </a:lnTo>
                <a:lnTo>
                  <a:pt x="808" y="1732"/>
                </a:lnTo>
                <a:lnTo>
                  <a:pt x="816" y="1724"/>
                </a:lnTo>
                <a:lnTo>
                  <a:pt x="824" y="1716"/>
                </a:lnTo>
                <a:lnTo>
                  <a:pt x="831" y="1708"/>
                </a:lnTo>
                <a:lnTo>
                  <a:pt x="839" y="1699"/>
                </a:lnTo>
                <a:lnTo>
                  <a:pt x="847" y="1690"/>
                </a:lnTo>
                <a:lnTo>
                  <a:pt x="855" y="1681"/>
                </a:lnTo>
                <a:lnTo>
                  <a:pt x="862" y="1671"/>
                </a:lnTo>
                <a:lnTo>
                  <a:pt x="870" y="1662"/>
                </a:lnTo>
                <a:lnTo>
                  <a:pt x="878" y="1652"/>
                </a:lnTo>
                <a:lnTo>
                  <a:pt x="886" y="1642"/>
                </a:lnTo>
                <a:lnTo>
                  <a:pt x="893" y="1632"/>
                </a:lnTo>
                <a:lnTo>
                  <a:pt x="901" y="1622"/>
                </a:lnTo>
                <a:lnTo>
                  <a:pt x="909" y="1612"/>
                </a:lnTo>
                <a:lnTo>
                  <a:pt x="917" y="1602"/>
                </a:lnTo>
                <a:lnTo>
                  <a:pt x="925" y="1591"/>
                </a:lnTo>
                <a:lnTo>
                  <a:pt x="932" y="1581"/>
                </a:lnTo>
                <a:lnTo>
                  <a:pt x="940" y="1570"/>
                </a:lnTo>
                <a:lnTo>
                  <a:pt x="948" y="1560"/>
                </a:lnTo>
                <a:lnTo>
                  <a:pt x="956" y="1549"/>
                </a:lnTo>
                <a:lnTo>
                  <a:pt x="963" y="1539"/>
                </a:lnTo>
                <a:lnTo>
                  <a:pt x="971" y="1528"/>
                </a:lnTo>
                <a:lnTo>
                  <a:pt x="979" y="1517"/>
                </a:lnTo>
                <a:lnTo>
                  <a:pt x="987" y="1507"/>
                </a:lnTo>
                <a:lnTo>
                  <a:pt x="994" y="1496"/>
                </a:lnTo>
                <a:lnTo>
                  <a:pt x="1002" y="1486"/>
                </a:lnTo>
                <a:lnTo>
                  <a:pt x="1010" y="1475"/>
                </a:lnTo>
                <a:lnTo>
                  <a:pt x="1018" y="1465"/>
                </a:lnTo>
                <a:lnTo>
                  <a:pt x="1026" y="1455"/>
                </a:lnTo>
                <a:lnTo>
                  <a:pt x="1033" y="1444"/>
                </a:lnTo>
                <a:lnTo>
                  <a:pt x="1041" y="1434"/>
                </a:lnTo>
                <a:lnTo>
                  <a:pt x="1049" y="1425"/>
                </a:lnTo>
                <a:lnTo>
                  <a:pt x="1057" y="1415"/>
                </a:lnTo>
                <a:lnTo>
                  <a:pt x="1064" y="1405"/>
                </a:lnTo>
                <a:lnTo>
                  <a:pt x="1072" y="1396"/>
                </a:lnTo>
                <a:lnTo>
                  <a:pt x="1080" y="1387"/>
                </a:lnTo>
                <a:lnTo>
                  <a:pt x="1088" y="1378"/>
                </a:lnTo>
                <a:lnTo>
                  <a:pt x="1095" y="1369"/>
                </a:lnTo>
                <a:lnTo>
                  <a:pt x="1103" y="1361"/>
                </a:lnTo>
                <a:lnTo>
                  <a:pt x="1111" y="1352"/>
                </a:lnTo>
                <a:lnTo>
                  <a:pt x="1119" y="1344"/>
                </a:lnTo>
                <a:lnTo>
                  <a:pt x="1127" y="1337"/>
                </a:lnTo>
                <a:lnTo>
                  <a:pt x="1134" y="1329"/>
                </a:lnTo>
                <a:lnTo>
                  <a:pt x="1142" y="1322"/>
                </a:lnTo>
                <a:lnTo>
                  <a:pt x="1150" y="1316"/>
                </a:lnTo>
                <a:lnTo>
                  <a:pt x="1158" y="1309"/>
                </a:lnTo>
                <a:lnTo>
                  <a:pt x="1165" y="1303"/>
                </a:lnTo>
                <a:lnTo>
                  <a:pt x="1173" y="1297"/>
                </a:lnTo>
                <a:lnTo>
                  <a:pt x="1181" y="1292"/>
                </a:lnTo>
                <a:lnTo>
                  <a:pt x="1189" y="1287"/>
                </a:lnTo>
                <a:lnTo>
                  <a:pt x="1196" y="1282"/>
                </a:lnTo>
                <a:lnTo>
                  <a:pt x="1204" y="1278"/>
                </a:lnTo>
                <a:lnTo>
                  <a:pt x="1212" y="1274"/>
                </a:lnTo>
                <a:lnTo>
                  <a:pt x="1220" y="1271"/>
                </a:lnTo>
                <a:lnTo>
                  <a:pt x="1228" y="1268"/>
                </a:lnTo>
                <a:lnTo>
                  <a:pt x="1235" y="1265"/>
                </a:lnTo>
                <a:lnTo>
                  <a:pt x="1243" y="1263"/>
                </a:lnTo>
                <a:lnTo>
                  <a:pt x="1251" y="1261"/>
                </a:lnTo>
                <a:lnTo>
                  <a:pt x="1259" y="1259"/>
                </a:lnTo>
                <a:lnTo>
                  <a:pt x="1266" y="1258"/>
                </a:lnTo>
                <a:lnTo>
                  <a:pt x="1274" y="1258"/>
                </a:lnTo>
                <a:lnTo>
                  <a:pt x="1282" y="1258"/>
                </a:lnTo>
                <a:lnTo>
                  <a:pt x="1290" y="1258"/>
                </a:lnTo>
                <a:lnTo>
                  <a:pt x="1297" y="1258"/>
                </a:lnTo>
                <a:lnTo>
                  <a:pt x="1305" y="1260"/>
                </a:lnTo>
                <a:lnTo>
                  <a:pt x="1313" y="1261"/>
                </a:lnTo>
                <a:lnTo>
                  <a:pt x="1321" y="1263"/>
                </a:lnTo>
                <a:lnTo>
                  <a:pt x="1329" y="1265"/>
                </a:lnTo>
                <a:lnTo>
                  <a:pt x="1336" y="1268"/>
                </a:lnTo>
                <a:lnTo>
                  <a:pt x="1344" y="1271"/>
                </a:lnTo>
                <a:lnTo>
                  <a:pt x="1352" y="1274"/>
                </a:lnTo>
                <a:lnTo>
                  <a:pt x="1360" y="1278"/>
                </a:lnTo>
                <a:lnTo>
                  <a:pt x="1367" y="1282"/>
                </a:lnTo>
                <a:lnTo>
                  <a:pt x="1375" y="1287"/>
                </a:lnTo>
                <a:lnTo>
                  <a:pt x="1383" y="1292"/>
                </a:lnTo>
                <a:lnTo>
                  <a:pt x="1391" y="1297"/>
                </a:lnTo>
                <a:lnTo>
                  <a:pt x="1398" y="1303"/>
                </a:lnTo>
                <a:lnTo>
                  <a:pt x="1406" y="1309"/>
                </a:lnTo>
                <a:lnTo>
                  <a:pt x="1414" y="1315"/>
                </a:lnTo>
                <a:lnTo>
                  <a:pt x="1422" y="1321"/>
                </a:lnTo>
                <a:lnTo>
                  <a:pt x="1430" y="1328"/>
                </a:lnTo>
                <a:lnTo>
                  <a:pt x="1437" y="1335"/>
                </a:lnTo>
                <a:lnTo>
                  <a:pt x="1445" y="1342"/>
                </a:lnTo>
                <a:lnTo>
                  <a:pt x="1453" y="1349"/>
                </a:lnTo>
                <a:lnTo>
                  <a:pt x="1461" y="1357"/>
                </a:lnTo>
                <a:lnTo>
                  <a:pt x="1468" y="1365"/>
                </a:lnTo>
                <a:lnTo>
                  <a:pt x="1476" y="1373"/>
                </a:lnTo>
                <a:lnTo>
                  <a:pt x="1484" y="1381"/>
                </a:lnTo>
                <a:lnTo>
                  <a:pt x="1492" y="1389"/>
                </a:lnTo>
                <a:lnTo>
                  <a:pt x="1499" y="1397"/>
                </a:lnTo>
                <a:lnTo>
                  <a:pt x="1507" y="1405"/>
                </a:lnTo>
                <a:lnTo>
                  <a:pt x="1515" y="1414"/>
                </a:lnTo>
                <a:lnTo>
                  <a:pt x="1523" y="1422"/>
                </a:lnTo>
                <a:lnTo>
                  <a:pt x="1531" y="1431"/>
                </a:lnTo>
                <a:lnTo>
                  <a:pt x="1538" y="1439"/>
                </a:lnTo>
                <a:lnTo>
                  <a:pt x="1546" y="1447"/>
                </a:lnTo>
                <a:lnTo>
                  <a:pt x="1554" y="1456"/>
                </a:lnTo>
                <a:lnTo>
                  <a:pt x="1562" y="1464"/>
                </a:lnTo>
                <a:lnTo>
                  <a:pt x="1569" y="1472"/>
                </a:lnTo>
                <a:lnTo>
                  <a:pt x="1577" y="1480"/>
                </a:lnTo>
                <a:lnTo>
                  <a:pt x="1585" y="1488"/>
                </a:lnTo>
                <a:lnTo>
                  <a:pt x="1593" y="1496"/>
                </a:lnTo>
                <a:lnTo>
                  <a:pt x="1601" y="1503"/>
                </a:lnTo>
                <a:lnTo>
                  <a:pt x="1608" y="1510"/>
                </a:lnTo>
                <a:lnTo>
                  <a:pt x="1616" y="1517"/>
                </a:lnTo>
                <a:lnTo>
                  <a:pt x="1624" y="1524"/>
                </a:lnTo>
                <a:lnTo>
                  <a:pt x="1632" y="1530"/>
                </a:lnTo>
                <a:lnTo>
                  <a:pt x="1639" y="1537"/>
                </a:lnTo>
                <a:lnTo>
                  <a:pt x="1647" y="1542"/>
                </a:lnTo>
                <a:lnTo>
                  <a:pt x="1655" y="1548"/>
                </a:lnTo>
                <a:lnTo>
                  <a:pt x="1663" y="1553"/>
                </a:lnTo>
                <a:lnTo>
                  <a:pt x="1670" y="1558"/>
                </a:lnTo>
                <a:lnTo>
                  <a:pt x="1678" y="1562"/>
                </a:lnTo>
                <a:lnTo>
                  <a:pt x="1686" y="1566"/>
                </a:lnTo>
                <a:lnTo>
                  <a:pt x="1694" y="1570"/>
                </a:lnTo>
                <a:lnTo>
                  <a:pt x="1702" y="1573"/>
                </a:lnTo>
                <a:lnTo>
                  <a:pt x="1709" y="1576"/>
                </a:lnTo>
                <a:lnTo>
                  <a:pt x="1717" y="1578"/>
                </a:lnTo>
                <a:lnTo>
                  <a:pt x="1725" y="1579"/>
                </a:lnTo>
                <a:lnTo>
                  <a:pt x="1733" y="1581"/>
                </a:lnTo>
                <a:lnTo>
                  <a:pt x="1740" y="1581"/>
                </a:lnTo>
                <a:lnTo>
                  <a:pt x="1748" y="1581"/>
                </a:lnTo>
                <a:lnTo>
                  <a:pt x="1756" y="1581"/>
                </a:lnTo>
                <a:lnTo>
                  <a:pt x="1764" y="1580"/>
                </a:lnTo>
                <a:lnTo>
                  <a:pt x="1771" y="1579"/>
                </a:lnTo>
                <a:lnTo>
                  <a:pt x="1779" y="1577"/>
                </a:lnTo>
                <a:lnTo>
                  <a:pt x="1787" y="1575"/>
                </a:lnTo>
                <a:lnTo>
                  <a:pt x="1795" y="1572"/>
                </a:lnTo>
                <a:lnTo>
                  <a:pt x="1803" y="1568"/>
                </a:lnTo>
                <a:lnTo>
                  <a:pt x="1810" y="1564"/>
                </a:lnTo>
                <a:lnTo>
                  <a:pt x="1818" y="1560"/>
                </a:lnTo>
                <a:lnTo>
                  <a:pt x="1826" y="1555"/>
                </a:lnTo>
                <a:lnTo>
                  <a:pt x="1834" y="1549"/>
                </a:lnTo>
                <a:lnTo>
                  <a:pt x="1841" y="1543"/>
                </a:lnTo>
                <a:lnTo>
                  <a:pt x="1849" y="1536"/>
                </a:lnTo>
                <a:lnTo>
                  <a:pt x="1857" y="1529"/>
                </a:lnTo>
                <a:lnTo>
                  <a:pt x="1865" y="1522"/>
                </a:lnTo>
                <a:lnTo>
                  <a:pt x="1872" y="1514"/>
                </a:lnTo>
                <a:lnTo>
                  <a:pt x="1880" y="1505"/>
                </a:lnTo>
                <a:lnTo>
                  <a:pt x="1888" y="1496"/>
                </a:lnTo>
                <a:lnTo>
                  <a:pt x="1896" y="1487"/>
                </a:lnTo>
                <a:lnTo>
                  <a:pt x="1904" y="1477"/>
                </a:lnTo>
                <a:lnTo>
                  <a:pt x="1911" y="1467"/>
                </a:lnTo>
                <a:lnTo>
                  <a:pt x="1919" y="1457"/>
                </a:lnTo>
                <a:lnTo>
                  <a:pt x="1927" y="1446"/>
                </a:lnTo>
                <a:lnTo>
                  <a:pt x="1935" y="1435"/>
                </a:lnTo>
                <a:lnTo>
                  <a:pt x="1942" y="1423"/>
                </a:lnTo>
                <a:lnTo>
                  <a:pt x="1950" y="1412"/>
                </a:lnTo>
                <a:lnTo>
                  <a:pt x="1958" y="1400"/>
                </a:lnTo>
                <a:lnTo>
                  <a:pt x="1966" y="1388"/>
                </a:lnTo>
                <a:lnTo>
                  <a:pt x="1973" y="1375"/>
                </a:lnTo>
                <a:lnTo>
                  <a:pt x="1981" y="1363"/>
                </a:lnTo>
                <a:lnTo>
                  <a:pt x="1989" y="1350"/>
                </a:lnTo>
                <a:lnTo>
                  <a:pt x="1997" y="1337"/>
                </a:lnTo>
                <a:lnTo>
                  <a:pt x="2005" y="1324"/>
                </a:lnTo>
                <a:lnTo>
                  <a:pt x="2012" y="1312"/>
                </a:lnTo>
                <a:lnTo>
                  <a:pt x="2020" y="1299"/>
                </a:lnTo>
                <a:lnTo>
                  <a:pt x="2028" y="1286"/>
                </a:lnTo>
                <a:lnTo>
                  <a:pt x="2036" y="1273"/>
                </a:lnTo>
                <a:lnTo>
                  <a:pt x="2043" y="1260"/>
                </a:lnTo>
                <a:lnTo>
                  <a:pt x="2051" y="1248"/>
                </a:lnTo>
                <a:lnTo>
                  <a:pt x="2059" y="1235"/>
                </a:lnTo>
                <a:lnTo>
                  <a:pt x="2067" y="1223"/>
                </a:lnTo>
                <a:lnTo>
                  <a:pt x="2074" y="1211"/>
                </a:lnTo>
                <a:lnTo>
                  <a:pt x="2082" y="1199"/>
                </a:lnTo>
                <a:lnTo>
                  <a:pt x="2090" y="1187"/>
                </a:lnTo>
                <a:lnTo>
                  <a:pt x="2098" y="1176"/>
                </a:lnTo>
                <a:lnTo>
                  <a:pt x="2106" y="1165"/>
                </a:lnTo>
                <a:lnTo>
                  <a:pt x="2113" y="1154"/>
                </a:lnTo>
                <a:lnTo>
                  <a:pt x="2121" y="1144"/>
                </a:lnTo>
                <a:lnTo>
                  <a:pt x="2129" y="1134"/>
                </a:lnTo>
                <a:lnTo>
                  <a:pt x="2137" y="1124"/>
                </a:lnTo>
                <a:lnTo>
                  <a:pt x="2144" y="1115"/>
                </a:lnTo>
                <a:lnTo>
                  <a:pt x="2152" y="1107"/>
                </a:lnTo>
                <a:lnTo>
                  <a:pt x="2160" y="1098"/>
                </a:lnTo>
                <a:lnTo>
                  <a:pt x="2168" y="1091"/>
                </a:lnTo>
                <a:lnTo>
                  <a:pt x="2175" y="1084"/>
                </a:lnTo>
                <a:lnTo>
                  <a:pt x="2183" y="1077"/>
                </a:lnTo>
                <a:lnTo>
                  <a:pt x="2191" y="1071"/>
                </a:lnTo>
                <a:lnTo>
                  <a:pt x="2199" y="1066"/>
                </a:lnTo>
                <a:lnTo>
                  <a:pt x="2207" y="1061"/>
                </a:lnTo>
                <a:lnTo>
                  <a:pt x="2214" y="1057"/>
                </a:lnTo>
                <a:lnTo>
                  <a:pt x="2222" y="1053"/>
                </a:lnTo>
                <a:lnTo>
                  <a:pt x="2230" y="1050"/>
                </a:lnTo>
                <a:lnTo>
                  <a:pt x="2238" y="1048"/>
                </a:lnTo>
                <a:lnTo>
                  <a:pt x="2245" y="1046"/>
                </a:lnTo>
                <a:lnTo>
                  <a:pt x="2253" y="1045"/>
                </a:lnTo>
                <a:lnTo>
                  <a:pt x="2261" y="1044"/>
                </a:lnTo>
                <a:lnTo>
                  <a:pt x="2269" y="1044"/>
                </a:lnTo>
                <a:lnTo>
                  <a:pt x="2276" y="1045"/>
                </a:lnTo>
                <a:lnTo>
                  <a:pt x="2284" y="1046"/>
                </a:lnTo>
                <a:lnTo>
                  <a:pt x="2292" y="1048"/>
                </a:lnTo>
                <a:lnTo>
                  <a:pt x="2300" y="1050"/>
                </a:lnTo>
                <a:lnTo>
                  <a:pt x="2308" y="1053"/>
                </a:lnTo>
                <a:lnTo>
                  <a:pt x="2315" y="1056"/>
                </a:lnTo>
                <a:lnTo>
                  <a:pt x="2323" y="1059"/>
                </a:lnTo>
                <a:lnTo>
                  <a:pt x="2331" y="1064"/>
                </a:lnTo>
                <a:lnTo>
                  <a:pt x="2339" y="1068"/>
                </a:lnTo>
                <a:lnTo>
                  <a:pt x="2346" y="1073"/>
                </a:lnTo>
                <a:lnTo>
                  <a:pt x="2354" y="1078"/>
                </a:lnTo>
                <a:lnTo>
                  <a:pt x="2362" y="1084"/>
                </a:lnTo>
                <a:lnTo>
                  <a:pt x="2370" y="1089"/>
                </a:lnTo>
                <a:lnTo>
                  <a:pt x="2377" y="1095"/>
                </a:lnTo>
                <a:lnTo>
                  <a:pt x="2385" y="1102"/>
                </a:lnTo>
                <a:lnTo>
                  <a:pt x="2393" y="1108"/>
                </a:lnTo>
                <a:lnTo>
                  <a:pt x="2401" y="1114"/>
                </a:lnTo>
                <a:lnTo>
                  <a:pt x="2409" y="1121"/>
                </a:lnTo>
                <a:lnTo>
                  <a:pt x="2416" y="1127"/>
                </a:lnTo>
                <a:lnTo>
                  <a:pt x="2424" y="1133"/>
                </a:lnTo>
                <a:lnTo>
                  <a:pt x="2432" y="1140"/>
                </a:lnTo>
                <a:lnTo>
                  <a:pt x="2440" y="1146"/>
                </a:lnTo>
                <a:lnTo>
                  <a:pt x="2447" y="1152"/>
                </a:lnTo>
                <a:lnTo>
                  <a:pt x="2455" y="1157"/>
                </a:lnTo>
                <a:lnTo>
                  <a:pt x="2463" y="1162"/>
                </a:lnTo>
                <a:lnTo>
                  <a:pt x="2471" y="1167"/>
                </a:lnTo>
                <a:lnTo>
                  <a:pt x="2478" y="1172"/>
                </a:lnTo>
                <a:lnTo>
                  <a:pt x="2486" y="1176"/>
                </a:lnTo>
                <a:lnTo>
                  <a:pt x="2494" y="1179"/>
                </a:lnTo>
                <a:lnTo>
                  <a:pt x="2502" y="1182"/>
                </a:lnTo>
                <a:lnTo>
                  <a:pt x="2510" y="1184"/>
                </a:lnTo>
                <a:lnTo>
                  <a:pt x="2517" y="1185"/>
                </a:lnTo>
                <a:lnTo>
                  <a:pt x="2525" y="1186"/>
                </a:lnTo>
                <a:lnTo>
                  <a:pt x="2533" y="1186"/>
                </a:lnTo>
                <a:lnTo>
                  <a:pt x="2541" y="1184"/>
                </a:lnTo>
                <a:lnTo>
                  <a:pt x="2548" y="1183"/>
                </a:lnTo>
                <a:lnTo>
                  <a:pt x="2556" y="1180"/>
                </a:lnTo>
                <a:lnTo>
                  <a:pt x="2564" y="1176"/>
                </a:lnTo>
                <a:lnTo>
                  <a:pt x="2572" y="1171"/>
                </a:lnTo>
                <a:lnTo>
                  <a:pt x="2579" y="1165"/>
                </a:lnTo>
                <a:lnTo>
                  <a:pt x="2587" y="1158"/>
                </a:lnTo>
                <a:lnTo>
                  <a:pt x="2595" y="1150"/>
                </a:lnTo>
                <a:lnTo>
                  <a:pt x="2603" y="1141"/>
                </a:lnTo>
                <a:lnTo>
                  <a:pt x="2611" y="1131"/>
                </a:lnTo>
                <a:lnTo>
                  <a:pt x="2618" y="1120"/>
                </a:lnTo>
                <a:lnTo>
                  <a:pt x="2626" y="1108"/>
                </a:lnTo>
                <a:lnTo>
                  <a:pt x="2634" y="1094"/>
                </a:lnTo>
                <a:lnTo>
                  <a:pt x="2642" y="1080"/>
                </a:lnTo>
                <a:lnTo>
                  <a:pt x="2649" y="1064"/>
                </a:lnTo>
                <a:lnTo>
                  <a:pt x="2657" y="1048"/>
                </a:lnTo>
                <a:lnTo>
                  <a:pt x="2665" y="1030"/>
                </a:lnTo>
                <a:lnTo>
                  <a:pt x="2673" y="1012"/>
                </a:lnTo>
                <a:lnTo>
                  <a:pt x="2680" y="992"/>
                </a:lnTo>
                <a:lnTo>
                  <a:pt x="2688" y="972"/>
                </a:lnTo>
                <a:lnTo>
                  <a:pt x="2696" y="951"/>
                </a:lnTo>
                <a:lnTo>
                  <a:pt x="2704" y="929"/>
                </a:lnTo>
                <a:lnTo>
                  <a:pt x="2712" y="907"/>
                </a:lnTo>
                <a:lnTo>
                  <a:pt x="2719" y="884"/>
                </a:lnTo>
                <a:lnTo>
                  <a:pt x="2727" y="861"/>
                </a:lnTo>
                <a:lnTo>
                  <a:pt x="2735" y="837"/>
                </a:lnTo>
                <a:lnTo>
                  <a:pt x="2743" y="813"/>
                </a:lnTo>
                <a:lnTo>
                  <a:pt x="2750" y="789"/>
                </a:lnTo>
                <a:lnTo>
                  <a:pt x="2758" y="765"/>
                </a:lnTo>
                <a:lnTo>
                  <a:pt x="2766" y="741"/>
                </a:lnTo>
                <a:lnTo>
                  <a:pt x="2774" y="717"/>
                </a:lnTo>
                <a:lnTo>
                  <a:pt x="2781" y="693"/>
                </a:lnTo>
                <a:lnTo>
                  <a:pt x="2789" y="670"/>
                </a:lnTo>
                <a:lnTo>
                  <a:pt x="2797" y="648"/>
                </a:lnTo>
                <a:lnTo>
                  <a:pt x="2805" y="626"/>
                </a:lnTo>
                <a:lnTo>
                  <a:pt x="2813" y="605"/>
                </a:lnTo>
                <a:lnTo>
                  <a:pt x="2820" y="586"/>
                </a:lnTo>
                <a:lnTo>
                  <a:pt x="2828" y="567"/>
                </a:lnTo>
                <a:lnTo>
                  <a:pt x="2836" y="550"/>
                </a:lnTo>
                <a:lnTo>
                  <a:pt x="2844" y="534"/>
                </a:lnTo>
                <a:lnTo>
                  <a:pt x="2851" y="520"/>
                </a:lnTo>
                <a:lnTo>
                  <a:pt x="2859" y="507"/>
                </a:lnTo>
                <a:lnTo>
                  <a:pt x="2867" y="496"/>
                </a:lnTo>
                <a:lnTo>
                  <a:pt x="2875" y="487"/>
                </a:lnTo>
                <a:lnTo>
                  <a:pt x="2882" y="480"/>
                </a:lnTo>
                <a:lnTo>
                  <a:pt x="2890" y="474"/>
                </a:lnTo>
                <a:lnTo>
                  <a:pt x="2898" y="471"/>
                </a:lnTo>
                <a:lnTo>
                  <a:pt x="2906" y="470"/>
                </a:lnTo>
                <a:lnTo>
                  <a:pt x="2914" y="470"/>
                </a:lnTo>
                <a:lnTo>
                  <a:pt x="2921" y="473"/>
                </a:lnTo>
                <a:lnTo>
                  <a:pt x="2929" y="477"/>
                </a:lnTo>
                <a:lnTo>
                  <a:pt x="2937" y="483"/>
                </a:lnTo>
                <a:lnTo>
                  <a:pt x="2945" y="491"/>
                </a:lnTo>
                <a:lnTo>
                  <a:pt x="2952" y="499"/>
                </a:lnTo>
                <a:lnTo>
                  <a:pt x="2960" y="509"/>
                </a:lnTo>
                <a:lnTo>
                  <a:pt x="2968" y="519"/>
                </a:lnTo>
                <a:lnTo>
                  <a:pt x="2976" y="529"/>
                </a:lnTo>
                <a:lnTo>
                  <a:pt x="2983" y="539"/>
                </a:lnTo>
                <a:lnTo>
                  <a:pt x="2991" y="549"/>
                </a:lnTo>
                <a:lnTo>
                  <a:pt x="2999" y="556"/>
                </a:lnTo>
                <a:lnTo>
                  <a:pt x="3007" y="561"/>
                </a:lnTo>
                <a:lnTo>
                  <a:pt x="3015" y="563"/>
                </a:lnTo>
                <a:lnTo>
                  <a:pt x="3022" y="561"/>
                </a:lnTo>
                <a:lnTo>
                  <a:pt x="3030" y="554"/>
                </a:lnTo>
                <a:lnTo>
                  <a:pt x="3038" y="540"/>
                </a:lnTo>
                <a:lnTo>
                  <a:pt x="3046" y="519"/>
                </a:lnTo>
                <a:lnTo>
                  <a:pt x="3053" y="488"/>
                </a:lnTo>
                <a:lnTo>
                  <a:pt x="3061" y="446"/>
                </a:lnTo>
                <a:lnTo>
                  <a:pt x="3069" y="391"/>
                </a:lnTo>
                <a:lnTo>
                  <a:pt x="3077" y="322"/>
                </a:lnTo>
                <a:lnTo>
                  <a:pt x="3084" y="235"/>
                </a:lnTo>
                <a:lnTo>
                  <a:pt x="3092" y="128"/>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72000" y="3181198"/>
            <a:ext cx="2834640" cy="1619402"/>
          </a:xfrm>
          <a:custGeom>
            <a:avLst/>
            <a:gdLst/>
            <a:ahLst/>
            <a:cxnLst/>
            <a:rect l="l" t="t" r="r" b="b"/>
            <a:pathLst>
              <a:path w="3100" h="1771">
                <a:moveTo>
                  <a:pt x="0" y="372"/>
                </a:moveTo>
                <a:lnTo>
                  <a:pt x="8" y="375"/>
                </a:lnTo>
                <a:lnTo>
                  <a:pt x="16" y="382"/>
                </a:lnTo>
                <a:lnTo>
                  <a:pt x="23" y="393"/>
                </a:lnTo>
                <a:lnTo>
                  <a:pt x="31" y="407"/>
                </a:lnTo>
                <a:lnTo>
                  <a:pt x="39" y="425"/>
                </a:lnTo>
                <a:lnTo>
                  <a:pt x="47" y="445"/>
                </a:lnTo>
                <a:lnTo>
                  <a:pt x="54" y="469"/>
                </a:lnTo>
                <a:lnTo>
                  <a:pt x="62" y="494"/>
                </a:lnTo>
                <a:lnTo>
                  <a:pt x="70" y="522"/>
                </a:lnTo>
                <a:lnTo>
                  <a:pt x="78" y="552"/>
                </a:lnTo>
                <a:lnTo>
                  <a:pt x="85" y="584"/>
                </a:lnTo>
                <a:lnTo>
                  <a:pt x="93" y="617"/>
                </a:lnTo>
                <a:lnTo>
                  <a:pt x="101" y="651"/>
                </a:lnTo>
                <a:lnTo>
                  <a:pt x="109" y="686"/>
                </a:lnTo>
                <a:lnTo>
                  <a:pt x="117" y="723"/>
                </a:lnTo>
                <a:lnTo>
                  <a:pt x="124" y="759"/>
                </a:lnTo>
                <a:lnTo>
                  <a:pt x="132" y="797"/>
                </a:lnTo>
                <a:lnTo>
                  <a:pt x="140" y="834"/>
                </a:lnTo>
                <a:lnTo>
                  <a:pt x="148" y="872"/>
                </a:lnTo>
                <a:lnTo>
                  <a:pt x="155" y="910"/>
                </a:lnTo>
                <a:lnTo>
                  <a:pt x="163" y="947"/>
                </a:lnTo>
                <a:lnTo>
                  <a:pt x="171" y="984"/>
                </a:lnTo>
                <a:lnTo>
                  <a:pt x="179" y="1021"/>
                </a:lnTo>
                <a:lnTo>
                  <a:pt x="186" y="1057"/>
                </a:lnTo>
                <a:lnTo>
                  <a:pt x="194" y="1092"/>
                </a:lnTo>
                <a:lnTo>
                  <a:pt x="202" y="1126"/>
                </a:lnTo>
                <a:lnTo>
                  <a:pt x="210" y="1160"/>
                </a:lnTo>
                <a:lnTo>
                  <a:pt x="218" y="1192"/>
                </a:lnTo>
                <a:lnTo>
                  <a:pt x="225" y="1224"/>
                </a:lnTo>
                <a:lnTo>
                  <a:pt x="233" y="1254"/>
                </a:lnTo>
                <a:lnTo>
                  <a:pt x="241" y="1283"/>
                </a:lnTo>
                <a:lnTo>
                  <a:pt x="249" y="1311"/>
                </a:lnTo>
                <a:lnTo>
                  <a:pt x="256" y="1337"/>
                </a:lnTo>
                <a:lnTo>
                  <a:pt x="264" y="1362"/>
                </a:lnTo>
                <a:lnTo>
                  <a:pt x="272" y="1386"/>
                </a:lnTo>
                <a:lnTo>
                  <a:pt x="280" y="1409"/>
                </a:lnTo>
                <a:lnTo>
                  <a:pt x="287" y="1430"/>
                </a:lnTo>
                <a:lnTo>
                  <a:pt x="295" y="1449"/>
                </a:lnTo>
                <a:lnTo>
                  <a:pt x="303" y="1468"/>
                </a:lnTo>
                <a:lnTo>
                  <a:pt x="311" y="1485"/>
                </a:lnTo>
                <a:lnTo>
                  <a:pt x="319" y="1500"/>
                </a:lnTo>
                <a:lnTo>
                  <a:pt x="326" y="1515"/>
                </a:lnTo>
                <a:lnTo>
                  <a:pt x="334" y="1528"/>
                </a:lnTo>
                <a:lnTo>
                  <a:pt x="342" y="1539"/>
                </a:lnTo>
                <a:lnTo>
                  <a:pt x="350" y="1550"/>
                </a:lnTo>
                <a:lnTo>
                  <a:pt x="357" y="1559"/>
                </a:lnTo>
                <a:lnTo>
                  <a:pt x="365" y="1567"/>
                </a:lnTo>
                <a:lnTo>
                  <a:pt x="373" y="1574"/>
                </a:lnTo>
                <a:lnTo>
                  <a:pt x="381" y="1579"/>
                </a:lnTo>
                <a:lnTo>
                  <a:pt x="388" y="1584"/>
                </a:lnTo>
                <a:lnTo>
                  <a:pt x="396" y="1588"/>
                </a:lnTo>
                <a:lnTo>
                  <a:pt x="404" y="1591"/>
                </a:lnTo>
                <a:lnTo>
                  <a:pt x="412" y="1592"/>
                </a:lnTo>
                <a:lnTo>
                  <a:pt x="420" y="1593"/>
                </a:lnTo>
                <a:lnTo>
                  <a:pt x="427" y="1594"/>
                </a:lnTo>
                <a:lnTo>
                  <a:pt x="435" y="1593"/>
                </a:lnTo>
                <a:lnTo>
                  <a:pt x="443" y="1592"/>
                </a:lnTo>
                <a:lnTo>
                  <a:pt x="451" y="1590"/>
                </a:lnTo>
                <a:lnTo>
                  <a:pt x="458" y="1588"/>
                </a:lnTo>
                <a:lnTo>
                  <a:pt x="466" y="1585"/>
                </a:lnTo>
                <a:lnTo>
                  <a:pt x="474" y="1581"/>
                </a:lnTo>
                <a:lnTo>
                  <a:pt x="482" y="1577"/>
                </a:lnTo>
                <a:lnTo>
                  <a:pt x="489" y="1573"/>
                </a:lnTo>
                <a:lnTo>
                  <a:pt x="497" y="1569"/>
                </a:lnTo>
                <a:lnTo>
                  <a:pt x="505" y="1564"/>
                </a:lnTo>
                <a:lnTo>
                  <a:pt x="513" y="1559"/>
                </a:lnTo>
                <a:lnTo>
                  <a:pt x="521" y="1554"/>
                </a:lnTo>
                <a:lnTo>
                  <a:pt x="528" y="1549"/>
                </a:lnTo>
                <a:lnTo>
                  <a:pt x="536" y="1544"/>
                </a:lnTo>
                <a:lnTo>
                  <a:pt x="544" y="1538"/>
                </a:lnTo>
                <a:lnTo>
                  <a:pt x="552" y="1533"/>
                </a:lnTo>
                <a:lnTo>
                  <a:pt x="559" y="1528"/>
                </a:lnTo>
                <a:lnTo>
                  <a:pt x="567" y="1523"/>
                </a:lnTo>
                <a:lnTo>
                  <a:pt x="575" y="1518"/>
                </a:lnTo>
                <a:lnTo>
                  <a:pt x="583" y="1513"/>
                </a:lnTo>
                <a:lnTo>
                  <a:pt x="590" y="1508"/>
                </a:lnTo>
                <a:lnTo>
                  <a:pt x="598" y="1504"/>
                </a:lnTo>
                <a:lnTo>
                  <a:pt x="606" y="1499"/>
                </a:lnTo>
                <a:lnTo>
                  <a:pt x="614" y="1495"/>
                </a:lnTo>
                <a:lnTo>
                  <a:pt x="622" y="1492"/>
                </a:lnTo>
                <a:lnTo>
                  <a:pt x="629" y="1489"/>
                </a:lnTo>
                <a:lnTo>
                  <a:pt x="637" y="1486"/>
                </a:lnTo>
                <a:lnTo>
                  <a:pt x="645" y="1483"/>
                </a:lnTo>
                <a:lnTo>
                  <a:pt x="653" y="1481"/>
                </a:lnTo>
                <a:lnTo>
                  <a:pt x="660" y="1479"/>
                </a:lnTo>
                <a:lnTo>
                  <a:pt x="668" y="1477"/>
                </a:lnTo>
                <a:lnTo>
                  <a:pt x="676" y="1476"/>
                </a:lnTo>
                <a:lnTo>
                  <a:pt x="684" y="1476"/>
                </a:lnTo>
                <a:lnTo>
                  <a:pt x="691" y="1475"/>
                </a:lnTo>
                <a:lnTo>
                  <a:pt x="699" y="1475"/>
                </a:lnTo>
                <a:lnTo>
                  <a:pt x="707" y="1476"/>
                </a:lnTo>
                <a:lnTo>
                  <a:pt x="715" y="1477"/>
                </a:lnTo>
                <a:lnTo>
                  <a:pt x="723" y="1478"/>
                </a:lnTo>
                <a:lnTo>
                  <a:pt x="730" y="1480"/>
                </a:lnTo>
                <a:lnTo>
                  <a:pt x="738" y="1482"/>
                </a:lnTo>
                <a:lnTo>
                  <a:pt x="746" y="1485"/>
                </a:lnTo>
                <a:lnTo>
                  <a:pt x="754" y="1488"/>
                </a:lnTo>
                <a:lnTo>
                  <a:pt x="761" y="1491"/>
                </a:lnTo>
                <a:lnTo>
                  <a:pt x="769" y="1494"/>
                </a:lnTo>
                <a:lnTo>
                  <a:pt x="777" y="1498"/>
                </a:lnTo>
                <a:lnTo>
                  <a:pt x="785" y="1503"/>
                </a:lnTo>
                <a:lnTo>
                  <a:pt x="792" y="1507"/>
                </a:lnTo>
                <a:lnTo>
                  <a:pt x="800" y="1512"/>
                </a:lnTo>
                <a:lnTo>
                  <a:pt x="808" y="1517"/>
                </a:lnTo>
                <a:lnTo>
                  <a:pt x="816" y="1523"/>
                </a:lnTo>
                <a:lnTo>
                  <a:pt x="824" y="1528"/>
                </a:lnTo>
                <a:lnTo>
                  <a:pt x="831" y="1534"/>
                </a:lnTo>
                <a:lnTo>
                  <a:pt x="839" y="1541"/>
                </a:lnTo>
                <a:lnTo>
                  <a:pt x="847" y="1547"/>
                </a:lnTo>
                <a:lnTo>
                  <a:pt x="855" y="1553"/>
                </a:lnTo>
                <a:lnTo>
                  <a:pt x="862" y="1560"/>
                </a:lnTo>
                <a:lnTo>
                  <a:pt x="870" y="1567"/>
                </a:lnTo>
                <a:lnTo>
                  <a:pt x="878" y="1574"/>
                </a:lnTo>
                <a:lnTo>
                  <a:pt x="886" y="1581"/>
                </a:lnTo>
                <a:lnTo>
                  <a:pt x="893" y="1588"/>
                </a:lnTo>
                <a:lnTo>
                  <a:pt x="901" y="1595"/>
                </a:lnTo>
                <a:lnTo>
                  <a:pt x="909" y="1602"/>
                </a:lnTo>
                <a:lnTo>
                  <a:pt x="917" y="1610"/>
                </a:lnTo>
                <a:lnTo>
                  <a:pt x="925" y="1617"/>
                </a:lnTo>
                <a:lnTo>
                  <a:pt x="932" y="1624"/>
                </a:lnTo>
                <a:lnTo>
                  <a:pt x="940" y="1631"/>
                </a:lnTo>
                <a:lnTo>
                  <a:pt x="948" y="1638"/>
                </a:lnTo>
                <a:lnTo>
                  <a:pt x="956" y="1645"/>
                </a:lnTo>
                <a:lnTo>
                  <a:pt x="963" y="1652"/>
                </a:lnTo>
                <a:lnTo>
                  <a:pt x="971" y="1659"/>
                </a:lnTo>
                <a:lnTo>
                  <a:pt x="979" y="1666"/>
                </a:lnTo>
                <a:lnTo>
                  <a:pt x="987" y="1673"/>
                </a:lnTo>
                <a:lnTo>
                  <a:pt x="994" y="1679"/>
                </a:lnTo>
                <a:lnTo>
                  <a:pt x="1002" y="1685"/>
                </a:lnTo>
                <a:lnTo>
                  <a:pt x="1010" y="1692"/>
                </a:lnTo>
                <a:lnTo>
                  <a:pt x="1018" y="1697"/>
                </a:lnTo>
                <a:lnTo>
                  <a:pt x="1026" y="1703"/>
                </a:lnTo>
                <a:lnTo>
                  <a:pt x="1033" y="1709"/>
                </a:lnTo>
                <a:lnTo>
                  <a:pt x="1041" y="1714"/>
                </a:lnTo>
                <a:lnTo>
                  <a:pt x="1049" y="1719"/>
                </a:lnTo>
                <a:lnTo>
                  <a:pt x="1057" y="1724"/>
                </a:lnTo>
                <a:lnTo>
                  <a:pt x="1064" y="1729"/>
                </a:lnTo>
                <a:lnTo>
                  <a:pt x="1072" y="1734"/>
                </a:lnTo>
                <a:lnTo>
                  <a:pt x="1080" y="1738"/>
                </a:lnTo>
                <a:lnTo>
                  <a:pt x="1088" y="1742"/>
                </a:lnTo>
                <a:lnTo>
                  <a:pt x="1095" y="1745"/>
                </a:lnTo>
                <a:lnTo>
                  <a:pt x="1103" y="1749"/>
                </a:lnTo>
                <a:lnTo>
                  <a:pt x="1111" y="1752"/>
                </a:lnTo>
                <a:lnTo>
                  <a:pt x="1119" y="1755"/>
                </a:lnTo>
                <a:lnTo>
                  <a:pt x="1127" y="1758"/>
                </a:lnTo>
                <a:lnTo>
                  <a:pt x="1134" y="1760"/>
                </a:lnTo>
                <a:lnTo>
                  <a:pt x="1142" y="1762"/>
                </a:lnTo>
                <a:lnTo>
                  <a:pt x="1150" y="1764"/>
                </a:lnTo>
                <a:lnTo>
                  <a:pt x="1158" y="1766"/>
                </a:lnTo>
                <a:lnTo>
                  <a:pt x="1165" y="1767"/>
                </a:lnTo>
                <a:lnTo>
                  <a:pt x="1173" y="1769"/>
                </a:lnTo>
                <a:lnTo>
                  <a:pt x="1181" y="1770"/>
                </a:lnTo>
                <a:lnTo>
                  <a:pt x="1189" y="1770"/>
                </a:lnTo>
                <a:lnTo>
                  <a:pt x="1196" y="1771"/>
                </a:lnTo>
                <a:lnTo>
                  <a:pt x="1204" y="1771"/>
                </a:lnTo>
                <a:lnTo>
                  <a:pt x="1212" y="1771"/>
                </a:lnTo>
                <a:lnTo>
                  <a:pt x="1220" y="1771"/>
                </a:lnTo>
                <a:lnTo>
                  <a:pt x="1228" y="1770"/>
                </a:lnTo>
                <a:lnTo>
                  <a:pt x="1235" y="1770"/>
                </a:lnTo>
                <a:lnTo>
                  <a:pt x="1243" y="1769"/>
                </a:lnTo>
                <a:lnTo>
                  <a:pt x="1251" y="1768"/>
                </a:lnTo>
                <a:lnTo>
                  <a:pt x="1259" y="1767"/>
                </a:lnTo>
                <a:lnTo>
                  <a:pt x="1266" y="1766"/>
                </a:lnTo>
                <a:lnTo>
                  <a:pt x="1274" y="1764"/>
                </a:lnTo>
                <a:lnTo>
                  <a:pt x="1282" y="1763"/>
                </a:lnTo>
                <a:lnTo>
                  <a:pt x="1290" y="1761"/>
                </a:lnTo>
                <a:lnTo>
                  <a:pt x="1297" y="1759"/>
                </a:lnTo>
                <a:lnTo>
                  <a:pt x="1305" y="1757"/>
                </a:lnTo>
                <a:lnTo>
                  <a:pt x="1313" y="1755"/>
                </a:lnTo>
                <a:lnTo>
                  <a:pt x="1321" y="1753"/>
                </a:lnTo>
                <a:lnTo>
                  <a:pt x="1329" y="1750"/>
                </a:lnTo>
                <a:lnTo>
                  <a:pt x="1336" y="1748"/>
                </a:lnTo>
                <a:lnTo>
                  <a:pt x="1344" y="1745"/>
                </a:lnTo>
                <a:lnTo>
                  <a:pt x="1352" y="1743"/>
                </a:lnTo>
                <a:lnTo>
                  <a:pt x="1360" y="1740"/>
                </a:lnTo>
                <a:lnTo>
                  <a:pt x="1367" y="1737"/>
                </a:lnTo>
                <a:lnTo>
                  <a:pt x="1375" y="1734"/>
                </a:lnTo>
                <a:lnTo>
                  <a:pt x="1383" y="1732"/>
                </a:lnTo>
                <a:lnTo>
                  <a:pt x="1391" y="1729"/>
                </a:lnTo>
                <a:lnTo>
                  <a:pt x="1398" y="1726"/>
                </a:lnTo>
                <a:lnTo>
                  <a:pt x="1406" y="1723"/>
                </a:lnTo>
                <a:lnTo>
                  <a:pt x="1414" y="1720"/>
                </a:lnTo>
                <a:lnTo>
                  <a:pt x="1422" y="1717"/>
                </a:lnTo>
                <a:lnTo>
                  <a:pt x="1430" y="1714"/>
                </a:lnTo>
                <a:lnTo>
                  <a:pt x="1437" y="1711"/>
                </a:lnTo>
                <a:lnTo>
                  <a:pt x="1445" y="1708"/>
                </a:lnTo>
                <a:lnTo>
                  <a:pt x="1453" y="1704"/>
                </a:lnTo>
                <a:lnTo>
                  <a:pt x="1461" y="1701"/>
                </a:lnTo>
                <a:lnTo>
                  <a:pt x="1468" y="1698"/>
                </a:lnTo>
                <a:lnTo>
                  <a:pt x="1476" y="1695"/>
                </a:lnTo>
                <a:lnTo>
                  <a:pt x="1484" y="1692"/>
                </a:lnTo>
                <a:lnTo>
                  <a:pt x="1492" y="1689"/>
                </a:lnTo>
                <a:lnTo>
                  <a:pt x="1499" y="1686"/>
                </a:lnTo>
                <a:lnTo>
                  <a:pt x="1507" y="1683"/>
                </a:lnTo>
                <a:lnTo>
                  <a:pt x="1515" y="1679"/>
                </a:lnTo>
                <a:lnTo>
                  <a:pt x="1523" y="1676"/>
                </a:lnTo>
                <a:lnTo>
                  <a:pt x="1531" y="1673"/>
                </a:lnTo>
                <a:lnTo>
                  <a:pt x="1538" y="1670"/>
                </a:lnTo>
                <a:lnTo>
                  <a:pt x="1546" y="1667"/>
                </a:lnTo>
                <a:lnTo>
                  <a:pt x="1554" y="1663"/>
                </a:lnTo>
                <a:lnTo>
                  <a:pt x="1562" y="1660"/>
                </a:lnTo>
                <a:lnTo>
                  <a:pt x="1569" y="1657"/>
                </a:lnTo>
                <a:lnTo>
                  <a:pt x="1577" y="1654"/>
                </a:lnTo>
                <a:lnTo>
                  <a:pt x="1585" y="1650"/>
                </a:lnTo>
                <a:lnTo>
                  <a:pt x="1593" y="1647"/>
                </a:lnTo>
                <a:lnTo>
                  <a:pt x="1601" y="1643"/>
                </a:lnTo>
                <a:lnTo>
                  <a:pt x="1608" y="1640"/>
                </a:lnTo>
                <a:lnTo>
                  <a:pt x="1616" y="1636"/>
                </a:lnTo>
                <a:lnTo>
                  <a:pt x="1624" y="1632"/>
                </a:lnTo>
                <a:lnTo>
                  <a:pt x="1632" y="1629"/>
                </a:lnTo>
                <a:lnTo>
                  <a:pt x="1639" y="1625"/>
                </a:lnTo>
                <a:lnTo>
                  <a:pt x="1647" y="1621"/>
                </a:lnTo>
                <a:lnTo>
                  <a:pt x="1655" y="1617"/>
                </a:lnTo>
                <a:lnTo>
                  <a:pt x="1663" y="1613"/>
                </a:lnTo>
                <a:lnTo>
                  <a:pt x="1670" y="1608"/>
                </a:lnTo>
                <a:lnTo>
                  <a:pt x="1678" y="1604"/>
                </a:lnTo>
                <a:lnTo>
                  <a:pt x="1686" y="1599"/>
                </a:lnTo>
                <a:lnTo>
                  <a:pt x="1694" y="1595"/>
                </a:lnTo>
                <a:lnTo>
                  <a:pt x="1702" y="1590"/>
                </a:lnTo>
                <a:lnTo>
                  <a:pt x="1709" y="1585"/>
                </a:lnTo>
                <a:lnTo>
                  <a:pt x="1717" y="1580"/>
                </a:lnTo>
                <a:lnTo>
                  <a:pt x="1725" y="1575"/>
                </a:lnTo>
                <a:lnTo>
                  <a:pt x="1733" y="1569"/>
                </a:lnTo>
                <a:lnTo>
                  <a:pt x="1740" y="1563"/>
                </a:lnTo>
                <a:lnTo>
                  <a:pt x="1748" y="1558"/>
                </a:lnTo>
                <a:lnTo>
                  <a:pt x="1756" y="1552"/>
                </a:lnTo>
                <a:lnTo>
                  <a:pt x="1764" y="1545"/>
                </a:lnTo>
                <a:lnTo>
                  <a:pt x="1771" y="1539"/>
                </a:lnTo>
                <a:lnTo>
                  <a:pt x="1779" y="1532"/>
                </a:lnTo>
                <a:lnTo>
                  <a:pt x="1787" y="1526"/>
                </a:lnTo>
                <a:lnTo>
                  <a:pt x="1795" y="1519"/>
                </a:lnTo>
                <a:lnTo>
                  <a:pt x="1803" y="1511"/>
                </a:lnTo>
                <a:lnTo>
                  <a:pt x="1810" y="1504"/>
                </a:lnTo>
                <a:lnTo>
                  <a:pt x="1818" y="1496"/>
                </a:lnTo>
                <a:lnTo>
                  <a:pt x="1826" y="1488"/>
                </a:lnTo>
                <a:lnTo>
                  <a:pt x="1834" y="1480"/>
                </a:lnTo>
                <a:lnTo>
                  <a:pt x="1841" y="1472"/>
                </a:lnTo>
                <a:lnTo>
                  <a:pt x="1849" y="1464"/>
                </a:lnTo>
                <a:lnTo>
                  <a:pt x="1857" y="1455"/>
                </a:lnTo>
                <a:lnTo>
                  <a:pt x="1865" y="1446"/>
                </a:lnTo>
                <a:lnTo>
                  <a:pt x="1872" y="1437"/>
                </a:lnTo>
                <a:lnTo>
                  <a:pt x="1880" y="1427"/>
                </a:lnTo>
                <a:lnTo>
                  <a:pt x="1888" y="1418"/>
                </a:lnTo>
                <a:lnTo>
                  <a:pt x="1896" y="1408"/>
                </a:lnTo>
                <a:lnTo>
                  <a:pt x="1904" y="1398"/>
                </a:lnTo>
                <a:lnTo>
                  <a:pt x="1911" y="1388"/>
                </a:lnTo>
                <a:lnTo>
                  <a:pt x="1919" y="1378"/>
                </a:lnTo>
                <a:lnTo>
                  <a:pt x="1927" y="1368"/>
                </a:lnTo>
                <a:lnTo>
                  <a:pt x="1935" y="1357"/>
                </a:lnTo>
                <a:lnTo>
                  <a:pt x="1942" y="1346"/>
                </a:lnTo>
                <a:lnTo>
                  <a:pt x="1950" y="1336"/>
                </a:lnTo>
                <a:lnTo>
                  <a:pt x="1958" y="1325"/>
                </a:lnTo>
                <a:lnTo>
                  <a:pt x="1966" y="1314"/>
                </a:lnTo>
                <a:lnTo>
                  <a:pt x="1973" y="1302"/>
                </a:lnTo>
                <a:lnTo>
                  <a:pt x="1981" y="1291"/>
                </a:lnTo>
                <a:lnTo>
                  <a:pt x="1989" y="1280"/>
                </a:lnTo>
                <a:lnTo>
                  <a:pt x="1997" y="1269"/>
                </a:lnTo>
                <a:lnTo>
                  <a:pt x="2005" y="1257"/>
                </a:lnTo>
                <a:lnTo>
                  <a:pt x="2012" y="1246"/>
                </a:lnTo>
                <a:lnTo>
                  <a:pt x="2020" y="1234"/>
                </a:lnTo>
                <a:lnTo>
                  <a:pt x="2028" y="1223"/>
                </a:lnTo>
                <a:lnTo>
                  <a:pt x="2036" y="1212"/>
                </a:lnTo>
                <a:lnTo>
                  <a:pt x="2043" y="1200"/>
                </a:lnTo>
                <a:lnTo>
                  <a:pt x="2051" y="1189"/>
                </a:lnTo>
                <a:lnTo>
                  <a:pt x="2059" y="1178"/>
                </a:lnTo>
                <a:lnTo>
                  <a:pt x="2067" y="1167"/>
                </a:lnTo>
                <a:lnTo>
                  <a:pt x="2074" y="1156"/>
                </a:lnTo>
                <a:lnTo>
                  <a:pt x="2082" y="1145"/>
                </a:lnTo>
                <a:lnTo>
                  <a:pt x="2090" y="1134"/>
                </a:lnTo>
                <a:lnTo>
                  <a:pt x="2098" y="1124"/>
                </a:lnTo>
                <a:lnTo>
                  <a:pt x="2106" y="1113"/>
                </a:lnTo>
                <a:lnTo>
                  <a:pt x="2113" y="1103"/>
                </a:lnTo>
                <a:lnTo>
                  <a:pt x="2121" y="1093"/>
                </a:lnTo>
                <a:lnTo>
                  <a:pt x="2129" y="1084"/>
                </a:lnTo>
                <a:lnTo>
                  <a:pt x="2137" y="1074"/>
                </a:lnTo>
                <a:lnTo>
                  <a:pt x="2144" y="1065"/>
                </a:lnTo>
                <a:lnTo>
                  <a:pt x="2152" y="1056"/>
                </a:lnTo>
                <a:lnTo>
                  <a:pt x="2160" y="1047"/>
                </a:lnTo>
                <a:lnTo>
                  <a:pt x="2168" y="1039"/>
                </a:lnTo>
                <a:lnTo>
                  <a:pt x="2175" y="1031"/>
                </a:lnTo>
                <a:lnTo>
                  <a:pt x="2183" y="1023"/>
                </a:lnTo>
                <a:lnTo>
                  <a:pt x="2191" y="1016"/>
                </a:lnTo>
                <a:lnTo>
                  <a:pt x="2199" y="1009"/>
                </a:lnTo>
                <a:lnTo>
                  <a:pt x="2207" y="1003"/>
                </a:lnTo>
                <a:lnTo>
                  <a:pt x="2214" y="997"/>
                </a:lnTo>
                <a:lnTo>
                  <a:pt x="2222" y="991"/>
                </a:lnTo>
                <a:lnTo>
                  <a:pt x="2230" y="985"/>
                </a:lnTo>
                <a:lnTo>
                  <a:pt x="2238" y="980"/>
                </a:lnTo>
                <a:lnTo>
                  <a:pt x="2245" y="976"/>
                </a:lnTo>
                <a:lnTo>
                  <a:pt x="2253" y="971"/>
                </a:lnTo>
                <a:lnTo>
                  <a:pt x="2261" y="968"/>
                </a:lnTo>
                <a:lnTo>
                  <a:pt x="2269" y="964"/>
                </a:lnTo>
                <a:lnTo>
                  <a:pt x="2276" y="961"/>
                </a:lnTo>
                <a:lnTo>
                  <a:pt x="2284" y="959"/>
                </a:lnTo>
                <a:lnTo>
                  <a:pt x="2292" y="957"/>
                </a:lnTo>
                <a:lnTo>
                  <a:pt x="2300" y="955"/>
                </a:lnTo>
                <a:lnTo>
                  <a:pt x="2308" y="953"/>
                </a:lnTo>
                <a:lnTo>
                  <a:pt x="2315" y="952"/>
                </a:lnTo>
                <a:lnTo>
                  <a:pt x="2323" y="952"/>
                </a:lnTo>
                <a:lnTo>
                  <a:pt x="2331" y="951"/>
                </a:lnTo>
                <a:lnTo>
                  <a:pt x="2339" y="951"/>
                </a:lnTo>
                <a:lnTo>
                  <a:pt x="2346" y="952"/>
                </a:lnTo>
                <a:lnTo>
                  <a:pt x="2354" y="952"/>
                </a:lnTo>
                <a:lnTo>
                  <a:pt x="2362" y="953"/>
                </a:lnTo>
                <a:lnTo>
                  <a:pt x="2370" y="954"/>
                </a:lnTo>
                <a:lnTo>
                  <a:pt x="2377" y="956"/>
                </a:lnTo>
                <a:lnTo>
                  <a:pt x="2385" y="957"/>
                </a:lnTo>
                <a:lnTo>
                  <a:pt x="2393" y="959"/>
                </a:lnTo>
                <a:lnTo>
                  <a:pt x="2401" y="961"/>
                </a:lnTo>
                <a:lnTo>
                  <a:pt x="2409" y="964"/>
                </a:lnTo>
                <a:lnTo>
                  <a:pt x="2416" y="966"/>
                </a:lnTo>
                <a:lnTo>
                  <a:pt x="2424" y="968"/>
                </a:lnTo>
                <a:lnTo>
                  <a:pt x="2432" y="971"/>
                </a:lnTo>
                <a:lnTo>
                  <a:pt x="2440" y="973"/>
                </a:lnTo>
                <a:lnTo>
                  <a:pt x="2447" y="976"/>
                </a:lnTo>
                <a:lnTo>
                  <a:pt x="2455" y="978"/>
                </a:lnTo>
                <a:lnTo>
                  <a:pt x="2463" y="981"/>
                </a:lnTo>
                <a:lnTo>
                  <a:pt x="2471" y="983"/>
                </a:lnTo>
                <a:lnTo>
                  <a:pt x="2478" y="985"/>
                </a:lnTo>
                <a:lnTo>
                  <a:pt x="2486" y="987"/>
                </a:lnTo>
                <a:lnTo>
                  <a:pt x="2494" y="989"/>
                </a:lnTo>
                <a:lnTo>
                  <a:pt x="2502" y="991"/>
                </a:lnTo>
                <a:lnTo>
                  <a:pt x="2510" y="992"/>
                </a:lnTo>
                <a:lnTo>
                  <a:pt x="2517" y="994"/>
                </a:lnTo>
                <a:lnTo>
                  <a:pt x="2525" y="994"/>
                </a:lnTo>
                <a:lnTo>
                  <a:pt x="2533" y="995"/>
                </a:lnTo>
                <a:lnTo>
                  <a:pt x="2541" y="995"/>
                </a:lnTo>
                <a:lnTo>
                  <a:pt x="2548" y="995"/>
                </a:lnTo>
                <a:lnTo>
                  <a:pt x="2556" y="994"/>
                </a:lnTo>
                <a:lnTo>
                  <a:pt x="2564" y="993"/>
                </a:lnTo>
                <a:lnTo>
                  <a:pt x="2572" y="991"/>
                </a:lnTo>
                <a:lnTo>
                  <a:pt x="2579" y="989"/>
                </a:lnTo>
                <a:lnTo>
                  <a:pt x="2587" y="986"/>
                </a:lnTo>
                <a:lnTo>
                  <a:pt x="2595" y="983"/>
                </a:lnTo>
                <a:lnTo>
                  <a:pt x="2603" y="979"/>
                </a:lnTo>
                <a:lnTo>
                  <a:pt x="2611" y="975"/>
                </a:lnTo>
                <a:lnTo>
                  <a:pt x="2618" y="970"/>
                </a:lnTo>
                <a:lnTo>
                  <a:pt x="2626" y="965"/>
                </a:lnTo>
                <a:lnTo>
                  <a:pt x="2634" y="959"/>
                </a:lnTo>
                <a:lnTo>
                  <a:pt x="2642" y="952"/>
                </a:lnTo>
                <a:lnTo>
                  <a:pt x="2649" y="945"/>
                </a:lnTo>
                <a:lnTo>
                  <a:pt x="2657" y="937"/>
                </a:lnTo>
                <a:lnTo>
                  <a:pt x="2665" y="929"/>
                </a:lnTo>
                <a:lnTo>
                  <a:pt x="2673" y="921"/>
                </a:lnTo>
                <a:lnTo>
                  <a:pt x="2680" y="912"/>
                </a:lnTo>
                <a:lnTo>
                  <a:pt x="2688" y="902"/>
                </a:lnTo>
                <a:lnTo>
                  <a:pt x="2696" y="892"/>
                </a:lnTo>
                <a:lnTo>
                  <a:pt x="2704" y="882"/>
                </a:lnTo>
                <a:lnTo>
                  <a:pt x="2712" y="871"/>
                </a:lnTo>
                <a:lnTo>
                  <a:pt x="2719" y="860"/>
                </a:lnTo>
                <a:lnTo>
                  <a:pt x="2727" y="848"/>
                </a:lnTo>
                <a:lnTo>
                  <a:pt x="2735" y="837"/>
                </a:lnTo>
                <a:lnTo>
                  <a:pt x="2743" y="825"/>
                </a:lnTo>
                <a:lnTo>
                  <a:pt x="2750" y="813"/>
                </a:lnTo>
                <a:lnTo>
                  <a:pt x="2758" y="802"/>
                </a:lnTo>
                <a:lnTo>
                  <a:pt x="2766" y="790"/>
                </a:lnTo>
                <a:lnTo>
                  <a:pt x="2774" y="778"/>
                </a:lnTo>
                <a:lnTo>
                  <a:pt x="2781" y="767"/>
                </a:lnTo>
                <a:lnTo>
                  <a:pt x="2789" y="755"/>
                </a:lnTo>
                <a:lnTo>
                  <a:pt x="2797" y="744"/>
                </a:lnTo>
                <a:lnTo>
                  <a:pt x="2805" y="734"/>
                </a:lnTo>
                <a:lnTo>
                  <a:pt x="2813" y="724"/>
                </a:lnTo>
                <a:lnTo>
                  <a:pt x="2820" y="714"/>
                </a:lnTo>
                <a:lnTo>
                  <a:pt x="2828" y="705"/>
                </a:lnTo>
                <a:lnTo>
                  <a:pt x="2836" y="697"/>
                </a:lnTo>
                <a:lnTo>
                  <a:pt x="2844" y="689"/>
                </a:lnTo>
                <a:lnTo>
                  <a:pt x="2851" y="682"/>
                </a:lnTo>
                <a:lnTo>
                  <a:pt x="2859" y="676"/>
                </a:lnTo>
                <a:lnTo>
                  <a:pt x="2867" y="671"/>
                </a:lnTo>
                <a:lnTo>
                  <a:pt x="2875" y="667"/>
                </a:lnTo>
                <a:lnTo>
                  <a:pt x="2882" y="664"/>
                </a:lnTo>
                <a:lnTo>
                  <a:pt x="2890" y="661"/>
                </a:lnTo>
                <a:lnTo>
                  <a:pt x="2898" y="659"/>
                </a:lnTo>
                <a:lnTo>
                  <a:pt x="2906" y="658"/>
                </a:lnTo>
                <a:lnTo>
                  <a:pt x="2914" y="658"/>
                </a:lnTo>
                <a:lnTo>
                  <a:pt x="2921" y="659"/>
                </a:lnTo>
                <a:lnTo>
                  <a:pt x="2929" y="660"/>
                </a:lnTo>
                <a:lnTo>
                  <a:pt x="2937" y="662"/>
                </a:lnTo>
                <a:lnTo>
                  <a:pt x="2945" y="664"/>
                </a:lnTo>
                <a:lnTo>
                  <a:pt x="2952" y="666"/>
                </a:lnTo>
                <a:lnTo>
                  <a:pt x="2960" y="667"/>
                </a:lnTo>
                <a:lnTo>
                  <a:pt x="2968" y="669"/>
                </a:lnTo>
                <a:lnTo>
                  <a:pt x="2976" y="669"/>
                </a:lnTo>
                <a:lnTo>
                  <a:pt x="2983" y="668"/>
                </a:lnTo>
                <a:lnTo>
                  <a:pt x="2991" y="665"/>
                </a:lnTo>
                <a:lnTo>
                  <a:pt x="2999" y="661"/>
                </a:lnTo>
                <a:lnTo>
                  <a:pt x="3007" y="653"/>
                </a:lnTo>
                <a:lnTo>
                  <a:pt x="3015" y="642"/>
                </a:lnTo>
                <a:lnTo>
                  <a:pt x="3022" y="626"/>
                </a:lnTo>
                <a:lnTo>
                  <a:pt x="3030" y="606"/>
                </a:lnTo>
                <a:lnTo>
                  <a:pt x="3038" y="579"/>
                </a:lnTo>
                <a:lnTo>
                  <a:pt x="3046" y="546"/>
                </a:lnTo>
                <a:lnTo>
                  <a:pt x="3053" y="504"/>
                </a:lnTo>
                <a:lnTo>
                  <a:pt x="3061" y="452"/>
                </a:lnTo>
                <a:lnTo>
                  <a:pt x="3069" y="390"/>
                </a:lnTo>
                <a:lnTo>
                  <a:pt x="3077" y="316"/>
                </a:lnTo>
                <a:lnTo>
                  <a:pt x="3084" y="227"/>
                </a:lnTo>
                <a:lnTo>
                  <a:pt x="3092" y="122"/>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72000" y="3487522"/>
            <a:ext cx="2834640" cy="1391717"/>
          </a:xfrm>
          <a:custGeom>
            <a:avLst/>
            <a:gdLst/>
            <a:ahLst/>
            <a:cxnLst/>
            <a:rect l="l" t="t" r="r" b="b"/>
            <a:pathLst>
              <a:path w="3100" h="1522">
                <a:moveTo>
                  <a:pt x="0" y="396"/>
                </a:moveTo>
                <a:lnTo>
                  <a:pt x="8" y="446"/>
                </a:lnTo>
                <a:lnTo>
                  <a:pt x="16" y="485"/>
                </a:lnTo>
                <a:lnTo>
                  <a:pt x="23" y="515"/>
                </a:lnTo>
                <a:lnTo>
                  <a:pt x="31" y="537"/>
                </a:lnTo>
                <a:lnTo>
                  <a:pt x="39" y="553"/>
                </a:lnTo>
                <a:lnTo>
                  <a:pt x="47" y="564"/>
                </a:lnTo>
                <a:lnTo>
                  <a:pt x="54" y="571"/>
                </a:lnTo>
                <a:lnTo>
                  <a:pt x="62" y="576"/>
                </a:lnTo>
                <a:lnTo>
                  <a:pt x="70" y="579"/>
                </a:lnTo>
                <a:lnTo>
                  <a:pt x="78" y="580"/>
                </a:lnTo>
                <a:lnTo>
                  <a:pt x="85" y="582"/>
                </a:lnTo>
                <a:lnTo>
                  <a:pt x="93" y="583"/>
                </a:lnTo>
                <a:lnTo>
                  <a:pt x="101" y="585"/>
                </a:lnTo>
                <a:lnTo>
                  <a:pt x="109" y="588"/>
                </a:lnTo>
                <a:lnTo>
                  <a:pt x="117" y="592"/>
                </a:lnTo>
                <a:lnTo>
                  <a:pt x="124" y="598"/>
                </a:lnTo>
                <a:lnTo>
                  <a:pt x="132" y="605"/>
                </a:lnTo>
                <a:lnTo>
                  <a:pt x="140" y="614"/>
                </a:lnTo>
                <a:lnTo>
                  <a:pt x="148" y="626"/>
                </a:lnTo>
                <a:lnTo>
                  <a:pt x="155" y="639"/>
                </a:lnTo>
                <a:lnTo>
                  <a:pt x="163" y="654"/>
                </a:lnTo>
                <a:lnTo>
                  <a:pt x="171" y="671"/>
                </a:lnTo>
                <a:lnTo>
                  <a:pt x="179" y="690"/>
                </a:lnTo>
                <a:lnTo>
                  <a:pt x="186" y="711"/>
                </a:lnTo>
                <a:lnTo>
                  <a:pt x="194" y="733"/>
                </a:lnTo>
                <a:lnTo>
                  <a:pt x="202" y="757"/>
                </a:lnTo>
                <a:lnTo>
                  <a:pt x="210" y="783"/>
                </a:lnTo>
                <a:lnTo>
                  <a:pt x="218" y="809"/>
                </a:lnTo>
                <a:lnTo>
                  <a:pt x="225" y="837"/>
                </a:lnTo>
                <a:lnTo>
                  <a:pt x="233" y="866"/>
                </a:lnTo>
                <a:lnTo>
                  <a:pt x="241" y="896"/>
                </a:lnTo>
                <a:lnTo>
                  <a:pt x="249" y="927"/>
                </a:lnTo>
                <a:lnTo>
                  <a:pt x="256" y="958"/>
                </a:lnTo>
                <a:lnTo>
                  <a:pt x="264" y="989"/>
                </a:lnTo>
                <a:lnTo>
                  <a:pt x="272" y="1021"/>
                </a:lnTo>
                <a:lnTo>
                  <a:pt x="280" y="1052"/>
                </a:lnTo>
                <a:lnTo>
                  <a:pt x="287" y="1084"/>
                </a:lnTo>
                <a:lnTo>
                  <a:pt x="295" y="1115"/>
                </a:lnTo>
                <a:lnTo>
                  <a:pt x="303" y="1146"/>
                </a:lnTo>
                <a:lnTo>
                  <a:pt x="311" y="1176"/>
                </a:lnTo>
                <a:lnTo>
                  <a:pt x="319" y="1205"/>
                </a:lnTo>
                <a:lnTo>
                  <a:pt x="326" y="1234"/>
                </a:lnTo>
                <a:lnTo>
                  <a:pt x="334" y="1261"/>
                </a:lnTo>
                <a:lnTo>
                  <a:pt x="342" y="1288"/>
                </a:lnTo>
                <a:lnTo>
                  <a:pt x="350" y="1313"/>
                </a:lnTo>
                <a:lnTo>
                  <a:pt x="357" y="1338"/>
                </a:lnTo>
                <a:lnTo>
                  <a:pt x="365" y="1360"/>
                </a:lnTo>
                <a:lnTo>
                  <a:pt x="373" y="1382"/>
                </a:lnTo>
                <a:lnTo>
                  <a:pt x="381" y="1402"/>
                </a:lnTo>
                <a:lnTo>
                  <a:pt x="388" y="1421"/>
                </a:lnTo>
                <a:lnTo>
                  <a:pt x="396" y="1438"/>
                </a:lnTo>
                <a:lnTo>
                  <a:pt x="404" y="1453"/>
                </a:lnTo>
                <a:lnTo>
                  <a:pt x="412" y="1467"/>
                </a:lnTo>
                <a:lnTo>
                  <a:pt x="420" y="1480"/>
                </a:lnTo>
                <a:lnTo>
                  <a:pt x="427" y="1491"/>
                </a:lnTo>
                <a:lnTo>
                  <a:pt x="435" y="1500"/>
                </a:lnTo>
                <a:lnTo>
                  <a:pt x="443" y="1508"/>
                </a:lnTo>
                <a:lnTo>
                  <a:pt x="451" y="1514"/>
                </a:lnTo>
                <a:lnTo>
                  <a:pt x="458" y="1518"/>
                </a:lnTo>
                <a:lnTo>
                  <a:pt x="466" y="1521"/>
                </a:lnTo>
                <a:lnTo>
                  <a:pt x="474" y="1522"/>
                </a:lnTo>
                <a:lnTo>
                  <a:pt x="482" y="1522"/>
                </a:lnTo>
                <a:lnTo>
                  <a:pt x="489" y="1521"/>
                </a:lnTo>
                <a:lnTo>
                  <a:pt x="497" y="1518"/>
                </a:lnTo>
                <a:lnTo>
                  <a:pt x="505" y="1514"/>
                </a:lnTo>
                <a:lnTo>
                  <a:pt x="513" y="1509"/>
                </a:lnTo>
                <a:lnTo>
                  <a:pt x="521" y="1502"/>
                </a:lnTo>
                <a:lnTo>
                  <a:pt x="528" y="1495"/>
                </a:lnTo>
                <a:lnTo>
                  <a:pt x="536" y="1486"/>
                </a:lnTo>
                <a:lnTo>
                  <a:pt x="544" y="1476"/>
                </a:lnTo>
                <a:lnTo>
                  <a:pt x="552" y="1465"/>
                </a:lnTo>
                <a:lnTo>
                  <a:pt x="559" y="1454"/>
                </a:lnTo>
                <a:lnTo>
                  <a:pt x="567" y="1441"/>
                </a:lnTo>
                <a:lnTo>
                  <a:pt x="575" y="1428"/>
                </a:lnTo>
                <a:lnTo>
                  <a:pt x="583" y="1414"/>
                </a:lnTo>
                <a:lnTo>
                  <a:pt x="590" y="1400"/>
                </a:lnTo>
                <a:lnTo>
                  <a:pt x="598" y="1385"/>
                </a:lnTo>
                <a:lnTo>
                  <a:pt x="606" y="1370"/>
                </a:lnTo>
                <a:lnTo>
                  <a:pt x="614" y="1354"/>
                </a:lnTo>
                <a:lnTo>
                  <a:pt x="622" y="1338"/>
                </a:lnTo>
                <a:lnTo>
                  <a:pt x="629" y="1322"/>
                </a:lnTo>
                <a:lnTo>
                  <a:pt x="637" y="1305"/>
                </a:lnTo>
                <a:lnTo>
                  <a:pt x="645" y="1289"/>
                </a:lnTo>
                <a:lnTo>
                  <a:pt x="653" y="1272"/>
                </a:lnTo>
                <a:lnTo>
                  <a:pt x="660" y="1255"/>
                </a:lnTo>
                <a:lnTo>
                  <a:pt x="668" y="1239"/>
                </a:lnTo>
                <a:lnTo>
                  <a:pt x="676" y="1222"/>
                </a:lnTo>
                <a:lnTo>
                  <a:pt x="684" y="1206"/>
                </a:lnTo>
                <a:lnTo>
                  <a:pt x="691" y="1190"/>
                </a:lnTo>
                <a:lnTo>
                  <a:pt x="699" y="1174"/>
                </a:lnTo>
                <a:lnTo>
                  <a:pt x="707" y="1159"/>
                </a:lnTo>
                <a:lnTo>
                  <a:pt x="715" y="1144"/>
                </a:lnTo>
                <a:lnTo>
                  <a:pt x="723" y="1129"/>
                </a:lnTo>
                <a:lnTo>
                  <a:pt x="730" y="1115"/>
                </a:lnTo>
                <a:lnTo>
                  <a:pt x="738" y="1101"/>
                </a:lnTo>
                <a:lnTo>
                  <a:pt x="746" y="1088"/>
                </a:lnTo>
                <a:lnTo>
                  <a:pt x="754" y="1075"/>
                </a:lnTo>
                <a:lnTo>
                  <a:pt x="761" y="1062"/>
                </a:lnTo>
                <a:lnTo>
                  <a:pt x="769" y="1051"/>
                </a:lnTo>
                <a:lnTo>
                  <a:pt x="777" y="1040"/>
                </a:lnTo>
                <a:lnTo>
                  <a:pt x="785" y="1029"/>
                </a:lnTo>
                <a:lnTo>
                  <a:pt x="792" y="1019"/>
                </a:lnTo>
                <a:lnTo>
                  <a:pt x="800" y="1010"/>
                </a:lnTo>
                <a:lnTo>
                  <a:pt x="808" y="1001"/>
                </a:lnTo>
                <a:lnTo>
                  <a:pt x="816" y="993"/>
                </a:lnTo>
                <a:lnTo>
                  <a:pt x="824" y="986"/>
                </a:lnTo>
                <a:lnTo>
                  <a:pt x="831" y="979"/>
                </a:lnTo>
                <a:lnTo>
                  <a:pt x="839" y="972"/>
                </a:lnTo>
                <a:lnTo>
                  <a:pt x="847" y="967"/>
                </a:lnTo>
                <a:lnTo>
                  <a:pt x="855" y="962"/>
                </a:lnTo>
                <a:lnTo>
                  <a:pt x="862" y="957"/>
                </a:lnTo>
                <a:lnTo>
                  <a:pt x="870" y="953"/>
                </a:lnTo>
                <a:lnTo>
                  <a:pt x="878" y="950"/>
                </a:lnTo>
                <a:lnTo>
                  <a:pt x="886" y="947"/>
                </a:lnTo>
                <a:lnTo>
                  <a:pt x="893" y="945"/>
                </a:lnTo>
                <a:lnTo>
                  <a:pt x="901" y="943"/>
                </a:lnTo>
                <a:lnTo>
                  <a:pt x="909" y="942"/>
                </a:lnTo>
                <a:lnTo>
                  <a:pt x="917" y="941"/>
                </a:lnTo>
                <a:lnTo>
                  <a:pt x="925" y="941"/>
                </a:lnTo>
                <a:lnTo>
                  <a:pt x="932" y="941"/>
                </a:lnTo>
                <a:lnTo>
                  <a:pt x="940" y="941"/>
                </a:lnTo>
                <a:lnTo>
                  <a:pt x="948" y="942"/>
                </a:lnTo>
                <a:lnTo>
                  <a:pt x="956" y="943"/>
                </a:lnTo>
                <a:lnTo>
                  <a:pt x="963" y="944"/>
                </a:lnTo>
                <a:lnTo>
                  <a:pt x="971" y="946"/>
                </a:lnTo>
                <a:lnTo>
                  <a:pt x="979" y="948"/>
                </a:lnTo>
                <a:lnTo>
                  <a:pt x="987" y="950"/>
                </a:lnTo>
                <a:lnTo>
                  <a:pt x="994" y="952"/>
                </a:lnTo>
                <a:lnTo>
                  <a:pt x="1002" y="954"/>
                </a:lnTo>
                <a:lnTo>
                  <a:pt x="1010" y="957"/>
                </a:lnTo>
                <a:lnTo>
                  <a:pt x="1018" y="960"/>
                </a:lnTo>
                <a:lnTo>
                  <a:pt x="1026" y="962"/>
                </a:lnTo>
                <a:lnTo>
                  <a:pt x="1033" y="965"/>
                </a:lnTo>
                <a:lnTo>
                  <a:pt x="1041" y="968"/>
                </a:lnTo>
                <a:lnTo>
                  <a:pt x="1049" y="971"/>
                </a:lnTo>
                <a:lnTo>
                  <a:pt x="1057" y="974"/>
                </a:lnTo>
                <a:lnTo>
                  <a:pt x="1064" y="977"/>
                </a:lnTo>
                <a:lnTo>
                  <a:pt x="1072" y="979"/>
                </a:lnTo>
                <a:lnTo>
                  <a:pt x="1080" y="982"/>
                </a:lnTo>
                <a:lnTo>
                  <a:pt x="1088" y="984"/>
                </a:lnTo>
                <a:lnTo>
                  <a:pt x="1095" y="987"/>
                </a:lnTo>
                <a:lnTo>
                  <a:pt x="1103" y="989"/>
                </a:lnTo>
                <a:lnTo>
                  <a:pt x="1111" y="991"/>
                </a:lnTo>
                <a:lnTo>
                  <a:pt x="1119" y="993"/>
                </a:lnTo>
                <a:lnTo>
                  <a:pt x="1127" y="995"/>
                </a:lnTo>
                <a:lnTo>
                  <a:pt x="1134" y="996"/>
                </a:lnTo>
                <a:lnTo>
                  <a:pt x="1142" y="997"/>
                </a:lnTo>
                <a:lnTo>
                  <a:pt x="1150" y="998"/>
                </a:lnTo>
                <a:lnTo>
                  <a:pt x="1158" y="999"/>
                </a:lnTo>
                <a:lnTo>
                  <a:pt x="1165" y="1000"/>
                </a:lnTo>
                <a:lnTo>
                  <a:pt x="1173" y="1000"/>
                </a:lnTo>
                <a:lnTo>
                  <a:pt x="1181" y="1000"/>
                </a:lnTo>
                <a:lnTo>
                  <a:pt x="1189" y="1000"/>
                </a:lnTo>
                <a:lnTo>
                  <a:pt x="1196" y="999"/>
                </a:lnTo>
                <a:lnTo>
                  <a:pt x="1204" y="999"/>
                </a:lnTo>
                <a:lnTo>
                  <a:pt x="1212" y="998"/>
                </a:lnTo>
                <a:lnTo>
                  <a:pt x="1220" y="996"/>
                </a:lnTo>
                <a:lnTo>
                  <a:pt x="1228" y="995"/>
                </a:lnTo>
                <a:lnTo>
                  <a:pt x="1235" y="993"/>
                </a:lnTo>
                <a:lnTo>
                  <a:pt x="1243" y="991"/>
                </a:lnTo>
                <a:lnTo>
                  <a:pt x="1251" y="989"/>
                </a:lnTo>
                <a:lnTo>
                  <a:pt x="1259" y="987"/>
                </a:lnTo>
                <a:lnTo>
                  <a:pt x="1266" y="984"/>
                </a:lnTo>
                <a:lnTo>
                  <a:pt x="1274" y="982"/>
                </a:lnTo>
                <a:lnTo>
                  <a:pt x="1282" y="979"/>
                </a:lnTo>
                <a:lnTo>
                  <a:pt x="1290" y="976"/>
                </a:lnTo>
                <a:lnTo>
                  <a:pt x="1297" y="972"/>
                </a:lnTo>
                <a:lnTo>
                  <a:pt x="1305" y="969"/>
                </a:lnTo>
                <a:lnTo>
                  <a:pt x="1313" y="966"/>
                </a:lnTo>
                <a:lnTo>
                  <a:pt x="1321" y="962"/>
                </a:lnTo>
                <a:lnTo>
                  <a:pt x="1329" y="958"/>
                </a:lnTo>
                <a:lnTo>
                  <a:pt x="1336" y="955"/>
                </a:lnTo>
                <a:lnTo>
                  <a:pt x="1344" y="951"/>
                </a:lnTo>
                <a:lnTo>
                  <a:pt x="1352" y="947"/>
                </a:lnTo>
                <a:lnTo>
                  <a:pt x="1360" y="943"/>
                </a:lnTo>
                <a:lnTo>
                  <a:pt x="1367" y="939"/>
                </a:lnTo>
                <a:lnTo>
                  <a:pt x="1375" y="936"/>
                </a:lnTo>
                <a:lnTo>
                  <a:pt x="1383" y="932"/>
                </a:lnTo>
                <a:lnTo>
                  <a:pt x="1391" y="928"/>
                </a:lnTo>
                <a:lnTo>
                  <a:pt x="1398" y="925"/>
                </a:lnTo>
                <a:lnTo>
                  <a:pt x="1406" y="921"/>
                </a:lnTo>
                <a:lnTo>
                  <a:pt x="1414" y="918"/>
                </a:lnTo>
                <a:lnTo>
                  <a:pt x="1422" y="915"/>
                </a:lnTo>
                <a:lnTo>
                  <a:pt x="1430" y="912"/>
                </a:lnTo>
                <a:lnTo>
                  <a:pt x="1437" y="909"/>
                </a:lnTo>
                <a:lnTo>
                  <a:pt x="1445" y="907"/>
                </a:lnTo>
                <a:lnTo>
                  <a:pt x="1453" y="905"/>
                </a:lnTo>
                <a:lnTo>
                  <a:pt x="1461" y="902"/>
                </a:lnTo>
                <a:lnTo>
                  <a:pt x="1468" y="901"/>
                </a:lnTo>
                <a:lnTo>
                  <a:pt x="1476" y="899"/>
                </a:lnTo>
                <a:lnTo>
                  <a:pt x="1484" y="898"/>
                </a:lnTo>
                <a:lnTo>
                  <a:pt x="1492" y="897"/>
                </a:lnTo>
                <a:lnTo>
                  <a:pt x="1499" y="896"/>
                </a:lnTo>
                <a:lnTo>
                  <a:pt x="1507" y="896"/>
                </a:lnTo>
                <a:lnTo>
                  <a:pt x="1515" y="896"/>
                </a:lnTo>
                <a:lnTo>
                  <a:pt x="1523" y="897"/>
                </a:lnTo>
                <a:lnTo>
                  <a:pt x="1531" y="897"/>
                </a:lnTo>
                <a:lnTo>
                  <a:pt x="1538" y="899"/>
                </a:lnTo>
                <a:lnTo>
                  <a:pt x="1546" y="900"/>
                </a:lnTo>
                <a:lnTo>
                  <a:pt x="1554" y="902"/>
                </a:lnTo>
                <a:lnTo>
                  <a:pt x="1562" y="904"/>
                </a:lnTo>
                <a:lnTo>
                  <a:pt x="1569" y="907"/>
                </a:lnTo>
                <a:lnTo>
                  <a:pt x="1577" y="910"/>
                </a:lnTo>
                <a:lnTo>
                  <a:pt x="1585" y="913"/>
                </a:lnTo>
                <a:lnTo>
                  <a:pt x="1593" y="917"/>
                </a:lnTo>
                <a:lnTo>
                  <a:pt x="1601" y="921"/>
                </a:lnTo>
                <a:lnTo>
                  <a:pt x="1608" y="926"/>
                </a:lnTo>
                <a:lnTo>
                  <a:pt x="1616" y="931"/>
                </a:lnTo>
                <a:lnTo>
                  <a:pt x="1624" y="936"/>
                </a:lnTo>
                <a:lnTo>
                  <a:pt x="1632" y="942"/>
                </a:lnTo>
                <a:lnTo>
                  <a:pt x="1639" y="948"/>
                </a:lnTo>
                <a:lnTo>
                  <a:pt x="1647" y="954"/>
                </a:lnTo>
                <a:lnTo>
                  <a:pt x="1655" y="960"/>
                </a:lnTo>
                <a:lnTo>
                  <a:pt x="1663" y="967"/>
                </a:lnTo>
                <a:lnTo>
                  <a:pt x="1670" y="975"/>
                </a:lnTo>
                <a:lnTo>
                  <a:pt x="1678" y="982"/>
                </a:lnTo>
                <a:lnTo>
                  <a:pt x="1686" y="990"/>
                </a:lnTo>
                <a:lnTo>
                  <a:pt x="1694" y="998"/>
                </a:lnTo>
                <a:lnTo>
                  <a:pt x="1702" y="1006"/>
                </a:lnTo>
                <a:lnTo>
                  <a:pt x="1709" y="1014"/>
                </a:lnTo>
                <a:lnTo>
                  <a:pt x="1717" y="1022"/>
                </a:lnTo>
                <a:lnTo>
                  <a:pt x="1725" y="1031"/>
                </a:lnTo>
                <a:lnTo>
                  <a:pt x="1733" y="1040"/>
                </a:lnTo>
                <a:lnTo>
                  <a:pt x="1740" y="1049"/>
                </a:lnTo>
                <a:lnTo>
                  <a:pt x="1748" y="1058"/>
                </a:lnTo>
                <a:lnTo>
                  <a:pt x="1756" y="1066"/>
                </a:lnTo>
                <a:lnTo>
                  <a:pt x="1764" y="1075"/>
                </a:lnTo>
                <a:lnTo>
                  <a:pt x="1771" y="1084"/>
                </a:lnTo>
                <a:lnTo>
                  <a:pt x="1779" y="1093"/>
                </a:lnTo>
                <a:lnTo>
                  <a:pt x="1787" y="1102"/>
                </a:lnTo>
                <a:lnTo>
                  <a:pt x="1795" y="1111"/>
                </a:lnTo>
                <a:lnTo>
                  <a:pt x="1803" y="1119"/>
                </a:lnTo>
                <a:lnTo>
                  <a:pt x="1810" y="1128"/>
                </a:lnTo>
                <a:lnTo>
                  <a:pt x="1818" y="1136"/>
                </a:lnTo>
                <a:lnTo>
                  <a:pt x="1826" y="1144"/>
                </a:lnTo>
                <a:lnTo>
                  <a:pt x="1834" y="1151"/>
                </a:lnTo>
                <a:lnTo>
                  <a:pt x="1841" y="1159"/>
                </a:lnTo>
                <a:lnTo>
                  <a:pt x="1849" y="1166"/>
                </a:lnTo>
                <a:lnTo>
                  <a:pt x="1857" y="1173"/>
                </a:lnTo>
                <a:lnTo>
                  <a:pt x="1865" y="1179"/>
                </a:lnTo>
                <a:lnTo>
                  <a:pt x="1872" y="1185"/>
                </a:lnTo>
                <a:lnTo>
                  <a:pt x="1880" y="1191"/>
                </a:lnTo>
                <a:lnTo>
                  <a:pt x="1888" y="1196"/>
                </a:lnTo>
                <a:lnTo>
                  <a:pt x="1896" y="1200"/>
                </a:lnTo>
                <a:lnTo>
                  <a:pt x="1904" y="1204"/>
                </a:lnTo>
                <a:lnTo>
                  <a:pt x="1911" y="1208"/>
                </a:lnTo>
                <a:lnTo>
                  <a:pt x="1919" y="1211"/>
                </a:lnTo>
                <a:lnTo>
                  <a:pt x="1927" y="1213"/>
                </a:lnTo>
                <a:lnTo>
                  <a:pt x="1935" y="1215"/>
                </a:lnTo>
                <a:lnTo>
                  <a:pt x="1942" y="1216"/>
                </a:lnTo>
                <a:lnTo>
                  <a:pt x="1950" y="1217"/>
                </a:lnTo>
                <a:lnTo>
                  <a:pt x="1958" y="1217"/>
                </a:lnTo>
                <a:lnTo>
                  <a:pt x="1966" y="1216"/>
                </a:lnTo>
                <a:lnTo>
                  <a:pt x="1973" y="1214"/>
                </a:lnTo>
                <a:lnTo>
                  <a:pt x="1981" y="1212"/>
                </a:lnTo>
                <a:lnTo>
                  <a:pt x="1989" y="1209"/>
                </a:lnTo>
                <a:lnTo>
                  <a:pt x="1997" y="1206"/>
                </a:lnTo>
                <a:lnTo>
                  <a:pt x="2005" y="1201"/>
                </a:lnTo>
                <a:lnTo>
                  <a:pt x="2012" y="1196"/>
                </a:lnTo>
                <a:lnTo>
                  <a:pt x="2020" y="1190"/>
                </a:lnTo>
                <a:lnTo>
                  <a:pt x="2028" y="1184"/>
                </a:lnTo>
                <a:lnTo>
                  <a:pt x="2036" y="1176"/>
                </a:lnTo>
                <a:lnTo>
                  <a:pt x="2043" y="1168"/>
                </a:lnTo>
                <a:lnTo>
                  <a:pt x="2051" y="1159"/>
                </a:lnTo>
                <a:lnTo>
                  <a:pt x="2059" y="1149"/>
                </a:lnTo>
                <a:lnTo>
                  <a:pt x="2067" y="1139"/>
                </a:lnTo>
                <a:lnTo>
                  <a:pt x="2074" y="1128"/>
                </a:lnTo>
                <a:lnTo>
                  <a:pt x="2082" y="1116"/>
                </a:lnTo>
                <a:lnTo>
                  <a:pt x="2090" y="1104"/>
                </a:lnTo>
                <a:lnTo>
                  <a:pt x="2098" y="1090"/>
                </a:lnTo>
                <a:lnTo>
                  <a:pt x="2106" y="1077"/>
                </a:lnTo>
                <a:lnTo>
                  <a:pt x="2113" y="1062"/>
                </a:lnTo>
                <a:lnTo>
                  <a:pt x="2121" y="1047"/>
                </a:lnTo>
                <a:lnTo>
                  <a:pt x="2129" y="1031"/>
                </a:lnTo>
                <a:lnTo>
                  <a:pt x="2137" y="1015"/>
                </a:lnTo>
                <a:lnTo>
                  <a:pt x="2144" y="998"/>
                </a:lnTo>
                <a:lnTo>
                  <a:pt x="2152" y="980"/>
                </a:lnTo>
                <a:lnTo>
                  <a:pt x="2160" y="962"/>
                </a:lnTo>
                <a:lnTo>
                  <a:pt x="2168" y="944"/>
                </a:lnTo>
                <a:lnTo>
                  <a:pt x="2175" y="925"/>
                </a:lnTo>
                <a:lnTo>
                  <a:pt x="2183" y="906"/>
                </a:lnTo>
                <a:lnTo>
                  <a:pt x="2191" y="886"/>
                </a:lnTo>
                <a:lnTo>
                  <a:pt x="2199" y="866"/>
                </a:lnTo>
                <a:lnTo>
                  <a:pt x="2207" y="846"/>
                </a:lnTo>
                <a:lnTo>
                  <a:pt x="2214" y="825"/>
                </a:lnTo>
                <a:lnTo>
                  <a:pt x="2222" y="804"/>
                </a:lnTo>
                <a:lnTo>
                  <a:pt x="2230" y="784"/>
                </a:lnTo>
                <a:lnTo>
                  <a:pt x="2238" y="762"/>
                </a:lnTo>
                <a:lnTo>
                  <a:pt x="2245" y="741"/>
                </a:lnTo>
                <a:lnTo>
                  <a:pt x="2253" y="720"/>
                </a:lnTo>
                <a:lnTo>
                  <a:pt x="2261" y="699"/>
                </a:lnTo>
                <a:lnTo>
                  <a:pt x="2269" y="678"/>
                </a:lnTo>
                <a:lnTo>
                  <a:pt x="2276" y="656"/>
                </a:lnTo>
                <a:lnTo>
                  <a:pt x="2284" y="635"/>
                </a:lnTo>
                <a:lnTo>
                  <a:pt x="2292" y="614"/>
                </a:lnTo>
                <a:lnTo>
                  <a:pt x="2300" y="594"/>
                </a:lnTo>
                <a:lnTo>
                  <a:pt x="2308" y="573"/>
                </a:lnTo>
                <a:lnTo>
                  <a:pt x="2315" y="553"/>
                </a:lnTo>
                <a:lnTo>
                  <a:pt x="2323" y="533"/>
                </a:lnTo>
                <a:lnTo>
                  <a:pt x="2331" y="514"/>
                </a:lnTo>
                <a:lnTo>
                  <a:pt x="2339" y="495"/>
                </a:lnTo>
                <a:lnTo>
                  <a:pt x="2346" y="477"/>
                </a:lnTo>
                <a:lnTo>
                  <a:pt x="2354" y="458"/>
                </a:lnTo>
                <a:lnTo>
                  <a:pt x="2362" y="441"/>
                </a:lnTo>
                <a:lnTo>
                  <a:pt x="2370" y="424"/>
                </a:lnTo>
                <a:lnTo>
                  <a:pt x="2377" y="408"/>
                </a:lnTo>
                <a:lnTo>
                  <a:pt x="2385" y="392"/>
                </a:lnTo>
                <a:lnTo>
                  <a:pt x="2393" y="377"/>
                </a:lnTo>
                <a:lnTo>
                  <a:pt x="2401" y="362"/>
                </a:lnTo>
                <a:lnTo>
                  <a:pt x="2409" y="349"/>
                </a:lnTo>
                <a:lnTo>
                  <a:pt x="2416" y="336"/>
                </a:lnTo>
                <a:lnTo>
                  <a:pt x="2424" y="324"/>
                </a:lnTo>
                <a:lnTo>
                  <a:pt x="2432" y="312"/>
                </a:lnTo>
                <a:lnTo>
                  <a:pt x="2440" y="302"/>
                </a:lnTo>
                <a:lnTo>
                  <a:pt x="2447" y="292"/>
                </a:lnTo>
                <a:lnTo>
                  <a:pt x="2455" y="283"/>
                </a:lnTo>
                <a:lnTo>
                  <a:pt x="2463" y="275"/>
                </a:lnTo>
                <a:lnTo>
                  <a:pt x="2471" y="267"/>
                </a:lnTo>
                <a:lnTo>
                  <a:pt x="2478" y="261"/>
                </a:lnTo>
                <a:lnTo>
                  <a:pt x="2486" y="255"/>
                </a:lnTo>
                <a:lnTo>
                  <a:pt x="2494" y="250"/>
                </a:lnTo>
                <a:lnTo>
                  <a:pt x="2502" y="246"/>
                </a:lnTo>
                <a:lnTo>
                  <a:pt x="2510" y="243"/>
                </a:lnTo>
                <a:lnTo>
                  <a:pt x="2517" y="241"/>
                </a:lnTo>
                <a:lnTo>
                  <a:pt x="2525" y="239"/>
                </a:lnTo>
                <a:lnTo>
                  <a:pt x="2533" y="238"/>
                </a:lnTo>
                <a:lnTo>
                  <a:pt x="2541" y="238"/>
                </a:lnTo>
                <a:lnTo>
                  <a:pt x="2548" y="239"/>
                </a:lnTo>
                <a:lnTo>
                  <a:pt x="2556" y="240"/>
                </a:lnTo>
                <a:lnTo>
                  <a:pt x="2564" y="242"/>
                </a:lnTo>
                <a:lnTo>
                  <a:pt x="2572" y="244"/>
                </a:lnTo>
                <a:lnTo>
                  <a:pt x="2579" y="248"/>
                </a:lnTo>
                <a:lnTo>
                  <a:pt x="2587" y="251"/>
                </a:lnTo>
                <a:lnTo>
                  <a:pt x="2595" y="256"/>
                </a:lnTo>
                <a:lnTo>
                  <a:pt x="2603" y="260"/>
                </a:lnTo>
                <a:lnTo>
                  <a:pt x="2611" y="266"/>
                </a:lnTo>
                <a:lnTo>
                  <a:pt x="2618" y="271"/>
                </a:lnTo>
                <a:lnTo>
                  <a:pt x="2626" y="277"/>
                </a:lnTo>
                <a:lnTo>
                  <a:pt x="2634" y="283"/>
                </a:lnTo>
                <a:lnTo>
                  <a:pt x="2642" y="290"/>
                </a:lnTo>
                <a:lnTo>
                  <a:pt x="2649" y="296"/>
                </a:lnTo>
                <a:lnTo>
                  <a:pt x="2657" y="303"/>
                </a:lnTo>
                <a:lnTo>
                  <a:pt x="2665" y="310"/>
                </a:lnTo>
                <a:lnTo>
                  <a:pt x="2673" y="317"/>
                </a:lnTo>
                <a:lnTo>
                  <a:pt x="2680" y="323"/>
                </a:lnTo>
                <a:lnTo>
                  <a:pt x="2688" y="330"/>
                </a:lnTo>
                <a:lnTo>
                  <a:pt x="2696" y="337"/>
                </a:lnTo>
                <a:lnTo>
                  <a:pt x="2704" y="343"/>
                </a:lnTo>
                <a:lnTo>
                  <a:pt x="2712" y="349"/>
                </a:lnTo>
                <a:lnTo>
                  <a:pt x="2719" y="355"/>
                </a:lnTo>
                <a:lnTo>
                  <a:pt x="2727" y="360"/>
                </a:lnTo>
                <a:lnTo>
                  <a:pt x="2735" y="365"/>
                </a:lnTo>
                <a:lnTo>
                  <a:pt x="2743" y="370"/>
                </a:lnTo>
                <a:lnTo>
                  <a:pt x="2750" y="374"/>
                </a:lnTo>
                <a:lnTo>
                  <a:pt x="2758" y="377"/>
                </a:lnTo>
                <a:lnTo>
                  <a:pt x="2766" y="380"/>
                </a:lnTo>
                <a:lnTo>
                  <a:pt x="2774" y="382"/>
                </a:lnTo>
                <a:lnTo>
                  <a:pt x="2781" y="384"/>
                </a:lnTo>
                <a:lnTo>
                  <a:pt x="2789" y="385"/>
                </a:lnTo>
                <a:lnTo>
                  <a:pt x="2797" y="385"/>
                </a:lnTo>
                <a:lnTo>
                  <a:pt x="2805" y="385"/>
                </a:lnTo>
                <a:lnTo>
                  <a:pt x="2813" y="384"/>
                </a:lnTo>
                <a:lnTo>
                  <a:pt x="2820" y="382"/>
                </a:lnTo>
                <a:lnTo>
                  <a:pt x="2828" y="379"/>
                </a:lnTo>
                <a:lnTo>
                  <a:pt x="2836" y="376"/>
                </a:lnTo>
                <a:lnTo>
                  <a:pt x="2844" y="372"/>
                </a:lnTo>
                <a:lnTo>
                  <a:pt x="2851" y="367"/>
                </a:lnTo>
                <a:lnTo>
                  <a:pt x="2859" y="362"/>
                </a:lnTo>
                <a:lnTo>
                  <a:pt x="2867" y="356"/>
                </a:lnTo>
                <a:lnTo>
                  <a:pt x="2875" y="349"/>
                </a:lnTo>
                <a:lnTo>
                  <a:pt x="2882" y="341"/>
                </a:lnTo>
                <a:lnTo>
                  <a:pt x="2890" y="333"/>
                </a:lnTo>
                <a:lnTo>
                  <a:pt x="2898" y="325"/>
                </a:lnTo>
                <a:lnTo>
                  <a:pt x="2906" y="315"/>
                </a:lnTo>
                <a:lnTo>
                  <a:pt x="2914" y="306"/>
                </a:lnTo>
                <a:lnTo>
                  <a:pt x="2921" y="296"/>
                </a:lnTo>
                <a:lnTo>
                  <a:pt x="2929" y="285"/>
                </a:lnTo>
                <a:lnTo>
                  <a:pt x="2937" y="274"/>
                </a:lnTo>
                <a:lnTo>
                  <a:pt x="2945" y="263"/>
                </a:lnTo>
                <a:lnTo>
                  <a:pt x="2952" y="252"/>
                </a:lnTo>
                <a:lnTo>
                  <a:pt x="2960" y="241"/>
                </a:lnTo>
                <a:lnTo>
                  <a:pt x="2968" y="229"/>
                </a:lnTo>
                <a:lnTo>
                  <a:pt x="2976" y="218"/>
                </a:lnTo>
                <a:lnTo>
                  <a:pt x="2983" y="206"/>
                </a:lnTo>
                <a:lnTo>
                  <a:pt x="2991" y="194"/>
                </a:lnTo>
                <a:lnTo>
                  <a:pt x="2999" y="182"/>
                </a:lnTo>
                <a:lnTo>
                  <a:pt x="3007" y="171"/>
                </a:lnTo>
                <a:lnTo>
                  <a:pt x="3015" y="159"/>
                </a:lnTo>
                <a:lnTo>
                  <a:pt x="3022" y="147"/>
                </a:lnTo>
                <a:lnTo>
                  <a:pt x="3030" y="135"/>
                </a:lnTo>
                <a:lnTo>
                  <a:pt x="3038" y="123"/>
                </a:lnTo>
                <a:lnTo>
                  <a:pt x="3046" y="111"/>
                </a:lnTo>
                <a:lnTo>
                  <a:pt x="3053" y="98"/>
                </a:lnTo>
                <a:lnTo>
                  <a:pt x="3061" y="85"/>
                </a:lnTo>
                <a:lnTo>
                  <a:pt x="3069" y="70"/>
                </a:lnTo>
                <a:lnTo>
                  <a:pt x="3077" y="55"/>
                </a:lnTo>
                <a:lnTo>
                  <a:pt x="3084" y="39"/>
                </a:lnTo>
                <a:lnTo>
                  <a:pt x="3092" y="20"/>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72000" y="3262579"/>
            <a:ext cx="2834640" cy="1925726"/>
          </a:xfrm>
          <a:custGeom>
            <a:avLst/>
            <a:gdLst/>
            <a:ahLst/>
            <a:cxnLst/>
            <a:rect l="l" t="t" r="r" b="b"/>
            <a:pathLst>
              <a:path w="3100" h="2106">
                <a:moveTo>
                  <a:pt x="0" y="1439"/>
                </a:moveTo>
                <a:lnTo>
                  <a:pt x="8" y="1515"/>
                </a:lnTo>
                <a:lnTo>
                  <a:pt x="16" y="1591"/>
                </a:lnTo>
                <a:lnTo>
                  <a:pt x="23" y="1664"/>
                </a:lnTo>
                <a:lnTo>
                  <a:pt x="31" y="1734"/>
                </a:lnTo>
                <a:lnTo>
                  <a:pt x="39" y="1799"/>
                </a:lnTo>
                <a:lnTo>
                  <a:pt x="47" y="1859"/>
                </a:lnTo>
                <a:lnTo>
                  <a:pt x="54" y="1914"/>
                </a:lnTo>
                <a:lnTo>
                  <a:pt x="62" y="1962"/>
                </a:lnTo>
                <a:lnTo>
                  <a:pt x="70" y="2003"/>
                </a:lnTo>
                <a:lnTo>
                  <a:pt x="78" y="2038"/>
                </a:lnTo>
                <a:lnTo>
                  <a:pt x="85" y="2066"/>
                </a:lnTo>
                <a:lnTo>
                  <a:pt x="93" y="2086"/>
                </a:lnTo>
                <a:lnTo>
                  <a:pt x="101" y="2099"/>
                </a:lnTo>
                <a:lnTo>
                  <a:pt x="109" y="2106"/>
                </a:lnTo>
                <a:lnTo>
                  <a:pt x="117" y="2106"/>
                </a:lnTo>
                <a:lnTo>
                  <a:pt x="124" y="2099"/>
                </a:lnTo>
                <a:lnTo>
                  <a:pt x="132" y="2086"/>
                </a:lnTo>
                <a:lnTo>
                  <a:pt x="140" y="2066"/>
                </a:lnTo>
                <a:lnTo>
                  <a:pt x="148" y="2042"/>
                </a:lnTo>
                <a:lnTo>
                  <a:pt x="155" y="2012"/>
                </a:lnTo>
                <a:lnTo>
                  <a:pt x="163" y="1977"/>
                </a:lnTo>
                <a:lnTo>
                  <a:pt x="171" y="1937"/>
                </a:lnTo>
                <a:lnTo>
                  <a:pt x="179" y="1894"/>
                </a:lnTo>
                <a:lnTo>
                  <a:pt x="186" y="1847"/>
                </a:lnTo>
                <a:lnTo>
                  <a:pt x="194" y="1796"/>
                </a:lnTo>
                <a:lnTo>
                  <a:pt x="202" y="1743"/>
                </a:lnTo>
                <a:lnTo>
                  <a:pt x="210" y="1688"/>
                </a:lnTo>
                <a:lnTo>
                  <a:pt x="218" y="1630"/>
                </a:lnTo>
                <a:lnTo>
                  <a:pt x="225" y="1571"/>
                </a:lnTo>
                <a:lnTo>
                  <a:pt x="233" y="1511"/>
                </a:lnTo>
                <a:lnTo>
                  <a:pt x="241" y="1451"/>
                </a:lnTo>
                <a:lnTo>
                  <a:pt x="249" y="1389"/>
                </a:lnTo>
                <a:lnTo>
                  <a:pt x="256" y="1328"/>
                </a:lnTo>
                <a:lnTo>
                  <a:pt x="264" y="1268"/>
                </a:lnTo>
                <a:lnTo>
                  <a:pt x="272" y="1207"/>
                </a:lnTo>
                <a:lnTo>
                  <a:pt x="280" y="1148"/>
                </a:lnTo>
                <a:lnTo>
                  <a:pt x="287" y="1090"/>
                </a:lnTo>
                <a:lnTo>
                  <a:pt x="295" y="1034"/>
                </a:lnTo>
                <a:lnTo>
                  <a:pt x="303" y="979"/>
                </a:lnTo>
                <a:lnTo>
                  <a:pt x="311" y="926"/>
                </a:lnTo>
                <a:lnTo>
                  <a:pt x="319" y="876"/>
                </a:lnTo>
                <a:lnTo>
                  <a:pt x="326" y="828"/>
                </a:lnTo>
                <a:lnTo>
                  <a:pt x="334" y="782"/>
                </a:lnTo>
                <a:lnTo>
                  <a:pt x="342" y="739"/>
                </a:lnTo>
                <a:lnTo>
                  <a:pt x="350" y="699"/>
                </a:lnTo>
                <a:lnTo>
                  <a:pt x="357" y="662"/>
                </a:lnTo>
                <a:lnTo>
                  <a:pt x="365" y="627"/>
                </a:lnTo>
                <a:lnTo>
                  <a:pt x="373" y="596"/>
                </a:lnTo>
                <a:lnTo>
                  <a:pt x="381" y="568"/>
                </a:lnTo>
                <a:lnTo>
                  <a:pt x="388" y="543"/>
                </a:lnTo>
                <a:lnTo>
                  <a:pt x="396" y="521"/>
                </a:lnTo>
                <a:lnTo>
                  <a:pt x="404" y="502"/>
                </a:lnTo>
                <a:lnTo>
                  <a:pt x="412" y="487"/>
                </a:lnTo>
                <a:lnTo>
                  <a:pt x="420" y="474"/>
                </a:lnTo>
                <a:lnTo>
                  <a:pt x="427" y="465"/>
                </a:lnTo>
                <a:lnTo>
                  <a:pt x="435" y="459"/>
                </a:lnTo>
                <a:lnTo>
                  <a:pt x="443" y="456"/>
                </a:lnTo>
                <a:lnTo>
                  <a:pt x="451" y="455"/>
                </a:lnTo>
                <a:lnTo>
                  <a:pt x="458" y="457"/>
                </a:lnTo>
                <a:lnTo>
                  <a:pt x="466" y="463"/>
                </a:lnTo>
                <a:lnTo>
                  <a:pt x="474" y="470"/>
                </a:lnTo>
                <a:lnTo>
                  <a:pt x="482" y="481"/>
                </a:lnTo>
                <a:lnTo>
                  <a:pt x="489" y="493"/>
                </a:lnTo>
                <a:lnTo>
                  <a:pt x="497" y="508"/>
                </a:lnTo>
                <a:lnTo>
                  <a:pt x="505" y="525"/>
                </a:lnTo>
                <a:lnTo>
                  <a:pt x="513" y="544"/>
                </a:lnTo>
                <a:lnTo>
                  <a:pt x="521" y="566"/>
                </a:lnTo>
                <a:lnTo>
                  <a:pt x="528" y="588"/>
                </a:lnTo>
                <a:lnTo>
                  <a:pt x="536" y="613"/>
                </a:lnTo>
                <a:lnTo>
                  <a:pt x="544" y="639"/>
                </a:lnTo>
                <a:lnTo>
                  <a:pt x="552" y="666"/>
                </a:lnTo>
                <a:lnTo>
                  <a:pt x="559" y="695"/>
                </a:lnTo>
                <a:lnTo>
                  <a:pt x="567" y="724"/>
                </a:lnTo>
                <a:lnTo>
                  <a:pt x="575" y="755"/>
                </a:lnTo>
                <a:lnTo>
                  <a:pt x="583" y="786"/>
                </a:lnTo>
                <a:lnTo>
                  <a:pt x="590" y="818"/>
                </a:lnTo>
                <a:lnTo>
                  <a:pt x="598" y="851"/>
                </a:lnTo>
                <a:lnTo>
                  <a:pt x="606" y="884"/>
                </a:lnTo>
                <a:lnTo>
                  <a:pt x="614" y="917"/>
                </a:lnTo>
                <a:lnTo>
                  <a:pt x="622" y="950"/>
                </a:lnTo>
                <a:lnTo>
                  <a:pt x="629" y="984"/>
                </a:lnTo>
                <a:lnTo>
                  <a:pt x="637" y="1017"/>
                </a:lnTo>
                <a:lnTo>
                  <a:pt x="645" y="1051"/>
                </a:lnTo>
                <a:lnTo>
                  <a:pt x="653" y="1084"/>
                </a:lnTo>
                <a:lnTo>
                  <a:pt x="660" y="1116"/>
                </a:lnTo>
                <a:lnTo>
                  <a:pt x="668" y="1148"/>
                </a:lnTo>
                <a:lnTo>
                  <a:pt x="676" y="1180"/>
                </a:lnTo>
                <a:lnTo>
                  <a:pt x="684" y="1211"/>
                </a:lnTo>
                <a:lnTo>
                  <a:pt x="691" y="1241"/>
                </a:lnTo>
                <a:lnTo>
                  <a:pt x="699" y="1270"/>
                </a:lnTo>
                <a:lnTo>
                  <a:pt x="707" y="1299"/>
                </a:lnTo>
                <a:lnTo>
                  <a:pt x="715" y="1326"/>
                </a:lnTo>
                <a:lnTo>
                  <a:pt x="723" y="1353"/>
                </a:lnTo>
                <a:lnTo>
                  <a:pt x="730" y="1378"/>
                </a:lnTo>
                <a:lnTo>
                  <a:pt x="738" y="1403"/>
                </a:lnTo>
                <a:lnTo>
                  <a:pt x="746" y="1426"/>
                </a:lnTo>
                <a:lnTo>
                  <a:pt x="754" y="1448"/>
                </a:lnTo>
                <a:lnTo>
                  <a:pt x="761" y="1469"/>
                </a:lnTo>
                <a:lnTo>
                  <a:pt x="769" y="1489"/>
                </a:lnTo>
                <a:lnTo>
                  <a:pt x="777" y="1507"/>
                </a:lnTo>
                <a:lnTo>
                  <a:pt x="785" y="1525"/>
                </a:lnTo>
                <a:lnTo>
                  <a:pt x="792" y="1541"/>
                </a:lnTo>
                <a:lnTo>
                  <a:pt x="800" y="1555"/>
                </a:lnTo>
                <a:lnTo>
                  <a:pt x="808" y="1569"/>
                </a:lnTo>
                <a:lnTo>
                  <a:pt x="816" y="1581"/>
                </a:lnTo>
                <a:lnTo>
                  <a:pt x="824" y="1592"/>
                </a:lnTo>
                <a:lnTo>
                  <a:pt x="831" y="1601"/>
                </a:lnTo>
                <a:lnTo>
                  <a:pt x="839" y="1610"/>
                </a:lnTo>
                <a:lnTo>
                  <a:pt x="847" y="1617"/>
                </a:lnTo>
                <a:lnTo>
                  <a:pt x="855" y="1623"/>
                </a:lnTo>
                <a:lnTo>
                  <a:pt x="862" y="1628"/>
                </a:lnTo>
                <a:lnTo>
                  <a:pt x="870" y="1632"/>
                </a:lnTo>
                <a:lnTo>
                  <a:pt x="878" y="1635"/>
                </a:lnTo>
                <a:lnTo>
                  <a:pt x="886" y="1637"/>
                </a:lnTo>
                <a:lnTo>
                  <a:pt x="893" y="1637"/>
                </a:lnTo>
                <a:lnTo>
                  <a:pt x="901" y="1637"/>
                </a:lnTo>
                <a:lnTo>
                  <a:pt x="909" y="1636"/>
                </a:lnTo>
                <a:lnTo>
                  <a:pt x="917" y="1634"/>
                </a:lnTo>
                <a:lnTo>
                  <a:pt x="925" y="1631"/>
                </a:lnTo>
                <a:lnTo>
                  <a:pt x="932" y="1627"/>
                </a:lnTo>
                <a:lnTo>
                  <a:pt x="940" y="1623"/>
                </a:lnTo>
                <a:lnTo>
                  <a:pt x="948" y="1618"/>
                </a:lnTo>
                <a:lnTo>
                  <a:pt x="956" y="1612"/>
                </a:lnTo>
                <a:lnTo>
                  <a:pt x="963" y="1606"/>
                </a:lnTo>
                <a:lnTo>
                  <a:pt x="971" y="1599"/>
                </a:lnTo>
                <a:lnTo>
                  <a:pt x="979" y="1592"/>
                </a:lnTo>
                <a:lnTo>
                  <a:pt x="987" y="1584"/>
                </a:lnTo>
                <a:lnTo>
                  <a:pt x="994" y="1576"/>
                </a:lnTo>
                <a:lnTo>
                  <a:pt x="1002" y="1567"/>
                </a:lnTo>
                <a:lnTo>
                  <a:pt x="1010" y="1559"/>
                </a:lnTo>
                <a:lnTo>
                  <a:pt x="1018" y="1550"/>
                </a:lnTo>
                <a:lnTo>
                  <a:pt x="1026" y="1540"/>
                </a:lnTo>
                <a:lnTo>
                  <a:pt x="1033" y="1531"/>
                </a:lnTo>
                <a:lnTo>
                  <a:pt x="1041" y="1522"/>
                </a:lnTo>
                <a:lnTo>
                  <a:pt x="1049" y="1512"/>
                </a:lnTo>
                <a:lnTo>
                  <a:pt x="1057" y="1503"/>
                </a:lnTo>
                <a:lnTo>
                  <a:pt x="1064" y="1493"/>
                </a:lnTo>
                <a:lnTo>
                  <a:pt x="1072" y="1484"/>
                </a:lnTo>
                <a:lnTo>
                  <a:pt x="1080" y="1474"/>
                </a:lnTo>
                <a:lnTo>
                  <a:pt x="1088" y="1465"/>
                </a:lnTo>
                <a:lnTo>
                  <a:pt x="1095" y="1456"/>
                </a:lnTo>
                <a:lnTo>
                  <a:pt x="1103" y="1447"/>
                </a:lnTo>
                <a:lnTo>
                  <a:pt x="1111" y="1439"/>
                </a:lnTo>
                <a:lnTo>
                  <a:pt x="1119" y="1430"/>
                </a:lnTo>
                <a:lnTo>
                  <a:pt x="1127" y="1422"/>
                </a:lnTo>
                <a:lnTo>
                  <a:pt x="1134" y="1414"/>
                </a:lnTo>
                <a:lnTo>
                  <a:pt x="1142" y="1407"/>
                </a:lnTo>
                <a:lnTo>
                  <a:pt x="1150" y="1400"/>
                </a:lnTo>
                <a:lnTo>
                  <a:pt x="1158" y="1393"/>
                </a:lnTo>
                <a:lnTo>
                  <a:pt x="1165" y="1387"/>
                </a:lnTo>
                <a:lnTo>
                  <a:pt x="1173" y="1380"/>
                </a:lnTo>
                <a:lnTo>
                  <a:pt x="1181" y="1375"/>
                </a:lnTo>
                <a:lnTo>
                  <a:pt x="1189" y="1370"/>
                </a:lnTo>
                <a:lnTo>
                  <a:pt x="1196" y="1365"/>
                </a:lnTo>
                <a:lnTo>
                  <a:pt x="1204" y="1360"/>
                </a:lnTo>
                <a:lnTo>
                  <a:pt x="1212" y="1356"/>
                </a:lnTo>
                <a:lnTo>
                  <a:pt x="1220" y="1352"/>
                </a:lnTo>
                <a:lnTo>
                  <a:pt x="1228" y="1349"/>
                </a:lnTo>
                <a:lnTo>
                  <a:pt x="1235" y="1346"/>
                </a:lnTo>
                <a:lnTo>
                  <a:pt x="1243" y="1344"/>
                </a:lnTo>
                <a:lnTo>
                  <a:pt x="1251" y="1341"/>
                </a:lnTo>
                <a:lnTo>
                  <a:pt x="1259" y="1340"/>
                </a:lnTo>
                <a:lnTo>
                  <a:pt x="1266" y="1338"/>
                </a:lnTo>
                <a:lnTo>
                  <a:pt x="1274" y="1337"/>
                </a:lnTo>
                <a:lnTo>
                  <a:pt x="1282" y="1336"/>
                </a:lnTo>
                <a:lnTo>
                  <a:pt x="1290" y="1336"/>
                </a:lnTo>
                <a:lnTo>
                  <a:pt x="1297" y="1335"/>
                </a:lnTo>
                <a:lnTo>
                  <a:pt x="1305" y="1335"/>
                </a:lnTo>
                <a:lnTo>
                  <a:pt x="1313" y="1336"/>
                </a:lnTo>
                <a:lnTo>
                  <a:pt x="1321" y="1336"/>
                </a:lnTo>
                <a:lnTo>
                  <a:pt x="1329" y="1337"/>
                </a:lnTo>
                <a:lnTo>
                  <a:pt x="1336" y="1338"/>
                </a:lnTo>
                <a:lnTo>
                  <a:pt x="1344" y="1339"/>
                </a:lnTo>
                <a:lnTo>
                  <a:pt x="1352" y="1340"/>
                </a:lnTo>
                <a:lnTo>
                  <a:pt x="1360" y="1341"/>
                </a:lnTo>
                <a:lnTo>
                  <a:pt x="1367" y="1343"/>
                </a:lnTo>
                <a:lnTo>
                  <a:pt x="1375" y="1344"/>
                </a:lnTo>
                <a:lnTo>
                  <a:pt x="1383" y="1346"/>
                </a:lnTo>
                <a:lnTo>
                  <a:pt x="1391" y="1347"/>
                </a:lnTo>
                <a:lnTo>
                  <a:pt x="1398" y="1348"/>
                </a:lnTo>
                <a:lnTo>
                  <a:pt x="1406" y="1350"/>
                </a:lnTo>
                <a:lnTo>
                  <a:pt x="1414" y="1351"/>
                </a:lnTo>
                <a:lnTo>
                  <a:pt x="1422" y="1353"/>
                </a:lnTo>
                <a:lnTo>
                  <a:pt x="1430" y="1354"/>
                </a:lnTo>
                <a:lnTo>
                  <a:pt x="1437" y="1355"/>
                </a:lnTo>
                <a:lnTo>
                  <a:pt x="1445" y="1356"/>
                </a:lnTo>
                <a:lnTo>
                  <a:pt x="1453" y="1356"/>
                </a:lnTo>
                <a:lnTo>
                  <a:pt x="1461" y="1357"/>
                </a:lnTo>
                <a:lnTo>
                  <a:pt x="1468" y="1357"/>
                </a:lnTo>
                <a:lnTo>
                  <a:pt x="1476" y="1358"/>
                </a:lnTo>
                <a:lnTo>
                  <a:pt x="1484" y="1357"/>
                </a:lnTo>
                <a:lnTo>
                  <a:pt x="1492" y="1357"/>
                </a:lnTo>
                <a:lnTo>
                  <a:pt x="1499" y="1357"/>
                </a:lnTo>
                <a:lnTo>
                  <a:pt x="1507" y="1356"/>
                </a:lnTo>
                <a:lnTo>
                  <a:pt x="1515" y="1354"/>
                </a:lnTo>
                <a:lnTo>
                  <a:pt x="1523" y="1353"/>
                </a:lnTo>
                <a:lnTo>
                  <a:pt x="1531" y="1351"/>
                </a:lnTo>
                <a:lnTo>
                  <a:pt x="1538" y="1349"/>
                </a:lnTo>
                <a:lnTo>
                  <a:pt x="1546" y="1347"/>
                </a:lnTo>
                <a:lnTo>
                  <a:pt x="1554" y="1344"/>
                </a:lnTo>
                <a:lnTo>
                  <a:pt x="1562" y="1341"/>
                </a:lnTo>
                <a:lnTo>
                  <a:pt x="1569" y="1338"/>
                </a:lnTo>
                <a:lnTo>
                  <a:pt x="1577" y="1334"/>
                </a:lnTo>
                <a:lnTo>
                  <a:pt x="1585" y="1330"/>
                </a:lnTo>
                <a:lnTo>
                  <a:pt x="1593" y="1326"/>
                </a:lnTo>
                <a:lnTo>
                  <a:pt x="1601" y="1321"/>
                </a:lnTo>
                <a:lnTo>
                  <a:pt x="1608" y="1316"/>
                </a:lnTo>
                <a:lnTo>
                  <a:pt x="1616" y="1311"/>
                </a:lnTo>
                <a:lnTo>
                  <a:pt x="1624" y="1306"/>
                </a:lnTo>
                <a:lnTo>
                  <a:pt x="1632" y="1300"/>
                </a:lnTo>
                <a:lnTo>
                  <a:pt x="1639" y="1294"/>
                </a:lnTo>
                <a:lnTo>
                  <a:pt x="1647" y="1288"/>
                </a:lnTo>
                <a:lnTo>
                  <a:pt x="1655" y="1281"/>
                </a:lnTo>
                <a:lnTo>
                  <a:pt x="1663" y="1275"/>
                </a:lnTo>
                <a:lnTo>
                  <a:pt x="1670" y="1268"/>
                </a:lnTo>
                <a:lnTo>
                  <a:pt x="1678" y="1261"/>
                </a:lnTo>
                <a:lnTo>
                  <a:pt x="1686" y="1254"/>
                </a:lnTo>
                <a:lnTo>
                  <a:pt x="1694" y="1246"/>
                </a:lnTo>
                <a:lnTo>
                  <a:pt x="1702" y="1239"/>
                </a:lnTo>
                <a:lnTo>
                  <a:pt x="1709" y="1232"/>
                </a:lnTo>
                <a:lnTo>
                  <a:pt x="1717" y="1224"/>
                </a:lnTo>
                <a:lnTo>
                  <a:pt x="1725" y="1216"/>
                </a:lnTo>
                <a:lnTo>
                  <a:pt x="1733" y="1209"/>
                </a:lnTo>
                <a:lnTo>
                  <a:pt x="1740" y="1201"/>
                </a:lnTo>
                <a:lnTo>
                  <a:pt x="1748" y="1193"/>
                </a:lnTo>
                <a:lnTo>
                  <a:pt x="1756" y="1186"/>
                </a:lnTo>
                <a:lnTo>
                  <a:pt x="1764" y="1178"/>
                </a:lnTo>
                <a:lnTo>
                  <a:pt x="1771" y="1171"/>
                </a:lnTo>
                <a:lnTo>
                  <a:pt x="1779" y="1164"/>
                </a:lnTo>
                <a:lnTo>
                  <a:pt x="1787" y="1157"/>
                </a:lnTo>
                <a:lnTo>
                  <a:pt x="1795" y="1150"/>
                </a:lnTo>
                <a:lnTo>
                  <a:pt x="1803" y="1143"/>
                </a:lnTo>
                <a:lnTo>
                  <a:pt x="1810" y="1137"/>
                </a:lnTo>
                <a:lnTo>
                  <a:pt x="1818" y="1130"/>
                </a:lnTo>
                <a:lnTo>
                  <a:pt x="1826" y="1124"/>
                </a:lnTo>
                <a:lnTo>
                  <a:pt x="1834" y="1119"/>
                </a:lnTo>
                <a:lnTo>
                  <a:pt x="1841" y="1113"/>
                </a:lnTo>
                <a:lnTo>
                  <a:pt x="1849" y="1108"/>
                </a:lnTo>
                <a:lnTo>
                  <a:pt x="1857" y="1104"/>
                </a:lnTo>
                <a:lnTo>
                  <a:pt x="1865" y="1099"/>
                </a:lnTo>
                <a:lnTo>
                  <a:pt x="1872" y="1095"/>
                </a:lnTo>
                <a:lnTo>
                  <a:pt x="1880" y="1092"/>
                </a:lnTo>
                <a:lnTo>
                  <a:pt x="1888" y="1089"/>
                </a:lnTo>
                <a:lnTo>
                  <a:pt x="1896" y="1086"/>
                </a:lnTo>
                <a:lnTo>
                  <a:pt x="1904" y="1084"/>
                </a:lnTo>
                <a:lnTo>
                  <a:pt x="1911" y="1082"/>
                </a:lnTo>
                <a:lnTo>
                  <a:pt x="1919" y="1081"/>
                </a:lnTo>
                <a:lnTo>
                  <a:pt x="1927" y="1080"/>
                </a:lnTo>
                <a:lnTo>
                  <a:pt x="1935" y="1079"/>
                </a:lnTo>
                <a:lnTo>
                  <a:pt x="1942" y="1080"/>
                </a:lnTo>
                <a:lnTo>
                  <a:pt x="1950" y="1080"/>
                </a:lnTo>
                <a:lnTo>
                  <a:pt x="1958" y="1081"/>
                </a:lnTo>
                <a:lnTo>
                  <a:pt x="1966" y="1083"/>
                </a:lnTo>
                <a:lnTo>
                  <a:pt x="1973" y="1084"/>
                </a:lnTo>
                <a:lnTo>
                  <a:pt x="1981" y="1087"/>
                </a:lnTo>
                <a:lnTo>
                  <a:pt x="1989" y="1090"/>
                </a:lnTo>
                <a:lnTo>
                  <a:pt x="1997" y="1093"/>
                </a:lnTo>
                <a:lnTo>
                  <a:pt x="2005" y="1097"/>
                </a:lnTo>
                <a:lnTo>
                  <a:pt x="2012" y="1101"/>
                </a:lnTo>
                <a:lnTo>
                  <a:pt x="2020" y="1105"/>
                </a:lnTo>
                <a:lnTo>
                  <a:pt x="2028" y="1110"/>
                </a:lnTo>
                <a:lnTo>
                  <a:pt x="2036" y="1115"/>
                </a:lnTo>
                <a:lnTo>
                  <a:pt x="2043" y="1121"/>
                </a:lnTo>
                <a:lnTo>
                  <a:pt x="2051" y="1126"/>
                </a:lnTo>
                <a:lnTo>
                  <a:pt x="2059" y="1132"/>
                </a:lnTo>
                <a:lnTo>
                  <a:pt x="2067" y="1139"/>
                </a:lnTo>
                <a:lnTo>
                  <a:pt x="2074" y="1145"/>
                </a:lnTo>
                <a:lnTo>
                  <a:pt x="2082" y="1152"/>
                </a:lnTo>
                <a:lnTo>
                  <a:pt x="2090" y="1159"/>
                </a:lnTo>
                <a:lnTo>
                  <a:pt x="2098" y="1166"/>
                </a:lnTo>
                <a:lnTo>
                  <a:pt x="2106" y="1173"/>
                </a:lnTo>
                <a:lnTo>
                  <a:pt x="2113" y="1180"/>
                </a:lnTo>
                <a:lnTo>
                  <a:pt x="2121" y="1187"/>
                </a:lnTo>
                <a:lnTo>
                  <a:pt x="2129" y="1195"/>
                </a:lnTo>
                <a:lnTo>
                  <a:pt x="2137" y="1202"/>
                </a:lnTo>
                <a:lnTo>
                  <a:pt x="2144" y="1209"/>
                </a:lnTo>
                <a:lnTo>
                  <a:pt x="2152" y="1216"/>
                </a:lnTo>
                <a:lnTo>
                  <a:pt x="2160" y="1223"/>
                </a:lnTo>
                <a:lnTo>
                  <a:pt x="2168" y="1229"/>
                </a:lnTo>
                <a:lnTo>
                  <a:pt x="2175" y="1236"/>
                </a:lnTo>
                <a:lnTo>
                  <a:pt x="2183" y="1242"/>
                </a:lnTo>
                <a:lnTo>
                  <a:pt x="2191" y="1248"/>
                </a:lnTo>
                <a:lnTo>
                  <a:pt x="2199" y="1253"/>
                </a:lnTo>
                <a:lnTo>
                  <a:pt x="2207" y="1258"/>
                </a:lnTo>
                <a:lnTo>
                  <a:pt x="2214" y="1263"/>
                </a:lnTo>
                <a:lnTo>
                  <a:pt x="2222" y="1267"/>
                </a:lnTo>
                <a:lnTo>
                  <a:pt x="2230" y="1271"/>
                </a:lnTo>
                <a:lnTo>
                  <a:pt x="2238" y="1274"/>
                </a:lnTo>
                <a:lnTo>
                  <a:pt x="2245" y="1277"/>
                </a:lnTo>
                <a:lnTo>
                  <a:pt x="2253" y="1279"/>
                </a:lnTo>
                <a:lnTo>
                  <a:pt x="2261" y="1281"/>
                </a:lnTo>
                <a:lnTo>
                  <a:pt x="2269" y="1282"/>
                </a:lnTo>
                <a:lnTo>
                  <a:pt x="2276" y="1282"/>
                </a:lnTo>
                <a:lnTo>
                  <a:pt x="2284" y="1282"/>
                </a:lnTo>
                <a:lnTo>
                  <a:pt x="2292" y="1281"/>
                </a:lnTo>
                <a:lnTo>
                  <a:pt x="2300" y="1280"/>
                </a:lnTo>
                <a:lnTo>
                  <a:pt x="2308" y="1277"/>
                </a:lnTo>
                <a:lnTo>
                  <a:pt x="2315" y="1274"/>
                </a:lnTo>
                <a:lnTo>
                  <a:pt x="2323" y="1271"/>
                </a:lnTo>
                <a:lnTo>
                  <a:pt x="2331" y="1266"/>
                </a:lnTo>
                <a:lnTo>
                  <a:pt x="2339" y="1261"/>
                </a:lnTo>
                <a:lnTo>
                  <a:pt x="2346" y="1256"/>
                </a:lnTo>
                <a:lnTo>
                  <a:pt x="2354" y="1249"/>
                </a:lnTo>
                <a:lnTo>
                  <a:pt x="2362" y="1242"/>
                </a:lnTo>
                <a:lnTo>
                  <a:pt x="2370" y="1235"/>
                </a:lnTo>
                <a:lnTo>
                  <a:pt x="2377" y="1227"/>
                </a:lnTo>
                <a:lnTo>
                  <a:pt x="2385" y="1218"/>
                </a:lnTo>
                <a:lnTo>
                  <a:pt x="2393" y="1208"/>
                </a:lnTo>
                <a:lnTo>
                  <a:pt x="2401" y="1198"/>
                </a:lnTo>
                <a:lnTo>
                  <a:pt x="2409" y="1188"/>
                </a:lnTo>
                <a:lnTo>
                  <a:pt x="2416" y="1177"/>
                </a:lnTo>
                <a:lnTo>
                  <a:pt x="2424" y="1166"/>
                </a:lnTo>
                <a:lnTo>
                  <a:pt x="2432" y="1154"/>
                </a:lnTo>
                <a:lnTo>
                  <a:pt x="2440" y="1142"/>
                </a:lnTo>
                <a:lnTo>
                  <a:pt x="2447" y="1130"/>
                </a:lnTo>
                <a:lnTo>
                  <a:pt x="2455" y="1117"/>
                </a:lnTo>
                <a:lnTo>
                  <a:pt x="2463" y="1105"/>
                </a:lnTo>
                <a:lnTo>
                  <a:pt x="2471" y="1092"/>
                </a:lnTo>
                <a:lnTo>
                  <a:pt x="2478" y="1079"/>
                </a:lnTo>
                <a:lnTo>
                  <a:pt x="2486" y="1066"/>
                </a:lnTo>
                <a:lnTo>
                  <a:pt x="2494" y="1053"/>
                </a:lnTo>
                <a:lnTo>
                  <a:pt x="2502" y="1041"/>
                </a:lnTo>
                <a:lnTo>
                  <a:pt x="2510" y="1028"/>
                </a:lnTo>
                <a:lnTo>
                  <a:pt x="2517" y="1016"/>
                </a:lnTo>
                <a:lnTo>
                  <a:pt x="2525" y="1005"/>
                </a:lnTo>
                <a:lnTo>
                  <a:pt x="2533" y="993"/>
                </a:lnTo>
                <a:lnTo>
                  <a:pt x="2541" y="983"/>
                </a:lnTo>
                <a:lnTo>
                  <a:pt x="2548" y="972"/>
                </a:lnTo>
                <a:lnTo>
                  <a:pt x="2556" y="963"/>
                </a:lnTo>
                <a:lnTo>
                  <a:pt x="2564" y="954"/>
                </a:lnTo>
                <a:lnTo>
                  <a:pt x="2572" y="946"/>
                </a:lnTo>
                <a:lnTo>
                  <a:pt x="2579" y="938"/>
                </a:lnTo>
                <a:lnTo>
                  <a:pt x="2587" y="932"/>
                </a:lnTo>
                <a:lnTo>
                  <a:pt x="2595" y="926"/>
                </a:lnTo>
                <a:lnTo>
                  <a:pt x="2603" y="922"/>
                </a:lnTo>
                <a:lnTo>
                  <a:pt x="2611" y="919"/>
                </a:lnTo>
                <a:lnTo>
                  <a:pt x="2618" y="916"/>
                </a:lnTo>
                <a:lnTo>
                  <a:pt x="2626" y="915"/>
                </a:lnTo>
                <a:lnTo>
                  <a:pt x="2634" y="915"/>
                </a:lnTo>
                <a:lnTo>
                  <a:pt x="2642" y="916"/>
                </a:lnTo>
                <a:lnTo>
                  <a:pt x="2649" y="918"/>
                </a:lnTo>
                <a:lnTo>
                  <a:pt x="2657" y="922"/>
                </a:lnTo>
                <a:lnTo>
                  <a:pt x="2665" y="926"/>
                </a:lnTo>
                <a:lnTo>
                  <a:pt x="2673" y="932"/>
                </a:lnTo>
                <a:lnTo>
                  <a:pt x="2680" y="939"/>
                </a:lnTo>
                <a:lnTo>
                  <a:pt x="2688" y="947"/>
                </a:lnTo>
                <a:lnTo>
                  <a:pt x="2696" y="956"/>
                </a:lnTo>
                <a:lnTo>
                  <a:pt x="2704" y="966"/>
                </a:lnTo>
                <a:lnTo>
                  <a:pt x="2712" y="978"/>
                </a:lnTo>
                <a:lnTo>
                  <a:pt x="2719" y="990"/>
                </a:lnTo>
                <a:lnTo>
                  <a:pt x="2727" y="1003"/>
                </a:lnTo>
                <a:lnTo>
                  <a:pt x="2735" y="1016"/>
                </a:lnTo>
                <a:lnTo>
                  <a:pt x="2743" y="1031"/>
                </a:lnTo>
                <a:lnTo>
                  <a:pt x="2750" y="1045"/>
                </a:lnTo>
                <a:lnTo>
                  <a:pt x="2758" y="1060"/>
                </a:lnTo>
                <a:lnTo>
                  <a:pt x="2766" y="1076"/>
                </a:lnTo>
                <a:lnTo>
                  <a:pt x="2774" y="1091"/>
                </a:lnTo>
                <a:lnTo>
                  <a:pt x="2781" y="1106"/>
                </a:lnTo>
                <a:lnTo>
                  <a:pt x="2789" y="1121"/>
                </a:lnTo>
                <a:lnTo>
                  <a:pt x="2797" y="1136"/>
                </a:lnTo>
                <a:lnTo>
                  <a:pt x="2805" y="1149"/>
                </a:lnTo>
                <a:lnTo>
                  <a:pt x="2813" y="1162"/>
                </a:lnTo>
                <a:lnTo>
                  <a:pt x="2820" y="1174"/>
                </a:lnTo>
                <a:lnTo>
                  <a:pt x="2828" y="1184"/>
                </a:lnTo>
                <a:lnTo>
                  <a:pt x="2836" y="1193"/>
                </a:lnTo>
                <a:lnTo>
                  <a:pt x="2844" y="1200"/>
                </a:lnTo>
                <a:lnTo>
                  <a:pt x="2851" y="1204"/>
                </a:lnTo>
                <a:lnTo>
                  <a:pt x="2859" y="1207"/>
                </a:lnTo>
                <a:lnTo>
                  <a:pt x="2867" y="1207"/>
                </a:lnTo>
                <a:lnTo>
                  <a:pt x="2875" y="1204"/>
                </a:lnTo>
                <a:lnTo>
                  <a:pt x="2882" y="1198"/>
                </a:lnTo>
                <a:lnTo>
                  <a:pt x="2890" y="1188"/>
                </a:lnTo>
                <a:lnTo>
                  <a:pt x="2898" y="1175"/>
                </a:lnTo>
                <a:lnTo>
                  <a:pt x="2906" y="1159"/>
                </a:lnTo>
                <a:lnTo>
                  <a:pt x="2914" y="1138"/>
                </a:lnTo>
                <a:lnTo>
                  <a:pt x="2921" y="1114"/>
                </a:lnTo>
                <a:lnTo>
                  <a:pt x="2929" y="1086"/>
                </a:lnTo>
                <a:lnTo>
                  <a:pt x="2937" y="1053"/>
                </a:lnTo>
                <a:lnTo>
                  <a:pt x="2945" y="1016"/>
                </a:lnTo>
                <a:lnTo>
                  <a:pt x="2952" y="974"/>
                </a:lnTo>
                <a:lnTo>
                  <a:pt x="2960" y="929"/>
                </a:lnTo>
                <a:lnTo>
                  <a:pt x="2968" y="879"/>
                </a:lnTo>
                <a:lnTo>
                  <a:pt x="2976" y="826"/>
                </a:lnTo>
                <a:lnTo>
                  <a:pt x="2983" y="768"/>
                </a:lnTo>
                <a:lnTo>
                  <a:pt x="2991" y="708"/>
                </a:lnTo>
                <a:lnTo>
                  <a:pt x="2999" y="644"/>
                </a:lnTo>
                <a:lnTo>
                  <a:pt x="3007" y="579"/>
                </a:lnTo>
                <a:lnTo>
                  <a:pt x="3015" y="511"/>
                </a:lnTo>
                <a:lnTo>
                  <a:pt x="3022" y="443"/>
                </a:lnTo>
                <a:lnTo>
                  <a:pt x="3030" y="375"/>
                </a:lnTo>
                <a:lnTo>
                  <a:pt x="3038" y="308"/>
                </a:lnTo>
                <a:lnTo>
                  <a:pt x="3046" y="243"/>
                </a:lnTo>
                <a:lnTo>
                  <a:pt x="3053" y="182"/>
                </a:lnTo>
                <a:lnTo>
                  <a:pt x="3061" y="126"/>
                </a:lnTo>
                <a:lnTo>
                  <a:pt x="3069" y="78"/>
                </a:lnTo>
                <a:lnTo>
                  <a:pt x="3077" y="39"/>
                </a:lnTo>
                <a:lnTo>
                  <a:pt x="3084" y="12"/>
                </a:lnTo>
                <a:lnTo>
                  <a:pt x="3092" y="0"/>
                </a:lnTo>
                <a:lnTo>
                  <a:pt x="31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4572000" y="3252521"/>
            <a:ext cx="2834640" cy="1510589"/>
          </a:xfrm>
          <a:custGeom>
            <a:avLst/>
            <a:gdLst/>
            <a:ahLst/>
            <a:cxnLst/>
            <a:rect l="l" t="t" r="r" b="b"/>
            <a:pathLst>
              <a:path w="3100" h="1652">
                <a:moveTo>
                  <a:pt x="0" y="819"/>
                </a:moveTo>
                <a:lnTo>
                  <a:pt x="8" y="754"/>
                </a:lnTo>
                <a:lnTo>
                  <a:pt x="16" y="703"/>
                </a:lnTo>
                <a:lnTo>
                  <a:pt x="23" y="665"/>
                </a:lnTo>
                <a:lnTo>
                  <a:pt x="31" y="639"/>
                </a:lnTo>
                <a:lnTo>
                  <a:pt x="39" y="623"/>
                </a:lnTo>
                <a:lnTo>
                  <a:pt x="47" y="615"/>
                </a:lnTo>
                <a:lnTo>
                  <a:pt x="54" y="615"/>
                </a:lnTo>
                <a:lnTo>
                  <a:pt x="62" y="622"/>
                </a:lnTo>
                <a:lnTo>
                  <a:pt x="70" y="633"/>
                </a:lnTo>
                <a:lnTo>
                  <a:pt x="78" y="650"/>
                </a:lnTo>
                <a:lnTo>
                  <a:pt x="85" y="670"/>
                </a:lnTo>
                <a:lnTo>
                  <a:pt x="93" y="693"/>
                </a:lnTo>
                <a:lnTo>
                  <a:pt x="101" y="718"/>
                </a:lnTo>
                <a:lnTo>
                  <a:pt x="109" y="745"/>
                </a:lnTo>
                <a:lnTo>
                  <a:pt x="117" y="774"/>
                </a:lnTo>
                <a:lnTo>
                  <a:pt x="124" y="803"/>
                </a:lnTo>
                <a:lnTo>
                  <a:pt x="132" y="832"/>
                </a:lnTo>
                <a:lnTo>
                  <a:pt x="140" y="862"/>
                </a:lnTo>
                <a:lnTo>
                  <a:pt x="148" y="891"/>
                </a:lnTo>
                <a:lnTo>
                  <a:pt x="155" y="920"/>
                </a:lnTo>
                <a:lnTo>
                  <a:pt x="163" y="948"/>
                </a:lnTo>
                <a:lnTo>
                  <a:pt x="171" y="975"/>
                </a:lnTo>
                <a:lnTo>
                  <a:pt x="179" y="1001"/>
                </a:lnTo>
                <a:lnTo>
                  <a:pt x="186" y="1026"/>
                </a:lnTo>
                <a:lnTo>
                  <a:pt x="194" y="1049"/>
                </a:lnTo>
                <a:lnTo>
                  <a:pt x="202" y="1071"/>
                </a:lnTo>
                <a:lnTo>
                  <a:pt x="210" y="1092"/>
                </a:lnTo>
                <a:lnTo>
                  <a:pt x="218" y="1111"/>
                </a:lnTo>
                <a:lnTo>
                  <a:pt x="225" y="1128"/>
                </a:lnTo>
                <a:lnTo>
                  <a:pt x="233" y="1144"/>
                </a:lnTo>
                <a:lnTo>
                  <a:pt x="241" y="1159"/>
                </a:lnTo>
                <a:lnTo>
                  <a:pt x="249" y="1172"/>
                </a:lnTo>
                <a:lnTo>
                  <a:pt x="256" y="1183"/>
                </a:lnTo>
                <a:lnTo>
                  <a:pt x="264" y="1194"/>
                </a:lnTo>
                <a:lnTo>
                  <a:pt x="272" y="1202"/>
                </a:lnTo>
                <a:lnTo>
                  <a:pt x="280" y="1210"/>
                </a:lnTo>
                <a:lnTo>
                  <a:pt x="287" y="1216"/>
                </a:lnTo>
                <a:lnTo>
                  <a:pt x="295" y="1222"/>
                </a:lnTo>
                <a:lnTo>
                  <a:pt x="303" y="1226"/>
                </a:lnTo>
                <a:lnTo>
                  <a:pt x="311" y="1229"/>
                </a:lnTo>
                <a:lnTo>
                  <a:pt x="319" y="1232"/>
                </a:lnTo>
                <a:lnTo>
                  <a:pt x="326" y="1234"/>
                </a:lnTo>
                <a:lnTo>
                  <a:pt x="334" y="1234"/>
                </a:lnTo>
                <a:lnTo>
                  <a:pt x="342" y="1235"/>
                </a:lnTo>
                <a:lnTo>
                  <a:pt x="350" y="1235"/>
                </a:lnTo>
                <a:lnTo>
                  <a:pt x="357" y="1234"/>
                </a:lnTo>
                <a:lnTo>
                  <a:pt x="365" y="1233"/>
                </a:lnTo>
                <a:lnTo>
                  <a:pt x="373" y="1231"/>
                </a:lnTo>
                <a:lnTo>
                  <a:pt x="381" y="1230"/>
                </a:lnTo>
                <a:lnTo>
                  <a:pt x="388" y="1228"/>
                </a:lnTo>
                <a:lnTo>
                  <a:pt x="396" y="1226"/>
                </a:lnTo>
                <a:lnTo>
                  <a:pt x="404" y="1224"/>
                </a:lnTo>
                <a:lnTo>
                  <a:pt x="412" y="1222"/>
                </a:lnTo>
                <a:lnTo>
                  <a:pt x="420" y="1220"/>
                </a:lnTo>
                <a:lnTo>
                  <a:pt x="427" y="1218"/>
                </a:lnTo>
                <a:lnTo>
                  <a:pt x="435" y="1217"/>
                </a:lnTo>
                <a:lnTo>
                  <a:pt x="443" y="1215"/>
                </a:lnTo>
                <a:lnTo>
                  <a:pt x="451" y="1214"/>
                </a:lnTo>
                <a:lnTo>
                  <a:pt x="458" y="1213"/>
                </a:lnTo>
                <a:lnTo>
                  <a:pt x="466" y="1213"/>
                </a:lnTo>
                <a:lnTo>
                  <a:pt x="474" y="1213"/>
                </a:lnTo>
                <a:lnTo>
                  <a:pt x="482" y="1213"/>
                </a:lnTo>
                <a:lnTo>
                  <a:pt x="489" y="1214"/>
                </a:lnTo>
                <a:lnTo>
                  <a:pt x="497" y="1215"/>
                </a:lnTo>
                <a:lnTo>
                  <a:pt x="505" y="1217"/>
                </a:lnTo>
                <a:lnTo>
                  <a:pt x="513" y="1219"/>
                </a:lnTo>
                <a:lnTo>
                  <a:pt x="521" y="1221"/>
                </a:lnTo>
                <a:lnTo>
                  <a:pt x="528" y="1225"/>
                </a:lnTo>
                <a:lnTo>
                  <a:pt x="536" y="1228"/>
                </a:lnTo>
                <a:lnTo>
                  <a:pt x="544" y="1232"/>
                </a:lnTo>
                <a:lnTo>
                  <a:pt x="552" y="1237"/>
                </a:lnTo>
                <a:lnTo>
                  <a:pt x="559" y="1242"/>
                </a:lnTo>
                <a:lnTo>
                  <a:pt x="567" y="1247"/>
                </a:lnTo>
                <a:lnTo>
                  <a:pt x="575" y="1253"/>
                </a:lnTo>
                <a:lnTo>
                  <a:pt x="583" y="1259"/>
                </a:lnTo>
                <a:lnTo>
                  <a:pt x="590" y="1266"/>
                </a:lnTo>
                <a:lnTo>
                  <a:pt x="598" y="1273"/>
                </a:lnTo>
                <a:lnTo>
                  <a:pt x="606" y="1281"/>
                </a:lnTo>
                <a:lnTo>
                  <a:pt x="614" y="1289"/>
                </a:lnTo>
                <a:lnTo>
                  <a:pt x="622" y="1297"/>
                </a:lnTo>
                <a:lnTo>
                  <a:pt x="629" y="1305"/>
                </a:lnTo>
                <a:lnTo>
                  <a:pt x="637" y="1314"/>
                </a:lnTo>
                <a:lnTo>
                  <a:pt x="645" y="1324"/>
                </a:lnTo>
                <a:lnTo>
                  <a:pt x="653" y="1333"/>
                </a:lnTo>
                <a:lnTo>
                  <a:pt x="660" y="1343"/>
                </a:lnTo>
                <a:lnTo>
                  <a:pt x="668" y="1353"/>
                </a:lnTo>
                <a:lnTo>
                  <a:pt x="676" y="1363"/>
                </a:lnTo>
                <a:lnTo>
                  <a:pt x="684" y="1373"/>
                </a:lnTo>
                <a:lnTo>
                  <a:pt x="691" y="1383"/>
                </a:lnTo>
                <a:lnTo>
                  <a:pt x="699" y="1394"/>
                </a:lnTo>
                <a:lnTo>
                  <a:pt x="707" y="1404"/>
                </a:lnTo>
                <a:lnTo>
                  <a:pt x="715" y="1415"/>
                </a:lnTo>
                <a:lnTo>
                  <a:pt x="723" y="1425"/>
                </a:lnTo>
                <a:lnTo>
                  <a:pt x="730" y="1436"/>
                </a:lnTo>
                <a:lnTo>
                  <a:pt x="738" y="1447"/>
                </a:lnTo>
                <a:lnTo>
                  <a:pt x="746" y="1457"/>
                </a:lnTo>
                <a:lnTo>
                  <a:pt x="754" y="1467"/>
                </a:lnTo>
                <a:lnTo>
                  <a:pt x="761" y="1478"/>
                </a:lnTo>
                <a:lnTo>
                  <a:pt x="769" y="1488"/>
                </a:lnTo>
                <a:lnTo>
                  <a:pt x="777" y="1498"/>
                </a:lnTo>
                <a:lnTo>
                  <a:pt x="785" y="1508"/>
                </a:lnTo>
                <a:lnTo>
                  <a:pt x="792" y="1517"/>
                </a:lnTo>
                <a:lnTo>
                  <a:pt x="800" y="1526"/>
                </a:lnTo>
                <a:lnTo>
                  <a:pt x="808" y="1536"/>
                </a:lnTo>
                <a:lnTo>
                  <a:pt x="816" y="1544"/>
                </a:lnTo>
                <a:lnTo>
                  <a:pt x="824" y="1553"/>
                </a:lnTo>
                <a:lnTo>
                  <a:pt x="831" y="1561"/>
                </a:lnTo>
                <a:lnTo>
                  <a:pt x="839" y="1569"/>
                </a:lnTo>
                <a:lnTo>
                  <a:pt x="847" y="1577"/>
                </a:lnTo>
                <a:lnTo>
                  <a:pt x="855" y="1584"/>
                </a:lnTo>
                <a:lnTo>
                  <a:pt x="862" y="1591"/>
                </a:lnTo>
                <a:lnTo>
                  <a:pt x="870" y="1598"/>
                </a:lnTo>
                <a:lnTo>
                  <a:pt x="878" y="1604"/>
                </a:lnTo>
                <a:lnTo>
                  <a:pt x="886" y="1610"/>
                </a:lnTo>
                <a:lnTo>
                  <a:pt x="893" y="1616"/>
                </a:lnTo>
                <a:lnTo>
                  <a:pt x="901" y="1621"/>
                </a:lnTo>
                <a:lnTo>
                  <a:pt x="909" y="1626"/>
                </a:lnTo>
                <a:lnTo>
                  <a:pt x="917" y="1630"/>
                </a:lnTo>
                <a:lnTo>
                  <a:pt x="925" y="1634"/>
                </a:lnTo>
                <a:lnTo>
                  <a:pt x="932" y="1637"/>
                </a:lnTo>
                <a:lnTo>
                  <a:pt x="940" y="1641"/>
                </a:lnTo>
                <a:lnTo>
                  <a:pt x="948" y="1643"/>
                </a:lnTo>
                <a:lnTo>
                  <a:pt x="956" y="1646"/>
                </a:lnTo>
                <a:lnTo>
                  <a:pt x="963" y="1648"/>
                </a:lnTo>
                <a:lnTo>
                  <a:pt x="971" y="1649"/>
                </a:lnTo>
                <a:lnTo>
                  <a:pt x="979" y="1650"/>
                </a:lnTo>
                <a:lnTo>
                  <a:pt x="987" y="1651"/>
                </a:lnTo>
                <a:lnTo>
                  <a:pt x="994" y="1652"/>
                </a:lnTo>
                <a:lnTo>
                  <a:pt x="1002" y="1652"/>
                </a:lnTo>
                <a:lnTo>
                  <a:pt x="1010" y="1652"/>
                </a:lnTo>
                <a:lnTo>
                  <a:pt x="1018" y="1651"/>
                </a:lnTo>
                <a:lnTo>
                  <a:pt x="1026" y="1650"/>
                </a:lnTo>
                <a:lnTo>
                  <a:pt x="1033" y="1649"/>
                </a:lnTo>
                <a:lnTo>
                  <a:pt x="1041" y="1647"/>
                </a:lnTo>
                <a:lnTo>
                  <a:pt x="1049" y="1645"/>
                </a:lnTo>
                <a:lnTo>
                  <a:pt x="1057" y="1643"/>
                </a:lnTo>
                <a:lnTo>
                  <a:pt x="1064" y="1640"/>
                </a:lnTo>
                <a:lnTo>
                  <a:pt x="1072" y="1638"/>
                </a:lnTo>
                <a:lnTo>
                  <a:pt x="1080" y="1634"/>
                </a:lnTo>
                <a:lnTo>
                  <a:pt x="1088" y="1631"/>
                </a:lnTo>
                <a:lnTo>
                  <a:pt x="1095" y="1628"/>
                </a:lnTo>
                <a:lnTo>
                  <a:pt x="1103" y="1624"/>
                </a:lnTo>
                <a:lnTo>
                  <a:pt x="1111" y="1620"/>
                </a:lnTo>
                <a:lnTo>
                  <a:pt x="1119" y="1616"/>
                </a:lnTo>
                <a:lnTo>
                  <a:pt x="1127" y="1611"/>
                </a:lnTo>
                <a:lnTo>
                  <a:pt x="1134" y="1607"/>
                </a:lnTo>
                <a:lnTo>
                  <a:pt x="1142" y="1602"/>
                </a:lnTo>
                <a:lnTo>
                  <a:pt x="1150" y="1597"/>
                </a:lnTo>
                <a:lnTo>
                  <a:pt x="1158" y="1592"/>
                </a:lnTo>
                <a:lnTo>
                  <a:pt x="1165" y="1587"/>
                </a:lnTo>
                <a:lnTo>
                  <a:pt x="1173" y="1582"/>
                </a:lnTo>
                <a:lnTo>
                  <a:pt x="1181" y="1576"/>
                </a:lnTo>
                <a:lnTo>
                  <a:pt x="1189" y="1571"/>
                </a:lnTo>
                <a:lnTo>
                  <a:pt x="1196" y="1565"/>
                </a:lnTo>
                <a:lnTo>
                  <a:pt x="1204" y="1560"/>
                </a:lnTo>
                <a:lnTo>
                  <a:pt x="1212" y="1554"/>
                </a:lnTo>
                <a:lnTo>
                  <a:pt x="1220" y="1549"/>
                </a:lnTo>
                <a:lnTo>
                  <a:pt x="1228" y="1543"/>
                </a:lnTo>
                <a:lnTo>
                  <a:pt x="1235" y="1538"/>
                </a:lnTo>
                <a:lnTo>
                  <a:pt x="1243" y="1532"/>
                </a:lnTo>
                <a:lnTo>
                  <a:pt x="1251" y="1527"/>
                </a:lnTo>
                <a:lnTo>
                  <a:pt x="1259" y="1521"/>
                </a:lnTo>
                <a:lnTo>
                  <a:pt x="1266" y="1516"/>
                </a:lnTo>
                <a:lnTo>
                  <a:pt x="1274" y="1510"/>
                </a:lnTo>
                <a:lnTo>
                  <a:pt x="1282" y="1505"/>
                </a:lnTo>
                <a:lnTo>
                  <a:pt x="1290" y="1499"/>
                </a:lnTo>
                <a:lnTo>
                  <a:pt x="1297" y="1494"/>
                </a:lnTo>
                <a:lnTo>
                  <a:pt x="1305" y="1489"/>
                </a:lnTo>
                <a:lnTo>
                  <a:pt x="1313" y="1484"/>
                </a:lnTo>
                <a:lnTo>
                  <a:pt x="1321" y="1479"/>
                </a:lnTo>
                <a:lnTo>
                  <a:pt x="1329" y="1474"/>
                </a:lnTo>
                <a:lnTo>
                  <a:pt x="1336" y="1470"/>
                </a:lnTo>
                <a:lnTo>
                  <a:pt x="1344" y="1465"/>
                </a:lnTo>
                <a:lnTo>
                  <a:pt x="1352" y="1461"/>
                </a:lnTo>
                <a:lnTo>
                  <a:pt x="1360" y="1456"/>
                </a:lnTo>
                <a:lnTo>
                  <a:pt x="1367" y="1452"/>
                </a:lnTo>
                <a:lnTo>
                  <a:pt x="1375" y="1448"/>
                </a:lnTo>
                <a:lnTo>
                  <a:pt x="1383" y="1444"/>
                </a:lnTo>
                <a:lnTo>
                  <a:pt x="1391" y="1440"/>
                </a:lnTo>
                <a:lnTo>
                  <a:pt x="1398" y="1437"/>
                </a:lnTo>
                <a:lnTo>
                  <a:pt x="1406" y="1433"/>
                </a:lnTo>
                <a:lnTo>
                  <a:pt x="1414" y="1430"/>
                </a:lnTo>
                <a:lnTo>
                  <a:pt x="1422" y="1427"/>
                </a:lnTo>
                <a:lnTo>
                  <a:pt x="1430" y="1424"/>
                </a:lnTo>
                <a:lnTo>
                  <a:pt x="1437" y="1421"/>
                </a:lnTo>
                <a:lnTo>
                  <a:pt x="1445" y="1418"/>
                </a:lnTo>
                <a:lnTo>
                  <a:pt x="1453" y="1416"/>
                </a:lnTo>
                <a:lnTo>
                  <a:pt x="1461" y="1413"/>
                </a:lnTo>
                <a:lnTo>
                  <a:pt x="1468" y="1411"/>
                </a:lnTo>
                <a:lnTo>
                  <a:pt x="1476" y="1409"/>
                </a:lnTo>
                <a:lnTo>
                  <a:pt x="1484" y="1407"/>
                </a:lnTo>
                <a:lnTo>
                  <a:pt x="1492" y="1405"/>
                </a:lnTo>
                <a:lnTo>
                  <a:pt x="1499" y="1404"/>
                </a:lnTo>
                <a:lnTo>
                  <a:pt x="1507" y="1402"/>
                </a:lnTo>
                <a:lnTo>
                  <a:pt x="1515" y="1401"/>
                </a:lnTo>
                <a:lnTo>
                  <a:pt x="1523" y="1399"/>
                </a:lnTo>
                <a:lnTo>
                  <a:pt x="1531" y="1398"/>
                </a:lnTo>
                <a:lnTo>
                  <a:pt x="1538" y="1397"/>
                </a:lnTo>
                <a:lnTo>
                  <a:pt x="1546" y="1396"/>
                </a:lnTo>
                <a:lnTo>
                  <a:pt x="1554" y="1396"/>
                </a:lnTo>
                <a:lnTo>
                  <a:pt x="1562" y="1395"/>
                </a:lnTo>
                <a:lnTo>
                  <a:pt x="1569" y="1395"/>
                </a:lnTo>
                <a:lnTo>
                  <a:pt x="1577" y="1394"/>
                </a:lnTo>
                <a:lnTo>
                  <a:pt x="1585" y="1394"/>
                </a:lnTo>
                <a:lnTo>
                  <a:pt x="1593" y="1394"/>
                </a:lnTo>
                <a:lnTo>
                  <a:pt x="1601" y="1393"/>
                </a:lnTo>
                <a:lnTo>
                  <a:pt x="1608" y="1393"/>
                </a:lnTo>
                <a:lnTo>
                  <a:pt x="1616" y="1393"/>
                </a:lnTo>
                <a:lnTo>
                  <a:pt x="1624" y="1393"/>
                </a:lnTo>
                <a:lnTo>
                  <a:pt x="1632" y="1393"/>
                </a:lnTo>
                <a:lnTo>
                  <a:pt x="1639" y="1394"/>
                </a:lnTo>
                <a:lnTo>
                  <a:pt x="1647" y="1394"/>
                </a:lnTo>
                <a:lnTo>
                  <a:pt x="1655" y="1394"/>
                </a:lnTo>
                <a:lnTo>
                  <a:pt x="1663" y="1394"/>
                </a:lnTo>
                <a:lnTo>
                  <a:pt x="1670" y="1395"/>
                </a:lnTo>
                <a:lnTo>
                  <a:pt x="1678" y="1395"/>
                </a:lnTo>
                <a:lnTo>
                  <a:pt x="1686" y="1395"/>
                </a:lnTo>
                <a:lnTo>
                  <a:pt x="1694" y="1396"/>
                </a:lnTo>
                <a:lnTo>
                  <a:pt x="1702" y="1396"/>
                </a:lnTo>
                <a:lnTo>
                  <a:pt x="1709" y="1397"/>
                </a:lnTo>
                <a:lnTo>
                  <a:pt x="1717" y="1397"/>
                </a:lnTo>
                <a:lnTo>
                  <a:pt x="1725" y="1397"/>
                </a:lnTo>
                <a:lnTo>
                  <a:pt x="1733" y="1398"/>
                </a:lnTo>
                <a:lnTo>
                  <a:pt x="1740" y="1398"/>
                </a:lnTo>
                <a:lnTo>
                  <a:pt x="1748" y="1398"/>
                </a:lnTo>
                <a:lnTo>
                  <a:pt x="1756" y="1398"/>
                </a:lnTo>
                <a:lnTo>
                  <a:pt x="1764" y="1398"/>
                </a:lnTo>
                <a:lnTo>
                  <a:pt x="1771" y="1398"/>
                </a:lnTo>
                <a:lnTo>
                  <a:pt x="1779" y="1399"/>
                </a:lnTo>
                <a:lnTo>
                  <a:pt x="1787" y="1398"/>
                </a:lnTo>
                <a:lnTo>
                  <a:pt x="1795" y="1398"/>
                </a:lnTo>
                <a:lnTo>
                  <a:pt x="1803" y="1398"/>
                </a:lnTo>
                <a:lnTo>
                  <a:pt x="1810" y="1398"/>
                </a:lnTo>
                <a:lnTo>
                  <a:pt x="1818" y="1398"/>
                </a:lnTo>
                <a:lnTo>
                  <a:pt x="1826" y="1397"/>
                </a:lnTo>
                <a:lnTo>
                  <a:pt x="1834" y="1397"/>
                </a:lnTo>
                <a:lnTo>
                  <a:pt x="1841" y="1396"/>
                </a:lnTo>
                <a:lnTo>
                  <a:pt x="1849" y="1395"/>
                </a:lnTo>
                <a:lnTo>
                  <a:pt x="1857" y="1394"/>
                </a:lnTo>
                <a:lnTo>
                  <a:pt x="1865" y="1393"/>
                </a:lnTo>
                <a:lnTo>
                  <a:pt x="1872" y="1392"/>
                </a:lnTo>
                <a:lnTo>
                  <a:pt x="1880" y="1391"/>
                </a:lnTo>
                <a:lnTo>
                  <a:pt x="1888" y="1390"/>
                </a:lnTo>
                <a:lnTo>
                  <a:pt x="1896" y="1388"/>
                </a:lnTo>
                <a:lnTo>
                  <a:pt x="1904" y="1386"/>
                </a:lnTo>
                <a:lnTo>
                  <a:pt x="1911" y="1385"/>
                </a:lnTo>
                <a:lnTo>
                  <a:pt x="1919" y="1383"/>
                </a:lnTo>
                <a:lnTo>
                  <a:pt x="1927" y="1381"/>
                </a:lnTo>
                <a:lnTo>
                  <a:pt x="1935" y="1378"/>
                </a:lnTo>
                <a:lnTo>
                  <a:pt x="1942" y="1376"/>
                </a:lnTo>
                <a:lnTo>
                  <a:pt x="1950" y="1373"/>
                </a:lnTo>
                <a:lnTo>
                  <a:pt x="1958" y="1371"/>
                </a:lnTo>
                <a:lnTo>
                  <a:pt x="1966" y="1368"/>
                </a:lnTo>
                <a:lnTo>
                  <a:pt x="1973" y="1365"/>
                </a:lnTo>
                <a:lnTo>
                  <a:pt x="1981" y="1361"/>
                </a:lnTo>
                <a:lnTo>
                  <a:pt x="1989" y="1358"/>
                </a:lnTo>
                <a:lnTo>
                  <a:pt x="1997" y="1354"/>
                </a:lnTo>
                <a:lnTo>
                  <a:pt x="2005" y="1351"/>
                </a:lnTo>
                <a:lnTo>
                  <a:pt x="2012" y="1347"/>
                </a:lnTo>
                <a:lnTo>
                  <a:pt x="2020" y="1342"/>
                </a:lnTo>
                <a:lnTo>
                  <a:pt x="2028" y="1338"/>
                </a:lnTo>
                <a:lnTo>
                  <a:pt x="2036" y="1334"/>
                </a:lnTo>
                <a:lnTo>
                  <a:pt x="2043" y="1329"/>
                </a:lnTo>
                <a:lnTo>
                  <a:pt x="2051" y="1324"/>
                </a:lnTo>
                <a:lnTo>
                  <a:pt x="2059" y="1319"/>
                </a:lnTo>
                <a:lnTo>
                  <a:pt x="2067" y="1314"/>
                </a:lnTo>
                <a:lnTo>
                  <a:pt x="2074" y="1308"/>
                </a:lnTo>
                <a:lnTo>
                  <a:pt x="2082" y="1302"/>
                </a:lnTo>
                <a:lnTo>
                  <a:pt x="2090" y="1297"/>
                </a:lnTo>
                <a:lnTo>
                  <a:pt x="2098" y="1290"/>
                </a:lnTo>
                <a:lnTo>
                  <a:pt x="2106" y="1284"/>
                </a:lnTo>
                <a:lnTo>
                  <a:pt x="2113" y="1278"/>
                </a:lnTo>
                <a:lnTo>
                  <a:pt x="2121" y="1271"/>
                </a:lnTo>
                <a:lnTo>
                  <a:pt x="2129" y="1264"/>
                </a:lnTo>
                <a:lnTo>
                  <a:pt x="2137" y="1257"/>
                </a:lnTo>
                <a:lnTo>
                  <a:pt x="2144" y="1250"/>
                </a:lnTo>
                <a:lnTo>
                  <a:pt x="2152" y="1242"/>
                </a:lnTo>
                <a:lnTo>
                  <a:pt x="2160" y="1235"/>
                </a:lnTo>
                <a:lnTo>
                  <a:pt x="2168" y="1227"/>
                </a:lnTo>
                <a:lnTo>
                  <a:pt x="2175" y="1219"/>
                </a:lnTo>
                <a:lnTo>
                  <a:pt x="2183" y="1211"/>
                </a:lnTo>
                <a:lnTo>
                  <a:pt x="2191" y="1202"/>
                </a:lnTo>
                <a:lnTo>
                  <a:pt x="2199" y="1194"/>
                </a:lnTo>
                <a:lnTo>
                  <a:pt x="2207" y="1185"/>
                </a:lnTo>
                <a:lnTo>
                  <a:pt x="2214" y="1176"/>
                </a:lnTo>
                <a:lnTo>
                  <a:pt x="2222" y="1167"/>
                </a:lnTo>
                <a:lnTo>
                  <a:pt x="2230" y="1158"/>
                </a:lnTo>
                <a:lnTo>
                  <a:pt x="2238" y="1149"/>
                </a:lnTo>
                <a:lnTo>
                  <a:pt x="2245" y="1139"/>
                </a:lnTo>
                <a:lnTo>
                  <a:pt x="2253" y="1129"/>
                </a:lnTo>
                <a:lnTo>
                  <a:pt x="2261" y="1120"/>
                </a:lnTo>
                <a:lnTo>
                  <a:pt x="2269" y="1110"/>
                </a:lnTo>
                <a:lnTo>
                  <a:pt x="2276" y="1100"/>
                </a:lnTo>
                <a:lnTo>
                  <a:pt x="2284" y="1089"/>
                </a:lnTo>
                <a:lnTo>
                  <a:pt x="2292" y="1079"/>
                </a:lnTo>
                <a:lnTo>
                  <a:pt x="2300" y="1069"/>
                </a:lnTo>
                <a:lnTo>
                  <a:pt x="2308" y="1058"/>
                </a:lnTo>
                <a:lnTo>
                  <a:pt x="2315" y="1048"/>
                </a:lnTo>
                <a:lnTo>
                  <a:pt x="2323" y="1037"/>
                </a:lnTo>
                <a:lnTo>
                  <a:pt x="2331" y="1026"/>
                </a:lnTo>
                <a:lnTo>
                  <a:pt x="2339" y="1015"/>
                </a:lnTo>
                <a:lnTo>
                  <a:pt x="2346" y="1005"/>
                </a:lnTo>
                <a:lnTo>
                  <a:pt x="2354" y="994"/>
                </a:lnTo>
                <a:lnTo>
                  <a:pt x="2362" y="983"/>
                </a:lnTo>
                <a:lnTo>
                  <a:pt x="2370" y="972"/>
                </a:lnTo>
                <a:lnTo>
                  <a:pt x="2377" y="961"/>
                </a:lnTo>
                <a:lnTo>
                  <a:pt x="2385" y="950"/>
                </a:lnTo>
                <a:lnTo>
                  <a:pt x="2393" y="939"/>
                </a:lnTo>
                <a:lnTo>
                  <a:pt x="2401" y="928"/>
                </a:lnTo>
                <a:lnTo>
                  <a:pt x="2409" y="917"/>
                </a:lnTo>
                <a:lnTo>
                  <a:pt x="2416" y="906"/>
                </a:lnTo>
                <a:lnTo>
                  <a:pt x="2424" y="895"/>
                </a:lnTo>
                <a:lnTo>
                  <a:pt x="2432" y="885"/>
                </a:lnTo>
                <a:lnTo>
                  <a:pt x="2440" y="874"/>
                </a:lnTo>
                <a:lnTo>
                  <a:pt x="2447" y="864"/>
                </a:lnTo>
                <a:lnTo>
                  <a:pt x="2455" y="853"/>
                </a:lnTo>
                <a:lnTo>
                  <a:pt x="2463" y="843"/>
                </a:lnTo>
                <a:lnTo>
                  <a:pt x="2471" y="833"/>
                </a:lnTo>
                <a:lnTo>
                  <a:pt x="2478" y="823"/>
                </a:lnTo>
                <a:lnTo>
                  <a:pt x="2486" y="814"/>
                </a:lnTo>
                <a:lnTo>
                  <a:pt x="2494" y="804"/>
                </a:lnTo>
                <a:lnTo>
                  <a:pt x="2502" y="795"/>
                </a:lnTo>
                <a:lnTo>
                  <a:pt x="2510" y="786"/>
                </a:lnTo>
                <a:lnTo>
                  <a:pt x="2517" y="777"/>
                </a:lnTo>
                <a:lnTo>
                  <a:pt x="2525" y="769"/>
                </a:lnTo>
                <a:lnTo>
                  <a:pt x="2533" y="760"/>
                </a:lnTo>
                <a:lnTo>
                  <a:pt x="2541" y="752"/>
                </a:lnTo>
                <a:lnTo>
                  <a:pt x="2548" y="745"/>
                </a:lnTo>
                <a:lnTo>
                  <a:pt x="2556" y="737"/>
                </a:lnTo>
                <a:lnTo>
                  <a:pt x="2564" y="730"/>
                </a:lnTo>
                <a:lnTo>
                  <a:pt x="2572" y="723"/>
                </a:lnTo>
                <a:lnTo>
                  <a:pt x="2579" y="717"/>
                </a:lnTo>
                <a:lnTo>
                  <a:pt x="2587" y="711"/>
                </a:lnTo>
                <a:lnTo>
                  <a:pt x="2595" y="705"/>
                </a:lnTo>
                <a:lnTo>
                  <a:pt x="2603" y="700"/>
                </a:lnTo>
                <a:lnTo>
                  <a:pt x="2611" y="695"/>
                </a:lnTo>
                <a:lnTo>
                  <a:pt x="2618" y="690"/>
                </a:lnTo>
                <a:lnTo>
                  <a:pt x="2626" y="686"/>
                </a:lnTo>
                <a:lnTo>
                  <a:pt x="2634" y="682"/>
                </a:lnTo>
                <a:lnTo>
                  <a:pt x="2642" y="679"/>
                </a:lnTo>
                <a:lnTo>
                  <a:pt x="2649" y="676"/>
                </a:lnTo>
                <a:lnTo>
                  <a:pt x="2657" y="673"/>
                </a:lnTo>
                <a:lnTo>
                  <a:pt x="2665" y="671"/>
                </a:lnTo>
                <a:lnTo>
                  <a:pt x="2673" y="669"/>
                </a:lnTo>
                <a:lnTo>
                  <a:pt x="2680" y="667"/>
                </a:lnTo>
                <a:lnTo>
                  <a:pt x="2688" y="666"/>
                </a:lnTo>
                <a:lnTo>
                  <a:pt x="2696" y="665"/>
                </a:lnTo>
                <a:lnTo>
                  <a:pt x="2704" y="664"/>
                </a:lnTo>
                <a:lnTo>
                  <a:pt x="2712" y="664"/>
                </a:lnTo>
                <a:lnTo>
                  <a:pt x="2719" y="664"/>
                </a:lnTo>
                <a:lnTo>
                  <a:pt x="2727" y="664"/>
                </a:lnTo>
                <a:lnTo>
                  <a:pt x="2735" y="665"/>
                </a:lnTo>
                <a:lnTo>
                  <a:pt x="2743" y="665"/>
                </a:lnTo>
                <a:lnTo>
                  <a:pt x="2750" y="666"/>
                </a:lnTo>
                <a:lnTo>
                  <a:pt x="2758" y="667"/>
                </a:lnTo>
                <a:lnTo>
                  <a:pt x="2766" y="668"/>
                </a:lnTo>
                <a:lnTo>
                  <a:pt x="2774" y="669"/>
                </a:lnTo>
                <a:lnTo>
                  <a:pt x="2781" y="670"/>
                </a:lnTo>
                <a:lnTo>
                  <a:pt x="2789" y="672"/>
                </a:lnTo>
                <a:lnTo>
                  <a:pt x="2797" y="673"/>
                </a:lnTo>
                <a:lnTo>
                  <a:pt x="2805" y="674"/>
                </a:lnTo>
                <a:lnTo>
                  <a:pt x="2813" y="674"/>
                </a:lnTo>
                <a:lnTo>
                  <a:pt x="2820" y="675"/>
                </a:lnTo>
                <a:lnTo>
                  <a:pt x="2828" y="675"/>
                </a:lnTo>
                <a:lnTo>
                  <a:pt x="2836" y="675"/>
                </a:lnTo>
                <a:lnTo>
                  <a:pt x="2844" y="675"/>
                </a:lnTo>
                <a:lnTo>
                  <a:pt x="2851" y="674"/>
                </a:lnTo>
                <a:lnTo>
                  <a:pt x="2859" y="672"/>
                </a:lnTo>
                <a:lnTo>
                  <a:pt x="2867" y="670"/>
                </a:lnTo>
                <a:lnTo>
                  <a:pt x="2875" y="667"/>
                </a:lnTo>
                <a:lnTo>
                  <a:pt x="2882" y="664"/>
                </a:lnTo>
                <a:lnTo>
                  <a:pt x="2890" y="659"/>
                </a:lnTo>
                <a:lnTo>
                  <a:pt x="2898" y="654"/>
                </a:lnTo>
                <a:lnTo>
                  <a:pt x="2906" y="647"/>
                </a:lnTo>
                <a:lnTo>
                  <a:pt x="2914" y="640"/>
                </a:lnTo>
                <a:lnTo>
                  <a:pt x="2921" y="632"/>
                </a:lnTo>
                <a:lnTo>
                  <a:pt x="2929" y="622"/>
                </a:lnTo>
                <a:lnTo>
                  <a:pt x="2937" y="611"/>
                </a:lnTo>
                <a:lnTo>
                  <a:pt x="2945" y="598"/>
                </a:lnTo>
                <a:lnTo>
                  <a:pt x="2952" y="584"/>
                </a:lnTo>
                <a:lnTo>
                  <a:pt x="2960" y="569"/>
                </a:lnTo>
                <a:lnTo>
                  <a:pt x="2968" y="552"/>
                </a:lnTo>
                <a:lnTo>
                  <a:pt x="2976" y="533"/>
                </a:lnTo>
                <a:lnTo>
                  <a:pt x="2983" y="513"/>
                </a:lnTo>
                <a:lnTo>
                  <a:pt x="2991" y="491"/>
                </a:lnTo>
                <a:lnTo>
                  <a:pt x="2999" y="467"/>
                </a:lnTo>
                <a:lnTo>
                  <a:pt x="3007" y="441"/>
                </a:lnTo>
                <a:lnTo>
                  <a:pt x="3015" y="414"/>
                </a:lnTo>
                <a:lnTo>
                  <a:pt x="3022" y="385"/>
                </a:lnTo>
                <a:lnTo>
                  <a:pt x="3030" y="353"/>
                </a:lnTo>
                <a:lnTo>
                  <a:pt x="3038" y="320"/>
                </a:lnTo>
                <a:lnTo>
                  <a:pt x="3046" y="286"/>
                </a:lnTo>
                <a:lnTo>
                  <a:pt x="3053" y="249"/>
                </a:lnTo>
                <a:lnTo>
                  <a:pt x="3061" y="211"/>
                </a:lnTo>
                <a:lnTo>
                  <a:pt x="3069" y="171"/>
                </a:lnTo>
                <a:lnTo>
                  <a:pt x="3077" y="130"/>
                </a:lnTo>
                <a:lnTo>
                  <a:pt x="3084" y="88"/>
                </a:lnTo>
                <a:lnTo>
                  <a:pt x="3092" y="44"/>
                </a:lnTo>
                <a:lnTo>
                  <a:pt x="31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7963AF"/>
                </a:solidFill>
                <a:latin typeface="Arial"/>
              </a:defRPr>
            </a:pPr>
            <a:r>
              <a:t>Variance</a:t>
            </a:r>
          </a:p>
        </p:txBody>
      </p:sp>
      <p:sp>
        <p:nvSpPr>
          <p:cNvPr id="35" name="TextBox 34"/>
          <p:cNvSpPr txBox="1"/>
          <p:nvPr/>
        </p:nvSpPr>
        <p:spPr>
          <a:xfrm>
            <a:off x="8001000" y="3767328"/>
            <a:ext cx="3474720" cy="1051560"/>
          </a:xfrm>
          <a:prstGeom prst="rect">
            <a:avLst/>
          </a:prstGeom>
          <a:noFill/>
        </p:spPr>
        <p:txBody>
          <a:bodyPr wrap="square" lIns="0" rIns="0" tIns="0" bIns="0">
            <a:spAutoFit/>
          </a:bodyPr>
          <a:lstStyle/>
          <a:p>
            <a:pPr>
              <a:spcAft>
                <a:spcPts val="0"/>
              </a:spcAft>
              <a:defRPr sz="2200" b="0">
                <a:solidFill>
                  <a:srgbClr val="181D16"/>
                </a:solidFill>
                <a:latin typeface="Arial"/>
              </a:defRPr>
            </a:pPr>
            <a:r>
              <a:t>Average squared distance</a:t>
            </a:r>
          </a:p>
          <a:p>
            <a:pPr>
              <a:spcAft>
                <a:spcPts val="0"/>
              </a:spcAft>
              <a:defRPr sz="2200" b="0">
                <a:solidFill>
                  <a:srgbClr val="181D16"/>
                </a:solidFill>
                <a:latin typeface="Arial"/>
              </a:defRPr>
            </a:pPr>
            <a:r>
              <a:t>from the mean prediction.</a:t>
            </a:r>
          </a:p>
        </p:txBody>
      </p:sp>
      <p:sp>
        <p:nvSpPr>
          <p:cNvPr id="36" name="TextBox 35"/>
          <p:cNvSpPr txBox="1"/>
          <p:nvPr/>
        </p:nvSpPr>
        <p:spPr>
          <a:xfrm>
            <a:off x="8001000" y="4983480"/>
            <a:ext cx="3474720" cy="685800"/>
          </a:xfrm>
          <a:prstGeom prst="rect">
            <a:avLst/>
          </a:prstGeom>
          <a:noFill/>
        </p:spPr>
        <p:txBody>
          <a:bodyPr wrap="square" lIns="0" rIns="0" tIns="0" bIns="0">
            <a:spAutoFit/>
          </a:bodyPr>
          <a:lstStyle/>
          <a:p>
            <a:pPr>
              <a:spcAft>
                <a:spcPts val="0"/>
              </a:spcAft>
              <a:defRPr sz="1800" b="0">
                <a:solidFill>
                  <a:srgbClr val="686C66"/>
                </a:solidFill>
                <a:latin typeface="Arial"/>
              </a:defRPr>
            </a:pPr>
            <a:r>
              <a:t>Degree 12 at x = 0.5</a:t>
            </a:r>
          </a:p>
          <a:p>
            <a:pPr>
              <a:spcAft>
                <a:spcPts val="0"/>
              </a:spcAft>
              <a:defRPr sz="1800" b="0">
                <a:solidFill>
                  <a:srgbClr val="686C66"/>
                </a:solidFill>
                <a:latin typeface="Arial"/>
              </a:defRPr>
            </a:pPr>
            <a:r>
              <a:t>Variance ≈ 0.060</a:t>
            </a:r>
          </a:p>
        </p:txBody>
      </p:sp>
      <p:cxnSp>
        <p:nvCxnSpPr>
          <p:cNvPr id="37" name="Connector 36"/>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07/10</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08/10</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09/10</a:t>
            </a:r>
          </a:p>
        </p:txBody>
      </p:sp>
      <p:sp>
        <p:nvSpPr>
          <p:cNvPr id="5" name="TextBox 4"/>
          <p:cNvSpPr txBox="1"/>
          <p:nvPr/>
        </p:nvSpPr>
        <p:spPr>
          <a:xfrm>
            <a:off x="1554480" y="2560320"/>
            <a:ext cx="13716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MSE</a:t>
            </a:r>
          </a:p>
        </p:txBody>
      </p:sp>
      <p:sp>
        <p:nvSpPr>
          <p:cNvPr id="6" name="TextBox 5"/>
          <p:cNvSpPr txBox="1"/>
          <p:nvPr/>
        </p:nvSpPr>
        <p:spPr>
          <a:xfrm>
            <a:off x="32004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38862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521208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5760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77724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836676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10/10</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Adam Torres Encarnacion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