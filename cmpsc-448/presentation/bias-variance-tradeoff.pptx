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Lst>
  <p:sldSz cx="12191999"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Begin with no assumed machine-learning background. A model is a rule learned from examples so that we can predict an output for a new input. On these graphs, x is the input and y is the output; black dots are observed examples, and the orange line is the model's prediction. Training means choosing the model's parameters using those examples. Both panels use the exact same 20 noisy observations and identical axes. Underfitting means the model is too simple to capture the relationship: this straight line misses the broad curve. Overfitting means treating random fluctuations in the training examples as a pattern that will repeat: the flexible curve chases the noise. Noise means unpredictable variation in observations, not necessarily a mistake in the data. These pictures illustrate the concepts; how well a model predicts genuinely new observations is what ultimately matters. High bias and high variance describe the typical failure modes illustrated here, not definitions of underfitting and overfitting. First compare performance on training examples and new examples. Then ask what happens when we train on different examples.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Loss measures prediction error; lower is better. Training loss is measured on examples used to fit the model. Test loss is measured on separate, unseen examples after training. These percentages are invented teaching values, not results from the plotted regression models. Interpret them as a hypothetical loss normalized by a fixed reference shared across all rows and both columns; they are not percentages of incorrect predictions or accuracy scores. Ordinary mean squared error is not inherently a percentage. The high-bias model performs poorly on both sets. The good fit performs well on both. The high-variance model has the smallest training loss but a much larger test loss, illustrating overfitting. These are typical illustrative patterns, not a way to measure population bias or variance from two scores. In practice, use validation data to choose models and keep the final test set untouched until evaluation. Next, return to the actual synthetic regression data and examine how predictions change across training samples.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Samples A through D come from the same quadratic relationship at the same 20 x positions, with independent Gaussian output noise of standard deviation 0.4. These are four training samples, not training versus test data. Fit ordinary least-squares linear regression, with an intercept and one slope, separately to each. Keep the inputs, model family, and fitting method fixed. At x = 0.5, A predicts 1.06, B 0.83, C 1.13, and D 0.98. The vertical guides mark that identical input. The orange dots are model predictions, not additional observations. Retraining changes the predictions slightly even though the underlying problem does not change. These straight-line fits are relatively stable, illustrating low variance, but they miss the curved relationship: stability alone does not guarantee accuracy. Four samples illustrate the idea; they do not estimate population variance reliably. Next fit a flexible polynomial to these exact same four samples.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Keep the exact same samples A through D, axes, and marked input from slide 3. Change only the model family: a degree-12 polynomial can bend much more than a straight line. At x = 0.5, its predictions are 0.96, 0.40, 1.05, 1.00 for A through D. Their spread is larger than the linear-regression predictions at this input. This illustrates sensitivity to training data, not just wiggliness. It does not mean all polynomial models have high variance: the quadratic model we show next is more stable here. Four fits are an illustration, not a precise population estimate. Next compare degree-2 and degree-12 models on eight samples.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pale curve is a model fitted to one of eight training samples, including A through D. Every degree sees exactly the same eight samples. The orange curve is the pointwise arithmetic average of those eight predictions, not a ninth fit and not the true relationship. At any fixed input, variance describes the spread of predictions around their average across training samples. The degree-12 procedure is more sensitive here; the degree-2 procedure is more stable. Wiggliness by itself is not the definition of variance, and variance is not the scatter of the raw data. Eight curves are a teaching illustration, not a precise population estimate. Axis limits are identical; curve portions outside the visible range are omitted. Flexibility need not produce high variance in every setting; sample size and regularization also matter.</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reveal the true regression function, shown as the dashed curve. We know it because this is synthetic data; it is usually unknown in practice. These are degree-1 fits to the same eight samples. They cluster, yet their average misses the curved relationship. At x = 0 the average shown predicts 0.79, while the true mean output is 0.30; the vertical segment marks that gap. Bias at a fixed input is the expected model prediction over training samples minus the true regression function at that input. The displayed eight-fit average is only a finite-sample approximation to that expectation. Bias is not a single model's residual against one noisy observation. Low variance does not guarantee low bias. A straight-line family is too restrictive for this quadratic relationship, connecting briefly to the other student's underfitting example.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Return to the degree-2 fits from slide 5, now with the true pattern revealed. All data, noise levels, and axes remain unchanged. Their average is close to the true relationship, unlike the degree-1 average; their spread is smaller than the degree-12 spread. Low bias and low variance are relative descriptions for this controlled example, not claims of zero prediction error. Because the quadratic family contains the true function and noise has mean zero, fixed-design least squares is unbiased here in expectation. The eight-fit average need not equal truth exactly. Increasing flexibility from a line to a quadratic reduces systematic error; increasing it further can add sensitivity without useful signal. That is the tradeoff, not a universal requirement that bias and variance must always move in opposite directions.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equality is the squared-error decomposition at a fixed input x: E[(f_hat_D(x) - Y_new)²] = (E_D[f_hat_D(x)] - f(x))² + Var_D[f_hat_D(x)] + Var(Y_new | x). Average over random training datasets D and independent fresh output noise, with Y_new = f(x) + epsilon and E[epsilon | x] = 0. The noise term is conditional variance, not standard deviation; here it is 0.4² = 0.16. Even a predictor equal to the true mean function cannot predict the random noise in a fresh observation. The decomposition is not a formula for one observed residual or one training loss, and is not generally valid in this form for classification error or every loss function. Noise is irreducible relative to the information available to the model; better measurements or extra informative features can change that information. The build checks the finite-ensemble squared-error identity numerically. Do not imply the displayed eight curves are the full population expectation.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Ask the audience to distinguish two cases: all retrained models agree but miss the true mean, versus retrained models disagree strongly at the same input. The first signals systematic bias; the second signals variance. A single fitted curve cannot directly show either population quantity. Underfitting and overfitting are useful outcomes discussed by the other presenter; bias and variance explain different sources of prediction error across repeated training. Close with the two questions on screen. Teaching reference: An Introduction to Statistical Learning, 2nd edition, section 2.2.2, The Bias-Variance Trade-Off, https://www.statlearning.com/. All data and plots are original synthetic examples; the visual language is inspired by the saved superlogical profile without source-site branding or assets.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9.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5F5F4"/>
        </a:solidFill>
        <a:effectLst/>
      </p:bgPr>
    </p:bg>
    <p:spTree>
      <p:nvGrpSpPr>
        <p:cNvPr id="1" name=""/>
        <p:cNvGrpSpPr/>
        <p:nvPr/>
      </p:nvGrpSpPr>
      <p:grpSpPr/>
      <p:pic>
        <p:nvPicPr>
          <p:cNvPr id="2" name="Picture 1" descr="image.png"/>
          <p:cNvPicPr>
            <a:picLocks noChangeAspect="1"/>
          </p:cNvPicPr>
          <p:nvPr/>
        </p:nvPicPr>
        <p:blipFill>
          <a:blip r:embed="rId2"/>
          <a:stretch>
            <a:fillRect/>
          </a:stretch>
        </p:blipFill>
        <p:spPr>
          <a:xfrm>
            <a:off x="11768328" y="201168"/>
            <a:ext cx="219456" cy="6455664"/>
          </a:xfrm>
          <a:prstGeom prst="rect">
            <a:avLst/>
          </a:prstGeom>
        </p:spPr>
      </p:pic>
      <p:sp>
        <p:nvSpPr>
          <p:cNvPr id="3" name="TextBox 2"/>
          <p:cNvSpPr txBox="1"/>
          <p:nvPr/>
        </p:nvSpPr>
        <p:spPr>
          <a:xfrm>
            <a:off x="566928" y="960120"/>
            <a:ext cx="10972800" cy="731520"/>
          </a:xfrm>
          <a:prstGeom prst="rect">
            <a:avLst/>
          </a:prstGeom>
          <a:noFill/>
        </p:spPr>
        <p:txBody>
          <a:bodyPr wrap="square" lIns="0" rIns="0" tIns="0" bIns="0">
            <a:spAutoFit/>
          </a:bodyPr>
          <a:lstStyle/>
          <a:p>
            <a:pPr>
              <a:spcAft>
                <a:spcPts val="0"/>
              </a:spcAft>
              <a:defRPr sz="3800" b="0">
                <a:solidFill>
                  <a:srgbClr val="181D16"/>
                </a:solidFill>
                <a:latin typeface="Arial"/>
              </a:defRPr>
            </a:pPr>
            <a:r>
              <a:t>A model learns a pattern from examples</a:t>
            </a:r>
          </a:p>
        </p:txBody>
      </p:sp>
      <p:sp>
        <p:nvSpPr>
          <p:cNvPr id="4" name="TextBox 3"/>
          <p:cNvSpPr txBox="1"/>
          <p:nvPr/>
        </p:nvSpPr>
        <p:spPr>
          <a:xfrm>
            <a:off x="10917936" y="6510528"/>
            <a:ext cx="685800" cy="201168"/>
          </a:xfrm>
          <a:prstGeom prst="rect">
            <a:avLst/>
          </a:prstGeom>
          <a:noFill/>
        </p:spPr>
        <p:txBody>
          <a:bodyPr wrap="square" lIns="0" rIns="0" tIns="0" bIns="0">
            <a:spAutoFit/>
          </a:bodyPr>
          <a:lstStyle/>
          <a:p>
            <a:pPr>
              <a:spcAft>
                <a:spcPts val="0"/>
              </a:spcAft>
              <a:defRPr sz="1100" b="0">
                <a:solidFill>
                  <a:srgbClr val="686C66"/>
                </a:solidFill>
                <a:latin typeface="Arial"/>
              </a:defRPr>
            </a:pPr>
            <a:r>
              <a:t>01/09</a:t>
            </a:r>
          </a:p>
        </p:txBody>
      </p:sp>
      <p:sp>
        <p:nvSpPr>
          <p:cNvPr id="5" name="TextBox 4"/>
          <p:cNvSpPr txBox="1"/>
          <p:nvPr/>
        </p:nvSpPr>
        <p:spPr>
          <a:xfrm>
            <a:off x="896112" y="2148840"/>
            <a:ext cx="4663440" cy="365760"/>
          </a:xfrm>
          <a:prstGeom prst="rect">
            <a:avLst/>
          </a:prstGeom>
          <a:noFill/>
        </p:spPr>
        <p:txBody>
          <a:bodyPr wrap="square" lIns="0" rIns="0" tIns="0" bIns="0">
            <a:spAutoFit/>
          </a:bodyPr>
          <a:lstStyle/>
          <a:p>
            <a:pPr>
              <a:spcAft>
                <a:spcPts val="0"/>
              </a:spcAft>
              <a:defRPr sz="2100" b="0">
                <a:solidFill>
                  <a:srgbClr val="181D16"/>
                </a:solidFill>
                <a:latin typeface="Arial"/>
              </a:defRPr>
            </a:pPr>
            <a:r>
              <a:t>Underfitting (High Bias)</a:t>
            </a:r>
          </a:p>
        </p:txBody>
      </p:sp>
      <p:cxnSp>
        <p:nvCxnSpPr>
          <p:cNvPr id="6" name="Connector 5"/>
          <p:cNvCxnSpPr/>
          <p:nvPr/>
        </p:nvCxnSpPr>
        <p:spPr>
          <a:xfrm>
            <a:off x="896112" y="4846320"/>
            <a:ext cx="4572000" cy="0"/>
          </a:xfrm>
          <a:prstGeom prst="line">
            <a:avLst/>
          </a:prstGeom>
          <a:ln w="12700">
            <a:solidFill>
              <a:srgbClr val="D4D6D0"/>
            </a:solidFill>
          </a:ln>
        </p:spPr>
        <p:style>
          <a:lnRef idx="2">
            <a:schemeClr val="accent1"/>
          </a:lnRef>
          <a:fillRef idx="0">
            <a:schemeClr val="accent1"/>
          </a:fillRef>
          <a:effectRef idx="0">
            <a:schemeClr val="accent1"/>
          </a:effectRef>
          <a:fontRef idx="minor">
            <a:schemeClr val="tx1"/>
          </a:fontRef>
        </p:style>
      </p:cxnSp>
      <p:cxnSp>
        <p:nvCxnSpPr>
          <p:cNvPr id="7" name="Connector 6"/>
          <p:cNvCxnSpPr/>
          <p:nvPr/>
        </p:nvCxnSpPr>
        <p:spPr>
          <a:xfrm>
            <a:off x="896112" y="2606040"/>
            <a:ext cx="0" cy="2240280"/>
          </a:xfrm>
          <a:prstGeom prst="line">
            <a:avLst/>
          </a:prstGeom>
          <a:ln w="12700">
            <a:solidFill>
              <a:srgbClr val="D4D6D0"/>
            </a:solidFill>
          </a:ln>
        </p:spPr>
        <p:style>
          <a:lnRef idx="2">
            <a:schemeClr val="accent1"/>
          </a:lnRef>
          <a:fillRef idx="0">
            <a:schemeClr val="accent1"/>
          </a:fillRef>
          <a:effectRef idx="0">
            <a:schemeClr val="accent1"/>
          </a:effectRef>
          <a:fontRef idx="minor">
            <a:schemeClr val="tx1"/>
          </a:fontRef>
        </p:style>
      </p:cxnSp>
      <p:sp>
        <p:nvSpPr>
          <p:cNvPr id="8" name="TextBox 7"/>
          <p:cNvSpPr txBox="1"/>
          <p:nvPr/>
        </p:nvSpPr>
        <p:spPr>
          <a:xfrm>
            <a:off x="5376672" y="4937760"/>
            <a:ext cx="640080" cy="274320"/>
          </a:xfrm>
          <a:prstGeom prst="rect">
            <a:avLst/>
          </a:prstGeom>
          <a:noFill/>
        </p:spPr>
        <p:txBody>
          <a:bodyPr wrap="square" lIns="0" rIns="0" tIns="0" bIns="0">
            <a:spAutoFit/>
          </a:bodyPr>
          <a:lstStyle/>
          <a:p>
            <a:pPr>
              <a:spcAft>
                <a:spcPts val="0"/>
              </a:spcAft>
              <a:defRPr sz="1400" b="0">
                <a:solidFill>
                  <a:srgbClr val="686C66"/>
                </a:solidFill>
                <a:latin typeface="Arial"/>
              </a:defRPr>
            </a:pPr>
            <a:r>
              <a:t>x</a:t>
            </a:r>
          </a:p>
        </p:txBody>
      </p:sp>
      <p:sp>
        <p:nvSpPr>
          <p:cNvPr id="9" name="TextBox 8"/>
          <p:cNvSpPr txBox="1"/>
          <p:nvPr/>
        </p:nvSpPr>
        <p:spPr>
          <a:xfrm>
            <a:off x="621792" y="2423160"/>
            <a:ext cx="914400" cy="274320"/>
          </a:xfrm>
          <a:prstGeom prst="rect">
            <a:avLst/>
          </a:prstGeom>
          <a:noFill/>
        </p:spPr>
        <p:txBody>
          <a:bodyPr wrap="square" lIns="0" rIns="0" tIns="0" bIns="0">
            <a:spAutoFit/>
          </a:bodyPr>
          <a:lstStyle/>
          <a:p>
            <a:pPr>
              <a:spcAft>
                <a:spcPts val="0"/>
              </a:spcAft>
              <a:defRPr sz="1400" b="0">
                <a:solidFill>
                  <a:srgbClr val="686C66"/>
                </a:solidFill>
                <a:latin typeface="Arial"/>
              </a:defRPr>
            </a:pPr>
            <a:r>
              <a:t>y</a:t>
            </a:r>
          </a:p>
        </p:txBody>
      </p:sp>
      <p:sp>
        <p:nvSpPr>
          <p:cNvPr id="10" name="Freeform 9"/>
          <p:cNvSpPr/>
          <p:nvPr/>
        </p:nvSpPr>
        <p:spPr>
          <a:xfrm>
            <a:off x="896112" y="3521354"/>
            <a:ext cx="4572000" cy="574243"/>
          </a:xfrm>
          <a:custGeom>
            <a:avLst/>
            <a:gdLst/>
            <a:ahLst/>
            <a:cxnLst/>
            <a:rect l="l" t="t" r="r" b="b"/>
            <a:pathLst>
              <a:path w="5000" h="628">
                <a:moveTo>
                  <a:pt x="0" y="628"/>
                </a:moveTo>
                <a:lnTo>
                  <a:pt x="13" y="627"/>
                </a:lnTo>
                <a:lnTo>
                  <a:pt x="25" y="625"/>
                </a:lnTo>
                <a:lnTo>
                  <a:pt x="38" y="624"/>
                </a:lnTo>
                <a:lnTo>
                  <a:pt x="50" y="622"/>
                </a:lnTo>
                <a:lnTo>
                  <a:pt x="63" y="620"/>
                </a:lnTo>
                <a:lnTo>
                  <a:pt x="75" y="619"/>
                </a:lnTo>
                <a:lnTo>
                  <a:pt x="88" y="617"/>
                </a:lnTo>
                <a:lnTo>
                  <a:pt x="100" y="616"/>
                </a:lnTo>
                <a:lnTo>
                  <a:pt x="113" y="614"/>
                </a:lnTo>
                <a:lnTo>
                  <a:pt x="125" y="613"/>
                </a:lnTo>
                <a:lnTo>
                  <a:pt x="138" y="611"/>
                </a:lnTo>
                <a:lnTo>
                  <a:pt x="150" y="609"/>
                </a:lnTo>
                <a:lnTo>
                  <a:pt x="163" y="608"/>
                </a:lnTo>
                <a:lnTo>
                  <a:pt x="175" y="606"/>
                </a:lnTo>
                <a:lnTo>
                  <a:pt x="188" y="605"/>
                </a:lnTo>
                <a:lnTo>
                  <a:pt x="201" y="603"/>
                </a:lnTo>
                <a:lnTo>
                  <a:pt x="213" y="602"/>
                </a:lnTo>
                <a:lnTo>
                  <a:pt x="226" y="600"/>
                </a:lnTo>
                <a:lnTo>
                  <a:pt x="238" y="598"/>
                </a:lnTo>
                <a:lnTo>
                  <a:pt x="251" y="597"/>
                </a:lnTo>
                <a:lnTo>
                  <a:pt x="263" y="595"/>
                </a:lnTo>
                <a:lnTo>
                  <a:pt x="276" y="594"/>
                </a:lnTo>
                <a:lnTo>
                  <a:pt x="288" y="592"/>
                </a:lnTo>
                <a:lnTo>
                  <a:pt x="301" y="590"/>
                </a:lnTo>
                <a:lnTo>
                  <a:pt x="313" y="589"/>
                </a:lnTo>
                <a:lnTo>
                  <a:pt x="326" y="587"/>
                </a:lnTo>
                <a:lnTo>
                  <a:pt x="338" y="586"/>
                </a:lnTo>
                <a:lnTo>
                  <a:pt x="351" y="584"/>
                </a:lnTo>
                <a:lnTo>
                  <a:pt x="363" y="583"/>
                </a:lnTo>
                <a:lnTo>
                  <a:pt x="376" y="581"/>
                </a:lnTo>
                <a:lnTo>
                  <a:pt x="388" y="579"/>
                </a:lnTo>
                <a:lnTo>
                  <a:pt x="401" y="578"/>
                </a:lnTo>
                <a:lnTo>
                  <a:pt x="414" y="576"/>
                </a:lnTo>
                <a:lnTo>
                  <a:pt x="426" y="575"/>
                </a:lnTo>
                <a:lnTo>
                  <a:pt x="439" y="573"/>
                </a:lnTo>
                <a:lnTo>
                  <a:pt x="451" y="572"/>
                </a:lnTo>
                <a:lnTo>
                  <a:pt x="464" y="570"/>
                </a:lnTo>
                <a:lnTo>
                  <a:pt x="476" y="568"/>
                </a:lnTo>
                <a:lnTo>
                  <a:pt x="489" y="567"/>
                </a:lnTo>
                <a:lnTo>
                  <a:pt x="501" y="565"/>
                </a:lnTo>
                <a:lnTo>
                  <a:pt x="514" y="564"/>
                </a:lnTo>
                <a:lnTo>
                  <a:pt x="526" y="562"/>
                </a:lnTo>
                <a:lnTo>
                  <a:pt x="539" y="561"/>
                </a:lnTo>
                <a:lnTo>
                  <a:pt x="551" y="559"/>
                </a:lnTo>
                <a:lnTo>
                  <a:pt x="564" y="557"/>
                </a:lnTo>
                <a:lnTo>
                  <a:pt x="576" y="556"/>
                </a:lnTo>
                <a:lnTo>
                  <a:pt x="589" y="554"/>
                </a:lnTo>
                <a:lnTo>
                  <a:pt x="602" y="553"/>
                </a:lnTo>
                <a:lnTo>
                  <a:pt x="614" y="551"/>
                </a:lnTo>
                <a:lnTo>
                  <a:pt x="627" y="550"/>
                </a:lnTo>
                <a:lnTo>
                  <a:pt x="639" y="548"/>
                </a:lnTo>
                <a:lnTo>
                  <a:pt x="652" y="546"/>
                </a:lnTo>
                <a:lnTo>
                  <a:pt x="664" y="545"/>
                </a:lnTo>
                <a:lnTo>
                  <a:pt x="677" y="543"/>
                </a:lnTo>
                <a:lnTo>
                  <a:pt x="689" y="542"/>
                </a:lnTo>
                <a:lnTo>
                  <a:pt x="702" y="540"/>
                </a:lnTo>
                <a:lnTo>
                  <a:pt x="714" y="539"/>
                </a:lnTo>
                <a:lnTo>
                  <a:pt x="727" y="537"/>
                </a:lnTo>
                <a:lnTo>
                  <a:pt x="739" y="535"/>
                </a:lnTo>
                <a:lnTo>
                  <a:pt x="752" y="534"/>
                </a:lnTo>
                <a:lnTo>
                  <a:pt x="764" y="532"/>
                </a:lnTo>
                <a:lnTo>
                  <a:pt x="777" y="531"/>
                </a:lnTo>
                <a:lnTo>
                  <a:pt x="789" y="529"/>
                </a:lnTo>
                <a:lnTo>
                  <a:pt x="802" y="527"/>
                </a:lnTo>
                <a:lnTo>
                  <a:pt x="815" y="526"/>
                </a:lnTo>
                <a:lnTo>
                  <a:pt x="827" y="524"/>
                </a:lnTo>
                <a:lnTo>
                  <a:pt x="840" y="523"/>
                </a:lnTo>
                <a:lnTo>
                  <a:pt x="852" y="521"/>
                </a:lnTo>
                <a:lnTo>
                  <a:pt x="865" y="520"/>
                </a:lnTo>
                <a:lnTo>
                  <a:pt x="877" y="518"/>
                </a:lnTo>
                <a:lnTo>
                  <a:pt x="890" y="516"/>
                </a:lnTo>
                <a:lnTo>
                  <a:pt x="902" y="515"/>
                </a:lnTo>
                <a:lnTo>
                  <a:pt x="915" y="513"/>
                </a:lnTo>
                <a:lnTo>
                  <a:pt x="927" y="512"/>
                </a:lnTo>
                <a:lnTo>
                  <a:pt x="940" y="510"/>
                </a:lnTo>
                <a:lnTo>
                  <a:pt x="952" y="509"/>
                </a:lnTo>
                <a:lnTo>
                  <a:pt x="965" y="507"/>
                </a:lnTo>
                <a:lnTo>
                  <a:pt x="977" y="505"/>
                </a:lnTo>
                <a:lnTo>
                  <a:pt x="990" y="504"/>
                </a:lnTo>
                <a:lnTo>
                  <a:pt x="1003" y="502"/>
                </a:lnTo>
                <a:lnTo>
                  <a:pt x="1015" y="501"/>
                </a:lnTo>
                <a:lnTo>
                  <a:pt x="1028" y="499"/>
                </a:lnTo>
                <a:lnTo>
                  <a:pt x="1040" y="498"/>
                </a:lnTo>
                <a:lnTo>
                  <a:pt x="1053" y="496"/>
                </a:lnTo>
                <a:lnTo>
                  <a:pt x="1065" y="494"/>
                </a:lnTo>
                <a:lnTo>
                  <a:pt x="1078" y="493"/>
                </a:lnTo>
                <a:lnTo>
                  <a:pt x="1090" y="491"/>
                </a:lnTo>
                <a:lnTo>
                  <a:pt x="1103" y="490"/>
                </a:lnTo>
                <a:lnTo>
                  <a:pt x="1115" y="488"/>
                </a:lnTo>
                <a:lnTo>
                  <a:pt x="1128" y="487"/>
                </a:lnTo>
                <a:lnTo>
                  <a:pt x="1140" y="485"/>
                </a:lnTo>
                <a:lnTo>
                  <a:pt x="1153" y="483"/>
                </a:lnTo>
                <a:lnTo>
                  <a:pt x="1165" y="482"/>
                </a:lnTo>
                <a:lnTo>
                  <a:pt x="1178" y="480"/>
                </a:lnTo>
                <a:lnTo>
                  <a:pt x="1190" y="479"/>
                </a:lnTo>
                <a:lnTo>
                  <a:pt x="1203" y="477"/>
                </a:lnTo>
                <a:lnTo>
                  <a:pt x="1216" y="475"/>
                </a:lnTo>
                <a:lnTo>
                  <a:pt x="1228" y="474"/>
                </a:lnTo>
                <a:lnTo>
                  <a:pt x="1241" y="472"/>
                </a:lnTo>
                <a:lnTo>
                  <a:pt x="1253" y="471"/>
                </a:lnTo>
                <a:lnTo>
                  <a:pt x="1266" y="469"/>
                </a:lnTo>
                <a:lnTo>
                  <a:pt x="1278" y="468"/>
                </a:lnTo>
                <a:lnTo>
                  <a:pt x="1291" y="466"/>
                </a:lnTo>
                <a:lnTo>
                  <a:pt x="1303" y="464"/>
                </a:lnTo>
                <a:lnTo>
                  <a:pt x="1316" y="463"/>
                </a:lnTo>
                <a:lnTo>
                  <a:pt x="1328" y="461"/>
                </a:lnTo>
                <a:lnTo>
                  <a:pt x="1341" y="460"/>
                </a:lnTo>
                <a:lnTo>
                  <a:pt x="1353" y="458"/>
                </a:lnTo>
                <a:lnTo>
                  <a:pt x="1366" y="457"/>
                </a:lnTo>
                <a:lnTo>
                  <a:pt x="1378" y="455"/>
                </a:lnTo>
                <a:lnTo>
                  <a:pt x="1391" y="453"/>
                </a:lnTo>
                <a:lnTo>
                  <a:pt x="1404" y="452"/>
                </a:lnTo>
                <a:lnTo>
                  <a:pt x="1416" y="450"/>
                </a:lnTo>
                <a:lnTo>
                  <a:pt x="1429" y="449"/>
                </a:lnTo>
                <a:lnTo>
                  <a:pt x="1441" y="447"/>
                </a:lnTo>
                <a:lnTo>
                  <a:pt x="1454" y="446"/>
                </a:lnTo>
                <a:lnTo>
                  <a:pt x="1466" y="444"/>
                </a:lnTo>
                <a:lnTo>
                  <a:pt x="1479" y="442"/>
                </a:lnTo>
                <a:lnTo>
                  <a:pt x="1491" y="441"/>
                </a:lnTo>
                <a:lnTo>
                  <a:pt x="1504" y="439"/>
                </a:lnTo>
                <a:lnTo>
                  <a:pt x="1516" y="438"/>
                </a:lnTo>
                <a:lnTo>
                  <a:pt x="1529" y="436"/>
                </a:lnTo>
                <a:lnTo>
                  <a:pt x="1541" y="435"/>
                </a:lnTo>
                <a:lnTo>
                  <a:pt x="1554" y="433"/>
                </a:lnTo>
                <a:lnTo>
                  <a:pt x="1566" y="431"/>
                </a:lnTo>
                <a:lnTo>
                  <a:pt x="1579" y="430"/>
                </a:lnTo>
                <a:lnTo>
                  <a:pt x="1591" y="428"/>
                </a:lnTo>
                <a:lnTo>
                  <a:pt x="1604" y="427"/>
                </a:lnTo>
                <a:lnTo>
                  <a:pt x="1617" y="425"/>
                </a:lnTo>
                <a:lnTo>
                  <a:pt x="1629" y="424"/>
                </a:lnTo>
                <a:lnTo>
                  <a:pt x="1642" y="422"/>
                </a:lnTo>
                <a:lnTo>
                  <a:pt x="1654" y="420"/>
                </a:lnTo>
                <a:lnTo>
                  <a:pt x="1667" y="419"/>
                </a:lnTo>
                <a:lnTo>
                  <a:pt x="1679" y="417"/>
                </a:lnTo>
                <a:lnTo>
                  <a:pt x="1692" y="416"/>
                </a:lnTo>
                <a:lnTo>
                  <a:pt x="1704" y="414"/>
                </a:lnTo>
                <a:lnTo>
                  <a:pt x="1717" y="412"/>
                </a:lnTo>
                <a:lnTo>
                  <a:pt x="1729" y="411"/>
                </a:lnTo>
                <a:lnTo>
                  <a:pt x="1742" y="409"/>
                </a:lnTo>
                <a:lnTo>
                  <a:pt x="1754" y="408"/>
                </a:lnTo>
                <a:lnTo>
                  <a:pt x="1767" y="406"/>
                </a:lnTo>
                <a:lnTo>
                  <a:pt x="1779" y="405"/>
                </a:lnTo>
                <a:lnTo>
                  <a:pt x="1792" y="403"/>
                </a:lnTo>
                <a:lnTo>
                  <a:pt x="1805" y="401"/>
                </a:lnTo>
                <a:lnTo>
                  <a:pt x="1817" y="400"/>
                </a:lnTo>
                <a:lnTo>
                  <a:pt x="1830" y="398"/>
                </a:lnTo>
                <a:lnTo>
                  <a:pt x="1842" y="397"/>
                </a:lnTo>
                <a:lnTo>
                  <a:pt x="1855" y="395"/>
                </a:lnTo>
                <a:lnTo>
                  <a:pt x="1867" y="394"/>
                </a:lnTo>
                <a:lnTo>
                  <a:pt x="1880" y="392"/>
                </a:lnTo>
                <a:lnTo>
                  <a:pt x="1892" y="390"/>
                </a:lnTo>
                <a:lnTo>
                  <a:pt x="1905" y="389"/>
                </a:lnTo>
                <a:lnTo>
                  <a:pt x="1917" y="387"/>
                </a:lnTo>
                <a:lnTo>
                  <a:pt x="1930" y="386"/>
                </a:lnTo>
                <a:lnTo>
                  <a:pt x="1942" y="384"/>
                </a:lnTo>
                <a:lnTo>
                  <a:pt x="1955" y="383"/>
                </a:lnTo>
                <a:lnTo>
                  <a:pt x="1967" y="381"/>
                </a:lnTo>
                <a:lnTo>
                  <a:pt x="1980" y="379"/>
                </a:lnTo>
                <a:lnTo>
                  <a:pt x="1992" y="378"/>
                </a:lnTo>
                <a:lnTo>
                  <a:pt x="2005" y="376"/>
                </a:lnTo>
                <a:lnTo>
                  <a:pt x="2018" y="375"/>
                </a:lnTo>
                <a:lnTo>
                  <a:pt x="2030" y="373"/>
                </a:lnTo>
                <a:lnTo>
                  <a:pt x="2043" y="372"/>
                </a:lnTo>
                <a:lnTo>
                  <a:pt x="2055" y="370"/>
                </a:lnTo>
                <a:lnTo>
                  <a:pt x="2068" y="368"/>
                </a:lnTo>
                <a:lnTo>
                  <a:pt x="2080" y="367"/>
                </a:lnTo>
                <a:lnTo>
                  <a:pt x="2093" y="365"/>
                </a:lnTo>
                <a:lnTo>
                  <a:pt x="2105" y="364"/>
                </a:lnTo>
                <a:lnTo>
                  <a:pt x="2118" y="362"/>
                </a:lnTo>
                <a:lnTo>
                  <a:pt x="2130" y="360"/>
                </a:lnTo>
                <a:lnTo>
                  <a:pt x="2143" y="359"/>
                </a:lnTo>
                <a:lnTo>
                  <a:pt x="2155" y="357"/>
                </a:lnTo>
                <a:lnTo>
                  <a:pt x="2168" y="356"/>
                </a:lnTo>
                <a:lnTo>
                  <a:pt x="2180" y="354"/>
                </a:lnTo>
                <a:lnTo>
                  <a:pt x="2193" y="353"/>
                </a:lnTo>
                <a:lnTo>
                  <a:pt x="2206" y="351"/>
                </a:lnTo>
                <a:lnTo>
                  <a:pt x="2218" y="349"/>
                </a:lnTo>
                <a:lnTo>
                  <a:pt x="2231" y="348"/>
                </a:lnTo>
                <a:lnTo>
                  <a:pt x="2243" y="346"/>
                </a:lnTo>
                <a:lnTo>
                  <a:pt x="2256" y="345"/>
                </a:lnTo>
                <a:lnTo>
                  <a:pt x="2268" y="343"/>
                </a:lnTo>
                <a:lnTo>
                  <a:pt x="2281" y="342"/>
                </a:lnTo>
                <a:lnTo>
                  <a:pt x="2293" y="340"/>
                </a:lnTo>
                <a:lnTo>
                  <a:pt x="2306" y="338"/>
                </a:lnTo>
                <a:lnTo>
                  <a:pt x="2318" y="337"/>
                </a:lnTo>
                <a:lnTo>
                  <a:pt x="2331" y="335"/>
                </a:lnTo>
                <a:lnTo>
                  <a:pt x="2343" y="334"/>
                </a:lnTo>
                <a:lnTo>
                  <a:pt x="2356" y="332"/>
                </a:lnTo>
                <a:lnTo>
                  <a:pt x="2368" y="331"/>
                </a:lnTo>
                <a:lnTo>
                  <a:pt x="2381" y="329"/>
                </a:lnTo>
                <a:lnTo>
                  <a:pt x="2393" y="327"/>
                </a:lnTo>
                <a:lnTo>
                  <a:pt x="2406" y="326"/>
                </a:lnTo>
                <a:lnTo>
                  <a:pt x="2419" y="324"/>
                </a:lnTo>
                <a:lnTo>
                  <a:pt x="2431" y="323"/>
                </a:lnTo>
                <a:lnTo>
                  <a:pt x="2444" y="321"/>
                </a:lnTo>
                <a:lnTo>
                  <a:pt x="2456" y="320"/>
                </a:lnTo>
                <a:lnTo>
                  <a:pt x="2469" y="318"/>
                </a:lnTo>
                <a:lnTo>
                  <a:pt x="2481" y="316"/>
                </a:lnTo>
                <a:lnTo>
                  <a:pt x="2494" y="315"/>
                </a:lnTo>
                <a:lnTo>
                  <a:pt x="2506" y="313"/>
                </a:lnTo>
                <a:lnTo>
                  <a:pt x="2519" y="312"/>
                </a:lnTo>
                <a:lnTo>
                  <a:pt x="2531" y="310"/>
                </a:lnTo>
                <a:lnTo>
                  <a:pt x="2544" y="309"/>
                </a:lnTo>
                <a:lnTo>
                  <a:pt x="2556" y="307"/>
                </a:lnTo>
                <a:lnTo>
                  <a:pt x="2569" y="305"/>
                </a:lnTo>
                <a:lnTo>
                  <a:pt x="2581" y="304"/>
                </a:lnTo>
                <a:lnTo>
                  <a:pt x="2594" y="302"/>
                </a:lnTo>
                <a:lnTo>
                  <a:pt x="2607" y="301"/>
                </a:lnTo>
                <a:lnTo>
                  <a:pt x="2619" y="299"/>
                </a:lnTo>
                <a:lnTo>
                  <a:pt x="2632" y="297"/>
                </a:lnTo>
                <a:lnTo>
                  <a:pt x="2644" y="296"/>
                </a:lnTo>
                <a:lnTo>
                  <a:pt x="2657" y="294"/>
                </a:lnTo>
                <a:lnTo>
                  <a:pt x="2669" y="293"/>
                </a:lnTo>
                <a:lnTo>
                  <a:pt x="2682" y="291"/>
                </a:lnTo>
                <a:lnTo>
                  <a:pt x="2694" y="290"/>
                </a:lnTo>
                <a:lnTo>
                  <a:pt x="2707" y="288"/>
                </a:lnTo>
                <a:lnTo>
                  <a:pt x="2719" y="286"/>
                </a:lnTo>
                <a:lnTo>
                  <a:pt x="2732" y="285"/>
                </a:lnTo>
                <a:lnTo>
                  <a:pt x="2744" y="283"/>
                </a:lnTo>
                <a:lnTo>
                  <a:pt x="2757" y="282"/>
                </a:lnTo>
                <a:lnTo>
                  <a:pt x="2769" y="280"/>
                </a:lnTo>
                <a:lnTo>
                  <a:pt x="2782" y="279"/>
                </a:lnTo>
                <a:lnTo>
                  <a:pt x="2794" y="277"/>
                </a:lnTo>
                <a:lnTo>
                  <a:pt x="2807" y="275"/>
                </a:lnTo>
                <a:lnTo>
                  <a:pt x="2820" y="274"/>
                </a:lnTo>
                <a:lnTo>
                  <a:pt x="2832" y="272"/>
                </a:lnTo>
                <a:lnTo>
                  <a:pt x="2845" y="271"/>
                </a:lnTo>
                <a:lnTo>
                  <a:pt x="2857" y="269"/>
                </a:lnTo>
                <a:lnTo>
                  <a:pt x="2870" y="268"/>
                </a:lnTo>
                <a:lnTo>
                  <a:pt x="2882" y="266"/>
                </a:lnTo>
                <a:lnTo>
                  <a:pt x="2895" y="264"/>
                </a:lnTo>
                <a:lnTo>
                  <a:pt x="2907" y="263"/>
                </a:lnTo>
                <a:lnTo>
                  <a:pt x="2920" y="261"/>
                </a:lnTo>
                <a:lnTo>
                  <a:pt x="2932" y="260"/>
                </a:lnTo>
                <a:lnTo>
                  <a:pt x="2945" y="258"/>
                </a:lnTo>
                <a:lnTo>
                  <a:pt x="2957" y="257"/>
                </a:lnTo>
                <a:lnTo>
                  <a:pt x="2970" y="255"/>
                </a:lnTo>
                <a:lnTo>
                  <a:pt x="2982" y="253"/>
                </a:lnTo>
                <a:lnTo>
                  <a:pt x="2995" y="252"/>
                </a:lnTo>
                <a:lnTo>
                  <a:pt x="3008" y="250"/>
                </a:lnTo>
                <a:lnTo>
                  <a:pt x="3020" y="249"/>
                </a:lnTo>
                <a:lnTo>
                  <a:pt x="3033" y="247"/>
                </a:lnTo>
                <a:lnTo>
                  <a:pt x="3045" y="246"/>
                </a:lnTo>
                <a:lnTo>
                  <a:pt x="3058" y="244"/>
                </a:lnTo>
                <a:lnTo>
                  <a:pt x="3070" y="242"/>
                </a:lnTo>
                <a:lnTo>
                  <a:pt x="3083" y="241"/>
                </a:lnTo>
                <a:lnTo>
                  <a:pt x="3095" y="239"/>
                </a:lnTo>
                <a:lnTo>
                  <a:pt x="3108" y="238"/>
                </a:lnTo>
                <a:lnTo>
                  <a:pt x="3120" y="236"/>
                </a:lnTo>
                <a:lnTo>
                  <a:pt x="3133" y="234"/>
                </a:lnTo>
                <a:lnTo>
                  <a:pt x="3145" y="233"/>
                </a:lnTo>
                <a:lnTo>
                  <a:pt x="3158" y="231"/>
                </a:lnTo>
                <a:lnTo>
                  <a:pt x="3170" y="230"/>
                </a:lnTo>
                <a:lnTo>
                  <a:pt x="3183" y="228"/>
                </a:lnTo>
                <a:lnTo>
                  <a:pt x="3195" y="227"/>
                </a:lnTo>
                <a:lnTo>
                  <a:pt x="3208" y="225"/>
                </a:lnTo>
                <a:lnTo>
                  <a:pt x="3221" y="223"/>
                </a:lnTo>
                <a:lnTo>
                  <a:pt x="3233" y="222"/>
                </a:lnTo>
                <a:lnTo>
                  <a:pt x="3246" y="220"/>
                </a:lnTo>
                <a:lnTo>
                  <a:pt x="3258" y="219"/>
                </a:lnTo>
                <a:lnTo>
                  <a:pt x="3271" y="217"/>
                </a:lnTo>
                <a:lnTo>
                  <a:pt x="3283" y="216"/>
                </a:lnTo>
                <a:lnTo>
                  <a:pt x="3296" y="214"/>
                </a:lnTo>
                <a:lnTo>
                  <a:pt x="3308" y="212"/>
                </a:lnTo>
                <a:lnTo>
                  <a:pt x="3321" y="211"/>
                </a:lnTo>
                <a:lnTo>
                  <a:pt x="3333" y="209"/>
                </a:lnTo>
                <a:lnTo>
                  <a:pt x="3346" y="208"/>
                </a:lnTo>
                <a:lnTo>
                  <a:pt x="3358" y="206"/>
                </a:lnTo>
                <a:lnTo>
                  <a:pt x="3371" y="205"/>
                </a:lnTo>
                <a:lnTo>
                  <a:pt x="3383" y="203"/>
                </a:lnTo>
                <a:lnTo>
                  <a:pt x="3396" y="201"/>
                </a:lnTo>
                <a:lnTo>
                  <a:pt x="3409" y="200"/>
                </a:lnTo>
                <a:lnTo>
                  <a:pt x="3421" y="198"/>
                </a:lnTo>
                <a:lnTo>
                  <a:pt x="3434" y="197"/>
                </a:lnTo>
                <a:lnTo>
                  <a:pt x="3446" y="195"/>
                </a:lnTo>
                <a:lnTo>
                  <a:pt x="3459" y="194"/>
                </a:lnTo>
                <a:lnTo>
                  <a:pt x="3471" y="192"/>
                </a:lnTo>
                <a:lnTo>
                  <a:pt x="3484" y="190"/>
                </a:lnTo>
                <a:lnTo>
                  <a:pt x="3496" y="189"/>
                </a:lnTo>
                <a:lnTo>
                  <a:pt x="3509" y="187"/>
                </a:lnTo>
                <a:lnTo>
                  <a:pt x="3521" y="186"/>
                </a:lnTo>
                <a:lnTo>
                  <a:pt x="3534" y="184"/>
                </a:lnTo>
                <a:lnTo>
                  <a:pt x="3546" y="182"/>
                </a:lnTo>
                <a:lnTo>
                  <a:pt x="3559" y="181"/>
                </a:lnTo>
                <a:lnTo>
                  <a:pt x="3571" y="179"/>
                </a:lnTo>
                <a:lnTo>
                  <a:pt x="3584" y="178"/>
                </a:lnTo>
                <a:lnTo>
                  <a:pt x="3596" y="176"/>
                </a:lnTo>
                <a:lnTo>
                  <a:pt x="3609" y="175"/>
                </a:lnTo>
                <a:lnTo>
                  <a:pt x="3622" y="173"/>
                </a:lnTo>
                <a:lnTo>
                  <a:pt x="3634" y="171"/>
                </a:lnTo>
                <a:lnTo>
                  <a:pt x="3647" y="170"/>
                </a:lnTo>
                <a:lnTo>
                  <a:pt x="3659" y="168"/>
                </a:lnTo>
                <a:lnTo>
                  <a:pt x="3672" y="167"/>
                </a:lnTo>
                <a:lnTo>
                  <a:pt x="3684" y="165"/>
                </a:lnTo>
                <a:lnTo>
                  <a:pt x="3697" y="164"/>
                </a:lnTo>
                <a:lnTo>
                  <a:pt x="3709" y="162"/>
                </a:lnTo>
                <a:lnTo>
                  <a:pt x="3722" y="160"/>
                </a:lnTo>
                <a:lnTo>
                  <a:pt x="3734" y="159"/>
                </a:lnTo>
                <a:lnTo>
                  <a:pt x="3747" y="157"/>
                </a:lnTo>
                <a:lnTo>
                  <a:pt x="3759" y="156"/>
                </a:lnTo>
                <a:lnTo>
                  <a:pt x="3772" y="154"/>
                </a:lnTo>
                <a:lnTo>
                  <a:pt x="3784" y="153"/>
                </a:lnTo>
                <a:lnTo>
                  <a:pt x="3797" y="151"/>
                </a:lnTo>
                <a:lnTo>
                  <a:pt x="3810" y="149"/>
                </a:lnTo>
                <a:lnTo>
                  <a:pt x="3822" y="148"/>
                </a:lnTo>
                <a:lnTo>
                  <a:pt x="3835" y="146"/>
                </a:lnTo>
                <a:lnTo>
                  <a:pt x="3847" y="145"/>
                </a:lnTo>
                <a:lnTo>
                  <a:pt x="3860" y="143"/>
                </a:lnTo>
                <a:lnTo>
                  <a:pt x="3872" y="142"/>
                </a:lnTo>
                <a:lnTo>
                  <a:pt x="3885" y="140"/>
                </a:lnTo>
                <a:lnTo>
                  <a:pt x="3897" y="138"/>
                </a:lnTo>
                <a:lnTo>
                  <a:pt x="3910" y="137"/>
                </a:lnTo>
                <a:lnTo>
                  <a:pt x="3922" y="135"/>
                </a:lnTo>
                <a:lnTo>
                  <a:pt x="3935" y="134"/>
                </a:lnTo>
                <a:lnTo>
                  <a:pt x="3947" y="132"/>
                </a:lnTo>
                <a:lnTo>
                  <a:pt x="3960" y="131"/>
                </a:lnTo>
                <a:lnTo>
                  <a:pt x="3972" y="129"/>
                </a:lnTo>
                <a:lnTo>
                  <a:pt x="3985" y="127"/>
                </a:lnTo>
                <a:lnTo>
                  <a:pt x="3997" y="126"/>
                </a:lnTo>
                <a:lnTo>
                  <a:pt x="4010" y="124"/>
                </a:lnTo>
                <a:lnTo>
                  <a:pt x="4023" y="123"/>
                </a:lnTo>
                <a:lnTo>
                  <a:pt x="4035" y="121"/>
                </a:lnTo>
                <a:lnTo>
                  <a:pt x="4048" y="119"/>
                </a:lnTo>
                <a:lnTo>
                  <a:pt x="4060" y="118"/>
                </a:lnTo>
                <a:lnTo>
                  <a:pt x="4073" y="116"/>
                </a:lnTo>
                <a:lnTo>
                  <a:pt x="4085" y="115"/>
                </a:lnTo>
                <a:lnTo>
                  <a:pt x="4098" y="113"/>
                </a:lnTo>
                <a:lnTo>
                  <a:pt x="4110" y="112"/>
                </a:lnTo>
                <a:lnTo>
                  <a:pt x="4123" y="110"/>
                </a:lnTo>
                <a:lnTo>
                  <a:pt x="4135" y="108"/>
                </a:lnTo>
                <a:lnTo>
                  <a:pt x="4148" y="107"/>
                </a:lnTo>
                <a:lnTo>
                  <a:pt x="4160" y="105"/>
                </a:lnTo>
                <a:lnTo>
                  <a:pt x="4173" y="104"/>
                </a:lnTo>
                <a:lnTo>
                  <a:pt x="4185" y="102"/>
                </a:lnTo>
                <a:lnTo>
                  <a:pt x="4198" y="101"/>
                </a:lnTo>
                <a:lnTo>
                  <a:pt x="4211" y="99"/>
                </a:lnTo>
                <a:lnTo>
                  <a:pt x="4223" y="97"/>
                </a:lnTo>
                <a:lnTo>
                  <a:pt x="4236" y="96"/>
                </a:lnTo>
                <a:lnTo>
                  <a:pt x="4248" y="94"/>
                </a:lnTo>
                <a:lnTo>
                  <a:pt x="4261" y="93"/>
                </a:lnTo>
                <a:lnTo>
                  <a:pt x="4273" y="91"/>
                </a:lnTo>
                <a:lnTo>
                  <a:pt x="4286" y="90"/>
                </a:lnTo>
                <a:lnTo>
                  <a:pt x="4298" y="88"/>
                </a:lnTo>
                <a:lnTo>
                  <a:pt x="4311" y="86"/>
                </a:lnTo>
                <a:lnTo>
                  <a:pt x="4323" y="85"/>
                </a:lnTo>
                <a:lnTo>
                  <a:pt x="4336" y="83"/>
                </a:lnTo>
                <a:lnTo>
                  <a:pt x="4348" y="82"/>
                </a:lnTo>
                <a:lnTo>
                  <a:pt x="4361" y="80"/>
                </a:lnTo>
                <a:lnTo>
                  <a:pt x="4373" y="79"/>
                </a:lnTo>
                <a:lnTo>
                  <a:pt x="4386" y="77"/>
                </a:lnTo>
                <a:lnTo>
                  <a:pt x="4398" y="75"/>
                </a:lnTo>
                <a:lnTo>
                  <a:pt x="4411" y="74"/>
                </a:lnTo>
                <a:lnTo>
                  <a:pt x="4424" y="72"/>
                </a:lnTo>
                <a:lnTo>
                  <a:pt x="4436" y="71"/>
                </a:lnTo>
                <a:lnTo>
                  <a:pt x="4449" y="69"/>
                </a:lnTo>
                <a:lnTo>
                  <a:pt x="4461" y="68"/>
                </a:lnTo>
                <a:lnTo>
                  <a:pt x="4474" y="66"/>
                </a:lnTo>
                <a:lnTo>
                  <a:pt x="4486" y="64"/>
                </a:lnTo>
                <a:lnTo>
                  <a:pt x="4499" y="63"/>
                </a:lnTo>
                <a:lnTo>
                  <a:pt x="4511" y="61"/>
                </a:lnTo>
                <a:lnTo>
                  <a:pt x="4524" y="60"/>
                </a:lnTo>
                <a:lnTo>
                  <a:pt x="4536" y="58"/>
                </a:lnTo>
                <a:lnTo>
                  <a:pt x="4549" y="56"/>
                </a:lnTo>
                <a:lnTo>
                  <a:pt x="4561" y="55"/>
                </a:lnTo>
                <a:lnTo>
                  <a:pt x="4574" y="53"/>
                </a:lnTo>
                <a:lnTo>
                  <a:pt x="4586" y="52"/>
                </a:lnTo>
                <a:lnTo>
                  <a:pt x="4599" y="50"/>
                </a:lnTo>
                <a:lnTo>
                  <a:pt x="4612" y="49"/>
                </a:lnTo>
                <a:lnTo>
                  <a:pt x="4624" y="47"/>
                </a:lnTo>
                <a:lnTo>
                  <a:pt x="4637" y="45"/>
                </a:lnTo>
                <a:lnTo>
                  <a:pt x="4649" y="44"/>
                </a:lnTo>
                <a:lnTo>
                  <a:pt x="4662" y="42"/>
                </a:lnTo>
                <a:lnTo>
                  <a:pt x="4674" y="41"/>
                </a:lnTo>
                <a:lnTo>
                  <a:pt x="4687" y="39"/>
                </a:lnTo>
                <a:lnTo>
                  <a:pt x="4699" y="38"/>
                </a:lnTo>
                <a:lnTo>
                  <a:pt x="4712" y="36"/>
                </a:lnTo>
                <a:lnTo>
                  <a:pt x="4724" y="34"/>
                </a:lnTo>
                <a:lnTo>
                  <a:pt x="4737" y="33"/>
                </a:lnTo>
                <a:lnTo>
                  <a:pt x="4749" y="31"/>
                </a:lnTo>
                <a:lnTo>
                  <a:pt x="4762" y="30"/>
                </a:lnTo>
                <a:lnTo>
                  <a:pt x="4774" y="28"/>
                </a:lnTo>
                <a:lnTo>
                  <a:pt x="4787" y="27"/>
                </a:lnTo>
                <a:lnTo>
                  <a:pt x="4799" y="25"/>
                </a:lnTo>
                <a:lnTo>
                  <a:pt x="4812" y="23"/>
                </a:lnTo>
                <a:lnTo>
                  <a:pt x="4825" y="22"/>
                </a:lnTo>
                <a:lnTo>
                  <a:pt x="4837" y="20"/>
                </a:lnTo>
                <a:lnTo>
                  <a:pt x="4850" y="19"/>
                </a:lnTo>
                <a:lnTo>
                  <a:pt x="4862" y="17"/>
                </a:lnTo>
                <a:lnTo>
                  <a:pt x="4875" y="16"/>
                </a:lnTo>
                <a:lnTo>
                  <a:pt x="4887" y="14"/>
                </a:lnTo>
                <a:lnTo>
                  <a:pt x="4900" y="12"/>
                </a:lnTo>
                <a:lnTo>
                  <a:pt x="4912" y="11"/>
                </a:lnTo>
                <a:lnTo>
                  <a:pt x="4925" y="9"/>
                </a:lnTo>
                <a:lnTo>
                  <a:pt x="4937" y="8"/>
                </a:lnTo>
                <a:lnTo>
                  <a:pt x="4950" y="6"/>
                </a:lnTo>
                <a:lnTo>
                  <a:pt x="4962" y="4"/>
                </a:lnTo>
                <a:lnTo>
                  <a:pt x="4975" y="3"/>
                </a:lnTo>
                <a:lnTo>
                  <a:pt x="4987" y="1"/>
                </a:lnTo>
                <a:lnTo>
                  <a:pt x="5000" y="0"/>
                </a:lnTo>
              </a:path>
            </a:pathLst>
          </a:custGeom>
          <a:noFill/>
          <a:ln w="38100">
            <a:solidFill>
              <a:srgbClr val="C6532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1" name="Oval 10"/>
          <p:cNvSpPr/>
          <p:nvPr/>
        </p:nvSpPr>
        <p:spPr>
          <a:xfrm>
            <a:off x="854964" y="3531818"/>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 name="Oval 11"/>
          <p:cNvSpPr/>
          <p:nvPr/>
        </p:nvSpPr>
        <p:spPr>
          <a:xfrm>
            <a:off x="1095595" y="3391188"/>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3" name="Oval 12"/>
          <p:cNvSpPr/>
          <p:nvPr/>
        </p:nvSpPr>
        <p:spPr>
          <a:xfrm>
            <a:off x="1336227" y="3605005"/>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4" name="Oval 13"/>
          <p:cNvSpPr/>
          <p:nvPr/>
        </p:nvSpPr>
        <p:spPr>
          <a:xfrm>
            <a:off x="1576858" y="3719852"/>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5" name="Oval 14"/>
          <p:cNvSpPr/>
          <p:nvPr/>
        </p:nvSpPr>
        <p:spPr>
          <a:xfrm>
            <a:off x="1817490" y="3563253"/>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6" name="Oval 15"/>
          <p:cNvSpPr/>
          <p:nvPr/>
        </p:nvSpPr>
        <p:spPr>
          <a:xfrm>
            <a:off x="2058121" y="4412266"/>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7" name="Oval 16"/>
          <p:cNvSpPr/>
          <p:nvPr/>
        </p:nvSpPr>
        <p:spPr>
          <a:xfrm>
            <a:off x="2298753" y="4303139"/>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8" name="Oval 17"/>
          <p:cNvSpPr/>
          <p:nvPr/>
        </p:nvSpPr>
        <p:spPr>
          <a:xfrm>
            <a:off x="2539385" y="4524965"/>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9" name="Oval 18"/>
          <p:cNvSpPr/>
          <p:nvPr/>
        </p:nvSpPr>
        <p:spPr>
          <a:xfrm>
            <a:off x="2780016" y="4201226"/>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0" name="Oval 19"/>
          <p:cNvSpPr/>
          <p:nvPr/>
        </p:nvSpPr>
        <p:spPr>
          <a:xfrm>
            <a:off x="3020648" y="3886964"/>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1" name="Oval 20"/>
          <p:cNvSpPr/>
          <p:nvPr/>
        </p:nvSpPr>
        <p:spPr>
          <a:xfrm>
            <a:off x="3261279" y="4139378"/>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2" name="Oval 21"/>
          <p:cNvSpPr/>
          <p:nvPr/>
        </p:nvSpPr>
        <p:spPr>
          <a:xfrm>
            <a:off x="3501911" y="3947716"/>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3" name="Oval 22"/>
          <p:cNvSpPr/>
          <p:nvPr/>
        </p:nvSpPr>
        <p:spPr>
          <a:xfrm>
            <a:off x="3742542" y="4542553"/>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4" name="Oval 23"/>
          <p:cNvSpPr/>
          <p:nvPr/>
        </p:nvSpPr>
        <p:spPr>
          <a:xfrm>
            <a:off x="3983174" y="3886554"/>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5" name="Oval 24"/>
          <p:cNvSpPr/>
          <p:nvPr/>
        </p:nvSpPr>
        <p:spPr>
          <a:xfrm>
            <a:off x="4223806" y="4068715"/>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6" name="Oval 25"/>
          <p:cNvSpPr/>
          <p:nvPr/>
        </p:nvSpPr>
        <p:spPr>
          <a:xfrm>
            <a:off x="4464437" y="3200808"/>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7" name="Oval 26"/>
          <p:cNvSpPr/>
          <p:nvPr/>
        </p:nvSpPr>
        <p:spPr>
          <a:xfrm>
            <a:off x="4705069" y="3297628"/>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8" name="Oval 27"/>
          <p:cNvSpPr/>
          <p:nvPr/>
        </p:nvSpPr>
        <p:spPr>
          <a:xfrm>
            <a:off x="4945700" y="3112362"/>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9" name="Oval 28"/>
          <p:cNvSpPr/>
          <p:nvPr/>
        </p:nvSpPr>
        <p:spPr>
          <a:xfrm>
            <a:off x="5186332" y="3202184"/>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0" name="Oval 29"/>
          <p:cNvSpPr/>
          <p:nvPr/>
        </p:nvSpPr>
        <p:spPr>
          <a:xfrm>
            <a:off x="5426964" y="2809499"/>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1" name="TextBox 30"/>
          <p:cNvSpPr txBox="1"/>
          <p:nvPr/>
        </p:nvSpPr>
        <p:spPr>
          <a:xfrm>
            <a:off x="896112" y="5212080"/>
            <a:ext cx="3200400" cy="731520"/>
          </a:xfrm>
          <a:prstGeom prst="rect">
            <a:avLst/>
          </a:prstGeom>
          <a:noFill/>
        </p:spPr>
        <p:txBody>
          <a:bodyPr wrap="square" lIns="0" rIns="0" tIns="0" bIns="0">
            <a:spAutoFit/>
          </a:bodyPr>
          <a:lstStyle/>
          <a:p>
            <a:pPr>
              <a:spcAft>
                <a:spcPts val="0"/>
              </a:spcAft>
              <a:defRPr sz="1900" b="0">
                <a:solidFill>
                  <a:srgbClr val="181D16"/>
                </a:solidFill>
                <a:latin typeface="Arial"/>
              </a:defRPr>
            </a:pPr>
            <a:r>
              <a:t>Too simple.</a:t>
            </a:r>
          </a:p>
          <a:p>
            <a:pPr>
              <a:spcAft>
                <a:spcPts val="0"/>
              </a:spcAft>
              <a:defRPr sz="1900" b="0">
                <a:solidFill>
                  <a:srgbClr val="181D16"/>
                </a:solidFill>
                <a:latin typeface="Arial"/>
              </a:defRPr>
            </a:pPr>
            <a:r>
              <a:t>Misses the pattern.</a:t>
            </a:r>
          </a:p>
        </p:txBody>
      </p:sp>
      <p:sp>
        <p:nvSpPr>
          <p:cNvPr id="32" name="TextBox 31"/>
          <p:cNvSpPr txBox="1"/>
          <p:nvPr/>
        </p:nvSpPr>
        <p:spPr>
          <a:xfrm>
            <a:off x="6510528" y="2148840"/>
            <a:ext cx="4663440" cy="365760"/>
          </a:xfrm>
          <a:prstGeom prst="rect">
            <a:avLst/>
          </a:prstGeom>
          <a:noFill/>
        </p:spPr>
        <p:txBody>
          <a:bodyPr wrap="square" lIns="0" rIns="0" tIns="0" bIns="0">
            <a:spAutoFit/>
          </a:bodyPr>
          <a:lstStyle/>
          <a:p>
            <a:pPr>
              <a:spcAft>
                <a:spcPts val="0"/>
              </a:spcAft>
              <a:defRPr sz="2100" b="0">
                <a:solidFill>
                  <a:srgbClr val="181D16"/>
                </a:solidFill>
                <a:latin typeface="Arial"/>
              </a:defRPr>
            </a:pPr>
            <a:r>
              <a:t>Overfitting (High Variance)</a:t>
            </a:r>
          </a:p>
        </p:txBody>
      </p:sp>
      <p:cxnSp>
        <p:nvCxnSpPr>
          <p:cNvPr id="33" name="Connector 32"/>
          <p:cNvCxnSpPr/>
          <p:nvPr/>
        </p:nvCxnSpPr>
        <p:spPr>
          <a:xfrm>
            <a:off x="6510528" y="4846320"/>
            <a:ext cx="4572000" cy="0"/>
          </a:xfrm>
          <a:prstGeom prst="line">
            <a:avLst/>
          </a:prstGeom>
          <a:ln w="12700">
            <a:solidFill>
              <a:srgbClr val="D4D6D0"/>
            </a:solidFill>
          </a:ln>
        </p:spPr>
        <p:style>
          <a:lnRef idx="2">
            <a:schemeClr val="accent1"/>
          </a:lnRef>
          <a:fillRef idx="0">
            <a:schemeClr val="accent1"/>
          </a:fillRef>
          <a:effectRef idx="0">
            <a:schemeClr val="accent1"/>
          </a:effectRef>
          <a:fontRef idx="minor">
            <a:schemeClr val="tx1"/>
          </a:fontRef>
        </p:style>
      </p:cxnSp>
      <p:cxnSp>
        <p:nvCxnSpPr>
          <p:cNvPr id="34" name="Connector 33"/>
          <p:cNvCxnSpPr/>
          <p:nvPr/>
        </p:nvCxnSpPr>
        <p:spPr>
          <a:xfrm>
            <a:off x="6510528" y="2606040"/>
            <a:ext cx="0" cy="2240280"/>
          </a:xfrm>
          <a:prstGeom prst="line">
            <a:avLst/>
          </a:prstGeom>
          <a:ln w="12700">
            <a:solidFill>
              <a:srgbClr val="D4D6D0"/>
            </a:solidFill>
          </a:ln>
        </p:spPr>
        <p:style>
          <a:lnRef idx="2">
            <a:schemeClr val="accent1"/>
          </a:lnRef>
          <a:fillRef idx="0">
            <a:schemeClr val="accent1"/>
          </a:fillRef>
          <a:effectRef idx="0">
            <a:schemeClr val="accent1"/>
          </a:effectRef>
          <a:fontRef idx="minor">
            <a:schemeClr val="tx1"/>
          </a:fontRef>
        </p:style>
      </p:cxnSp>
      <p:sp>
        <p:nvSpPr>
          <p:cNvPr id="35" name="TextBox 34"/>
          <p:cNvSpPr txBox="1"/>
          <p:nvPr/>
        </p:nvSpPr>
        <p:spPr>
          <a:xfrm>
            <a:off x="10991088" y="4937760"/>
            <a:ext cx="640080" cy="274320"/>
          </a:xfrm>
          <a:prstGeom prst="rect">
            <a:avLst/>
          </a:prstGeom>
          <a:noFill/>
        </p:spPr>
        <p:txBody>
          <a:bodyPr wrap="square" lIns="0" rIns="0" tIns="0" bIns="0">
            <a:spAutoFit/>
          </a:bodyPr>
          <a:lstStyle/>
          <a:p>
            <a:pPr>
              <a:spcAft>
                <a:spcPts val="0"/>
              </a:spcAft>
              <a:defRPr sz="1400" b="0">
                <a:solidFill>
                  <a:srgbClr val="686C66"/>
                </a:solidFill>
                <a:latin typeface="Arial"/>
              </a:defRPr>
            </a:pPr>
            <a:r>
              <a:t>x</a:t>
            </a:r>
          </a:p>
        </p:txBody>
      </p:sp>
      <p:sp>
        <p:nvSpPr>
          <p:cNvPr id="36" name="TextBox 35"/>
          <p:cNvSpPr txBox="1"/>
          <p:nvPr/>
        </p:nvSpPr>
        <p:spPr>
          <a:xfrm>
            <a:off x="6236208" y="2423160"/>
            <a:ext cx="914400" cy="274320"/>
          </a:xfrm>
          <a:prstGeom prst="rect">
            <a:avLst/>
          </a:prstGeom>
          <a:noFill/>
        </p:spPr>
        <p:txBody>
          <a:bodyPr wrap="square" lIns="0" rIns="0" tIns="0" bIns="0">
            <a:spAutoFit/>
          </a:bodyPr>
          <a:lstStyle/>
          <a:p>
            <a:pPr>
              <a:spcAft>
                <a:spcPts val="0"/>
              </a:spcAft>
              <a:defRPr sz="1400" b="0">
                <a:solidFill>
                  <a:srgbClr val="686C66"/>
                </a:solidFill>
                <a:latin typeface="Arial"/>
              </a:defRPr>
            </a:pPr>
            <a:r>
              <a:t>y</a:t>
            </a:r>
          </a:p>
        </p:txBody>
      </p:sp>
      <p:sp>
        <p:nvSpPr>
          <p:cNvPr id="37" name="Freeform 36"/>
          <p:cNvSpPr/>
          <p:nvPr/>
        </p:nvSpPr>
        <p:spPr>
          <a:xfrm>
            <a:off x="6510528" y="2851099"/>
            <a:ext cx="4572000" cy="1699870"/>
          </a:xfrm>
          <a:custGeom>
            <a:avLst/>
            <a:gdLst/>
            <a:ahLst/>
            <a:cxnLst/>
            <a:rect l="l" t="t" r="r" b="b"/>
            <a:pathLst>
              <a:path w="5000" h="1859">
                <a:moveTo>
                  <a:pt x="0" y="790"/>
                </a:moveTo>
                <a:lnTo>
                  <a:pt x="13" y="703"/>
                </a:lnTo>
                <a:lnTo>
                  <a:pt x="25" y="630"/>
                </a:lnTo>
                <a:lnTo>
                  <a:pt x="38" y="570"/>
                </a:lnTo>
                <a:lnTo>
                  <a:pt x="50" y="522"/>
                </a:lnTo>
                <a:lnTo>
                  <a:pt x="63" y="485"/>
                </a:lnTo>
                <a:lnTo>
                  <a:pt x="75" y="458"/>
                </a:lnTo>
                <a:lnTo>
                  <a:pt x="88" y="438"/>
                </a:lnTo>
                <a:lnTo>
                  <a:pt x="100" y="427"/>
                </a:lnTo>
                <a:lnTo>
                  <a:pt x="113" y="422"/>
                </a:lnTo>
                <a:lnTo>
                  <a:pt x="125" y="422"/>
                </a:lnTo>
                <a:lnTo>
                  <a:pt x="138" y="428"/>
                </a:lnTo>
                <a:lnTo>
                  <a:pt x="150" y="438"/>
                </a:lnTo>
                <a:lnTo>
                  <a:pt x="163" y="452"/>
                </a:lnTo>
                <a:lnTo>
                  <a:pt x="175" y="468"/>
                </a:lnTo>
                <a:lnTo>
                  <a:pt x="188" y="487"/>
                </a:lnTo>
                <a:lnTo>
                  <a:pt x="201" y="508"/>
                </a:lnTo>
                <a:lnTo>
                  <a:pt x="213" y="530"/>
                </a:lnTo>
                <a:lnTo>
                  <a:pt x="226" y="554"/>
                </a:lnTo>
                <a:lnTo>
                  <a:pt x="238" y="578"/>
                </a:lnTo>
                <a:lnTo>
                  <a:pt x="251" y="602"/>
                </a:lnTo>
                <a:lnTo>
                  <a:pt x="263" y="627"/>
                </a:lnTo>
                <a:lnTo>
                  <a:pt x="276" y="651"/>
                </a:lnTo>
                <a:lnTo>
                  <a:pt x="288" y="675"/>
                </a:lnTo>
                <a:lnTo>
                  <a:pt x="301" y="698"/>
                </a:lnTo>
                <a:lnTo>
                  <a:pt x="313" y="720"/>
                </a:lnTo>
                <a:lnTo>
                  <a:pt x="326" y="742"/>
                </a:lnTo>
                <a:lnTo>
                  <a:pt x="338" y="762"/>
                </a:lnTo>
                <a:lnTo>
                  <a:pt x="351" y="781"/>
                </a:lnTo>
                <a:lnTo>
                  <a:pt x="363" y="799"/>
                </a:lnTo>
                <a:lnTo>
                  <a:pt x="376" y="816"/>
                </a:lnTo>
                <a:lnTo>
                  <a:pt x="388" y="831"/>
                </a:lnTo>
                <a:lnTo>
                  <a:pt x="401" y="845"/>
                </a:lnTo>
                <a:lnTo>
                  <a:pt x="414" y="858"/>
                </a:lnTo>
                <a:lnTo>
                  <a:pt x="426" y="869"/>
                </a:lnTo>
                <a:lnTo>
                  <a:pt x="439" y="879"/>
                </a:lnTo>
                <a:lnTo>
                  <a:pt x="451" y="888"/>
                </a:lnTo>
                <a:lnTo>
                  <a:pt x="464" y="895"/>
                </a:lnTo>
                <a:lnTo>
                  <a:pt x="476" y="901"/>
                </a:lnTo>
                <a:lnTo>
                  <a:pt x="489" y="906"/>
                </a:lnTo>
                <a:lnTo>
                  <a:pt x="501" y="909"/>
                </a:lnTo>
                <a:lnTo>
                  <a:pt x="514" y="912"/>
                </a:lnTo>
                <a:lnTo>
                  <a:pt x="526" y="914"/>
                </a:lnTo>
                <a:lnTo>
                  <a:pt x="539" y="915"/>
                </a:lnTo>
                <a:lnTo>
                  <a:pt x="551" y="915"/>
                </a:lnTo>
                <a:lnTo>
                  <a:pt x="564" y="914"/>
                </a:lnTo>
                <a:lnTo>
                  <a:pt x="576" y="913"/>
                </a:lnTo>
                <a:lnTo>
                  <a:pt x="589" y="911"/>
                </a:lnTo>
                <a:lnTo>
                  <a:pt x="602" y="908"/>
                </a:lnTo>
                <a:lnTo>
                  <a:pt x="614" y="905"/>
                </a:lnTo>
                <a:lnTo>
                  <a:pt x="627" y="902"/>
                </a:lnTo>
                <a:lnTo>
                  <a:pt x="639" y="899"/>
                </a:lnTo>
                <a:lnTo>
                  <a:pt x="652" y="895"/>
                </a:lnTo>
                <a:lnTo>
                  <a:pt x="664" y="892"/>
                </a:lnTo>
                <a:lnTo>
                  <a:pt x="677" y="888"/>
                </a:lnTo>
                <a:lnTo>
                  <a:pt x="689" y="885"/>
                </a:lnTo>
                <a:lnTo>
                  <a:pt x="702" y="882"/>
                </a:lnTo>
                <a:lnTo>
                  <a:pt x="714" y="879"/>
                </a:lnTo>
                <a:lnTo>
                  <a:pt x="727" y="876"/>
                </a:lnTo>
                <a:lnTo>
                  <a:pt x="739" y="874"/>
                </a:lnTo>
                <a:lnTo>
                  <a:pt x="752" y="872"/>
                </a:lnTo>
                <a:lnTo>
                  <a:pt x="764" y="870"/>
                </a:lnTo>
                <a:lnTo>
                  <a:pt x="777" y="870"/>
                </a:lnTo>
                <a:lnTo>
                  <a:pt x="789" y="869"/>
                </a:lnTo>
                <a:lnTo>
                  <a:pt x="802" y="870"/>
                </a:lnTo>
                <a:lnTo>
                  <a:pt x="815" y="871"/>
                </a:lnTo>
                <a:lnTo>
                  <a:pt x="827" y="873"/>
                </a:lnTo>
                <a:lnTo>
                  <a:pt x="840" y="876"/>
                </a:lnTo>
                <a:lnTo>
                  <a:pt x="852" y="879"/>
                </a:lnTo>
                <a:lnTo>
                  <a:pt x="865" y="883"/>
                </a:lnTo>
                <a:lnTo>
                  <a:pt x="877" y="888"/>
                </a:lnTo>
                <a:lnTo>
                  <a:pt x="890" y="894"/>
                </a:lnTo>
                <a:lnTo>
                  <a:pt x="902" y="901"/>
                </a:lnTo>
                <a:lnTo>
                  <a:pt x="915" y="909"/>
                </a:lnTo>
                <a:lnTo>
                  <a:pt x="927" y="917"/>
                </a:lnTo>
                <a:lnTo>
                  <a:pt x="940" y="927"/>
                </a:lnTo>
                <a:lnTo>
                  <a:pt x="952" y="937"/>
                </a:lnTo>
                <a:lnTo>
                  <a:pt x="965" y="948"/>
                </a:lnTo>
                <a:lnTo>
                  <a:pt x="977" y="960"/>
                </a:lnTo>
                <a:lnTo>
                  <a:pt x="990" y="973"/>
                </a:lnTo>
                <a:lnTo>
                  <a:pt x="1003" y="987"/>
                </a:lnTo>
                <a:lnTo>
                  <a:pt x="1015" y="1001"/>
                </a:lnTo>
                <a:lnTo>
                  <a:pt x="1028" y="1016"/>
                </a:lnTo>
                <a:lnTo>
                  <a:pt x="1040" y="1032"/>
                </a:lnTo>
                <a:lnTo>
                  <a:pt x="1053" y="1049"/>
                </a:lnTo>
                <a:lnTo>
                  <a:pt x="1065" y="1066"/>
                </a:lnTo>
                <a:lnTo>
                  <a:pt x="1078" y="1084"/>
                </a:lnTo>
                <a:lnTo>
                  <a:pt x="1090" y="1103"/>
                </a:lnTo>
                <a:lnTo>
                  <a:pt x="1103" y="1122"/>
                </a:lnTo>
                <a:lnTo>
                  <a:pt x="1115" y="1142"/>
                </a:lnTo>
                <a:lnTo>
                  <a:pt x="1128" y="1162"/>
                </a:lnTo>
                <a:lnTo>
                  <a:pt x="1140" y="1182"/>
                </a:lnTo>
                <a:lnTo>
                  <a:pt x="1153" y="1203"/>
                </a:lnTo>
                <a:lnTo>
                  <a:pt x="1165" y="1225"/>
                </a:lnTo>
                <a:lnTo>
                  <a:pt x="1178" y="1247"/>
                </a:lnTo>
                <a:lnTo>
                  <a:pt x="1190" y="1268"/>
                </a:lnTo>
                <a:lnTo>
                  <a:pt x="1203" y="1291"/>
                </a:lnTo>
                <a:lnTo>
                  <a:pt x="1216" y="1313"/>
                </a:lnTo>
                <a:lnTo>
                  <a:pt x="1228" y="1335"/>
                </a:lnTo>
                <a:lnTo>
                  <a:pt x="1241" y="1358"/>
                </a:lnTo>
                <a:lnTo>
                  <a:pt x="1253" y="1380"/>
                </a:lnTo>
                <a:lnTo>
                  <a:pt x="1266" y="1403"/>
                </a:lnTo>
                <a:lnTo>
                  <a:pt x="1278" y="1425"/>
                </a:lnTo>
                <a:lnTo>
                  <a:pt x="1291" y="1447"/>
                </a:lnTo>
                <a:lnTo>
                  <a:pt x="1303" y="1469"/>
                </a:lnTo>
                <a:lnTo>
                  <a:pt x="1316" y="1491"/>
                </a:lnTo>
                <a:lnTo>
                  <a:pt x="1328" y="1513"/>
                </a:lnTo>
                <a:lnTo>
                  <a:pt x="1341" y="1534"/>
                </a:lnTo>
                <a:lnTo>
                  <a:pt x="1353" y="1555"/>
                </a:lnTo>
                <a:lnTo>
                  <a:pt x="1366" y="1575"/>
                </a:lnTo>
                <a:lnTo>
                  <a:pt x="1378" y="1595"/>
                </a:lnTo>
                <a:lnTo>
                  <a:pt x="1391" y="1615"/>
                </a:lnTo>
                <a:lnTo>
                  <a:pt x="1404" y="1633"/>
                </a:lnTo>
                <a:lnTo>
                  <a:pt x="1416" y="1652"/>
                </a:lnTo>
                <a:lnTo>
                  <a:pt x="1429" y="1670"/>
                </a:lnTo>
                <a:lnTo>
                  <a:pt x="1441" y="1687"/>
                </a:lnTo>
                <a:lnTo>
                  <a:pt x="1454" y="1703"/>
                </a:lnTo>
                <a:lnTo>
                  <a:pt x="1466" y="1719"/>
                </a:lnTo>
                <a:lnTo>
                  <a:pt x="1479" y="1734"/>
                </a:lnTo>
                <a:lnTo>
                  <a:pt x="1491" y="1748"/>
                </a:lnTo>
                <a:lnTo>
                  <a:pt x="1504" y="1762"/>
                </a:lnTo>
                <a:lnTo>
                  <a:pt x="1516" y="1774"/>
                </a:lnTo>
                <a:lnTo>
                  <a:pt x="1529" y="1786"/>
                </a:lnTo>
                <a:lnTo>
                  <a:pt x="1541" y="1797"/>
                </a:lnTo>
                <a:lnTo>
                  <a:pt x="1554" y="1807"/>
                </a:lnTo>
                <a:lnTo>
                  <a:pt x="1566" y="1816"/>
                </a:lnTo>
                <a:lnTo>
                  <a:pt x="1579" y="1825"/>
                </a:lnTo>
                <a:lnTo>
                  <a:pt x="1591" y="1832"/>
                </a:lnTo>
                <a:lnTo>
                  <a:pt x="1604" y="1839"/>
                </a:lnTo>
                <a:lnTo>
                  <a:pt x="1617" y="1844"/>
                </a:lnTo>
                <a:lnTo>
                  <a:pt x="1629" y="1849"/>
                </a:lnTo>
                <a:lnTo>
                  <a:pt x="1642" y="1853"/>
                </a:lnTo>
                <a:lnTo>
                  <a:pt x="1654" y="1856"/>
                </a:lnTo>
                <a:lnTo>
                  <a:pt x="1667" y="1858"/>
                </a:lnTo>
                <a:lnTo>
                  <a:pt x="1679" y="1859"/>
                </a:lnTo>
                <a:lnTo>
                  <a:pt x="1692" y="1859"/>
                </a:lnTo>
                <a:lnTo>
                  <a:pt x="1704" y="1859"/>
                </a:lnTo>
                <a:lnTo>
                  <a:pt x="1717" y="1857"/>
                </a:lnTo>
                <a:lnTo>
                  <a:pt x="1729" y="1855"/>
                </a:lnTo>
                <a:lnTo>
                  <a:pt x="1742" y="1851"/>
                </a:lnTo>
                <a:lnTo>
                  <a:pt x="1754" y="1847"/>
                </a:lnTo>
                <a:lnTo>
                  <a:pt x="1767" y="1842"/>
                </a:lnTo>
                <a:lnTo>
                  <a:pt x="1779" y="1837"/>
                </a:lnTo>
                <a:lnTo>
                  <a:pt x="1792" y="1830"/>
                </a:lnTo>
                <a:lnTo>
                  <a:pt x="1805" y="1823"/>
                </a:lnTo>
                <a:lnTo>
                  <a:pt x="1817" y="1815"/>
                </a:lnTo>
                <a:lnTo>
                  <a:pt x="1830" y="1807"/>
                </a:lnTo>
                <a:lnTo>
                  <a:pt x="1842" y="1797"/>
                </a:lnTo>
                <a:lnTo>
                  <a:pt x="1855" y="1788"/>
                </a:lnTo>
                <a:lnTo>
                  <a:pt x="1867" y="1777"/>
                </a:lnTo>
                <a:lnTo>
                  <a:pt x="1880" y="1766"/>
                </a:lnTo>
                <a:lnTo>
                  <a:pt x="1892" y="1754"/>
                </a:lnTo>
                <a:lnTo>
                  <a:pt x="1905" y="1742"/>
                </a:lnTo>
                <a:lnTo>
                  <a:pt x="1917" y="1730"/>
                </a:lnTo>
                <a:lnTo>
                  <a:pt x="1930" y="1717"/>
                </a:lnTo>
                <a:lnTo>
                  <a:pt x="1942" y="1703"/>
                </a:lnTo>
                <a:lnTo>
                  <a:pt x="1955" y="1690"/>
                </a:lnTo>
                <a:lnTo>
                  <a:pt x="1967" y="1676"/>
                </a:lnTo>
                <a:lnTo>
                  <a:pt x="1980" y="1661"/>
                </a:lnTo>
                <a:lnTo>
                  <a:pt x="1992" y="1647"/>
                </a:lnTo>
                <a:lnTo>
                  <a:pt x="2005" y="1632"/>
                </a:lnTo>
                <a:lnTo>
                  <a:pt x="2018" y="1617"/>
                </a:lnTo>
                <a:lnTo>
                  <a:pt x="2030" y="1602"/>
                </a:lnTo>
                <a:lnTo>
                  <a:pt x="2043" y="1586"/>
                </a:lnTo>
                <a:lnTo>
                  <a:pt x="2055" y="1571"/>
                </a:lnTo>
                <a:lnTo>
                  <a:pt x="2068" y="1556"/>
                </a:lnTo>
                <a:lnTo>
                  <a:pt x="2080" y="1540"/>
                </a:lnTo>
                <a:lnTo>
                  <a:pt x="2093" y="1525"/>
                </a:lnTo>
                <a:lnTo>
                  <a:pt x="2105" y="1510"/>
                </a:lnTo>
                <a:lnTo>
                  <a:pt x="2118" y="1495"/>
                </a:lnTo>
                <a:lnTo>
                  <a:pt x="2130" y="1480"/>
                </a:lnTo>
                <a:lnTo>
                  <a:pt x="2143" y="1465"/>
                </a:lnTo>
                <a:lnTo>
                  <a:pt x="2155" y="1451"/>
                </a:lnTo>
                <a:lnTo>
                  <a:pt x="2168" y="1437"/>
                </a:lnTo>
                <a:lnTo>
                  <a:pt x="2180" y="1423"/>
                </a:lnTo>
                <a:lnTo>
                  <a:pt x="2193" y="1409"/>
                </a:lnTo>
                <a:lnTo>
                  <a:pt x="2206" y="1396"/>
                </a:lnTo>
                <a:lnTo>
                  <a:pt x="2218" y="1383"/>
                </a:lnTo>
                <a:lnTo>
                  <a:pt x="2231" y="1371"/>
                </a:lnTo>
                <a:lnTo>
                  <a:pt x="2243" y="1359"/>
                </a:lnTo>
                <a:lnTo>
                  <a:pt x="2256" y="1347"/>
                </a:lnTo>
                <a:lnTo>
                  <a:pt x="2268" y="1336"/>
                </a:lnTo>
                <a:lnTo>
                  <a:pt x="2281" y="1326"/>
                </a:lnTo>
                <a:lnTo>
                  <a:pt x="2293" y="1316"/>
                </a:lnTo>
                <a:lnTo>
                  <a:pt x="2306" y="1306"/>
                </a:lnTo>
                <a:lnTo>
                  <a:pt x="2318" y="1297"/>
                </a:lnTo>
                <a:lnTo>
                  <a:pt x="2331" y="1289"/>
                </a:lnTo>
                <a:lnTo>
                  <a:pt x="2343" y="1281"/>
                </a:lnTo>
                <a:lnTo>
                  <a:pt x="2356" y="1274"/>
                </a:lnTo>
                <a:lnTo>
                  <a:pt x="2368" y="1268"/>
                </a:lnTo>
                <a:lnTo>
                  <a:pt x="2381" y="1262"/>
                </a:lnTo>
                <a:lnTo>
                  <a:pt x="2393" y="1256"/>
                </a:lnTo>
                <a:lnTo>
                  <a:pt x="2406" y="1252"/>
                </a:lnTo>
                <a:lnTo>
                  <a:pt x="2419" y="1248"/>
                </a:lnTo>
                <a:lnTo>
                  <a:pt x="2431" y="1245"/>
                </a:lnTo>
                <a:lnTo>
                  <a:pt x="2444" y="1242"/>
                </a:lnTo>
                <a:lnTo>
                  <a:pt x="2456" y="1240"/>
                </a:lnTo>
                <a:lnTo>
                  <a:pt x="2469" y="1239"/>
                </a:lnTo>
                <a:lnTo>
                  <a:pt x="2481" y="1238"/>
                </a:lnTo>
                <a:lnTo>
                  <a:pt x="2494" y="1238"/>
                </a:lnTo>
                <a:lnTo>
                  <a:pt x="2506" y="1239"/>
                </a:lnTo>
                <a:lnTo>
                  <a:pt x="2519" y="1240"/>
                </a:lnTo>
                <a:lnTo>
                  <a:pt x="2531" y="1242"/>
                </a:lnTo>
                <a:lnTo>
                  <a:pt x="2544" y="1245"/>
                </a:lnTo>
                <a:lnTo>
                  <a:pt x="2556" y="1248"/>
                </a:lnTo>
                <a:lnTo>
                  <a:pt x="2569" y="1252"/>
                </a:lnTo>
                <a:lnTo>
                  <a:pt x="2581" y="1256"/>
                </a:lnTo>
                <a:lnTo>
                  <a:pt x="2594" y="1261"/>
                </a:lnTo>
                <a:lnTo>
                  <a:pt x="2607" y="1266"/>
                </a:lnTo>
                <a:lnTo>
                  <a:pt x="2619" y="1272"/>
                </a:lnTo>
                <a:lnTo>
                  <a:pt x="2632" y="1279"/>
                </a:lnTo>
                <a:lnTo>
                  <a:pt x="2644" y="1286"/>
                </a:lnTo>
                <a:lnTo>
                  <a:pt x="2657" y="1293"/>
                </a:lnTo>
                <a:lnTo>
                  <a:pt x="2669" y="1301"/>
                </a:lnTo>
                <a:lnTo>
                  <a:pt x="2682" y="1309"/>
                </a:lnTo>
                <a:lnTo>
                  <a:pt x="2694" y="1318"/>
                </a:lnTo>
                <a:lnTo>
                  <a:pt x="2707" y="1327"/>
                </a:lnTo>
                <a:lnTo>
                  <a:pt x="2719" y="1336"/>
                </a:lnTo>
                <a:lnTo>
                  <a:pt x="2732" y="1346"/>
                </a:lnTo>
                <a:lnTo>
                  <a:pt x="2744" y="1355"/>
                </a:lnTo>
                <a:lnTo>
                  <a:pt x="2757" y="1365"/>
                </a:lnTo>
                <a:lnTo>
                  <a:pt x="2769" y="1376"/>
                </a:lnTo>
                <a:lnTo>
                  <a:pt x="2782" y="1386"/>
                </a:lnTo>
                <a:lnTo>
                  <a:pt x="2794" y="1397"/>
                </a:lnTo>
                <a:lnTo>
                  <a:pt x="2807" y="1407"/>
                </a:lnTo>
                <a:lnTo>
                  <a:pt x="2820" y="1418"/>
                </a:lnTo>
                <a:lnTo>
                  <a:pt x="2832" y="1429"/>
                </a:lnTo>
                <a:lnTo>
                  <a:pt x="2845" y="1440"/>
                </a:lnTo>
                <a:lnTo>
                  <a:pt x="2857" y="1451"/>
                </a:lnTo>
                <a:lnTo>
                  <a:pt x="2870" y="1461"/>
                </a:lnTo>
                <a:lnTo>
                  <a:pt x="2882" y="1472"/>
                </a:lnTo>
                <a:lnTo>
                  <a:pt x="2895" y="1483"/>
                </a:lnTo>
                <a:lnTo>
                  <a:pt x="2907" y="1493"/>
                </a:lnTo>
                <a:lnTo>
                  <a:pt x="2920" y="1503"/>
                </a:lnTo>
                <a:lnTo>
                  <a:pt x="2932" y="1513"/>
                </a:lnTo>
                <a:lnTo>
                  <a:pt x="2945" y="1523"/>
                </a:lnTo>
                <a:lnTo>
                  <a:pt x="2957" y="1532"/>
                </a:lnTo>
                <a:lnTo>
                  <a:pt x="2970" y="1541"/>
                </a:lnTo>
                <a:lnTo>
                  <a:pt x="2982" y="1550"/>
                </a:lnTo>
                <a:lnTo>
                  <a:pt x="2995" y="1558"/>
                </a:lnTo>
                <a:lnTo>
                  <a:pt x="3008" y="1566"/>
                </a:lnTo>
                <a:lnTo>
                  <a:pt x="3020" y="1574"/>
                </a:lnTo>
                <a:lnTo>
                  <a:pt x="3033" y="1581"/>
                </a:lnTo>
                <a:lnTo>
                  <a:pt x="3045" y="1587"/>
                </a:lnTo>
                <a:lnTo>
                  <a:pt x="3058" y="1594"/>
                </a:lnTo>
                <a:lnTo>
                  <a:pt x="3070" y="1599"/>
                </a:lnTo>
                <a:lnTo>
                  <a:pt x="3083" y="1604"/>
                </a:lnTo>
                <a:lnTo>
                  <a:pt x="3095" y="1608"/>
                </a:lnTo>
                <a:lnTo>
                  <a:pt x="3108" y="1612"/>
                </a:lnTo>
                <a:lnTo>
                  <a:pt x="3120" y="1615"/>
                </a:lnTo>
                <a:lnTo>
                  <a:pt x="3133" y="1618"/>
                </a:lnTo>
                <a:lnTo>
                  <a:pt x="3145" y="1620"/>
                </a:lnTo>
                <a:lnTo>
                  <a:pt x="3158" y="1621"/>
                </a:lnTo>
                <a:lnTo>
                  <a:pt x="3170" y="1621"/>
                </a:lnTo>
                <a:lnTo>
                  <a:pt x="3183" y="1621"/>
                </a:lnTo>
                <a:lnTo>
                  <a:pt x="3195" y="1620"/>
                </a:lnTo>
                <a:lnTo>
                  <a:pt x="3208" y="1619"/>
                </a:lnTo>
                <a:lnTo>
                  <a:pt x="3221" y="1616"/>
                </a:lnTo>
                <a:lnTo>
                  <a:pt x="3233" y="1613"/>
                </a:lnTo>
                <a:lnTo>
                  <a:pt x="3246" y="1609"/>
                </a:lnTo>
                <a:lnTo>
                  <a:pt x="3258" y="1605"/>
                </a:lnTo>
                <a:lnTo>
                  <a:pt x="3271" y="1600"/>
                </a:lnTo>
                <a:lnTo>
                  <a:pt x="3283" y="1594"/>
                </a:lnTo>
                <a:lnTo>
                  <a:pt x="3296" y="1587"/>
                </a:lnTo>
                <a:lnTo>
                  <a:pt x="3308" y="1579"/>
                </a:lnTo>
                <a:lnTo>
                  <a:pt x="3321" y="1571"/>
                </a:lnTo>
                <a:lnTo>
                  <a:pt x="3333" y="1562"/>
                </a:lnTo>
                <a:lnTo>
                  <a:pt x="3346" y="1552"/>
                </a:lnTo>
                <a:lnTo>
                  <a:pt x="3358" y="1542"/>
                </a:lnTo>
                <a:lnTo>
                  <a:pt x="3371" y="1531"/>
                </a:lnTo>
                <a:lnTo>
                  <a:pt x="3383" y="1519"/>
                </a:lnTo>
                <a:lnTo>
                  <a:pt x="3396" y="1506"/>
                </a:lnTo>
                <a:lnTo>
                  <a:pt x="3409" y="1493"/>
                </a:lnTo>
                <a:lnTo>
                  <a:pt x="3421" y="1479"/>
                </a:lnTo>
                <a:lnTo>
                  <a:pt x="3434" y="1465"/>
                </a:lnTo>
                <a:lnTo>
                  <a:pt x="3446" y="1450"/>
                </a:lnTo>
                <a:lnTo>
                  <a:pt x="3459" y="1434"/>
                </a:lnTo>
                <a:lnTo>
                  <a:pt x="3471" y="1418"/>
                </a:lnTo>
                <a:lnTo>
                  <a:pt x="3484" y="1401"/>
                </a:lnTo>
                <a:lnTo>
                  <a:pt x="3496" y="1384"/>
                </a:lnTo>
                <a:lnTo>
                  <a:pt x="3509" y="1366"/>
                </a:lnTo>
                <a:lnTo>
                  <a:pt x="3521" y="1348"/>
                </a:lnTo>
                <a:lnTo>
                  <a:pt x="3534" y="1329"/>
                </a:lnTo>
                <a:lnTo>
                  <a:pt x="3546" y="1310"/>
                </a:lnTo>
                <a:lnTo>
                  <a:pt x="3559" y="1290"/>
                </a:lnTo>
                <a:lnTo>
                  <a:pt x="3571" y="1270"/>
                </a:lnTo>
                <a:lnTo>
                  <a:pt x="3584" y="1250"/>
                </a:lnTo>
                <a:lnTo>
                  <a:pt x="3596" y="1229"/>
                </a:lnTo>
                <a:lnTo>
                  <a:pt x="3609" y="1209"/>
                </a:lnTo>
                <a:lnTo>
                  <a:pt x="3622" y="1187"/>
                </a:lnTo>
                <a:lnTo>
                  <a:pt x="3634" y="1166"/>
                </a:lnTo>
                <a:lnTo>
                  <a:pt x="3647" y="1145"/>
                </a:lnTo>
                <a:lnTo>
                  <a:pt x="3659" y="1123"/>
                </a:lnTo>
                <a:lnTo>
                  <a:pt x="3672" y="1101"/>
                </a:lnTo>
                <a:lnTo>
                  <a:pt x="3684" y="1080"/>
                </a:lnTo>
                <a:lnTo>
                  <a:pt x="3697" y="1058"/>
                </a:lnTo>
                <a:lnTo>
                  <a:pt x="3709" y="1036"/>
                </a:lnTo>
                <a:lnTo>
                  <a:pt x="3722" y="1014"/>
                </a:lnTo>
                <a:lnTo>
                  <a:pt x="3734" y="992"/>
                </a:lnTo>
                <a:lnTo>
                  <a:pt x="3747" y="970"/>
                </a:lnTo>
                <a:lnTo>
                  <a:pt x="3759" y="948"/>
                </a:lnTo>
                <a:lnTo>
                  <a:pt x="3772" y="927"/>
                </a:lnTo>
                <a:lnTo>
                  <a:pt x="3784" y="905"/>
                </a:lnTo>
                <a:lnTo>
                  <a:pt x="3797" y="884"/>
                </a:lnTo>
                <a:lnTo>
                  <a:pt x="3810" y="863"/>
                </a:lnTo>
                <a:lnTo>
                  <a:pt x="3822" y="842"/>
                </a:lnTo>
                <a:lnTo>
                  <a:pt x="3835" y="822"/>
                </a:lnTo>
                <a:lnTo>
                  <a:pt x="3847" y="802"/>
                </a:lnTo>
                <a:lnTo>
                  <a:pt x="3860" y="782"/>
                </a:lnTo>
                <a:lnTo>
                  <a:pt x="3872" y="762"/>
                </a:lnTo>
                <a:lnTo>
                  <a:pt x="3885" y="743"/>
                </a:lnTo>
                <a:lnTo>
                  <a:pt x="3897" y="724"/>
                </a:lnTo>
                <a:lnTo>
                  <a:pt x="3910" y="706"/>
                </a:lnTo>
                <a:lnTo>
                  <a:pt x="3922" y="688"/>
                </a:lnTo>
                <a:lnTo>
                  <a:pt x="3935" y="670"/>
                </a:lnTo>
                <a:lnTo>
                  <a:pt x="3947" y="653"/>
                </a:lnTo>
                <a:lnTo>
                  <a:pt x="3960" y="637"/>
                </a:lnTo>
                <a:lnTo>
                  <a:pt x="3972" y="620"/>
                </a:lnTo>
                <a:lnTo>
                  <a:pt x="3985" y="605"/>
                </a:lnTo>
                <a:lnTo>
                  <a:pt x="3997" y="590"/>
                </a:lnTo>
                <a:lnTo>
                  <a:pt x="4010" y="575"/>
                </a:lnTo>
                <a:lnTo>
                  <a:pt x="4023" y="561"/>
                </a:lnTo>
                <a:lnTo>
                  <a:pt x="4035" y="547"/>
                </a:lnTo>
                <a:lnTo>
                  <a:pt x="4048" y="534"/>
                </a:lnTo>
                <a:lnTo>
                  <a:pt x="4060" y="522"/>
                </a:lnTo>
                <a:lnTo>
                  <a:pt x="4073" y="510"/>
                </a:lnTo>
                <a:lnTo>
                  <a:pt x="4085" y="498"/>
                </a:lnTo>
                <a:lnTo>
                  <a:pt x="4098" y="487"/>
                </a:lnTo>
                <a:lnTo>
                  <a:pt x="4110" y="477"/>
                </a:lnTo>
                <a:lnTo>
                  <a:pt x="4123" y="467"/>
                </a:lnTo>
                <a:lnTo>
                  <a:pt x="4135" y="458"/>
                </a:lnTo>
                <a:lnTo>
                  <a:pt x="4148" y="449"/>
                </a:lnTo>
                <a:lnTo>
                  <a:pt x="4160" y="441"/>
                </a:lnTo>
                <a:lnTo>
                  <a:pt x="4173" y="433"/>
                </a:lnTo>
                <a:lnTo>
                  <a:pt x="4185" y="426"/>
                </a:lnTo>
                <a:lnTo>
                  <a:pt x="4198" y="419"/>
                </a:lnTo>
                <a:lnTo>
                  <a:pt x="4211" y="413"/>
                </a:lnTo>
                <a:lnTo>
                  <a:pt x="4223" y="407"/>
                </a:lnTo>
                <a:lnTo>
                  <a:pt x="4236" y="402"/>
                </a:lnTo>
                <a:lnTo>
                  <a:pt x="4248" y="397"/>
                </a:lnTo>
                <a:lnTo>
                  <a:pt x="4261" y="393"/>
                </a:lnTo>
                <a:lnTo>
                  <a:pt x="4273" y="389"/>
                </a:lnTo>
                <a:lnTo>
                  <a:pt x="4286" y="385"/>
                </a:lnTo>
                <a:lnTo>
                  <a:pt x="4298" y="382"/>
                </a:lnTo>
                <a:lnTo>
                  <a:pt x="4311" y="379"/>
                </a:lnTo>
                <a:lnTo>
                  <a:pt x="4323" y="377"/>
                </a:lnTo>
                <a:lnTo>
                  <a:pt x="4336" y="375"/>
                </a:lnTo>
                <a:lnTo>
                  <a:pt x="4348" y="373"/>
                </a:lnTo>
                <a:lnTo>
                  <a:pt x="4361" y="372"/>
                </a:lnTo>
                <a:lnTo>
                  <a:pt x="4373" y="371"/>
                </a:lnTo>
                <a:lnTo>
                  <a:pt x="4386" y="370"/>
                </a:lnTo>
                <a:lnTo>
                  <a:pt x="4398" y="370"/>
                </a:lnTo>
                <a:lnTo>
                  <a:pt x="4411" y="369"/>
                </a:lnTo>
                <a:lnTo>
                  <a:pt x="4424" y="370"/>
                </a:lnTo>
                <a:lnTo>
                  <a:pt x="4436" y="370"/>
                </a:lnTo>
                <a:lnTo>
                  <a:pt x="4449" y="371"/>
                </a:lnTo>
                <a:lnTo>
                  <a:pt x="4461" y="372"/>
                </a:lnTo>
                <a:lnTo>
                  <a:pt x="4474" y="373"/>
                </a:lnTo>
                <a:lnTo>
                  <a:pt x="4486" y="374"/>
                </a:lnTo>
                <a:lnTo>
                  <a:pt x="4499" y="376"/>
                </a:lnTo>
                <a:lnTo>
                  <a:pt x="4511" y="377"/>
                </a:lnTo>
                <a:lnTo>
                  <a:pt x="4524" y="379"/>
                </a:lnTo>
                <a:lnTo>
                  <a:pt x="4536" y="381"/>
                </a:lnTo>
                <a:lnTo>
                  <a:pt x="4549" y="384"/>
                </a:lnTo>
                <a:lnTo>
                  <a:pt x="4561" y="386"/>
                </a:lnTo>
                <a:lnTo>
                  <a:pt x="4574" y="389"/>
                </a:lnTo>
                <a:lnTo>
                  <a:pt x="4586" y="391"/>
                </a:lnTo>
                <a:lnTo>
                  <a:pt x="4599" y="394"/>
                </a:lnTo>
                <a:lnTo>
                  <a:pt x="4612" y="397"/>
                </a:lnTo>
                <a:lnTo>
                  <a:pt x="4624" y="400"/>
                </a:lnTo>
                <a:lnTo>
                  <a:pt x="4637" y="402"/>
                </a:lnTo>
                <a:lnTo>
                  <a:pt x="4649" y="405"/>
                </a:lnTo>
                <a:lnTo>
                  <a:pt x="4662" y="408"/>
                </a:lnTo>
                <a:lnTo>
                  <a:pt x="4674" y="411"/>
                </a:lnTo>
                <a:lnTo>
                  <a:pt x="4687" y="413"/>
                </a:lnTo>
                <a:lnTo>
                  <a:pt x="4699" y="415"/>
                </a:lnTo>
                <a:lnTo>
                  <a:pt x="4712" y="417"/>
                </a:lnTo>
                <a:lnTo>
                  <a:pt x="4724" y="419"/>
                </a:lnTo>
                <a:lnTo>
                  <a:pt x="4737" y="420"/>
                </a:lnTo>
                <a:lnTo>
                  <a:pt x="4749" y="421"/>
                </a:lnTo>
                <a:lnTo>
                  <a:pt x="4762" y="421"/>
                </a:lnTo>
                <a:lnTo>
                  <a:pt x="4774" y="421"/>
                </a:lnTo>
                <a:lnTo>
                  <a:pt x="4787" y="419"/>
                </a:lnTo>
                <a:lnTo>
                  <a:pt x="4799" y="416"/>
                </a:lnTo>
                <a:lnTo>
                  <a:pt x="4812" y="413"/>
                </a:lnTo>
                <a:lnTo>
                  <a:pt x="4825" y="407"/>
                </a:lnTo>
                <a:lnTo>
                  <a:pt x="4837" y="400"/>
                </a:lnTo>
                <a:lnTo>
                  <a:pt x="4850" y="392"/>
                </a:lnTo>
                <a:lnTo>
                  <a:pt x="4862" y="381"/>
                </a:lnTo>
                <a:lnTo>
                  <a:pt x="4875" y="367"/>
                </a:lnTo>
                <a:lnTo>
                  <a:pt x="4887" y="351"/>
                </a:lnTo>
                <a:lnTo>
                  <a:pt x="4900" y="331"/>
                </a:lnTo>
                <a:lnTo>
                  <a:pt x="4912" y="308"/>
                </a:lnTo>
                <a:lnTo>
                  <a:pt x="4925" y="281"/>
                </a:lnTo>
                <a:lnTo>
                  <a:pt x="4937" y="249"/>
                </a:lnTo>
                <a:lnTo>
                  <a:pt x="4950" y="212"/>
                </a:lnTo>
                <a:lnTo>
                  <a:pt x="4962" y="170"/>
                </a:lnTo>
                <a:lnTo>
                  <a:pt x="4975" y="121"/>
                </a:lnTo>
                <a:lnTo>
                  <a:pt x="4987" y="64"/>
                </a:lnTo>
                <a:lnTo>
                  <a:pt x="5000" y="0"/>
                </a:lnTo>
              </a:path>
            </a:pathLst>
          </a:custGeom>
          <a:noFill/>
          <a:ln w="38100">
            <a:solidFill>
              <a:srgbClr val="C6532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8" name="Oval 37"/>
          <p:cNvSpPr/>
          <p:nvPr/>
        </p:nvSpPr>
        <p:spPr>
          <a:xfrm>
            <a:off x="6469380" y="3531818"/>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9" name="Oval 38"/>
          <p:cNvSpPr/>
          <p:nvPr/>
        </p:nvSpPr>
        <p:spPr>
          <a:xfrm>
            <a:off x="6710011" y="3391188"/>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0" name="Oval 39"/>
          <p:cNvSpPr/>
          <p:nvPr/>
        </p:nvSpPr>
        <p:spPr>
          <a:xfrm>
            <a:off x="6950643" y="3605005"/>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1" name="Oval 40"/>
          <p:cNvSpPr/>
          <p:nvPr/>
        </p:nvSpPr>
        <p:spPr>
          <a:xfrm>
            <a:off x="7191274" y="3719852"/>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2" name="Oval 41"/>
          <p:cNvSpPr/>
          <p:nvPr/>
        </p:nvSpPr>
        <p:spPr>
          <a:xfrm>
            <a:off x="7431906" y="3563253"/>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3" name="Oval 42"/>
          <p:cNvSpPr/>
          <p:nvPr/>
        </p:nvSpPr>
        <p:spPr>
          <a:xfrm>
            <a:off x="7672537" y="4412266"/>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4" name="Oval 43"/>
          <p:cNvSpPr/>
          <p:nvPr/>
        </p:nvSpPr>
        <p:spPr>
          <a:xfrm>
            <a:off x="7913169" y="4303139"/>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5" name="Oval 44"/>
          <p:cNvSpPr/>
          <p:nvPr/>
        </p:nvSpPr>
        <p:spPr>
          <a:xfrm>
            <a:off x="8153801" y="4524965"/>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6" name="Oval 45"/>
          <p:cNvSpPr/>
          <p:nvPr/>
        </p:nvSpPr>
        <p:spPr>
          <a:xfrm>
            <a:off x="8394432" y="4201226"/>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7" name="Oval 46"/>
          <p:cNvSpPr/>
          <p:nvPr/>
        </p:nvSpPr>
        <p:spPr>
          <a:xfrm>
            <a:off x="8635064" y="3886964"/>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8" name="Oval 47"/>
          <p:cNvSpPr/>
          <p:nvPr/>
        </p:nvSpPr>
        <p:spPr>
          <a:xfrm>
            <a:off x="8875695" y="4139378"/>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9" name="Oval 48"/>
          <p:cNvSpPr/>
          <p:nvPr/>
        </p:nvSpPr>
        <p:spPr>
          <a:xfrm>
            <a:off x="9116327" y="3947716"/>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0" name="Oval 49"/>
          <p:cNvSpPr/>
          <p:nvPr/>
        </p:nvSpPr>
        <p:spPr>
          <a:xfrm>
            <a:off x="9356958" y="4542553"/>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1" name="Oval 50"/>
          <p:cNvSpPr/>
          <p:nvPr/>
        </p:nvSpPr>
        <p:spPr>
          <a:xfrm>
            <a:off x="9597590" y="3886554"/>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2" name="Oval 51"/>
          <p:cNvSpPr/>
          <p:nvPr/>
        </p:nvSpPr>
        <p:spPr>
          <a:xfrm>
            <a:off x="9838222" y="4068715"/>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3" name="Oval 52"/>
          <p:cNvSpPr/>
          <p:nvPr/>
        </p:nvSpPr>
        <p:spPr>
          <a:xfrm>
            <a:off x="10078853" y="3200808"/>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4" name="Oval 53"/>
          <p:cNvSpPr/>
          <p:nvPr/>
        </p:nvSpPr>
        <p:spPr>
          <a:xfrm>
            <a:off x="10319485" y="3297628"/>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5" name="Oval 54"/>
          <p:cNvSpPr/>
          <p:nvPr/>
        </p:nvSpPr>
        <p:spPr>
          <a:xfrm>
            <a:off x="10560116" y="3112362"/>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6" name="Oval 55"/>
          <p:cNvSpPr/>
          <p:nvPr/>
        </p:nvSpPr>
        <p:spPr>
          <a:xfrm>
            <a:off x="10800748" y="3202184"/>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7" name="Oval 56"/>
          <p:cNvSpPr/>
          <p:nvPr/>
        </p:nvSpPr>
        <p:spPr>
          <a:xfrm>
            <a:off x="11041380" y="2809499"/>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8" name="TextBox 57"/>
          <p:cNvSpPr txBox="1"/>
          <p:nvPr/>
        </p:nvSpPr>
        <p:spPr>
          <a:xfrm>
            <a:off x="6510528" y="5212080"/>
            <a:ext cx="3200400" cy="731520"/>
          </a:xfrm>
          <a:prstGeom prst="rect">
            <a:avLst/>
          </a:prstGeom>
          <a:noFill/>
        </p:spPr>
        <p:txBody>
          <a:bodyPr wrap="square" lIns="0" rIns="0" tIns="0" bIns="0">
            <a:spAutoFit/>
          </a:bodyPr>
          <a:lstStyle/>
          <a:p>
            <a:pPr>
              <a:spcAft>
                <a:spcPts val="0"/>
              </a:spcAft>
              <a:defRPr sz="1900" b="0">
                <a:solidFill>
                  <a:srgbClr val="181D16"/>
                </a:solidFill>
                <a:latin typeface="Arial"/>
              </a:defRPr>
            </a:pPr>
            <a:r>
              <a:t>Too flexible.</a:t>
            </a:r>
          </a:p>
          <a:p>
            <a:pPr>
              <a:spcAft>
                <a:spcPts val="0"/>
              </a:spcAft>
              <a:defRPr sz="1900" b="0">
                <a:solidFill>
                  <a:srgbClr val="181D16"/>
                </a:solidFill>
                <a:latin typeface="Arial"/>
              </a:defRPr>
            </a:pPr>
            <a:r>
              <a:t>Chases the noise.</a:t>
            </a:r>
          </a:p>
        </p:txBody>
      </p:sp>
      <p:sp>
        <p:nvSpPr>
          <p:cNvPr id="59" name="Oval 58"/>
          <p:cNvSpPr/>
          <p:nvPr/>
        </p:nvSpPr>
        <p:spPr>
          <a:xfrm>
            <a:off x="864108" y="6103620"/>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0" name="TextBox 59"/>
          <p:cNvSpPr txBox="1"/>
          <p:nvPr/>
        </p:nvSpPr>
        <p:spPr>
          <a:xfrm>
            <a:off x="1197864" y="6025896"/>
            <a:ext cx="2468880" cy="320040"/>
          </a:xfrm>
          <a:prstGeom prst="rect">
            <a:avLst/>
          </a:prstGeom>
          <a:noFill/>
        </p:spPr>
        <p:txBody>
          <a:bodyPr wrap="square" lIns="0" rIns="0" tIns="0" bIns="0">
            <a:spAutoFit/>
          </a:bodyPr>
          <a:lstStyle/>
          <a:p>
            <a:pPr>
              <a:spcAft>
                <a:spcPts val="0"/>
              </a:spcAft>
              <a:defRPr sz="1300" b="0">
                <a:solidFill>
                  <a:srgbClr val="686C66"/>
                </a:solidFill>
                <a:latin typeface="Arial"/>
              </a:defRPr>
            </a:pPr>
            <a:r>
              <a:t>examples (data)</a:t>
            </a:r>
          </a:p>
        </p:txBody>
      </p:sp>
      <p:cxnSp>
        <p:nvCxnSpPr>
          <p:cNvPr id="61" name="Connector 60"/>
          <p:cNvCxnSpPr/>
          <p:nvPr/>
        </p:nvCxnSpPr>
        <p:spPr>
          <a:xfrm>
            <a:off x="3621024" y="6144768"/>
            <a:ext cx="256032" cy="0"/>
          </a:xfrm>
          <a:prstGeom prst="line">
            <a:avLst/>
          </a:prstGeom>
          <a:ln w="25400">
            <a:solidFill>
              <a:srgbClr val="C65326"/>
            </a:solidFill>
          </a:ln>
        </p:spPr>
        <p:style>
          <a:lnRef idx="2">
            <a:schemeClr val="accent1"/>
          </a:lnRef>
          <a:fillRef idx="0">
            <a:schemeClr val="accent1"/>
          </a:fillRef>
          <a:effectRef idx="0">
            <a:schemeClr val="accent1"/>
          </a:effectRef>
          <a:fontRef idx="minor">
            <a:schemeClr val="tx1"/>
          </a:fontRef>
        </p:style>
      </p:cxnSp>
      <p:sp>
        <p:nvSpPr>
          <p:cNvPr id="62" name="TextBox 61"/>
          <p:cNvSpPr txBox="1"/>
          <p:nvPr/>
        </p:nvSpPr>
        <p:spPr>
          <a:xfrm>
            <a:off x="3977639" y="6025896"/>
            <a:ext cx="2468880" cy="320040"/>
          </a:xfrm>
          <a:prstGeom prst="rect">
            <a:avLst/>
          </a:prstGeom>
          <a:noFill/>
        </p:spPr>
        <p:txBody>
          <a:bodyPr wrap="square" lIns="0" rIns="0" tIns="0" bIns="0">
            <a:spAutoFit/>
          </a:bodyPr>
          <a:lstStyle/>
          <a:p>
            <a:pPr>
              <a:spcAft>
                <a:spcPts val="0"/>
              </a:spcAft>
              <a:defRPr sz="1300" b="0">
                <a:solidFill>
                  <a:srgbClr val="686C66"/>
                </a:solidFill>
                <a:latin typeface="Arial"/>
              </a:defRPr>
            </a:pPr>
            <a:r>
              <a:t>learned model</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5F5F4"/>
        </a:solidFill>
        <a:effectLst/>
      </p:bgPr>
    </p:bg>
    <p:spTree>
      <p:nvGrpSpPr>
        <p:cNvPr id="1" name=""/>
        <p:cNvGrpSpPr/>
        <p:nvPr/>
      </p:nvGrpSpPr>
      <p:grpSpPr/>
      <p:pic>
        <p:nvPicPr>
          <p:cNvPr id="2" name="Picture 1" descr="image.png"/>
          <p:cNvPicPr>
            <a:picLocks noChangeAspect="1"/>
          </p:cNvPicPr>
          <p:nvPr/>
        </p:nvPicPr>
        <p:blipFill>
          <a:blip r:embed="rId2"/>
          <a:stretch>
            <a:fillRect/>
          </a:stretch>
        </p:blipFill>
        <p:spPr>
          <a:xfrm>
            <a:off x="11768328" y="201168"/>
            <a:ext cx="219456" cy="6455664"/>
          </a:xfrm>
          <a:prstGeom prst="rect">
            <a:avLst/>
          </a:prstGeom>
        </p:spPr>
      </p:pic>
      <p:sp>
        <p:nvSpPr>
          <p:cNvPr id="3" name="TextBox 2"/>
          <p:cNvSpPr txBox="1"/>
          <p:nvPr/>
        </p:nvSpPr>
        <p:spPr>
          <a:xfrm>
            <a:off x="566928" y="960120"/>
            <a:ext cx="10972800" cy="731520"/>
          </a:xfrm>
          <a:prstGeom prst="rect">
            <a:avLst/>
          </a:prstGeom>
          <a:noFill/>
        </p:spPr>
        <p:txBody>
          <a:bodyPr wrap="square" lIns="0" rIns="0" tIns="0" bIns="0">
            <a:spAutoFit/>
          </a:bodyPr>
          <a:lstStyle/>
          <a:p>
            <a:pPr>
              <a:spcAft>
                <a:spcPts val="0"/>
              </a:spcAft>
              <a:defRPr sz="3800" b="0">
                <a:solidFill>
                  <a:srgbClr val="181D16"/>
                </a:solidFill>
                <a:latin typeface="Arial"/>
              </a:defRPr>
            </a:pPr>
            <a:r>
              <a:t>The lowest training loss can mislead</a:t>
            </a:r>
          </a:p>
        </p:txBody>
      </p:sp>
      <p:sp>
        <p:nvSpPr>
          <p:cNvPr id="4" name="TextBox 3"/>
          <p:cNvSpPr txBox="1"/>
          <p:nvPr/>
        </p:nvSpPr>
        <p:spPr>
          <a:xfrm>
            <a:off x="10917936" y="6510528"/>
            <a:ext cx="685800" cy="201168"/>
          </a:xfrm>
          <a:prstGeom prst="rect">
            <a:avLst/>
          </a:prstGeom>
          <a:noFill/>
        </p:spPr>
        <p:txBody>
          <a:bodyPr wrap="square" lIns="0" rIns="0" tIns="0" bIns="0">
            <a:spAutoFit/>
          </a:bodyPr>
          <a:lstStyle/>
          <a:p>
            <a:pPr>
              <a:spcAft>
                <a:spcPts val="0"/>
              </a:spcAft>
              <a:defRPr sz="1100" b="0">
                <a:solidFill>
                  <a:srgbClr val="686C66"/>
                </a:solidFill>
                <a:latin typeface="Arial"/>
              </a:defRPr>
            </a:pPr>
            <a:r>
              <a:t>02/09</a:t>
            </a:r>
          </a:p>
        </p:txBody>
      </p:sp>
      <p:graphicFrame>
        <p:nvGraphicFramePr>
          <p:cNvPr id="5" name="Table 4"/>
          <p:cNvGraphicFramePr>
            <a:graphicFrameLocks noGrp="1"/>
          </p:cNvGraphicFramePr>
          <p:nvPr/>
        </p:nvGraphicFramePr>
        <p:xfrm>
          <a:off x="896112" y="2743200"/>
          <a:ext cx="10332720" cy="2377440"/>
        </p:xfrm>
        <a:graphic>
          <a:graphicData uri="http://schemas.openxmlformats.org/drawingml/2006/table">
            <a:tbl>
              <a:tblPr>
                <a:tableStyleId>{5C22544A-7EE6-4342-B048-85BDC9FD1C3A}</a:tableStyleId>
              </a:tblPr>
              <a:tblGrid>
                <a:gridCol w="4114800"/>
                <a:gridCol w="3200400"/>
                <a:gridCol w="3017520"/>
              </a:tblGrid>
              <a:tr h="594360">
                <a:tc>
                  <a:txBody>
                    <a:bodyPr/>
                    <a:lstStyle/>
                    <a:p>
                      <a:pPr>
                        <a:defRPr sz="2200" b="1">
                          <a:solidFill>
                            <a:srgbClr val="686C66"/>
                          </a:solidFill>
                          <a:latin typeface="Arial"/>
                        </a:defRPr>
                      </a:pPr>
                      <a:r>
                        <a:t>Model</a:t>
                      </a:r>
                    </a:p>
                  </a:txBody>
                  <a:tcPr marL="164592" marT="109728">
                    <a:solidFill>
                      <a:srgbClr val="F5F5F4"/>
                    </a:solidFill>
                  </a:tcPr>
                </a:tc>
                <a:tc>
                  <a:txBody>
                    <a:bodyPr/>
                    <a:lstStyle/>
                    <a:p>
                      <a:pPr>
                        <a:defRPr sz="2200" b="1">
                          <a:solidFill>
                            <a:srgbClr val="686C66"/>
                          </a:solidFill>
                          <a:latin typeface="Arial"/>
                        </a:defRPr>
                      </a:pPr>
                      <a:r>
                        <a:t>Training loss</a:t>
                      </a:r>
                    </a:p>
                  </a:txBody>
                  <a:tcPr marL="164592" marT="109728">
                    <a:solidFill>
                      <a:srgbClr val="F5F5F4"/>
                    </a:solidFill>
                  </a:tcPr>
                </a:tc>
                <a:tc>
                  <a:txBody>
                    <a:bodyPr/>
                    <a:lstStyle/>
                    <a:p>
                      <a:pPr>
                        <a:defRPr sz="2200" b="1">
                          <a:solidFill>
                            <a:srgbClr val="686C66"/>
                          </a:solidFill>
                          <a:latin typeface="Arial"/>
                        </a:defRPr>
                      </a:pPr>
                      <a:r>
                        <a:t>Test loss</a:t>
                      </a:r>
                    </a:p>
                  </a:txBody>
                  <a:tcPr marL="164592" marT="109728">
                    <a:solidFill>
                      <a:srgbClr val="F5F5F4"/>
                    </a:solidFill>
                  </a:tcPr>
                </a:tc>
              </a:tr>
              <a:tr h="594360">
                <a:tc>
                  <a:txBody>
                    <a:bodyPr/>
                    <a:lstStyle/>
                    <a:p>
                      <a:pPr>
                        <a:defRPr sz="2200" b="0">
                          <a:solidFill>
                            <a:srgbClr val="181D16"/>
                          </a:solidFill>
                          <a:latin typeface="Arial"/>
                        </a:defRPr>
                      </a:pPr>
                      <a:r>
                        <a:t>High bias</a:t>
                      </a:r>
                    </a:p>
                  </a:txBody>
                  <a:tcPr marL="164592" marT="109728">
                    <a:solidFill>
                      <a:srgbClr val="F5F5F4"/>
                    </a:solidFill>
                  </a:tcPr>
                </a:tc>
                <a:tc>
                  <a:txBody>
                    <a:bodyPr/>
                    <a:lstStyle/>
                    <a:p>
                      <a:pPr>
                        <a:defRPr sz="2200" b="0">
                          <a:solidFill>
                            <a:srgbClr val="181D16"/>
                          </a:solidFill>
                          <a:latin typeface="Arial"/>
                        </a:defRPr>
                      </a:pPr>
                      <a:r>
                        <a:t>30%</a:t>
                      </a:r>
                    </a:p>
                  </a:txBody>
                  <a:tcPr marL="164592" marT="109728">
                    <a:solidFill>
                      <a:srgbClr val="F5F5F4"/>
                    </a:solidFill>
                  </a:tcPr>
                </a:tc>
                <a:tc>
                  <a:txBody>
                    <a:bodyPr/>
                    <a:lstStyle/>
                    <a:p>
                      <a:pPr>
                        <a:defRPr sz="2200" b="0">
                          <a:solidFill>
                            <a:srgbClr val="181D16"/>
                          </a:solidFill>
                          <a:latin typeface="Arial"/>
                        </a:defRPr>
                      </a:pPr>
                      <a:r>
                        <a:t>32%</a:t>
                      </a:r>
                    </a:p>
                  </a:txBody>
                  <a:tcPr marL="164592" marT="109728">
                    <a:solidFill>
                      <a:srgbClr val="F5F5F4"/>
                    </a:solidFill>
                  </a:tcPr>
                </a:tc>
              </a:tr>
              <a:tr h="594360">
                <a:tc>
                  <a:txBody>
                    <a:bodyPr/>
                    <a:lstStyle/>
                    <a:p>
                      <a:pPr>
                        <a:defRPr sz="2200" b="0">
                          <a:solidFill>
                            <a:srgbClr val="181D16"/>
                          </a:solidFill>
                          <a:latin typeface="Arial"/>
                        </a:defRPr>
                      </a:pPr>
                      <a:r>
                        <a:t>Good fit</a:t>
                      </a:r>
                    </a:p>
                  </a:txBody>
                  <a:tcPr marL="164592" marT="109728">
                    <a:solidFill>
                      <a:srgbClr val="EAE5F1"/>
                    </a:solidFill>
                  </a:tcPr>
                </a:tc>
                <a:tc>
                  <a:txBody>
                    <a:bodyPr/>
                    <a:lstStyle/>
                    <a:p>
                      <a:pPr>
                        <a:defRPr sz="2200" b="0">
                          <a:solidFill>
                            <a:srgbClr val="181D16"/>
                          </a:solidFill>
                          <a:latin typeface="Arial"/>
                        </a:defRPr>
                      </a:pPr>
                      <a:r>
                        <a:t>8%</a:t>
                      </a:r>
                    </a:p>
                  </a:txBody>
                  <a:tcPr marL="164592" marT="109728">
                    <a:solidFill>
                      <a:srgbClr val="EAE5F1"/>
                    </a:solidFill>
                  </a:tcPr>
                </a:tc>
                <a:tc>
                  <a:txBody>
                    <a:bodyPr/>
                    <a:lstStyle/>
                    <a:p>
                      <a:pPr>
                        <a:defRPr sz="2200" b="0">
                          <a:solidFill>
                            <a:srgbClr val="181D16"/>
                          </a:solidFill>
                          <a:latin typeface="Arial"/>
                        </a:defRPr>
                      </a:pPr>
                      <a:r>
                        <a:t>10%</a:t>
                      </a:r>
                    </a:p>
                  </a:txBody>
                  <a:tcPr marL="164592" marT="109728">
                    <a:solidFill>
                      <a:srgbClr val="EAE5F1"/>
                    </a:solidFill>
                  </a:tcPr>
                </a:tc>
              </a:tr>
              <a:tr h="594360">
                <a:tc>
                  <a:txBody>
                    <a:bodyPr/>
                    <a:lstStyle/>
                    <a:p>
                      <a:pPr>
                        <a:defRPr sz="2200" b="0">
                          <a:solidFill>
                            <a:srgbClr val="181D16"/>
                          </a:solidFill>
                          <a:latin typeface="Arial"/>
                        </a:defRPr>
                      </a:pPr>
                      <a:r>
                        <a:t>High variance</a:t>
                      </a:r>
                    </a:p>
                  </a:txBody>
                  <a:tcPr marL="164592" marT="109728">
                    <a:solidFill>
                      <a:srgbClr val="F5F5F4"/>
                    </a:solidFill>
                  </a:tcPr>
                </a:tc>
                <a:tc>
                  <a:txBody>
                    <a:bodyPr/>
                    <a:lstStyle/>
                    <a:p>
                      <a:pPr>
                        <a:defRPr sz="2200" b="0">
                          <a:solidFill>
                            <a:srgbClr val="181D16"/>
                          </a:solidFill>
                          <a:latin typeface="Arial"/>
                        </a:defRPr>
                      </a:pPr>
                      <a:r>
                        <a:t>1%</a:t>
                      </a:r>
                    </a:p>
                  </a:txBody>
                  <a:tcPr marL="164592" marT="109728">
                    <a:solidFill>
                      <a:srgbClr val="F5F5F4"/>
                    </a:solidFill>
                  </a:tcPr>
                </a:tc>
                <a:tc>
                  <a:txBody>
                    <a:bodyPr/>
                    <a:lstStyle/>
                    <a:p>
                      <a:pPr>
                        <a:defRPr sz="2200" b="0">
                          <a:solidFill>
                            <a:srgbClr val="181D16"/>
                          </a:solidFill>
                          <a:latin typeface="Arial"/>
                        </a:defRPr>
                      </a:pPr>
                      <a:r>
                        <a:t>25%</a:t>
                      </a:r>
                    </a:p>
                  </a:txBody>
                  <a:tcPr marL="164592" marT="109728">
                    <a:solidFill>
                      <a:srgbClr val="F5F5F4"/>
                    </a:solidFill>
                  </a:tcPr>
                </a:tc>
              </a:tr>
            </a:tbl>
          </a:graphicData>
        </a:graphic>
      </p:graphicFrame>
      <p:sp>
        <p:nvSpPr>
          <p:cNvPr id="6" name="TextBox 5"/>
          <p:cNvSpPr txBox="1"/>
          <p:nvPr/>
        </p:nvSpPr>
        <p:spPr>
          <a:xfrm>
            <a:off x="896112" y="5623560"/>
            <a:ext cx="10424160" cy="548640"/>
          </a:xfrm>
          <a:prstGeom prst="rect">
            <a:avLst/>
          </a:prstGeom>
          <a:noFill/>
        </p:spPr>
        <p:txBody>
          <a:bodyPr wrap="square" lIns="0" rIns="0" tIns="0" bIns="0">
            <a:spAutoFit/>
          </a:bodyPr>
          <a:lstStyle/>
          <a:p>
            <a:pPr>
              <a:spcAft>
                <a:spcPts val="0"/>
              </a:spcAft>
              <a:defRPr sz="2300" b="0">
                <a:solidFill>
                  <a:srgbClr val="181D16"/>
                </a:solidFill>
                <a:latin typeface="Arial"/>
              </a:defRPr>
            </a:pPr>
            <a:r>
              <a:t>The lowest training loss doesn’t guarantee the lowest test loss.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5F5F4"/>
        </a:solidFill>
        <a:effectLst/>
      </p:bgPr>
    </p:bg>
    <p:spTree>
      <p:nvGrpSpPr>
        <p:cNvPr id="1" name=""/>
        <p:cNvGrpSpPr/>
        <p:nvPr/>
      </p:nvGrpSpPr>
      <p:grpSpPr/>
      <p:pic>
        <p:nvPicPr>
          <p:cNvPr id="2" name="Picture 1" descr="image.png"/>
          <p:cNvPicPr>
            <a:picLocks noChangeAspect="1"/>
          </p:cNvPicPr>
          <p:nvPr/>
        </p:nvPicPr>
        <p:blipFill>
          <a:blip r:embed="rId2"/>
          <a:stretch>
            <a:fillRect/>
          </a:stretch>
        </p:blipFill>
        <p:spPr>
          <a:xfrm>
            <a:off x="11768328" y="201168"/>
            <a:ext cx="219456" cy="6455664"/>
          </a:xfrm>
          <a:prstGeom prst="rect">
            <a:avLst/>
          </a:prstGeom>
        </p:spPr>
      </p:pic>
      <p:sp>
        <p:nvSpPr>
          <p:cNvPr id="3" name="TextBox 2"/>
          <p:cNvSpPr txBox="1"/>
          <p:nvPr/>
        </p:nvSpPr>
        <p:spPr>
          <a:xfrm>
            <a:off x="566928" y="960120"/>
            <a:ext cx="10972800" cy="731520"/>
          </a:xfrm>
          <a:prstGeom prst="rect">
            <a:avLst/>
          </a:prstGeom>
          <a:noFill/>
        </p:spPr>
        <p:txBody>
          <a:bodyPr wrap="square" lIns="0" rIns="0" tIns="0" bIns="0">
            <a:spAutoFit/>
          </a:bodyPr>
          <a:lstStyle/>
          <a:p>
            <a:pPr>
              <a:spcAft>
                <a:spcPts val="0"/>
              </a:spcAft>
              <a:defRPr sz="3800" b="0">
                <a:solidFill>
                  <a:srgbClr val="181D16"/>
                </a:solidFill>
                <a:latin typeface="Arial"/>
              </a:defRPr>
            </a:pPr>
            <a:r>
              <a:t>Different training data changes the model</a:t>
            </a:r>
          </a:p>
        </p:txBody>
      </p:sp>
      <p:sp>
        <p:nvSpPr>
          <p:cNvPr id="4" name="TextBox 3"/>
          <p:cNvSpPr txBox="1"/>
          <p:nvPr/>
        </p:nvSpPr>
        <p:spPr>
          <a:xfrm>
            <a:off x="10917936" y="6510528"/>
            <a:ext cx="685800" cy="201168"/>
          </a:xfrm>
          <a:prstGeom prst="rect">
            <a:avLst/>
          </a:prstGeom>
          <a:noFill/>
        </p:spPr>
        <p:txBody>
          <a:bodyPr wrap="square" lIns="0" rIns="0" tIns="0" bIns="0">
            <a:spAutoFit/>
          </a:bodyPr>
          <a:lstStyle/>
          <a:p>
            <a:pPr>
              <a:spcAft>
                <a:spcPts val="0"/>
              </a:spcAft>
              <a:defRPr sz="1100" b="0">
                <a:solidFill>
                  <a:srgbClr val="686C66"/>
                </a:solidFill>
                <a:latin typeface="Arial"/>
              </a:defRPr>
            </a:pPr>
            <a:r>
              <a:t>03/09</a:t>
            </a:r>
          </a:p>
        </p:txBody>
      </p:sp>
      <p:sp>
        <p:nvSpPr>
          <p:cNvPr id="5" name="TextBox 4"/>
          <p:cNvSpPr txBox="1"/>
          <p:nvPr/>
        </p:nvSpPr>
        <p:spPr>
          <a:xfrm>
            <a:off x="896112" y="2148840"/>
            <a:ext cx="2286000" cy="594360"/>
          </a:xfrm>
          <a:prstGeom prst="rect">
            <a:avLst/>
          </a:prstGeom>
          <a:noFill/>
        </p:spPr>
        <p:txBody>
          <a:bodyPr wrap="square" lIns="0" rIns="0" tIns="0" bIns="0">
            <a:spAutoFit/>
          </a:bodyPr>
          <a:lstStyle/>
          <a:p>
            <a:pPr>
              <a:spcAft>
                <a:spcPts val="0"/>
              </a:spcAft>
              <a:defRPr sz="1600" b="0">
                <a:solidFill>
                  <a:srgbClr val="181D16"/>
                </a:solidFill>
                <a:latin typeface="Arial"/>
              </a:defRPr>
            </a:pPr>
            <a:r>
              <a:t>Sample A</a:t>
            </a:r>
          </a:p>
          <a:p>
            <a:pPr>
              <a:spcAft>
                <a:spcPts val="0"/>
              </a:spcAft>
              <a:defRPr sz="1600" b="0">
                <a:solidFill>
                  <a:srgbClr val="181D16"/>
                </a:solidFill>
                <a:latin typeface="Arial"/>
              </a:defRPr>
            </a:pPr>
            <a:r>
              <a:t>prediction 1.06</a:t>
            </a:r>
          </a:p>
        </p:txBody>
      </p:sp>
      <p:cxnSp>
        <p:nvCxnSpPr>
          <p:cNvPr id="6" name="Connector 5"/>
          <p:cNvCxnSpPr/>
          <p:nvPr/>
        </p:nvCxnSpPr>
        <p:spPr>
          <a:xfrm>
            <a:off x="896112" y="5440680"/>
            <a:ext cx="2103120" cy="0"/>
          </a:xfrm>
          <a:prstGeom prst="line">
            <a:avLst/>
          </a:prstGeom>
          <a:ln w="12700">
            <a:solidFill>
              <a:srgbClr val="D4D6D0"/>
            </a:solidFill>
          </a:ln>
        </p:spPr>
        <p:style>
          <a:lnRef idx="2">
            <a:schemeClr val="accent1"/>
          </a:lnRef>
          <a:fillRef idx="0">
            <a:schemeClr val="accent1"/>
          </a:fillRef>
          <a:effectRef idx="0">
            <a:schemeClr val="accent1"/>
          </a:effectRef>
          <a:fontRef idx="minor">
            <a:schemeClr val="tx1"/>
          </a:fontRef>
        </p:style>
      </p:cxnSp>
      <p:cxnSp>
        <p:nvCxnSpPr>
          <p:cNvPr id="7" name="Connector 6"/>
          <p:cNvCxnSpPr/>
          <p:nvPr/>
        </p:nvCxnSpPr>
        <p:spPr>
          <a:xfrm>
            <a:off x="896112" y="2834640"/>
            <a:ext cx="0" cy="2606040"/>
          </a:xfrm>
          <a:prstGeom prst="line">
            <a:avLst/>
          </a:prstGeom>
          <a:ln w="12700">
            <a:solidFill>
              <a:srgbClr val="D4D6D0"/>
            </a:solidFill>
          </a:ln>
        </p:spPr>
        <p:style>
          <a:lnRef idx="2">
            <a:schemeClr val="accent1"/>
          </a:lnRef>
          <a:fillRef idx="0">
            <a:schemeClr val="accent1"/>
          </a:fillRef>
          <a:effectRef idx="0">
            <a:schemeClr val="accent1"/>
          </a:effectRef>
          <a:fontRef idx="minor">
            <a:schemeClr val="tx1"/>
          </a:fontRef>
        </p:style>
      </p:cxnSp>
      <p:sp>
        <p:nvSpPr>
          <p:cNvPr id="8" name="TextBox 7"/>
          <p:cNvSpPr txBox="1"/>
          <p:nvPr/>
        </p:nvSpPr>
        <p:spPr>
          <a:xfrm>
            <a:off x="2907791" y="5532120"/>
            <a:ext cx="640080" cy="274320"/>
          </a:xfrm>
          <a:prstGeom prst="rect">
            <a:avLst/>
          </a:prstGeom>
          <a:noFill/>
        </p:spPr>
        <p:txBody>
          <a:bodyPr wrap="square" lIns="0" rIns="0" tIns="0" bIns="0">
            <a:spAutoFit/>
          </a:bodyPr>
          <a:lstStyle/>
          <a:p>
            <a:pPr>
              <a:spcAft>
                <a:spcPts val="0"/>
              </a:spcAft>
              <a:defRPr sz="1400" b="0">
                <a:solidFill>
                  <a:srgbClr val="686C66"/>
                </a:solidFill>
                <a:latin typeface="Arial"/>
              </a:defRPr>
            </a:pPr>
            <a:r>
              <a:t>x</a:t>
            </a:r>
          </a:p>
        </p:txBody>
      </p:sp>
      <p:sp>
        <p:nvSpPr>
          <p:cNvPr id="9" name="TextBox 8"/>
          <p:cNvSpPr txBox="1"/>
          <p:nvPr/>
        </p:nvSpPr>
        <p:spPr>
          <a:xfrm>
            <a:off x="621792" y="2651760"/>
            <a:ext cx="914400" cy="274320"/>
          </a:xfrm>
          <a:prstGeom prst="rect">
            <a:avLst/>
          </a:prstGeom>
          <a:noFill/>
        </p:spPr>
        <p:txBody>
          <a:bodyPr wrap="square" lIns="0" rIns="0" tIns="0" bIns="0">
            <a:spAutoFit/>
          </a:bodyPr>
          <a:lstStyle/>
          <a:p>
            <a:pPr>
              <a:spcAft>
                <a:spcPts val="0"/>
              </a:spcAft>
              <a:defRPr sz="1400" b="0">
                <a:solidFill>
                  <a:srgbClr val="686C66"/>
                </a:solidFill>
                <a:latin typeface="Arial"/>
              </a:defRPr>
            </a:pPr>
            <a:r>
              <a:t>y</a:t>
            </a:r>
          </a:p>
        </p:txBody>
      </p:sp>
      <p:sp>
        <p:nvSpPr>
          <p:cNvPr id="10" name="Freeform 9"/>
          <p:cNvSpPr/>
          <p:nvPr/>
        </p:nvSpPr>
        <p:spPr>
          <a:xfrm>
            <a:off x="896112" y="3899002"/>
            <a:ext cx="2103120" cy="668426"/>
          </a:xfrm>
          <a:custGeom>
            <a:avLst/>
            <a:gdLst/>
            <a:ahLst/>
            <a:cxnLst/>
            <a:rect l="l" t="t" r="r" b="b"/>
            <a:pathLst>
              <a:path w="2300" h="731">
                <a:moveTo>
                  <a:pt x="0" y="731"/>
                </a:moveTo>
                <a:lnTo>
                  <a:pt x="6" y="729"/>
                </a:lnTo>
                <a:lnTo>
                  <a:pt x="12" y="728"/>
                </a:lnTo>
                <a:lnTo>
                  <a:pt x="17" y="726"/>
                </a:lnTo>
                <a:lnTo>
                  <a:pt x="23" y="724"/>
                </a:lnTo>
                <a:lnTo>
                  <a:pt x="29" y="722"/>
                </a:lnTo>
                <a:lnTo>
                  <a:pt x="35" y="720"/>
                </a:lnTo>
                <a:lnTo>
                  <a:pt x="40" y="718"/>
                </a:lnTo>
                <a:lnTo>
                  <a:pt x="46" y="717"/>
                </a:lnTo>
                <a:lnTo>
                  <a:pt x="52" y="715"/>
                </a:lnTo>
                <a:lnTo>
                  <a:pt x="58" y="713"/>
                </a:lnTo>
                <a:lnTo>
                  <a:pt x="63" y="711"/>
                </a:lnTo>
                <a:lnTo>
                  <a:pt x="69" y="709"/>
                </a:lnTo>
                <a:lnTo>
                  <a:pt x="75" y="707"/>
                </a:lnTo>
                <a:lnTo>
                  <a:pt x="81" y="706"/>
                </a:lnTo>
                <a:lnTo>
                  <a:pt x="86" y="704"/>
                </a:lnTo>
                <a:lnTo>
                  <a:pt x="92" y="702"/>
                </a:lnTo>
                <a:lnTo>
                  <a:pt x="98" y="700"/>
                </a:lnTo>
                <a:lnTo>
                  <a:pt x="104" y="698"/>
                </a:lnTo>
                <a:lnTo>
                  <a:pt x="110" y="696"/>
                </a:lnTo>
                <a:lnTo>
                  <a:pt x="115" y="695"/>
                </a:lnTo>
                <a:lnTo>
                  <a:pt x="121" y="693"/>
                </a:lnTo>
                <a:lnTo>
                  <a:pt x="127" y="691"/>
                </a:lnTo>
                <a:lnTo>
                  <a:pt x="133" y="689"/>
                </a:lnTo>
                <a:lnTo>
                  <a:pt x="138" y="687"/>
                </a:lnTo>
                <a:lnTo>
                  <a:pt x="144" y="685"/>
                </a:lnTo>
                <a:lnTo>
                  <a:pt x="150" y="684"/>
                </a:lnTo>
                <a:lnTo>
                  <a:pt x="156" y="682"/>
                </a:lnTo>
                <a:lnTo>
                  <a:pt x="161" y="680"/>
                </a:lnTo>
                <a:lnTo>
                  <a:pt x="167" y="678"/>
                </a:lnTo>
                <a:lnTo>
                  <a:pt x="173" y="676"/>
                </a:lnTo>
                <a:lnTo>
                  <a:pt x="179" y="674"/>
                </a:lnTo>
                <a:lnTo>
                  <a:pt x="184" y="673"/>
                </a:lnTo>
                <a:lnTo>
                  <a:pt x="190" y="671"/>
                </a:lnTo>
                <a:lnTo>
                  <a:pt x="196" y="669"/>
                </a:lnTo>
                <a:lnTo>
                  <a:pt x="202" y="667"/>
                </a:lnTo>
                <a:lnTo>
                  <a:pt x="208" y="665"/>
                </a:lnTo>
                <a:lnTo>
                  <a:pt x="213" y="663"/>
                </a:lnTo>
                <a:lnTo>
                  <a:pt x="219" y="662"/>
                </a:lnTo>
                <a:lnTo>
                  <a:pt x="225" y="660"/>
                </a:lnTo>
                <a:lnTo>
                  <a:pt x="231" y="658"/>
                </a:lnTo>
                <a:lnTo>
                  <a:pt x="236" y="656"/>
                </a:lnTo>
                <a:lnTo>
                  <a:pt x="242" y="654"/>
                </a:lnTo>
                <a:lnTo>
                  <a:pt x="248" y="653"/>
                </a:lnTo>
                <a:lnTo>
                  <a:pt x="254" y="651"/>
                </a:lnTo>
                <a:lnTo>
                  <a:pt x="259" y="649"/>
                </a:lnTo>
                <a:lnTo>
                  <a:pt x="265" y="647"/>
                </a:lnTo>
                <a:lnTo>
                  <a:pt x="271" y="645"/>
                </a:lnTo>
                <a:lnTo>
                  <a:pt x="277" y="643"/>
                </a:lnTo>
                <a:lnTo>
                  <a:pt x="282" y="642"/>
                </a:lnTo>
                <a:lnTo>
                  <a:pt x="288" y="640"/>
                </a:lnTo>
                <a:lnTo>
                  <a:pt x="294" y="638"/>
                </a:lnTo>
                <a:lnTo>
                  <a:pt x="300" y="636"/>
                </a:lnTo>
                <a:lnTo>
                  <a:pt x="306" y="634"/>
                </a:lnTo>
                <a:lnTo>
                  <a:pt x="311" y="632"/>
                </a:lnTo>
                <a:lnTo>
                  <a:pt x="317" y="631"/>
                </a:lnTo>
                <a:lnTo>
                  <a:pt x="323" y="629"/>
                </a:lnTo>
                <a:lnTo>
                  <a:pt x="329" y="627"/>
                </a:lnTo>
                <a:lnTo>
                  <a:pt x="334" y="625"/>
                </a:lnTo>
                <a:lnTo>
                  <a:pt x="340" y="623"/>
                </a:lnTo>
                <a:lnTo>
                  <a:pt x="346" y="621"/>
                </a:lnTo>
                <a:lnTo>
                  <a:pt x="352" y="620"/>
                </a:lnTo>
                <a:lnTo>
                  <a:pt x="357" y="618"/>
                </a:lnTo>
                <a:lnTo>
                  <a:pt x="363" y="616"/>
                </a:lnTo>
                <a:lnTo>
                  <a:pt x="369" y="614"/>
                </a:lnTo>
                <a:lnTo>
                  <a:pt x="375" y="612"/>
                </a:lnTo>
                <a:lnTo>
                  <a:pt x="380" y="610"/>
                </a:lnTo>
                <a:lnTo>
                  <a:pt x="386" y="609"/>
                </a:lnTo>
                <a:lnTo>
                  <a:pt x="392" y="607"/>
                </a:lnTo>
                <a:lnTo>
                  <a:pt x="398" y="605"/>
                </a:lnTo>
                <a:lnTo>
                  <a:pt x="404" y="603"/>
                </a:lnTo>
                <a:lnTo>
                  <a:pt x="409" y="601"/>
                </a:lnTo>
                <a:lnTo>
                  <a:pt x="415" y="599"/>
                </a:lnTo>
                <a:lnTo>
                  <a:pt x="421" y="598"/>
                </a:lnTo>
                <a:lnTo>
                  <a:pt x="427" y="596"/>
                </a:lnTo>
                <a:lnTo>
                  <a:pt x="432" y="594"/>
                </a:lnTo>
                <a:lnTo>
                  <a:pt x="438" y="592"/>
                </a:lnTo>
                <a:lnTo>
                  <a:pt x="444" y="590"/>
                </a:lnTo>
                <a:lnTo>
                  <a:pt x="450" y="588"/>
                </a:lnTo>
                <a:lnTo>
                  <a:pt x="455" y="587"/>
                </a:lnTo>
                <a:lnTo>
                  <a:pt x="461" y="585"/>
                </a:lnTo>
                <a:lnTo>
                  <a:pt x="467" y="583"/>
                </a:lnTo>
                <a:lnTo>
                  <a:pt x="473" y="581"/>
                </a:lnTo>
                <a:lnTo>
                  <a:pt x="478" y="579"/>
                </a:lnTo>
                <a:lnTo>
                  <a:pt x="484" y="577"/>
                </a:lnTo>
                <a:lnTo>
                  <a:pt x="490" y="576"/>
                </a:lnTo>
                <a:lnTo>
                  <a:pt x="496" y="574"/>
                </a:lnTo>
                <a:lnTo>
                  <a:pt x="502" y="572"/>
                </a:lnTo>
                <a:lnTo>
                  <a:pt x="507" y="570"/>
                </a:lnTo>
                <a:lnTo>
                  <a:pt x="513" y="568"/>
                </a:lnTo>
                <a:lnTo>
                  <a:pt x="519" y="566"/>
                </a:lnTo>
                <a:lnTo>
                  <a:pt x="525" y="565"/>
                </a:lnTo>
                <a:lnTo>
                  <a:pt x="530" y="563"/>
                </a:lnTo>
                <a:lnTo>
                  <a:pt x="536" y="561"/>
                </a:lnTo>
                <a:lnTo>
                  <a:pt x="542" y="559"/>
                </a:lnTo>
                <a:lnTo>
                  <a:pt x="548" y="557"/>
                </a:lnTo>
                <a:lnTo>
                  <a:pt x="553" y="555"/>
                </a:lnTo>
                <a:lnTo>
                  <a:pt x="559" y="554"/>
                </a:lnTo>
                <a:lnTo>
                  <a:pt x="565" y="552"/>
                </a:lnTo>
                <a:lnTo>
                  <a:pt x="571" y="550"/>
                </a:lnTo>
                <a:lnTo>
                  <a:pt x="576" y="548"/>
                </a:lnTo>
                <a:lnTo>
                  <a:pt x="582" y="546"/>
                </a:lnTo>
                <a:lnTo>
                  <a:pt x="588" y="544"/>
                </a:lnTo>
                <a:lnTo>
                  <a:pt x="594" y="543"/>
                </a:lnTo>
                <a:lnTo>
                  <a:pt x="599" y="541"/>
                </a:lnTo>
                <a:lnTo>
                  <a:pt x="605" y="539"/>
                </a:lnTo>
                <a:lnTo>
                  <a:pt x="611" y="537"/>
                </a:lnTo>
                <a:lnTo>
                  <a:pt x="617" y="535"/>
                </a:lnTo>
                <a:lnTo>
                  <a:pt x="623" y="533"/>
                </a:lnTo>
                <a:lnTo>
                  <a:pt x="628" y="532"/>
                </a:lnTo>
                <a:lnTo>
                  <a:pt x="634" y="530"/>
                </a:lnTo>
                <a:lnTo>
                  <a:pt x="640" y="528"/>
                </a:lnTo>
                <a:lnTo>
                  <a:pt x="646" y="526"/>
                </a:lnTo>
                <a:lnTo>
                  <a:pt x="651" y="524"/>
                </a:lnTo>
                <a:lnTo>
                  <a:pt x="657" y="522"/>
                </a:lnTo>
                <a:lnTo>
                  <a:pt x="663" y="521"/>
                </a:lnTo>
                <a:lnTo>
                  <a:pt x="669" y="519"/>
                </a:lnTo>
                <a:lnTo>
                  <a:pt x="674" y="517"/>
                </a:lnTo>
                <a:lnTo>
                  <a:pt x="680" y="515"/>
                </a:lnTo>
                <a:lnTo>
                  <a:pt x="686" y="513"/>
                </a:lnTo>
                <a:lnTo>
                  <a:pt x="692" y="511"/>
                </a:lnTo>
                <a:lnTo>
                  <a:pt x="697" y="510"/>
                </a:lnTo>
                <a:lnTo>
                  <a:pt x="703" y="508"/>
                </a:lnTo>
                <a:lnTo>
                  <a:pt x="709" y="506"/>
                </a:lnTo>
                <a:lnTo>
                  <a:pt x="715" y="504"/>
                </a:lnTo>
                <a:lnTo>
                  <a:pt x="721" y="502"/>
                </a:lnTo>
                <a:lnTo>
                  <a:pt x="726" y="500"/>
                </a:lnTo>
                <a:lnTo>
                  <a:pt x="732" y="499"/>
                </a:lnTo>
                <a:lnTo>
                  <a:pt x="738" y="497"/>
                </a:lnTo>
                <a:lnTo>
                  <a:pt x="744" y="495"/>
                </a:lnTo>
                <a:lnTo>
                  <a:pt x="749" y="493"/>
                </a:lnTo>
                <a:lnTo>
                  <a:pt x="755" y="491"/>
                </a:lnTo>
                <a:lnTo>
                  <a:pt x="761" y="489"/>
                </a:lnTo>
                <a:lnTo>
                  <a:pt x="767" y="488"/>
                </a:lnTo>
                <a:lnTo>
                  <a:pt x="772" y="486"/>
                </a:lnTo>
                <a:lnTo>
                  <a:pt x="778" y="484"/>
                </a:lnTo>
                <a:lnTo>
                  <a:pt x="784" y="482"/>
                </a:lnTo>
                <a:lnTo>
                  <a:pt x="790" y="480"/>
                </a:lnTo>
                <a:lnTo>
                  <a:pt x="795" y="478"/>
                </a:lnTo>
                <a:lnTo>
                  <a:pt x="801" y="477"/>
                </a:lnTo>
                <a:lnTo>
                  <a:pt x="807" y="475"/>
                </a:lnTo>
                <a:lnTo>
                  <a:pt x="813" y="473"/>
                </a:lnTo>
                <a:lnTo>
                  <a:pt x="819" y="471"/>
                </a:lnTo>
                <a:lnTo>
                  <a:pt x="824" y="469"/>
                </a:lnTo>
                <a:lnTo>
                  <a:pt x="830" y="467"/>
                </a:lnTo>
                <a:lnTo>
                  <a:pt x="836" y="466"/>
                </a:lnTo>
                <a:lnTo>
                  <a:pt x="842" y="464"/>
                </a:lnTo>
                <a:lnTo>
                  <a:pt x="847" y="462"/>
                </a:lnTo>
                <a:lnTo>
                  <a:pt x="853" y="460"/>
                </a:lnTo>
                <a:lnTo>
                  <a:pt x="859" y="458"/>
                </a:lnTo>
                <a:lnTo>
                  <a:pt x="865" y="456"/>
                </a:lnTo>
                <a:lnTo>
                  <a:pt x="870" y="455"/>
                </a:lnTo>
                <a:lnTo>
                  <a:pt x="876" y="453"/>
                </a:lnTo>
                <a:lnTo>
                  <a:pt x="882" y="451"/>
                </a:lnTo>
                <a:lnTo>
                  <a:pt x="888" y="449"/>
                </a:lnTo>
                <a:lnTo>
                  <a:pt x="893" y="447"/>
                </a:lnTo>
                <a:lnTo>
                  <a:pt x="899" y="445"/>
                </a:lnTo>
                <a:lnTo>
                  <a:pt x="905" y="444"/>
                </a:lnTo>
                <a:lnTo>
                  <a:pt x="911" y="442"/>
                </a:lnTo>
                <a:lnTo>
                  <a:pt x="917" y="440"/>
                </a:lnTo>
                <a:lnTo>
                  <a:pt x="922" y="438"/>
                </a:lnTo>
                <a:lnTo>
                  <a:pt x="928" y="436"/>
                </a:lnTo>
                <a:lnTo>
                  <a:pt x="934" y="434"/>
                </a:lnTo>
                <a:lnTo>
                  <a:pt x="940" y="433"/>
                </a:lnTo>
                <a:lnTo>
                  <a:pt x="945" y="431"/>
                </a:lnTo>
                <a:lnTo>
                  <a:pt x="951" y="429"/>
                </a:lnTo>
                <a:lnTo>
                  <a:pt x="957" y="427"/>
                </a:lnTo>
                <a:lnTo>
                  <a:pt x="963" y="425"/>
                </a:lnTo>
                <a:lnTo>
                  <a:pt x="968" y="423"/>
                </a:lnTo>
                <a:lnTo>
                  <a:pt x="974" y="422"/>
                </a:lnTo>
                <a:lnTo>
                  <a:pt x="980" y="420"/>
                </a:lnTo>
                <a:lnTo>
                  <a:pt x="986" y="418"/>
                </a:lnTo>
                <a:lnTo>
                  <a:pt x="991" y="416"/>
                </a:lnTo>
                <a:lnTo>
                  <a:pt x="997" y="414"/>
                </a:lnTo>
                <a:lnTo>
                  <a:pt x="1003" y="412"/>
                </a:lnTo>
                <a:lnTo>
                  <a:pt x="1009" y="411"/>
                </a:lnTo>
                <a:lnTo>
                  <a:pt x="1015" y="409"/>
                </a:lnTo>
                <a:lnTo>
                  <a:pt x="1020" y="407"/>
                </a:lnTo>
                <a:lnTo>
                  <a:pt x="1026" y="405"/>
                </a:lnTo>
                <a:lnTo>
                  <a:pt x="1032" y="403"/>
                </a:lnTo>
                <a:lnTo>
                  <a:pt x="1038" y="401"/>
                </a:lnTo>
                <a:lnTo>
                  <a:pt x="1043" y="400"/>
                </a:lnTo>
                <a:lnTo>
                  <a:pt x="1049" y="398"/>
                </a:lnTo>
                <a:lnTo>
                  <a:pt x="1055" y="396"/>
                </a:lnTo>
                <a:lnTo>
                  <a:pt x="1061" y="394"/>
                </a:lnTo>
                <a:lnTo>
                  <a:pt x="1066" y="392"/>
                </a:lnTo>
                <a:lnTo>
                  <a:pt x="1072" y="390"/>
                </a:lnTo>
                <a:lnTo>
                  <a:pt x="1078" y="389"/>
                </a:lnTo>
                <a:lnTo>
                  <a:pt x="1084" y="387"/>
                </a:lnTo>
                <a:lnTo>
                  <a:pt x="1089" y="385"/>
                </a:lnTo>
                <a:lnTo>
                  <a:pt x="1095" y="383"/>
                </a:lnTo>
                <a:lnTo>
                  <a:pt x="1101" y="381"/>
                </a:lnTo>
                <a:lnTo>
                  <a:pt x="1107" y="379"/>
                </a:lnTo>
                <a:lnTo>
                  <a:pt x="1113" y="378"/>
                </a:lnTo>
                <a:lnTo>
                  <a:pt x="1118" y="376"/>
                </a:lnTo>
                <a:lnTo>
                  <a:pt x="1124" y="374"/>
                </a:lnTo>
                <a:lnTo>
                  <a:pt x="1130" y="372"/>
                </a:lnTo>
                <a:lnTo>
                  <a:pt x="1136" y="370"/>
                </a:lnTo>
                <a:lnTo>
                  <a:pt x="1141" y="368"/>
                </a:lnTo>
                <a:lnTo>
                  <a:pt x="1147" y="367"/>
                </a:lnTo>
                <a:lnTo>
                  <a:pt x="1153" y="365"/>
                </a:lnTo>
                <a:lnTo>
                  <a:pt x="1159" y="363"/>
                </a:lnTo>
                <a:lnTo>
                  <a:pt x="1164" y="361"/>
                </a:lnTo>
                <a:lnTo>
                  <a:pt x="1170" y="359"/>
                </a:lnTo>
                <a:lnTo>
                  <a:pt x="1176" y="357"/>
                </a:lnTo>
                <a:lnTo>
                  <a:pt x="1182" y="356"/>
                </a:lnTo>
                <a:lnTo>
                  <a:pt x="1187" y="354"/>
                </a:lnTo>
                <a:lnTo>
                  <a:pt x="1193" y="352"/>
                </a:lnTo>
                <a:lnTo>
                  <a:pt x="1199" y="350"/>
                </a:lnTo>
                <a:lnTo>
                  <a:pt x="1205" y="348"/>
                </a:lnTo>
                <a:lnTo>
                  <a:pt x="1211" y="346"/>
                </a:lnTo>
                <a:lnTo>
                  <a:pt x="1216" y="345"/>
                </a:lnTo>
                <a:lnTo>
                  <a:pt x="1222" y="343"/>
                </a:lnTo>
                <a:lnTo>
                  <a:pt x="1228" y="341"/>
                </a:lnTo>
                <a:lnTo>
                  <a:pt x="1234" y="339"/>
                </a:lnTo>
                <a:lnTo>
                  <a:pt x="1239" y="337"/>
                </a:lnTo>
                <a:lnTo>
                  <a:pt x="1245" y="335"/>
                </a:lnTo>
                <a:lnTo>
                  <a:pt x="1251" y="334"/>
                </a:lnTo>
                <a:lnTo>
                  <a:pt x="1257" y="332"/>
                </a:lnTo>
                <a:lnTo>
                  <a:pt x="1262" y="330"/>
                </a:lnTo>
                <a:lnTo>
                  <a:pt x="1268" y="328"/>
                </a:lnTo>
                <a:lnTo>
                  <a:pt x="1274" y="326"/>
                </a:lnTo>
                <a:lnTo>
                  <a:pt x="1280" y="324"/>
                </a:lnTo>
                <a:lnTo>
                  <a:pt x="1285" y="323"/>
                </a:lnTo>
                <a:lnTo>
                  <a:pt x="1291" y="321"/>
                </a:lnTo>
                <a:lnTo>
                  <a:pt x="1297" y="319"/>
                </a:lnTo>
                <a:lnTo>
                  <a:pt x="1303" y="317"/>
                </a:lnTo>
                <a:lnTo>
                  <a:pt x="1309" y="315"/>
                </a:lnTo>
                <a:lnTo>
                  <a:pt x="1314" y="314"/>
                </a:lnTo>
                <a:lnTo>
                  <a:pt x="1320" y="312"/>
                </a:lnTo>
                <a:lnTo>
                  <a:pt x="1326" y="310"/>
                </a:lnTo>
                <a:lnTo>
                  <a:pt x="1332" y="308"/>
                </a:lnTo>
                <a:lnTo>
                  <a:pt x="1337" y="306"/>
                </a:lnTo>
                <a:lnTo>
                  <a:pt x="1343" y="304"/>
                </a:lnTo>
                <a:lnTo>
                  <a:pt x="1349" y="303"/>
                </a:lnTo>
                <a:lnTo>
                  <a:pt x="1355" y="301"/>
                </a:lnTo>
                <a:lnTo>
                  <a:pt x="1360" y="299"/>
                </a:lnTo>
                <a:lnTo>
                  <a:pt x="1366" y="297"/>
                </a:lnTo>
                <a:lnTo>
                  <a:pt x="1372" y="295"/>
                </a:lnTo>
                <a:lnTo>
                  <a:pt x="1378" y="293"/>
                </a:lnTo>
                <a:lnTo>
                  <a:pt x="1383" y="292"/>
                </a:lnTo>
                <a:lnTo>
                  <a:pt x="1389" y="290"/>
                </a:lnTo>
                <a:lnTo>
                  <a:pt x="1395" y="288"/>
                </a:lnTo>
                <a:lnTo>
                  <a:pt x="1401" y="286"/>
                </a:lnTo>
                <a:lnTo>
                  <a:pt x="1407" y="284"/>
                </a:lnTo>
                <a:lnTo>
                  <a:pt x="1412" y="282"/>
                </a:lnTo>
                <a:lnTo>
                  <a:pt x="1418" y="281"/>
                </a:lnTo>
                <a:lnTo>
                  <a:pt x="1424" y="279"/>
                </a:lnTo>
                <a:lnTo>
                  <a:pt x="1430" y="277"/>
                </a:lnTo>
                <a:lnTo>
                  <a:pt x="1435" y="275"/>
                </a:lnTo>
                <a:lnTo>
                  <a:pt x="1441" y="273"/>
                </a:lnTo>
                <a:lnTo>
                  <a:pt x="1447" y="271"/>
                </a:lnTo>
                <a:lnTo>
                  <a:pt x="1453" y="270"/>
                </a:lnTo>
                <a:lnTo>
                  <a:pt x="1458" y="268"/>
                </a:lnTo>
                <a:lnTo>
                  <a:pt x="1464" y="266"/>
                </a:lnTo>
                <a:lnTo>
                  <a:pt x="1470" y="264"/>
                </a:lnTo>
                <a:lnTo>
                  <a:pt x="1476" y="262"/>
                </a:lnTo>
                <a:lnTo>
                  <a:pt x="1481" y="260"/>
                </a:lnTo>
                <a:lnTo>
                  <a:pt x="1487" y="259"/>
                </a:lnTo>
                <a:lnTo>
                  <a:pt x="1493" y="257"/>
                </a:lnTo>
                <a:lnTo>
                  <a:pt x="1499" y="255"/>
                </a:lnTo>
                <a:lnTo>
                  <a:pt x="1505" y="253"/>
                </a:lnTo>
                <a:lnTo>
                  <a:pt x="1510" y="251"/>
                </a:lnTo>
                <a:lnTo>
                  <a:pt x="1516" y="249"/>
                </a:lnTo>
                <a:lnTo>
                  <a:pt x="1522" y="248"/>
                </a:lnTo>
                <a:lnTo>
                  <a:pt x="1528" y="246"/>
                </a:lnTo>
                <a:lnTo>
                  <a:pt x="1533" y="244"/>
                </a:lnTo>
                <a:lnTo>
                  <a:pt x="1539" y="242"/>
                </a:lnTo>
                <a:lnTo>
                  <a:pt x="1545" y="240"/>
                </a:lnTo>
                <a:lnTo>
                  <a:pt x="1551" y="238"/>
                </a:lnTo>
                <a:lnTo>
                  <a:pt x="1556" y="237"/>
                </a:lnTo>
                <a:lnTo>
                  <a:pt x="1562" y="235"/>
                </a:lnTo>
                <a:lnTo>
                  <a:pt x="1568" y="233"/>
                </a:lnTo>
                <a:lnTo>
                  <a:pt x="1574" y="231"/>
                </a:lnTo>
                <a:lnTo>
                  <a:pt x="1579" y="229"/>
                </a:lnTo>
                <a:lnTo>
                  <a:pt x="1585" y="227"/>
                </a:lnTo>
                <a:lnTo>
                  <a:pt x="1591" y="226"/>
                </a:lnTo>
                <a:lnTo>
                  <a:pt x="1597" y="224"/>
                </a:lnTo>
                <a:lnTo>
                  <a:pt x="1603" y="222"/>
                </a:lnTo>
                <a:lnTo>
                  <a:pt x="1608" y="220"/>
                </a:lnTo>
                <a:lnTo>
                  <a:pt x="1614" y="218"/>
                </a:lnTo>
                <a:lnTo>
                  <a:pt x="1620" y="216"/>
                </a:lnTo>
                <a:lnTo>
                  <a:pt x="1626" y="215"/>
                </a:lnTo>
                <a:lnTo>
                  <a:pt x="1631" y="213"/>
                </a:lnTo>
                <a:lnTo>
                  <a:pt x="1637" y="211"/>
                </a:lnTo>
                <a:lnTo>
                  <a:pt x="1643" y="209"/>
                </a:lnTo>
                <a:lnTo>
                  <a:pt x="1649" y="207"/>
                </a:lnTo>
                <a:lnTo>
                  <a:pt x="1654" y="205"/>
                </a:lnTo>
                <a:lnTo>
                  <a:pt x="1660" y="204"/>
                </a:lnTo>
                <a:lnTo>
                  <a:pt x="1666" y="202"/>
                </a:lnTo>
                <a:lnTo>
                  <a:pt x="1672" y="200"/>
                </a:lnTo>
                <a:lnTo>
                  <a:pt x="1677" y="198"/>
                </a:lnTo>
                <a:lnTo>
                  <a:pt x="1683" y="196"/>
                </a:lnTo>
                <a:lnTo>
                  <a:pt x="1689" y="194"/>
                </a:lnTo>
                <a:lnTo>
                  <a:pt x="1695" y="193"/>
                </a:lnTo>
                <a:lnTo>
                  <a:pt x="1701" y="191"/>
                </a:lnTo>
                <a:lnTo>
                  <a:pt x="1706" y="189"/>
                </a:lnTo>
                <a:lnTo>
                  <a:pt x="1712" y="187"/>
                </a:lnTo>
                <a:lnTo>
                  <a:pt x="1718" y="185"/>
                </a:lnTo>
                <a:lnTo>
                  <a:pt x="1724" y="183"/>
                </a:lnTo>
                <a:lnTo>
                  <a:pt x="1729" y="182"/>
                </a:lnTo>
                <a:lnTo>
                  <a:pt x="1735" y="180"/>
                </a:lnTo>
                <a:lnTo>
                  <a:pt x="1741" y="178"/>
                </a:lnTo>
                <a:lnTo>
                  <a:pt x="1747" y="176"/>
                </a:lnTo>
                <a:lnTo>
                  <a:pt x="1752" y="174"/>
                </a:lnTo>
                <a:lnTo>
                  <a:pt x="1758" y="172"/>
                </a:lnTo>
                <a:lnTo>
                  <a:pt x="1764" y="171"/>
                </a:lnTo>
                <a:lnTo>
                  <a:pt x="1770" y="169"/>
                </a:lnTo>
                <a:lnTo>
                  <a:pt x="1775" y="167"/>
                </a:lnTo>
                <a:lnTo>
                  <a:pt x="1781" y="165"/>
                </a:lnTo>
                <a:lnTo>
                  <a:pt x="1787" y="163"/>
                </a:lnTo>
                <a:lnTo>
                  <a:pt x="1793" y="161"/>
                </a:lnTo>
                <a:lnTo>
                  <a:pt x="1798" y="160"/>
                </a:lnTo>
                <a:lnTo>
                  <a:pt x="1804" y="158"/>
                </a:lnTo>
                <a:lnTo>
                  <a:pt x="1810" y="156"/>
                </a:lnTo>
                <a:lnTo>
                  <a:pt x="1816" y="154"/>
                </a:lnTo>
                <a:lnTo>
                  <a:pt x="1822" y="152"/>
                </a:lnTo>
                <a:lnTo>
                  <a:pt x="1827" y="150"/>
                </a:lnTo>
                <a:lnTo>
                  <a:pt x="1833" y="149"/>
                </a:lnTo>
                <a:lnTo>
                  <a:pt x="1839" y="147"/>
                </a:lnTo>
                <a:lnTo>
                  <a:pt x="1845" y="145"/>
                </a:lnTo>
                <a:lnTo>
                  <a:pt x="1850" y="143"/>
                </a:lnTo>
                <a:lnTo>
                  <a:pt x="1856" y="141"/>
                </a:lnTo>
                <a:lnTo>
                  <a:pt x="1862" y="139"/>
                </a:lnTo>
                <a:lnTo>
                  <a:pt x="1868" y="138"/>
                </a:lnTo>
                <a:lnTo>
                  <a:pt x="1873" y="136"/>
                </a:lnTo>
                <a:lnTo>
                  <a:pt x="1879" y="134"/>
                </a:lnTo>
                <a:lnTo>
                  <a:pt x="1885" y="132"/>
                </a:lnTo>
                <a:lnTo>
                  <a:pt x="1891" y="130"/>
                </a:lnTo>
                <a:lnTo>
                  <a:pt x="1896" y="128"/>
                </a:lnTo>
                <a:lnTo>
                  <a:pt x="1902" y="127"/>
                </a:lnTo>
                <a:lnTo>
                  <a:pt x="1908" y="125"/>
                </a:lnTo>
                <a:lnTo>
                  <a:pt x="1914" y="123"/>
                </a:lnTo>
                <a:lnTo>
                  <a:pt x="1920" y="121"/>
                </a:lnTo>
                <a:lnTo>
                  <a:pt x="1925" y="119"/>
                </a:lnTo>
                <a:lnTo>
                  <a:pt x="1931" y="117"/>
                </a:lnTo>
                <a:lnTo>
                  <a:pt x="1937" y="116"/>
                </a:lnTo>
                <a:lnTo>
                  <a:pt x="1943" y="114"/>
                </a:lnTo>
                <a:lnTo>
                  <a:pt x="1948" y="112"/>
                </a:lnTo>
                <a:lnTo>
                  <a:pt x="1954" y="110"/>
                </a:lnTo>
                <a:lnTo>
                  <a:pt x="1960" y="108"/>
                </a:lnTo>
                <a:lnTo>
                  <a:pt x="1966" y="106"/>
                </a:lnTo>
                <a:lnTo>
                  <a:pt x="1971" y="105"/>
                </a:lnTo>
                <a:lnTo>
                  <a:pt x="1977" y="103"/>
                </a:lnTo>
                <a:lnTo>
                  <a:pt x="1983" y="101"/>
                </a:lnTo>
                <a:lnTo>
                  <a:pt x="1989" y="99"/>
                </a:lnTo>
                <a:lnTo>
                  <a:pt x="1994" y="97"/>
                </a:lnTo>
                <a:lnTo>
                  <a:pt x="2000" y="95"/>
                </a:lnTo>
                <a:lnTo>
                  <a:pt x="2006" y="94"/>
                </a:lnTo>
                <a:lnTo>
                  <a:pt x="2012" y="92"/>
                </a:lnTo>
                <a:lnTo>
                  <a:pt x="2018" y="90"/>
                </a:lnTo>
                <a:lnTo>
                  <a:pt x="2023" y="88"/>
                </a:lnTo>
                <a:lnTo>
                  <a:pt x="2029" y="86"/>
                </a:lnTo>
                <a:lnTo>
                  <a:pt x="2035" y="84"/>
                </a:lnTo>
                <a:lnTo>
                  <a:pt x="2041" y="83"/>
                </a:lnTo>
                <a:lnTo>
                  <a:pt x="2046" y="81"/>
                </a:lnTo>
                <a:lnTo>
                  <a:pt x="2052" y="79"/>
                </a:lnTo>
                <a:lnTo>
                  <a:pt x="2058" y="77"/>
                </a:lnTo>
                <a:lnTo>
                  <a:pt x="2064" y="75"/>
                </a:lnTo>
                <a:lnTo>
                  <a:pt x="2069" y="73"/>
                </a:lnTo>
                <a:lnTo>
                  <a:pt x="2075" y="72"/>
                </a:lnTo>
                <a:lnTo>
                  <a:pt x="2081" y="70"/>
                </a:lnTo>
                <a:lnTo>
                  <a:pt x="2087" y="68"/>
                </a:lnTo>
                <a:lnTo>
                  <a:pt x="2092" y="66"/>
                </a:lnTo>
                <a:lnTo>
                  <a:pt x="2098" y="64"/>
                </a:lnTo>
                <a:lnTo>
                  <a:pt x="2104" y="62"/>
                </a:lnTo>
                <a:lnTo>
                  <a:pt x="2110" y="61"/>
                </a:lnTo>
                <a:lnTo>
                  <a:pt x="2116" y="59"/>
                </a:lnTo>
                <a:lnTo>
                  <a:pt x="2121" y="57"/>
                </a:lnTo>
                <a:lnTo>
                  <a:pt x="2127" y="55"/>
                </a:lnTo>
                <a:lnTo>
                  <a:pt x="2133" y="53"/>
                </a:lnTo>
                <a:lnTo>
                  <a:pt x="2139" y="51"/>
                </a:lnTo>
                <a:lnTo>
                  <a:pt x="2144" y="50"/>
                </a:lnTo>
                <a:lnTo>
                  <a:pt x="2150" y="48"/>
                </a:lnTo>
                <a:lnTo>
                  <a:pt x="2156" y="46"/>
                </a:lnTo>
                <a:lnTo>
                  <a:pt x="2162" y="44"/>
                </a:lnTo>
                <a:lnTo>
                  <a:pt x="2167" y="42"/>
                </a:lnTo>
                <a:lnTo>
                  <a:pt x="2173" y="40"/>
                </a:lnTo>
                <a:lnTo>
                  <a:pt x="2179" y="39"/>
                </a:lnTo>
                <a:lnTo>
                  <a:pt x="2185" y="37"/>
                </a:lnTo>
                <a:lnTo>
                  <a:pt x="2190" y="35"/>
                </a:lnTo>
                <a:lnTo>
                  <a:pt x="2196" y="33"/>
                </a:lnTo>
                <a:lnTo>
                  <a:pt x="2202" y="31"/>
                </a:lnTo>
                <a:lnTo>
                  <a:pt x="2208" y="29"/>
                </a:lnTo>
                <a:lnTo>
                  <a:pt x="2214" y="28"/>
                </a:lnTo>
                <a:lnTo>
                  <a:pt x="2219" y="26"/>
                </a:lnTo>
                <a:lnTo>
                  <a:pt x="2225" y="24"/>
                </a:lnTo>
                <a:lnTo>
                  <a:pt x="2231" y="22"/>
                </a:lnTo>
                <a:lnTo>
                  <a:pt x="2237" y="20"/>
                </a:lnTo>
                <a:lnTo>
                  <a:pt x="2242" y="18"/>
                </a:lnTo>
                <a:lnTo>
                  <a:pt x="2248" y="17"/>
                </a:lnTo>
                <a:lnTo>
                  <a:pt x="2254" y="15"/>
                </a:lnTo>
                <a:lnTo>
                  <a:pt x="2260" y="13"/>
                </a:lnTo>
                <a:lnTo>
                  <a:pt x="2265" y="11"/>
                </a:lnTo>
                <a:lnTo>
                  <a:pt x="2271" y="9"/>
                </a:lnTo>
                <a:lnTo>
                  <a:pt x="2277" y="7"/>
                </a:lnTo>
                <a:lnTo>
                  <a:pt x="2283" y="6"/>
                </a:lnTo>
                <a:lnTo>
                  <a:pt x="2288" y="4"/>
                </a:lnTo>
                <a:lnTo>
                  <a:pt x="2294" y="2"/>
                </a:lnTo>
                <a:lnTo>
                  <a:pt x="2300" y="0"/>
                </a:lnTo>
              </a:path>
            </a:pathLst>
          </a:custGeom>
          <a:noFill/>
          <a:ln w="38100">
            <a:solidFill>
              <a:srgbClr val="C6532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1" name="Oval 10"/>
          <p:cNvSpPr/>
          <p:nvPr/>
        </p:nvSpPr>
        <p:spPr>
          <a:xfrm>
            <a:off x="854964" y="3918283"/>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 name="Oval 11"/>
          <p:cNvSpPr/>
          <p:nvPr/>
        </p:nvSpPr>
        <p:spPr>
          <a:xfrm>
            <a:off x="965654" y="3754693"/>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3" name="Oval 12"/>
          <p:cNvSpPr/>
          <p:nvPr/>
        </p:nvSpPr>
        <p:spPr>
          <a:xfrm>
            <a:off x="1076345" y="4003420"/>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4" name="Oval 13"/>
          <p:cNvSpPr/>
          <p:nvPr/>
        </p:nvSpPr>
        <p:spPr>
          <a:xfrm>
            <a:off x="1187035" y="4137017"/>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5" name="Oval 14"/>
          <p:cNvSpPr/>
          <p:nvPr/>
        </p:nvSpPr>
        <p:spPr>
          <a:xfrm>
            <a:off x="1297726" y="3954851"/>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6" name="Oval 15"/>
          <p:cNvSpPr/>
          <p:nvPr/>
        </p:nvSpPr>
        <p:spPr>
          <a:xfrm>
            <a:off x="1408416" y="4942478"/>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7" name="Oval 16"/>
          <p:cNvSpPr/>
          <p:nvPr/>
        </p:nvSpPr>
        <p:spPr>
          <a:xfrm>
            <a:off x="1519107" y="4815535"/>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8" name="Oval 17"/>
          <p:cNvSpPr/>
          <p:nvPr/>
        </p:nvSpPr>
        <p:spPr>
          <a:xfrm>
            <a:off x="1629797" y="5073577"/>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9" name="Oval 18"/>
          <p:cNvSpPr/>
          <p:nvPr/>
        </p:nvSpPr>
        <p:spPr>
          <a:xfrm>
            <a:off x="1740488" y="4696982"/>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0" name="Oval 19"/>
          <p:cNvSpPr/>
          <p:nvPr/>
        </p:nvSpPr>
        <p:spPr>
          <a:xfrm>
            <a:off x="1851178" y="4331413"/>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1" name="Oval 20"/>
          <p:cNvSpPr/>
          <p:nvPr/>
        </p:nvSpPr>
        <p:spPr>
          <a:xfrm>
            <a:off x="1961869" y="4625037"/>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2" name="Oval 21"/>
          <p:cNvSpPr/>
          <p:nvPr/>
        </p:nvSpPr>
        <p:spPr>
          <a:xfrm>
            <a:off x="2072559" y="4402084"/>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3" name="Oval 22"/>
          <p:cNvSpPr/>
          <p:nvPr/>
        </p:nvSpPr>
        <p:spPr>
          <a:xfrm>
            <a:off x="2183250" y="5094037"/>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4" name="Oval 23"/>
          <p:cNvSpPr/>
          <p:nvPr/>
        </p:nvSpPr>
        <p:spPr>
          <a:xfrm>
            <a:off x="2293940" y="4330936"/>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5" name="Oval 24"/>
          <p:cNvSpPr/>
          <p:nvPr/>
        </p:nvSpPr>
        <p:spPr>
          <a:xfrm>
            <a:off x="2404631" y="4542837"/>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6" name="Oval 25"/>
          <p:cNvSpPr/>
          <p:nvPr/>
        </p:nvSpPr>
        <p:spPr>
          <a:xfrm>
            <a:off x="2515321" y="3533231"/>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7" name="Oval 26"/>
          <p:cNvSpPr/>
          <p:nvPr/>
        </p:nvSpPr>
        <p:spPr>
          <a:xfrm>
            <a:off x="2626012" y="3645858"/>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8" name="Oval 27"/>
          <p:cNvSpPr/>
          <p:nvPr/>
        </p:nvSpPr>
        <p:spPr>
          <a:xfrm>
            <a:off x="2736702" y="3430345"/>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9" name="Oval 28"/>
          <p:cNvSpPr/>
          <p:nvPr/>
        </p:nvSpPr>
        <p:spPr>
          <a:xfrm>
            <a:off x="2847393" y="3534831"/>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0" name="Oval 29"/>
          <p:cNvSpPr/>
          <p:nvPr/>
        </p:nvSpPr>
        <p:spPr>
          <a:xfrm>
            <a:off x="2958084" y="3078035"/>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cxnSp>
        <p:nvCxnSpPr>
          <p:cNvPr id="31" name="Connector 30"/>
          <p:cNvCxnSpPr/>
          <p:nvPr/>
        </p:nvCxnSpPr>
        <p:spPr>
          <a:xfrm>
            <a:off x="2473452" y="2834640"/>
            <a:ext cx="0" cy="2606040"/>
          </a:xfrm>
          <a:prstGeom prst="line">
            <a:avLst/>
          </a:prstGeom>
          <a:ln w="12700">
            <a:solidFill>
              <a:srgbClr val="7963AF"/>
            </a:solidFill>
            <a:prstDash val="dash"/>
          </a:ln>
        </p:spPr>
        <p:style>
          <a:lnRef idx="2">
            <a:schemeClr val="accent1"/>
          </a:lnRef>
          <a:fillRef idx="0">
            <a:schemeClr val="accent1"/>
          </a:fillRef>
          <a:effectRef idx="0">
            <a:schemeClr val="accent1"/>
          </a:effectRef>
          <a:fontRef idx="minor">
            <a:schemeClr val="tx1"/>
          </a:fontRef>
        </p:style>
      </p:cxnSp>
      <p:sp>
        <p:nvSpPr>
          <p:cNvPr id="32" name="Oval 31"/>
          <p:cNvSpPr/>
          <p:nvPr/>
        </p:nvSpPr>
        <p:spPr>
          <a:xfrm>
            <a:off x="2404872" y="3997702"/>
            <a:ext cx="137160" cy="137160"/>
          </a:xfrm>
          <a:prstGeom prst="ellipse">
            <a:avLst/>
          </a:prstGeom>
          <a:solidFill>
            <a:srgbClr val="C65326"/>
          </a:solidFill>
          <a:ln w="19050">
            <a:solidFill>
              <a:srgbClr val="C6532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3" name="TextBox 32"/>
          <p:cNvSpPr txBox="1"/>
          <p:nvPr/>
        </p:nvSpPr>
        <p:spPr>
          <a:xfrm>
            <a:off x="2125980" y="5532120"/>
            <a:ext cx="914400" cy="274320"/>
          </a:xfrm>
          <a:prstGeom prst="rect">
            <a:avLst/>
          </a:prstGeom>
          <a:noFill/>
        </p:spPr>
        <p:txBody>
          <a:bodyPr wrap="square" lIns="0" rIns="0" tIns="0" bIns="0">
            <a:spAutoFit/>
          </a:bodyPr>
          <a:lstStyle/>
          <a:p>
            <a:pPr>
              <a:spcAft>
                <a:spcPts val="0"/>
              </a:spcAft>
              <a:defRPr sz="1400" b="0">
                <a:solidFill>
                  <a:srgbClr val="7963AF"/>
                </a:solidFill>
                <a:latin typeface="Arial"/>
              </a:defRPr>
            </a:pPr>
            <a:r>
              <a:t>x = 0.5</a:t>
            </a:r>
          </a:p>
        </p:txBody>
      </p:sp>
      <p:sp>
        <p:nvSpPr>
          <p:cNvPr id="34" name="TextBox 33"/>
          <p:cNvSpPr txBox="1"/>
          <p:nvPr/>
        </p:nvSpPr>
        <p:spPr>
          <a:xfrm>
            <a:off x="3657600" y="2148840"/>
            <a:ext cx="2286000" cy="594360"/>
          </a:xfrm>
          <a:prstGeom prst="rect">
            <a:avLst/>
          </a:prstGeom>
          <a:noFill/>
        </p:spPr>
        <p:txBody>
          <a:bodyPr wrap="square" lIns="0" rIns="0" tIns="0" bIns="0">
            <a:spAutoFit/>
          </a:bodyPr>
          <a:lstStyle/>
          <a:p>
            <a:pPr>
              <a:spcAft>
                <a:spcPts val="0"/>
              </a:spcAft>
              <a:defRPr sz="1600" b="0">
                <a:solidFill>
                  <a:srgbClr val="181D16"/>
                </a:solidFill>
                <a:latin typeface="Arial"/>
              </a:defRPr>
            </a:pPr>
            <a:r>
              <a:t>Sample B</a:t>
            </a:r>
          </a:p>
          <a:p>
            <a:pPr>
              <a:spcAft>
                <a:spcPts val="0"/>
              </a:spcAft>
              <a:defRPr sz="1600" b="0">
                <a:solidFill>
                  <a:srgbClr val="181D16"/>
                </a:solidFill>
                <a:latin typeface="Arial"/>
              </a:defRPr>
            </a:pPr>
            <a:r>
              <a:t>prediction 0.83</a:t>
            </a:r>
          </a:p>
        </p:txBody>
      </p:sp>
      <p:cxnSp>
        <p:nvCxnSpPr>
          <p:cNvPr id="35" name="Connector 34"/>
          <p:cNvCxnSpPr/>
          <p:nvPr/>
        </p:nvCxnSpPr>
        <p:spPr>
          <a:xfrm>
            <a:off x="3657600" y="5440680"/>
            <a:ext cx="2103120" cy="0"/>
          </a:xfrm>
          <a:prstGeom prst="line">
            <a:avLst/>
          </a:prstGeom>
          <a:ln w="12700">
            <a:solidFill>
              <a:srgbClr val="D4D6D0"/>
            </a:solidFill>
          </a:ln>
        </p:spPr>
        <p:style>
          <a:lnRef idx="2">
            <a:schemeClr val="accent1"/>
          </a:lnRef>
          <a:fillRef idx="0">
            <a:schemeClr val="accent1"/>
          </a:fillRef>
          <a:effectRef idx="0">
            <a:schemeClr val="accent1"/>
          </a:effectRef>
          <a:fontRef idx="minor">
            <a:schemeClr val="tx1"/>
          </a:fontRef>
        </p:style>
      </p:cxnSp>
      <p:cxnSp>
        <p:nvCxnSpPr>
          <p:cNvPr id="36" name="Connector 35"/>
          <p:cNvCxnSpPr/>
          <p:nvPr/>
        </p:nvCxnSpPr>
        <p:spPr>
          <a:xfrm>
            <a:off x="3657600" y="2834640"/>
            <a:ext cx="0" cy="2606040"/>
          </a:xfrm>
          <a:prstGeom prst="line">
            <a:avLst/>
          </a:prstGeom>
          <a:ln w="12700">
            <a:solidFill>
              <a:srgbClr val="D4D6D0"/>
            </a:solidFill>
          </a:ln>
        </p:spPr>
        <p:style>
          <a:lnRef idx="2">
            <a:schemeClr val="accent1"/>
          </a:lnRef>
          <a:fillRef idx="0">
            <a:schemeClr val="accent1"/>
          </a:fillRef>
          <a:effectRef idx="0">
            <a:schemeClr val="accent1"/>
          </a:effectRef>
          <a:fontRef idx="minor">
            <a:schemeClr val="tx1"/>
          </a:fontRef>
        </p:style>
      </p:cxnSp>
      <p:sp>
        <p:nvSpPr>
          <p:cNvPr id="37" name="TextBox 36"/>
          <p:cNvSpPr txBox="1"/>
          <p:nvPr/>
        </p:nvSpPr>
        <p:spPr>
          <a:xfrm>
            <a:off x="5669280" y="5532120"/>
            <a:ext cx="640080" cy="274320"/>
          </a:xfrm>
          <a:prstGeom prst="rect">
            <a:avLst/>
          </a:prstGeom>
          <a:noFill/>
        </p:spPr>
        <p:txBody>
          <a:bodyPr wrap="square" lIns="0" rIns="0" tIns="0" bIns="0">
            <a:spAutoFit/>
          </a:bodyPr>
          <a:lstStyle/>
          <a:p>
            <a:pPr>
              <a:spcAft>
                <a:spcPts val="0"/>
              </a:spcAft>
              <a:defRPr sz="1400" b="0">
                <a:solidFill>
                  <a:srgbClr val="686C66"/>
                </a:solidFill>
                <a:latin typeface="Arial"/>
              </a:defRPr>
            </a:pPr>
            <a:r>
              <a:t>x</a:t>
            </a:r>
          </a:p>
        </p:txBody>
      </p:sp>
      <p:sp>
        <p:nvSpPr>
          <p:cNvPr id="38" name="TextBox 37"/>
          <p:cNvSpPr txBox="1"/>
          <p:nvPr/>
        </p:nvSpPr>
        <p:spPr>
          <a:xfrm>
            <a:off x="3383280" y="2651760"/>
            <a:ext cx="914400" cy="274320"/>
          </a:xfrm>
          <a:prstGeom prst="rect">
            <a:avLst/>
          </a:prstGeom>
          <a:noFill/>
        </p:spPr>
        <p:txBody>
          <a:bodyPr wrap="square" lIns="0" rIns="0" tIns="0" bIns="0">
            <a:spAutoFit/>
          </a:bodyPr>
          <a:lstStyle/>
          <a:p>
            <a:pPr>
              <a:spcAft>
                <a:spcPts val="0"/>
              </a:spcAft>
              <a:defRPr sz="1400" b="0">
                <a:solidFill>
                  <a:srgbClr val="686C66"/>
                </a:solidFill>
                <a:latin typeface="Arial"/>
              </a:defRPr>
            </a:pPr>
            <a:r>
              <a:t>y</a:t>
            </a:r>
          </a:p>
        </p:txBody>
      </p:sp>
      <p:sp>
        <p:nvSpPr>
          <p:cNvPr id="39" name="Freeform 38"/>
          <p:cNvSpPr/>
          <p:nvPr/>
        </p:nvSpPr>
        <p:spPr>
          <a:xfrm>
            <a:off x="3657600" y="4164178"/>
            <a:ext cx="2103120" cy="363017"/>
          </a:xfrm>
          <a:custGeom>
            <a:avLst/>
            <a:gdLst/>
            <a:ahLst/>
            <a:cxnLst/>
            <a:rect l="l" t="t" r="r" b="b"/>
            <a:pathLst>
              <a:path w="2300" h="397">
                <a:moveTo>
                  <a:pt x="0" y="397"/>
                </a:moveTo>
                <a:lnTo>
                  <a:pt x="6" y="396"/>
                </a:lnTo>
                <a:lnTo>
                  <a:pt x="12" y="395"/>
                </a:lnTo>
                <a:lnTo>
                  <a:pt x="17" y="394"/>
                </a:lnTo>
                <a:lnTo>
                  <a:pt x="23" y="393"/>
                </a:lnTo>
                <a:lnTo>
                  <a:pt x="29" y="392"/>
                </a:lnTo>
                <a:lnTo>
                  <a:pt x="35" y="391"/>
                </a:lnTo>
                <a:lnTo>
                  <a:pt x="40" y="390"/>
                </a:lnTo>
                <a:lnTo>
                  <a:pt x="46" y="389"/>
                </a:lnTo>
                <a:lnTo>
                  <a:pt x="52" y="388"/>
                </a:lnTo>
                <a:lnTo>
                  <a:pt x="58" y="387"/>
                </a:lnTo>
                <a:lnTo>
                  <a:pt x="63" y="386"/>
                </a:lnTo>
                <a:lnTo>
                  <a:pt x="69" y="385"/>
                </a:lnTo>
                <a:lnTo>
                  <a:pt x="75" y="384"/>
                </a:lnTo>
                <a:lnTo>
                  <a:pt x="81" y="383"/>
                </a:lnTo>
                <a:lnTo>
                  <a:pt x="86" y="382"/>
                </a:lnTo>
                <a:lnTo>
                  <a:pt x="92" y="381"/>
                </a:lnTo>
                <a:lnTo>
                  <a:pt x="98" y="380"/>
                </a:lnTo>
                <a:lnTo>
                  <a:pt x="104" y="379"/>
                </a:lnTo>
                <a:lnTo>
                  <a:pt x="110" y="378"/>
                </a:lnTo>
                <a:lnTo>
                  <a:pt x="115" y="377"/>
                </a:lnTo>
                <a:lnTo>
                  <a:pt x="121" y="376"/>
                </a:lnTo>
                <a:lnTo>
                  <a:pt x="127" y="375"/>
                </a:lnTo>
                <a:lnTo>
                  <a:pt x="133" y="374"/>
                </a:lnTo>
                <a:lnTo>
                  <a:pt x="138" y="373"/>
                </a:lnTo>
                <a:lnTo>
                  <a:pt x="144" y="372"/>
                </a:lnTo>
                <a:lnTo>
                  <a:pt x="150" y="371"/>
                </a:lnTo>
                <a:lnTo>
                  <a:pt x="156" y="370"/>
                </a:lnTo>
                <a:lnTo>
                  <a:pt x="161" y="369"/>
                </a:lnTo>
                <a:lnTo>
                  <a:pt x="167" y="368"/>
                </a:lnTo>
                <a:lnTo>
                  <a:pt x="173" y="367"/>
                </a:lnTo>
                <a:lnTo>
                  <a:pt x="179" y="366"/>
                </a:lnTo>
                <a:lnTo>
                  <a:pt x="184" y="366"/>
                </a:lnTo>
                <a:lnTo>
                  <a:pt x="190" y="365"/>
                </a:lnTo>
                <a:lnTo>
                  <a:pt x="196" y="364"/>
                </a:lnTo>
                <a:lnTo>
                  <a:pt x="202" y="363"/>
                </a:lnTo>
                <a:lnTo>
                  <a:pt x="208" y="362"/>
                </a:lnTo>
                <a:lnTo>
                  <a:pt x="213" y="361"/>
                </a:lnTo>
                <a:lnTo>
                  <a:pt x="219" y="360"/>
                </a:lnTo>
                <a:lnTo>
                  <a:pt x="225" y="359"/>
                </a:lnTo>
                <a:lnTo>
                  <a:pt x="231" y="358"/>
                </a:lnTo>
                <a:lnTo>
                  <a:pt x="236" y="357"/>
                </a:lnTo>
                <a:lnTo>
                  <a:pt x="242" y="356"/>
                </a:lnTo>
                <a:lnTo>
                  <a:pt x="248" y="355"/>
                </a:lnTo>
                <a:lnTo>
                  <a:pt x="254" y="354"/>
                </a:lnTo>
                <a:lnTo>
                  <a:pt x="259" y="353"/>
                </a:lnTo>
                <a:lnTo>
                  <a:pt x="265" y="352"/>
                </a:lnTo>
                <a:lnTo>
                  <a:pt x="271" y="351"/>
                </a:lnTo>
                <a:lnTo>
                  <a:pt x="277" y="350"/>
                </a:lnTo>
                <a:lnTo>
                  <a:pt x="282" y="349"/>
                </a:lnTo>
                <a:lnTo>
                  <a:pt x="288" y="348"/>
                </a:lnTo>
                <a:lnTo>
                  <a:pt x="294" y="347"/>
                </a:lnTo>
                <a:lnTo>
                  <a:pt x="300" y="346"/>
                </a:lnTo>
                <a:lnTo>
                  <a:pt x="306" y="345"/>
                </a:lnTo>
                <a:lnTo>
                  <a:pt x="311" y="344"/>
                </a:lnTo>
                <a:lnTo>
                  <a:pt x="317" y="343"/>
                </a:lnTo>
                <a:lnTo>
                  <a:pt x="323" y="342"/>
                </a:lnTo>
                <a:lnTo>
                  <a:pt x="329" y="341"/>
                </a:lnTo>
                <a:lnTo>
                  <a:pt x="334" y="340"/>
                </a:lnTo>
                <a:lnTo>
                  <a:pt x="340" y="339"/>
                </a:lnTo>
                <a:lnTo>
                  <a:pt x="346" y="338"/>
                </a:lnTo>
                <a:lnTo>
                  <a:pt x="352" y="337"/>
                </a:lnTo>
                <a:lnTo>
                  <a:pt x="357" y="336"/>
                </a:lnTo>
                <a:lnTo>
                  <a:pt x="363" y="335"/>
                </a:lnTo>
                <a:lnTo>
                  <a:pt x="369" y="334"/>
                </a:lnTo>
                <a:lnTo>
                  <a:pt x="375" y="333"/>
                </a:lnTo>
                <a:lnTo>
                  <a:pt x="380" y="332"/>
                </a:lnTo>
                <a:lnTo>
                  <a:pt x="386" y="331"/>
                </a:lnTo>
                <a:lnTo>
                  <a:pt x="392" y="330"/>
                </a:lnTo>
                <a:lnTo>
                  <a:pt x="398" y="329"/>
                </a:lnTo>
                <a:lnTo>
                  <a:pt x="404" y="328"/>
                </a:lnTo>
                <a:lnTo>
                  <a:pt x="409" y="327"/>
                </a:lnTo>
                <a:lnTo>
                  <a:pt x="415" y="326"/>
                </a:lnTo>
                <a:lnTo>
                  <a:pt x="421" y="325"/>
                </a:lnTo>
                <a:lnTo>
                  <a:pt x="427" y="324"/>
                </a:lnTo>
                <a:lnTo>
                  <a:pt x="432" y="323"/>
                </a:lnTo>
                <a:lnTo>
                  <a:pt x="438" y="322"/>
                </a:lnTo>
                <a:lnTo>
                  <a:pt x="444" y="321"/>
                </a:lnTo>
                <a:lnTo>
                  <a:pt x="450" y="320"/>
                </a:lnTo>
                <a:lnTo>
                  <a:pt x="455" y="319"/>
                </a:lnTo>
                <a:lnTo>
                  <a:pt x="461" y="318"/>
                </a:lnTo>
                <a:lnTo>
                  <a:pt x="467" y="317"/>
                </a:lnTo>
                <a:lnTo>
                  <a:pt x="473" y="316"/>
                </a:lnTo>
                <a:lnTo>
                  <a:pt x="478" y="315"/>
                </a:lnTo>
                <a:lnTo>
                  <a:pt x="484" y="314"/>
                </a:lnTo>
                <a:lnTo>
                  <a:pt x="490" y="313"/>
                </a:lnTo>
                <a:lnTo>
                  <a:pt x="496" y="312"/>
                </a:lnTo>
                <a:lnTo>
                  <a:pt x="502" y="311"/>
                </a:lnTo>
                <a:lnTo>
                  <a:pt x="507" y="310"/>
                </a:lnTo>
                <a:lnTo>
                  <a:pt x="513" y="309"/>
                </a:lnTo>
                <a:lnTo>
                  <a:pt x="519" y="308"/>
                </a:lnTo>
                <a:lnTo>
                  <a:pt x="525" y="307"/>
                </a:lnTo>
                <a:lnTo>
                  <a:pt x="530" y="306"/>
                </a:lnTo>
                <a:lnTo>
                  <a:pt x="536" y="305"/>
                </a:lnTo>
                <a:lnTo>
                  <a:pt x="542" y="304"/>
                </a:lnTo>
                <a:lnTo>
                  <a:pt x="548" y="303"/>
                </a:lnTo>
                <a:lnTo>
                  <a:pt x="553" y="302"/>
                </a:lnTo>
                <a:lnTo>
                  <a:pt x="559" y="301"/>
                </a:lnTo>
                <a:lnTo>
                  <a:pt x="565" y="300"/>
                </a:lnTo>
                <a:lnTo>
                  <a:pt x="571" y="299"/>
                </a:lnTo>
                <a:lnTo>
                  <a:pt x="576" y="298"/>
                </a:lnTo>
                <a:lnTo>
                  <a:pt x="582" y="297"/>
                </a:lnTo>
                <a:lnTo>
                  <a:pt x="588" y="296"/>
                </a:lnTo>
                <a:lnTo>
                  <a:pt x="594" y="295"/>
                </a:lnTo>
                <a:lnTo>
                  <a:pt x="599" y="294"/>
                </a:lnTo>
                <a:lnTo>
                  <a:pt x="605" y="293"/>
                </a:lnTo>
                <a:lnTo>
                  <a:pt x="611" y="292"/>
                </a:lnTo>
                <a:lnTo>
                  <a:pt x="617" y="291"/>
                </a:lnTo>
                <a:lnTo>
                  <a:pt x="623" y="290"/>
                </a:lnTo>
                <a:lnTo>
                  <a:pt x="628" y="289"/>
                </a:lnTo>
                <a:lnTo>
                  <a:pt x="634" y="288"/>
                </a:lnTo>
                <a:lnTo>
                  <a:pt x="640" y="287"/>
                </a:lnTo>
                <a:lnTo>
                  <a:pt x="646" y="286"/>
                </a:lnTo>
                <a:lnTo>
                  <a:pt x="651" y="285"/>
                </a:lnTo>
                <a:lnTo>
                  <a:pt x="657" y="284"/>
                </a:lnTo>
                <a:lnTo>
                  <a:pt x="663" y="283"/>
                </a:lnTo>
                <a:lnTo>
                  <a:pt x="669" y="282"/>
                </a:lnTo>
                <a:lnTo>
                  <a:pt x="674" y="281"/>
                </a:lnTo>
                <a:lnTo>
                  <a:pt x="680" y="280"/>
                </a:lnTo>
                <a:lnTo>
                  <a:pt x="686" y="279"/>
                </a:lnTo>
                <a:lnTo>
                  <a:pt x="692" y="278"/>
                </a:lnTo>
                <a:lnTo>
                  <a:pt x="697" y="277"/>
                </a:lnTo>
                <a:lnTo>
                  <a:pt x="703" y="276"/>
                </a:lnTo>
                <a:lnTo>
                  <a:pt x="709" y="275"/>
                </a:lnTo>
                <a:lnTo>
                  <a:pt x="715" y="274"/>
                </a:lnTo>
                <a:lnTo>
                  <a:pt x="721" y="273"/>
                </a:lnTo>
                <a:lnTo>
                  <a:pt x="726" y="272"/>
                </a:lnTo>
                <a:lnTo>
                  <a:pt x="732" y="271"/>
                </a:lnTo>
                <a:lnTo>
                  <a:pt x="738" y="270"/>
                </a:lnTo>
                <a:lnTo>
                  <a:pt x="744" y="269"/>
                </a:lnTo>
                <a:lnTo>
                  <a:pt x="749" y="268"/>
                </a:lnTo>
                <a:lnTo>
                  <a:pt x="755" y="267"/>
                </a:lnTo>
                <a:lnTo>
                  <a:pt x="761" y="266"/>
                </a:lnTo>
                <a:lnTo>
                  <a:pt x="767" y="265"/>
                </a:lnTo>
                <a:lnTo>
                  <a:pt x="772" y="264"/>
                </a:lnTo>
                <a:lnTo>
                  <a:pt x="778" y="263"/>
                </a:lnTo>
                <a:lnTo>
                  <a:pt x="784" y="262"/>
                </a:lnTo>
                <a:lnTo>
                  <a:pt x="790" y="261"/>
                </a:lnTo>
                <a:lnTo>
                  <a:pt x="795" y="260"/>
                </a:lnTo>
                <a:lnTo>
                  <a:pt x="801" y="259"/>
                </a:lnTo>
                <a:lnTo>
                  <a:pt x="807" y="258"/>
                </a:lnTo>
                <a:lnTo>
                  <a:pt x="813" y="257"/>
                </a:lnTo>
                <a:lnTo>
                  <a:pt x="819" y="256"/>
                </a:lnTo>
                <a:lnTo>
                  <a:pt x="824" y="255"/>
                </a:lnTo>
                <a:lnTo>
                  <a:pt x="830" y="254"/>
                </a:lnTo>
                <a:lnTo>
                  <a:pt x="836" y="253"/>
                </a:lnTo>
                <a:lnTo>
                  <a:pt x="842" y="252"/>
                </a:lnTo>
                <a:lnTo>
                  <a:pt x="847" y="251"/>
                </a:lnTo>
                <a:lnTo>
                  <a:pt x="853" y="250"/>
                </a:lnTo>
                <a:lnTo>
                  <a:pt x="859" y="249"/>
                </a:lnTo>
                <a:lnTo>
                  <a:pt x="865" y="248"/>
                </a:lnTo>
                <a:lnTo>
                  <a:pt x="870" y="247"/>
                </a:lnTo>
                <a:lnTo>
                  <a:pt x="876" y="246"/>
                </a:lnTo>
                <a:lnTo>
                  <a:pt x="882" y="245"/>
                </a:lnTo>
                <a:lnTo>
                  <a:pt x="888" y="244"/>
                </a:lnTo>
                <a:lnTo>
                  <a:pt x="893" y="243"/>
                </a:lnTo>
                <a:lnTo>
                  <a:pt x="899" y="242"/>
                </a:lnTo>
                <a:lnTo>
                  <a:pt x="905" y="241"/>
                </a:lnTo>
                <a:lnTo>
                  <a:pt x="911" y="240"/>
                </a:lnTo>
                <a:lnTo>
                  <a:pt x="917" y="239"/>
                </a:lnTo>
                <a:lnTo>
                  <a:pt x="922" y="238"/>
                </a:lnTo>
                <a:lnTo>
                  <a:pt x="928" y="237"/>
                </a:lnTo>
                <a:lnTo>
                  <a:pt x="934" y="236"/>
                </a:lnTo>
                <a:lnTo>
                  <a:pt x="940" y="235"/>
                </a:lnTo>
                <a:lnTo>
                  <a:pt x="945" y="234"/>
                </a:lnTo>
                <a:lnTo>
                  <a:pt x="951" y="233"/>
                </a:lnTo>
                <a:lnTo>
                  <a:pt x="957" y="232"/>
                </a:lnTo>
                <a:lnTo>
                  <a:pt x="963" y="231"/>
                </a:lnTo>
                <a:lnTo>
                  <a:pt x="968" y="230"/>
                </a:lnTo>
                <a:lnTo>
                  <a:pt x="974" y="229"/>
                </a:lnTo>
                <a:lnTo>
                  <a:pt x="980" y="228"/>
                </a:lnTo>
                <a:lnTo>
                  <a:pt x="986" y="227"/>
                </a:lnTo>
                <a:lnTo>
                  <a:pt x="991" y="226"/>
                </a:lnTo>
                <a:lnTo>
                  <a:pt x="997" y="225"/>
                </a:lnTo>
                <a:lnTo>
                  <a:pt x="1003" y="224"/>
                </a:lnTo>
                <a:lnTo>
                  <a:pt x="1009" y="223"/>
                </a:lnTo>
                <a:lnTo>
                  <a:pt x="1015" y="222"/>
                </a:lnTo>
                <a:lnTo>
                  <a:pt x="1020" y="221"/>
                </a:lnTo>
                <a:lnTo>
                  <a:pt x="1026" y="220"/>
                </a:lnTo>
                <a:lnTo>
                  <a:pt x="1032" y="219"/>
                </a:lnTo>
                <a:lnTo>
                  <a:pt x="1038" y="218"/>
                </a:lnTo>
                <a:lnTo>
                  <a:pt x="1043" y="217"/>
                </a:lnTo>
                <a:lnTo>
                  <a:pt x="1049" y="216"/>
                </a:lnTo>
                <a:lnTo>
                  <a:pt x="1055" y="215"/>
                </a:lnTo>
                <a:lnTo>
                  <a:pt x="1061" y="214"/>
                </a:lnTo>
                <a:lnTo>
                  <a:pt x="1066" y="213"/>
                </a:lnTo>
                <a:lnTo>
                  <a:pt x="1072" y="212"/>
                </a:lnTo>
                <a:lnTo>
                  <a:pt x="1078" y="211"/>
                </a:lnTo>
                <a:lnTo>
                  <a:pt x="1084" y="210"/>
                </a:lnTo>
                <a:lnTo>
                  <a:pt x="1089" y="209"/>
                </a:lnTo>
                <a:lnTo>
                  <a:pt x="1095" y="208"/>
                </a:lnTo>
                <a:lnTo>
                  <a:pt x="1101" y="207"/>
                </a:lnTo>
                <a:lnTo>
                  <a:pt x="1107" y="206"/>
                </a:lnTo>
                <a:lnTo>
                  <a:pt x="1113" y="205"/>
                </a:lnTo>
                <a:lnTo>
                  <a:pt x="1118" y="204"/>
                </a:lnTo>
                <a:lnTo>
                  <a:pt x="1124" y="203"/>
                </a:lnTo>
                <a:lnTo>
                  <a:pt x="1130" y="202"/>
                </a:lnTo>
                <a:lnTo>
                  <a:pt x="1136" y="201"/>
                </a:lnTo>
                <a:lnTo>
                  <a:pt x="1141" y="200"/>
                </a:lnTo>
                <a:lnTo>
                  <a:pt x="1147" y="199"/>
                </a:lnTo>
                <a:lnTo>
                  <a:pt x="1153" y="198"/>
                </a:lnTo>
                <a:lnTo>
                  <a:pt x="1159" y="197"/>
                </a:lnTo>
                <a:lnTo>
                  <a:pt x="1164" y="196"/>
                </a:lnTo>
                <a:lnTo>
                  <a:pt x="1170" y="195"/>
                </a:lnTo>
                <a:lnTo>
                  <a:pt x="1176" y="194"/>
                </a:lnTo>
                <a:lnTo>
                  <a:pt x="1182" y="193"/>
                </a:lnTo>
                <a:lnTo>
                  <a:pt x="1187" y="192"/>
                </a:lnTo>
                <a:lnTo>
                  <a:pt x="1193" y="191"/>
                </a:lnTo>
                <a:lnTo>
                  <a:pt x="1199" y="190"/>
                </a:lnTo>
                <a:lnTo>
                  <a:pt x="1205" y="189"/>
                </a:lnTo>
                <a:lnTo>
                  <a:pt x="1211" y="188"/>
                </a:lnTo>
                <a:lnTo>
                  <a:pt x="1216" y="187"/>
                </a:lnTo>
                <a:lnTo>
                  <a:pt x="1222" y="186"/>
                </a:lnTo>
                <a:lnTo>
                  <a:pt x="1228" y="185"/>
                </a:lnTo>
                <a:lnTo>
                  <a:pt x="1234" y="184"/>
                </a:lnTo>
                <a:lnTo>
                  <a:pt x="1239" y="183"/>
                </a:lnTo>
                <a:lnTo>
                  <a:pt x="1245" y="182"/>
                </a:lnTo>
                <a:lnTo>
                  <a:pt x="1251" y="181"/>
                </a:lnTo>
                <a:lnTo>
                  <a:pt x="1257" y="180"/>
                </a:lnTo>
                <a:lnTo>
                  <a:pt x="1262" y="179"/>
                </a:lnTo>
                <a:lnTo>
                  <a:pt x="1268" y="178"/>
                </a:lnTo>
                <a:lnTo>
                  <a:pt x="1274" y="177"/>
                </a:lnTo>
                <a:lnTo>
                  <a:pt x="1280" y="176"/>
                </a:lnTo>
                <a:lnTo>
                  <a:pt x="1285" y="175"/>
                </a:lnTo>
                <a:lnTo>
                  <a:pt x="1291" y="174"/>
                </a:lnTo>
                <a:lnTo>
                  <a:pt x="1297" y="173"/>
                </a:lnTo>
                <a:lnTo>
                  <a:pt x="1303" y="172"/>
                </a:lnTo>
                <a:lnTo>
                  <a:pt x="1309" y="171"/>
                </a:lnTo>
                <a:lnTo>
                  <a:pt x="1314" y="170"/>
                </a:lnTo>
                <a:lnTo>
                  <a:pt x="1320" y="169"/>
                </a:lnTo>
                <a:lnTo>
                  <a:pt x="1326" y="168"/>
                </a:lnTo>
                <a:lnTo>
                  <a:pt x="1332" y="167"/>
                </a:lnTo>
                <a:lnTo>
                  <a:pt x="1337" y="166"/>
                </a:lnTo>
                <a:lnTo>
                  <a:pt x="1343" y="165"/>
                </a:lnTo>
                <a:lnTo>
                  <a:pt x="1349" y="164"/>
                </a:lnTo>
                <a:lnTo>
                  <a:pt x="1355" y="163"/>
                </a:lnTo>
                <a:lnTo>
                  <a:pt x="1360" y="162"/>
                </a:lnTo>
                <a:lnTo>
                  <a:pt x="1366" y="161"/>
                </a:lnTo>
                <a:lnTo>
                  <a:pt x="1372" y="160"/>
                </a:lnTo>
                <a:lnTo>
                  <a:pt x="1378" y="159"/>
                </a:lnTo>
                <a:lnTo>
                  <a:pt x="1383" y="158"/>
                </a:lnTo>
                <a:lnTo>
                  <a:pt x="1389" y="157"/>
                </a:lnTo>
                <a:lnTo>
                  <a:pt x="1395" y="156"/>
                </a:lnTo>
                <a:lnTo>
                  <a:pt x="1401" y="155"/>
                </a:lnTo>
                <a:lnTo>
                  <a:pt x="1407" y="154"/>
                </a:lnTo>
                <a:lnTo>
                  <a:pt x="1412" y="153"/>
                </a:lnTo>
                <a:lnTo>
                  <a:pt x="1418" y="152"/>
                </a:lnTo>
                <a:lnTo>
                  <a:pt x="1424" y="151"/>
                </a:lnTo>
                <a:lnTo>
                  <a:pt x="1430" y="150"/>
                </a:lnTo>
                <a:lnTo>
                  <a:pt x="1435" y="149"/>
                </a:lnTo>
                <a:lnTo>
                  <a:pt x="1441" y="148"/>
                </a:lnTo>
                <a:lnTo>
                  <a:pt x="1447" y="147"/>
                </a:lnTo>
                <a:lnTo>
                  <a:pt x="1453" y="146"/>
                </a:lnTo>
                <a:lnTo>
                  <a:pt x="1458" y="145"/>
                </a:lnTo>
                <a:lnTo>
                  <a:pt x="1464" y="144"/>
                </a:lnTo>
                <a:lnTo>
                  <a:pt x="1470" y="143"/>
                </a:lnTo>
                <a:lnTo>
                  <a:pt x="1476" y="142"/>
                </a:lnTo>
                <a:lnTo>
                  <a:pt x="1481" y="141"/>
                </a:lnTo>
                <a:lnTo>
                  <a:pt x="1487" y="140"/>
                </a:lnTo>
                <a:lnTo>
                  <a:pt x="1493" y="139"/>
                </a:lnTo>
                <a:lnTo>
                  <a:pt x="1499" y="138"/>
                </a:lnTo>
                <a:lnTo>
                  <a:pt x="1505" y="137"/>
                </a:lnTo>
                <a:lnTo>
                  <a:pt x="1510" y="136"/>
                </a:lnTo>
                <a:lnTo>
                  <a:pt x="1516" y="135"/>
                </a:lnTo>
                <a:lnTo>
                  <a:pt x="1522" y="134"/>
                </a:lnTo>
                <a:lnTo>
                  <a:pt x="1528" y="133"/>
                </a:lnTo>
                <a:lnTo>
                  <a:pt x="1533" y="132"/>
                </a:lnTo>
                <a:lnTo>
                  <a:pt x="1539" y="131"/>
                </a:lnTo>
                <a:lnTo>
                  <a:pt x="1545" y="130"/>
                </a:lnTo>
                <a:lnTo>
                  <a:pt x="1551" y="129"/>
                </a:lnTo>
                <a:lnTo>
                  <a:pt x="1556" y="128"/>
                </a:lnTo>
                <a:lnTo>
                  <a:pt x="1562" y="127"/>
                </a:lnTo>
                <a:lnTo>
                  <a:pt x="1568" y="126"/>
                </a:lnTo>
                <a:lnTo>
                  <a:pt x="1574" y="125"/>
                </a:lnTo>
                <a:lnTo>
                  <a:pt x="1579" y="124"/>
                </a:lnTo>
                <a:lnTo>
                  <a:pt x="1585" y="123"/>
                </a:lnTo>
                <a:lnTo>
                  <a:pt x="1591" y="122"/>
                </a:lnTo>
                <a:lnTo>
                  <a:pt x="1597" y="121"/>
                </a:lnTo>
                <a:lnTo>
                  <a:pt x="1603" y="120"/>
                </a:lnTo>
                <a:lnTo>
                  <a:pt x="1608" y="119"/>
                </a:lnTo>
                <a:lnTo>
                  <a:pt x="1614" y="118"/>
                </a:lnTo>
                <a:lnTo>
                  <a:pt x="1620" y="118"/>
                </a:lnTo>
                <a:lnTo>
                  <a:pt x="1626" y="117"/>
                </a:lnTo>
                <a:lnTo>
                  <a:pt x="1631" y="116"/>
                </a:lnTo>
                <a:lnTo>
                  <a:pt x="1637" y="115"/>
                </a:lnTo>
                <a:lnTo>
                  <a:pt x="1643" y="114"/>
                </a:lnTo>
                <a:lnTo>
                  <a:pt x="1649" y="113"/>
                </a:lnTo>
                <a:lnTo>
                  <a:pt x="1654" y="112"/>
                </a:lnTo>
                <a:lnTo>
                  <a:pt x="1660" y="111"/>
                </a:lnTo>
                <a:lnTo>
                  <a:pt x="1666" y="110"/>
                </a:lnTo>
                <a:lnTo>
                  <a:pt x="1672" y="109"/>
                </a:lnTo>
                <a:lnTo>
                  <a:pt x="1677" y="108"/>
                </a:lnTo>
                <a:lnTo>
                  <a:pt x="1683" y="107"/>
                </a:lnTo>
                <a:lnTo>
                  <a:pt x="1689" y="106"/>
                </a:lnTo>
                <a:lnTo>
                  <a:pt x="1695" y="105"/>
                </a:lnTo>
                <a:lnTo>
                  <a:pt x="1701" y="104"/>
                </a:lnTo>
                <a:lnTo>
                  <a:pt x="1706" y="103"/>
                </a:lnTo>
                <a:lnTo>
                  <a:pt x="1712" y="102"/>
                </a:lnTo>
                <a:lnTo>
                  <a:pt x="1718" y="101"/>
                </a:lnTo>
                <a:lnTo>
                  <a:pt x="1724" y="100"/>
                </a:lnTo>
                <a:lnTo>
                  <a:pt x="1729" y="99"/>
                </a:lnTo>
                <a:lnTo>
                  <a:pt x="1735" y="98"/>
                </a:lnTo>
                <a:lnTo>
                  <a:pt x="1741" y="97"/>
                </a:lnTo>
                <a:lnTo>
                  <a:pt x="1747" y="96"/>
                </a:lnTo>
                <a:lnTo>
                  <a:pt x="1752" y="95"/>
                </a:lnTo>
                <a:lnTo>
                  <a:pt x="1758" y="94"/>
                </a:lnTo>
                <a:lnTo>
                  <a:pt x="1764" y="93"/>
                </a:lnTo>
                <a:lnTo>
                  <a:pt x="1770" y="92"/>
                </a:lnTo>
                <a:lnTo>
                  <a:pt x="1775" y="91"/>
                </a:lnTo>
                <a:lnTo>
                  <a:pt x="1781" y="90"/>
                </a:lnTo>
                <a:lnTo>
                  <a:pt x="1787" y="89"/>
                </a:lnTo>
                <a:lnTo>
                  <a:pt x="1793" y="88"/>
                </a:lnTo>
                <a:lnTo>
                  <a:pt x="1798" y="87"/>
                </a:lnTo>
                <a:lnTo>
                  <a:pt x="1804" y="86"/>
                </a:lnTo>
                <a:lnTo>
                  <a:pt x="1810" y="85"/>
                </a:lnTo>
                <a:lnTo>
                  <a:pt x="1816" y="84"/>
                </a:lnTo>
                <a:lnTo>
                  <a:pt x="1822" y="83"/>
                </a:lnTo>
                <a:lnTo>
                  <a:pt x="1827" y="82"/>
                </a:lnTo>
                <a:lnTo>
                  <a:pt x="1833" y="81"/>
                </a:lnTo>
                <a:lnTo>
                  <a:pt x="1839" y="80"/>
                </a:lnTo>
                <a:lnTo>
                  <a:pt x="1845" y="79"/>
                </a:lnTo>
                <a:lnTo>
                  <a:pt x="1850" y="78"/>
                </a:lnTo>
                <a:lnTo>
                  <a:pt x="1856" y="77"/>
                </a:lnTo>
                <a:lnTo>
                  <a:pt x="1862" y="76"/>
                </a:lnTo>
                <a:lnTo>
                  <a:pt x="1868" y="75"/>
                </a:lnTo>
                <a:lnTo>
                  <a:pt x="1873" y="74"/>
                </a:lnTo>
                <a:lnTo>
                  <a:pt x="1879" y="73"/>
                </a:lnTo>
                <a:lnTo>
                  <a:pt x="1885" y="72"/>
                </a:lnTo>
                <a:lnTo>
                  <a:pt x="1891" y="71"/>
                </a:lnTo>
                <a:lnTo>
                  <a:pt x="1896" y="70"/>
                </a:lnTo>
                <a:lnTo>
                  <a:pt x="1902" y="69"/>
                </a:lnTo>
                <a:lnTo>
                  <a:pt x="1908" y="68"/>
                </a:lnTo>
                <a:lnTo>
                  <a:pt x="1914" y="67"/>
                </a:lnTo>
                <a:lnTo>
                  <a:pt x="1920" y="66"/>
                </a:lnTo>
                <a:lnTo>
                  <a:pt x="1925" y="65"/>
                </a:lnTo>
                <a:lnTo>
                  <a:pt x="1931" y="64"/>
                </a:lnTo>
                <a:lnTo>
                  <a:pt x="1937" y="63"/>
                </a:lnTo>
                <a:lnTo>
                  <a:pt x="1943" y="62"/>
                </a:lnTo>
                <a:lnTo>
                  <a:pt x="1948" y="61"/>
                </a:lnTo>
                <a:lnTo>
                  <a:pt x="1954" y="60"/>
                </a:lnTo>
                <a:lnTo>
                  <a:pt x="1960" y="59"/>
                </a:lnTo>
                <a:lnTo>
                  <a:pt x="1966" y="58"/>
                </a:lnTo>
                <a:lnTo>
                  <a:pt x="1971" y="57"/>
                </a:lnTo>
                <a:lnTo>
                  <a:pt x="1977" y="56"/>
                </a:lnTo>
                <a:lnTo>
                  <a:pt x="1983" y="55"/>
                </a:lnTo>
                <a:lnTo>
                  <a:pt x="1989" y="54"/>
                </a:lnTo>
                <a:lnTo>
                  <a:pt x="1994" y="53"/>
                </a:lnTo>
                <a:lnTo>
                  <a:pt x="2000" y="52"/>
                </a:lnTo>
                <a:lnTo>
                  <a:pt x="2006" y="51"/>
                </a:lnTo>
                <a:lnTo>
                  <a:pt x="2012" y="50"/>
                </a:lnTo>
                <a:lnTo>
                  <a:pt x="2018" y="49"/>
                </a:lnTo>
                <a:lnTo>
                  <a:pt x="2023" y="48"/>
                </a:lnTo>
                <a:lnTo>
                  <a:pt x="2029" y="47"/>
                </a:lnTo>
                <a:lnTo>
                  <a:pt x="2035" y="46"/>
                </a:lnTo>
                <a:lnTo>
                  <a:pt x="2041" y="45"/>
                </a:lnTo>
                <a:lnTo>
                  <a:pt x="2046" y="44"/>
                </a:lnTo>
                <a:lnTo>
                  <a:pt x="2052" y="43"/>
                </a:lnTo>
                <a:lnTo>
                  <a:pt x="2058" y="42"/>
                </a:lnTo>
                <a:lnTo>
                  <a:pt x="2064" y="41"/>
                </a:lnTo>
                <a:lnTo>
                  <a:pt x="2069" y="40"/>
                </a:lnTo>
                <a:lnTo>
                  <a:pt x="2075" y="39"/>
                </a:lnTo>
                <a:lnTo>
                  <a:pt x="2081" y="38"/>
                </a:lnTo>
                <a:lnTo>
                  <a:pt x="2087" y="37"/>
                </a:lnTo>
                <a:lnTo>
                  <a:pt x="2092" y="36"/>
                </a:lnTo>
                <a:lnTo>
                  <a:pt x="2098" y="35"/>
                </a:lnTo>
                <a:lnTo>
                  <a:pt x="2104" y="34"/>
                </a:lnTo>
                <a:lnTo>
                  <a:pt x="2110" y="33"/>
                </a:lnTo>
                <a:lnTo>
                  <a:pt x="2116" y="32"/>
                </a:lnTo>
                <a:lnTo>
                  <a:pt x="2121" y="31"/>
                </a:lnTo>
                <a:lnTo>
                  <a:pt x="2127" y="30"/>
                </a:lnTo>
                <a:lnTo>
                  <a:pt x="2133" y="29"/>
                </a:lnTo>
                <a:lnTo>
                  <a:pt x="2139" y="28"/>
                </a:lnTo>
                <a:lnTo>
                  <a:pt x="2144" y="27"/>
                </a:lnTo>
                <a:lnTo>
                  <a:pt x="2150" y="26"/>
                </a:lnTo>
                <a:lnTo>
                  <a:pt x="2156" y="25"/>
                </a:lnTo>
                <a:lnTo>
                  <a:pt x="2162" y="24"/>
                </a:lnTo>
                <a:lnTo>
                  <a:pt x="2167" y="23"/>
                </a:lnTo>
                <a:lnTo>
                  <a:pt x="2173" y="22"/>
                </a:lnTo>
                <a:lnTo>
                  <a:pt x="2179" y="21"/>
                </a:lnTo>
                <a:lnTo>
                  <a:pt x="2185" y="20"/>
                </a:lnTo>
                <a:lnTo>
                  <a:pt x="2190" y="19"/>
                </a:lnTo>
                <a:lnTo>
                  <a:pt x="2196" y="18"/>
                </a:lnTo>
                <a:lnTo>
                  <a:pt x="2202" y="17"/>
                </a:lnTo>
                <a:lnTo>
                  <a:pt x="2208" y="16"/>
                </a:lnTo>
                <a:lnTo>
                  <a:pt x="2214" y="15"/>
                </a:lnTo>
                <a:lnTo>
                  <a:pt x="2219" y="14"/>
                </a:lnTo>
                <a:lnTo>
                  <a:pt x="2225" y="13"/>
                </a:lnTo>
                <a:lnTo>
                  <a:pt x="2231" y="12"/>
                </a:lnTo>
                <a:lnTo>
                  <a:pt x="2237" y="11"/>
                </a:lnTo>
                <a:lnTo>
                  <a:pt x="2242" y="10"/>
                </a:lnTo>
                <a:lnTo>
                  <a:pt x="2248" y="9"/>
                </a:lnTo>
                <a:lnTo>
                  <a:pt x="2254" y="8"/>
                </a:lnTo>
                <a:lnTo>
                  <a:pt x="2260" y="7"/>
                </a:lnTo>
                <a:lnTo>
                  <a:pt x="2265" y="6"/>
                </a:lnTo>
                <a:lnTo>
                  <a:pt x="2271" y="5"/>
                </a:lnTo>
                <a:lnTo>
                  <a:pt x="2277" y="4"/>
                </a:lnTo>
                <a:lnTo>
                  <a:pt x="2283" y="3"/>
                </a:lnTo>
                <a:lnTo>
                  <a:pt x="2288" y="2"/>
                </a:lnTo>
                <a:lnTo>
                  <a:pt x="2294" y="1"/>
                </a:lnTo>
                <a:lnTo>
                  <a:pt x="2300" y="0"/>
                </a:lnTo>
              </a:path>
            </a:pathLst>
          </a:custGeom>
          <a:noFill/>
          <a:ln w="38100">
            <a:solidFill>
              <a:srgbClr val="C6532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0" name="Oval 39"/>
          <p:cNvSpPr/>
          <p:nvPr/>
        </p:nvSpPr>
        <p:spPr>
          <a:xfrm>
            <a:off x="3616452" y="4031455"/>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1" name="Oval 40"/>
          <p:cNvSpPr/>
          <p:nvPr/>
        </p:nvSpPr>
        <p:spPr>
          <a:xfrm>
            <a:off x="3727142" y="3704166"/>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2" name="Oval 41"/>
          <p:cNvSpPr/>
          <p:nvPr/>
        </p:nvSpPr>
        <p:spPr>
          <a:xfrm>
            <a:off x="3837833" y="3793243"/>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3" name="Oval 42"/>
          <p:cNvSpPr/>
          <p:nvPr/>
        </p:nvSpPr>
        <p:spPr>
          <a:xfrm>
            <a:off x="3948523" y="4267470"/>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4" name="Oval 43"/>
          <p:cNvSpPr/>
          <p:nvPr/>
        </p:nvSpPr>
        <p:spPr>
          <a:xfrm>
            <a:off x="4059214" y="4341232"/>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5" name="Oval 44"/>
          <p:cNvSpPr/>
          <p:nvPr/>
        </p:nvSpPr>
        <p:spPr>
          <a:xfrm>
            <a:off x="4169904" y="4712823"/>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6" name="Oval 45"/>
          <p:cNvSpPr/>
          <p:nvPr/>
        </p:nvSpPr>
        <p:spPr>
          <a:xfrm>
            <a:off x="4280595" y="4907641"/>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7" name="Oval 46"/>
          <p:cNvSpPr/>
          <p:nvPr/>
        </p:nvSpPr>
        <p:spPr>
          <a:xfrm>
            <a:off x="4391285" y="4938767"/>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8" name="Oval 47"/>
          <p:cNvSpPr/>
          <p:nvPr/>
        </p:nvSpPr>
        <p:spPr>
          <a:xfrm>
            <a:off x="4501976" y="4982662"/>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9" name="Oval 48"/>
          <p:cNvSpPr/>
          <p:nvPr/>
        </p:nvSpPr>
        <p:spPr>
          <a:xfrm>
            <a:off x="4612666" y="4353723"/>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0" name="Oval 49"/>
          <p:cNvSpPr/>
          <p:nvPr/>
        </p:nvSpPr>
        <p:spPr>
          <a:xfrm>
            <a:off x="4723357" y="4636052"/>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1" name="Oval 50"/>
          <p:cNvSpPr/>
          <p:nvPr/>
        </p:nvSpPr>
        <p:spPr>
          <a:xfrm>
            <a:off x="4834047" y="4519989"/>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2" name="Oval 51"/>
          <p:cNvSpPr/>
          <p:nvPr/>
        </p:nvSpPr>
        <p:spPr>
          <a:xfrm>
            <a:off x="4944738" y="4686437"/>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3" name="Oval 52"/>
          <p:cNvSpPr/>
          <p:nvPr/>
        </p:nvSpPr>
        <p:spPr>
          <a:xfrm>
            <a:off x="5055428" y="4727016"/>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4" name="Oval 53"/>
          <p:cNvSpPr/>
          <p:nvPr/>
        </p:nvSpPr>
        <p:spPr>
          <a:xfrm>
            <a:off x="5166119" y="4637460"/>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5" name="Oval 54"/>
          <p:cNvSpPr/>
          <p:nvPr/>
        </p:nvSpPr>
        <p:spPr>
          <a:xfrm>
            <a:off x="5276809" y="4372603"/>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6" name="Oval 55"/>
          <p:cNvSpPr/>
          <p:nvPr/>
        </p:nvSpPr>
        <p:spPr>
          <a:xfrm>
            <a:off x="5387500" y="3738134"/>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7" name="Oval 56"/>
          <p:cNvSpPr/>
          <p:nvPr/>
        </p:nvSpPr>
        <p:spPr>
          <a:xfrm>
            <a:off x="5498190" y="3728928"/>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8" name="Oval 57"/>
          <p:cNvSpPr/>
          <p:nvPr/>
        </p:nvSpPr>
        <p:spPr>
          <a:xfrm>
            <a:off x="5608881" y="3662781"/>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9" name="Oval 58"/>
          <p:cNvSpPr/>
          <p:nvPr/>
        </p:nvSpPr>
        <p:spPr>
          <a:xfrm>
            <a:off x="5719572" y="3351354"/>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cxnSp>
        <p:nvCxnSpPr>
          <p:cNvPr id="60" name="Connector 59"/>
          <p:cNvCxnSpPr/>
          <p:nvPr/>
        </p:nvCxnSpPr>
        <p:spPr>
          <a:xfrm>
            <a:off x="5234940" y="2834640"/>
            <a:ext cx="0" cy="2606040"/>
          </a:xfrm>
          <a:prstGeom prst="line">
            <a:avLst/>
          </a:prstGeom>
          <a:ln w="12700">
            <a:solidFill>
              <a:srgbClr val="7963AF"/>
            </a:solidFill>
            <a:prstDash val="dash"/>
          </a:ln>
        </p:spPr>
        <p:style>
          <a:lnRef idx="2">
            <a:schemeClr val="accent1"/>
          </a:lnRef>
          <a:fillRef idx="0">
            <a:schemeClr val="accent1"/>
          </a:fillRef>
          <a:effectRef idx="0">
            <a:schemeClr val="accent1"/>
          </a:effectRef>
          <a:fontRef idx="minor">
            <a:schemeClr val="tx1"/>
          </a:fontRef>
        </p:style>
      </p:cxnSp>
      <p:sp>
        <p:nvSpPr>
          <p:cNvPr id="61" name="Oval 60"/>
          <p:cNvSpPr/>
          <p:nvPr/>
        </p:nvSpPr>
        <p:spPr>
          <a:xfrm>
            <a:off x="5166359" y="4186420"/>
            <a:ext cx="137160" cy="137160"/>
          </a:xfrm>
          <a:prstGeom prst="ellipse">
            <a:avLst/>
          </a:prstGeom>
          <a:solidFill>
            <a:srgbClr val="C65326"/>
          </a:solidFill>
          <a:ln w="19050">
            <a:solidFill>
              <a:srgbClr val="C6532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2" name="TextBox 61"/>
          <p:cNvSpPr txBox="1"/>
          <p:nvPr/>
        </p:nvSpPr>
        <p:spPr>
          <a:xfrm>
            <a:off x="4887468" y="5532120"/>
            <a:ext cx="914400" cy="274320"/>
          </a:xfrm>
          <a:prstGeom prst="rect">
            <a:avLst/>
          </a:prstGeom>
          <a:noFill/>
        </p:spPr>
        <p:txBody>
          <a:bodyPr wrap="square" lIns="0" rIns="0" tIns="0" bIns="0">
            <a:spAutoFit/>
          </a:bodyPr>
          <a:lstStyle/>
          <a:p>
            <a:pPr>
              <a:spcAft>
                <a:spcPts val="0"/>
              </a:spcAft>
              <a:defRPr sz="1400" b="0">
                <a:solidFill>
                  <a:srgbClr val="7963AF"/>
                </a:solidFill>
                <a:latin typeface="Arial"/>
              </a:defRPr>
            </a:pPr>
            <a:r>
              <a:t>x = 0.5</a:t>
            </a:r>
          </a:p>
        </p:txBody>
      </p:sp>
      <p:sp>
        <p:nvSpPr>
          <p:cNvPr id="63" name="TextBox 62"/>
          <p:cNvSpPr txBox="1"/>
          <p:nvPr/>
        </p:nvSpPr>
        <p:spPr>
          <a:xfrm>
            <a:off x="6419088" y="2148840"/>
            <a:ext cx="2286000" cy="594360"/>
          </a:xfrm>
          <a:prstGeom prst="rect">
            <a:avLst/>
          </a:prstGeom>
          <a:noFill/>
        </p:spPr>
        <p:txBody>
          <a:bodyPr wrap="square" lIns="0" rIns="0" tIns="0" bIns="0">
            <a:spAutoFit/>
          </a:bodyPr>
          <a:lstStyle/>
          <a:p>
            <a:pPr>
              <a:spcAft>
                <a:spcPts val="0"/>
              </a:spcAft>
              <a:defRPr sz="1600" b="0">
                <a:solidFill>
                  <a:srgbClr val="181D16"/>
                </a:solidFill>
                <a:latin typeface="Arial"/>
              </a:defRPr>
            </a:pPr>
            <a:r>
              <a:t>Sample C</a:t>
            </a:r>
          </a:p>
          <a:p>
            <a:pPr>
              <a:spcAft>
                <a:spcPts val="0"/>
              </a:spcAft>
              <a:defRPr sz="1600" b="0">
                <a:solidFill>
                  <a:srgbClr val="181D16"/>
                </a:solidFill>
                <a:latin typeface="Arial"/>
              </a:defRPr>
            </a:pPr>
            <a:r>
              <a:t>prediction 1.13</a:t>
            </a:r>
          </a:p>
        </p:txBody>
      </p:sp>
      <p:cxnSp>
        <p:nvCxnSpPr>
          <p:cNvPr id="64" name="Connector 63"/>
          <p:cNvCxnSpPr/>
          <p:nvPr/>
        </p:nvCxnSpPr>
        <p:spPr>
          <a:xfrm>
            <a:off x="6419088" y="5440680"/>
            <a:ext cx="2103120" cy="0"/>
          </a:xfrm>
          <a:prstGeom prst="line">
            <a:avLst/>
          </a:prstGeom>
          <a:ln w="12700">
            <a:solidFill>
              <a:srgbClr val="D4D6D0"/>
            </a:solidFill>
          </a:ln>
        </p:spPr>
        <p:style>
          <a:lnRef idx="2">
            <a:schemeClr val="accent1"/>
          </a:lnRef>
          <a:fillRef idx="0">
            <a:schemeClr val="accent1"/>
          </a:fillRef>
          <a:effectRef idx="0">
            <a:schemeClr val="accent1"/>
          </a:effectRef>
          <a:fontRef idx="minor">
            <a:schemeClr val="tx1"/>
          </a:fontRef>
        </p:style>
      </p:cxnSp>
      <p:cxnSp>
        <p:nvCxnSpPr>
          <p:cNvPr id="65" name="Connector 64"/>
          <p:cNvCxnSpPr/>
          <p:nvPr/>
        </p:nvCxnSpPr>
        <p:spPr>
          <a:xfrm>
            <a:off x="6419088" y="2834640"/>
            <a:ext cx="0" cy="2606040"/>
          </a:xfrm>
          <a:prstGeom prst="line">
            <a:avLst/>
          </a:prstGeom>
          <a:ln w="12700">
            <a:solidFill>
              <a:srgbClr val="D4D6D0"/>
            </a:solidFill>
          </a:ln>
        </p:spPr>
        <p:style>
          <a:lnRef idx="2">
            <a:schemeClr val="accent1"/>
          </a:lnRef>
          <a:fillRef idx="0">
            <a:schemeClr val="accent1"/>
          </a:fillRef>
          <a:effectRef idx="0">
            <a:schemeClr val="accent1"/>
          </a:effectRef>
          <a:fontRef idx="minor">
            <a:schemeClr val="tx1"/>
          </a:fontRef>
        </p:style>
      </p:cxnSp>
      <p:sp>
        <p:nvSpPr>
          <p:cNvPr id="66" name="TextBox 65"/>
          <p:cNvSpPr txBox="1"/>
          <p:nvPr/>
        </p:nvSpPr>
        <p:spPr>
          <a:xfrm>
            <a:off x="8430768" y="5532120"/>
            <a:ext cx="640080" cy="274320"/>
          </a:xfrm>
          <a:prstGeom prst="rect">
            <a:avLst/>
          </a:prstGeom>
          <a:noFill/>
        </p:spPr>
        <p:txBody>
          <a:bodyPr wrap="square" lIns="0" rIns="0" tIns="0" bIns="0">
            <a:spAutoFit/>
          </a:bodyPr>
          <a:lstStyle/>
          <a:p>
            <a:pPr>
              <a:spcAft>
                <a:spcPts val="0"/>
              </a:spcAft>
              <a:defRPr sz="1400" b="0">
                <a:solidFill>
                  <a:srgbClr val="686C66"/>
                </a:solidFill>
                <a:latin typeface="Arial"/>
              </a:defRPr>
            </a:pPr>
            <a:r>
              <a:t>x</a:t>
            </a:r>
          </a:p>
        </p:txBody>
      </p:sp>
      <p:sp>
        <p:nvSpPr>
          <p:cNvPr id="67" name="TextBox 66"/>
          <p:cNvSpPr txBox="1"/>
          <p:nvPr/>
        </p:nvSpPr>
        <p:spPr>
          <a:xfrm>
            <a:off x="6144768" y="2651760"/>
            <a:ext cx="914400" cy="274320"/>
          </a:xfrm>
          <a:prstGeom prst="rect">
            <a:avLst/>
          </a:prstGeom>
          <a:noFill/>
        </p:spPr>
        <p:txBody>
          <a:bodyPr wrap="square" lIns="0" rIns="0" tIns="0" bIns="0">
            <a:spAutoFit/>
          </a:bodyPr>
          <a:lstStyle/>
          <a:p>
            <a:pPr>
              <a:spcAft>
                <a:spcPts val="0"/>
              </a:spcAft>
              <a:defRPr sz="1400" b="0">
                <a:solidFill>
                  <a:srgbClr val="686C66"/>
                </a:solidFill>
                <a:latin typeface="Arial"/>
              </a:defRPr>
            </a:pPr>
            <a:r>
              <a:t>y</a:t>
            </a:r>
          </a:p>
        </p:txBody>
      </p:sp>
      <p:sp>
        <p:nvSpPr>
          <p:cNvPr id="68" name="Freeform 67"/>
          <p:cNvSpPr/>
          <p:nvPr/>
        </p:nvSpPr>
        <p:spPr>
          <a:xfrm>
            <a:off x="6419088" y="3793846"/>
            <a:ext cx="2103120" cy="880567"/>
          </a:xfrm>
          <a:custGeom>
            <a:avLst/>
            <a:gdLst/>
            <a:ahLst/>
            <a:cxnLst/>
            <a:rect l="l" t="t" r="r" b="b"/>
            <a:pathLst>
              <a:path w="2300" h="963">
                <a:moveTo>
                  <a:pt x="0" y="963"/>
                </a:moveTo>
                <a:lnTo>
                  <a:pt x="6" y="961"/>
                </a:lnTo>
                <a:lnTo>
                  <a:pt x="12" y="958"/>
                </a:lnTo>
                <a:lnTo>
                  <a:pt x="17" y="956"/>
                </a:lnTo>
                <a:lnTo>
                  <a:pt x="23" y="953"/>
                </a:lnTo>
                <a:lnTo>
                  <a:pt x="29" y="951"/>
                </a:lnTo>
                <a:lnTo>
                  <a:pt x="35" y="949"/>
                </a:lnTo>
                <a:lnTo>
                  <a:pt x="40" y="946"/>
                </a:lnTo>
                <a:lnTo>
                  <a:pt x="46" y="944"/>
                </a:lnTo>
                <a:lnTo>
                  <a:pt x="52" y="941"/>
                </a:lnTo>
                <a:lnTo>
                  <a:pt x="58" y="939"/>
                </a:lnTo>
                <a:lnTo>
                  <a:pt x="63" y="937"/>
                </a:lnTo>
                <a:lnTo>
                  <a:pt x="69" y="934"/>
                </a:lnTo>
                <a:lnTo>
                  <a:pt x="75" y="932"/>
                </a:lnTo>
                <a:lnTo>
                  <a:pt x="81" y="929"/>
                </a:lnTo>
                <a:lnTo>
                  <a:pt x="86" y="927"/>
                </a:lnTo>
                <a:lnTo>
                  <a:pt x="92" y="924"/>
                </a:lnTo>
                <a:lnTo>
                  <a:pt x="98" y="922"/>
                </a:lnTo>
                <a:lnTo>
                  <a:pt x="104" y="920"/>
                </a:lnTo>
                <a:lnTo>
                  <a:pt x="110" y="917"/>
                </a:lnTo>
                <a:lnTo>
                  <a:pt x="115" y="915"/>
                </a:lnTo>
                <a:lnTo>
                  <a:pt x="121" y="912"/>
                </a:lnTo>
                <a:lnTo>
                  <a:pt x="127" y="910"/>
                </a:lnTo>
                <a:lnTo>
                  <a:pt x="133" y="908"/>
                </a:lnTo>
                <a:lnTo>
                  <a:pt x="138" y="905"/>
                </a:lnTo>
                <a:lnTo>
                  <a:pt x="144" y="903"/>
                </a:lnTo>
                <a:lnTo>
                  <a:pt x="150" y="900"/>
                </a:lnTo>
                <a:lnTo>
                  <a:pt x="156" y="898"/>
                </a:lnTo>
                <a:lnTo>
                  <a:pt x="161" y="896"/>
                </a:lnTo>
                <a:lnTo>
                  <a:pt x="167" y="893"/>
                </a:lnTo>
                <a:lnTo>
                  <a:pt x="173" y="891"/>
                </a:lnTo>
                <a:lnTo>
                  <a:pt x="179" y="888"/>
                </a:lnTo>
                <a:lnTo>
                  <a:pt x="184" y="886"/>
                </a:lnTo>
                <a:lnTo>
                  <a:pt x="190" y="883"/>
                </a:lnTo>
                <a:lnTo>
                  <a:pt x="196" y="881"/>
                </a:lnTo>
                <a:lnTo>
                  <a:pt x="202" y="879"/>
                </a:lnTo>
                <a:lnTo>
                  <a:pt x="208" y="876"/>
                </a:lnTo>
                <a:lnTo>
                  <a:pt x="213" y="874"/>
                </a:lnTo>
                <a:lnTo>
                  <a:pt x="219" y="871"/>
                </a:lnTo>
                <a:lnTo>
                  <a:pt x="225" y="869"/>
                </a:lnTo>
                <a:lnTo>
                  <a:pt x="231" y="867"/>
                </a:lnTo>
                <a:lnTo>
                  <a:pt x="236" y="864"/>
                </a:lnTo>
                <a:lnTo>
                  <a:pt x="242" y="862"/>
                </a:lnTo>
                <a:lnTo>
                  <a:pt x="248" y="859"/>
                </a:lnTo>
                <a:lnTo>
                  <a:pt x="254" y="857"/>
                </a:lnTo>
                <a:lnTo>
                  <a:pt x="259" y="854"/>
                </a:lnTo>
                <a:lnTo>
                  <a:pt x="265" y="852"/>
                </a:lnTo>
                <a:lnTo>
                  <a:pt x="271" y="850"/>
                </a:lnTo>
                <a:lnTo>
                  <a:pt x="277" y="847"/>
                </a:lnTo>
                <a:lnTo>
                  <a:pt x="282" y="845"/>
                </a:lnTo>
                <a:lnTo>
                  <a:pt x="288" y="842"/>
                </a:lnTo>
                <a:lnTo>
                  <a:pt x="294" y="840"/>
                </a:lnTo>
                <a:lnTo>
                  <a:pt x="300" y="838"/>
                </a:lnTo>
                <a:lnTo>
                  <a:pt x="306" y="835"/>
                </a:lnTo>
                <a:lnTo>
                  <a:pt x="311" y="833"/>
                </a:lnTo>
                <a:lnTo>
                  <a:pt x="317" y="830"/>
                </a:lnTo>
                <a:lnTo>
                  <a:pt x="323" y="828"/>
                </a:lnTo>
                <a:lnTo>
                  <a:pt x="329" y="826"/>
                </a:lnTo>
                <a:lnTo>
                  <a:pt x="334" y="823"/>
                </a:lnTo>
                <a:lnTo>
                  <a:pt x="340" y="821"/>
                </a:lnTo>
                <a:lnTo>
                  <a:pt x="346" y="818"/>
                </a:lnTo>
                <a:lnTo>
                  <a:pt x="352" y="816"/>
                </a:lnTo>
                <a:lnTo>
                  <a:pt x="357" y="813"/>
                </a:lnTo>
                <a:lnTo>
                  <a:pt x="363" y="811"/>
                </a:lnTo>
                <a:lnTo>
                  <a:pt x="369" y="809"/>
                </a:lnTo>
                <a:lnTo>
                  <a:pt x="375" y="806"/>
                </a:lnTo>
                <a:lnTo>
                  <a:pt x="380" y="804"/>
                </a:lnTo>
                <a:lnTo>
                  <a:pt x="386" y="801"/>
                </a:lnTo>
                <a:lnTo>
                  <a:pt x="392" y="799"/>
                </a:lnTo>
                <a:lnTo>
                  <a:pt x="398" y="797"/>
                </a:lnTo>
                <a:lnTo>
                  <a:pt x="404" y="794"/>
                </a:lnTo>
                <a:lnTo>
                  <a:pt x="409" y="792"/>
                </a:lnTo>
                <a:lnTo>
                  <a:pt x="415" y="789"/>
                </a:lnTo>
                <a:lnTo>
                  <a:pt x="421" y="787"/>
                </a:lnTo>
                <a:lnTo>
                  <a:pt x="427" y="785"/>
                </a:lnTo>
                <a:lnTo>
                  <a:pt x="432" y="782"/>
                </a:lnTo>
                <a:lnTo>
                  <a:pt x="438" y="780"/>
                </a:lnTo>
                <a:lnTo>
                  <a:pt x="444" y="777"/>
                </a:lnTo>
                <a:lnTo>
                  <a:pt x="450" y="775"/>
                </a:lnTo>
                <a:lnTo>
                  <a:pt x="455" y="772"/>
                </a:lnTo>
                <a:lnTo>
                  <a:pt x="461" y="770"/>
                </a:lnTo>
                <a:lnTo>
                  <a:pt x="467" y="768"/>
                </a:lnTo>
                <a:lnTo>
                  <a:pt x="473" y="765"/>
                </a:lnTo>
                <a:lnTo>
                  <a:pt x="478" y="763"/>
                </a:lnTo>
                <a:lnTo>
                  <a:pt x="484" y="760"/>
                </a:lnTo>
                <a:lnTo>
                  <a:pt x="490" y="758"/>
                </a:lnTo>
                <a:lnTo>
                  <a:pt x="496" y="756"/>
                </a:lnTo>
                <a:lnTo>
                  <a:pt x="502" y="753"/>
                </a:lnTo>
                <a:lnTo>
                  <a:pt x="507" y="751"/>
                </a:lnTo>
                <a:lnTo>
                  <a:pt x="513" y="748"/>
                </a:lnTo>
                <a:lnTo>
                  <a:pt x="519" y="746"/>
                </a:lnTo>
                <a:lnTo>
                  <a:pt x="525" y="743"/>
                </a:lnTo>
                <a:lnTo>
                  <a:pt x="530" y="741"/>
                </a:lnTo>
                <a:lnTo>
                  <a:pt x="536" y="739"/>
                </a:lnTo>
                <a:lnTo>
                  <a:pt x="542" y="736"/>
                </a:lnTo>
                <a:lnTo>
                  <a:pt x="548" y="734"/>
                </a:lnTo>
                <a:lnTo>
                  <a:pt x="553" y="731"/>
                </a:lnTo>
                <a:lnTo>
                  <a:pt x="559" y="729"/>
                </a:lnTo>
                <a:lnTo>
                  <a:pt x="565" y="727"/>
                </a:lnTo>
                <a:lnTo>
                  <a:pt x="571" y="724"/>
                </a:lnTo>
                <a:lnTo>
                  <a:pt x="576" y="722"/>
                </a:lnTo>
                <a:lnTo>
                  <a:pt x="582" y="719"/>
                </a:lnTo>
                <a:lnTo>
                  <a:pt x="588" y="717"/>
                </a:lnTo>
                <a:lnTo>
                  <a:pt x="594" y="715"/>
                </a:lnTo>
                <a:lnTo>
                  <a:pt x="599" y="712"/>
                </a:lnTo>
                <a:lnTo>
                  <a:pt x="605" y="710"/>
                </a:lnTo>
                <a:lnTo>
                  <a:pt x="611" y="707"/>
                </a:lnTo>
                <a:lnTo>
                  <a:pt x="617" y="705"/>
                </a:lnTo>
                <a:lnTo>
                  <a:pt x="623" y="702"/>
                </a:lnTo>
                <a:lnTo>
                  <a:pt x="628" y="700"/>
                </a:lnTo>
                <a:lnTo>
                  <a:pt x="634" y="698"/>
                </a:lnTo>
                <a:lnTo>
                  <a:pt x="640" y="695"/>
                </a:lnTo>
                <a:lnTo>
                  <a:pt x="646" y="693"/>
                </a:lnTo>
                <a:lnTo>
                  <a:pt x="651" y="690"/>
                </a:lnTo>
                <a:lnTo>
                  <a:pt x="657" y="688"/>
                </a:lnTo>
                <a:lnTo>
                  <a:pt x="663" y="686"/>
                </a:lnTo>
                <a:lnTo>
                  <a:pt x="669" y="683"/>
                </a:lnTo>
                <a:lnTo>
                  <a:pt x="674" y="681"/>
                </a:lnTo>
                <a:lnTo>
                  <a:pt x="680" y="678"/>
                </a:lnTo>
                <a:lnTo>
                  <a:pt x="686" y="676"/>
                </a:lnTo>
                <a:lnTo>
                  <a:pt x="692" y="673"/>
                </a:lnTo>
                <a:lnTo>
                  <a:pt x="697" y="671"/>
                </a:lnTo>
                <a:lnTo>
                  <a:pt x="703" y="669"/>
                </a:lnTo>
                <a:lnTo>
                  <a:pt x="709" y="666"/>
                </a:lnTo>
                <a:lnTo>
                  <a:pt x="715" y="664"/>
                </a:lnTo>
                <a:lnTo>
                  <a:pt x="721" y="661"/>
                </a:lnTo>
                <a:lnTo>
                  <a:pt x="726" y="659"/>
                </a:lnTo>
                <a:lnTo>
                  <a:pt x="732" y="657"/>
                </a:lnTo>
                <a:lnTo>
                  <a:pt x="738" y="654"/>
                </a:lnTo>
                <a:lnTo>
                  <a:pt x="744" y="652"/>
                </a:lnTo>
                <a:lnTo>
                  <a:pt x="749" y="649"/>
                </a:lnTo>
                <a:lnTo>
                  <a:pt x="755" y="647"/>
                </a:lnTo>
                <a:lnTo>
                  <a:pt x="761" y="645"/>
                </a:lnTo>
                <a:lnTo>
                  <a:pt x="767" y="642"/>
                </a:lnTo>
                <a:lnTo>
                  <a:pt x="772" y="640"/>
                </a:lnTo>
                <a:lnTo>
                  <a:pt x="778" y="637"/>
                </a:lnTo>
                <a:lnTo>
                  <a:pt x="784" y="635"/>
                </a:lnTo>
                <a:lnTo>
                  <a:pt x="790" y="632"/>
                </a:lnTo>
                <a:lnTo>
                  <a:pt x="795" y="630"/>
                </a:lnTo>
                <a:lnTo>
                  <a:pt x="801" y="628"/>
                </a:lnTo>
                <a:lnTo>
                  <a:pt x="807" y="625"/>
                </a:lnTo>
                <a:lnTo>
                  <a:pt x="813" y="623"/>
                </a:lnTo>
                <a:lnTo>
                  <a:pt x="819" y="620"/>
                </a:lnTo>
                <a:lnTo>
                  <a:pt x="824" y="618"/>
                </a:lnTo>
                <a:lnTo>
                  <a:pt x="830" y="616"/>
                </a:lnTo>
                <a:lnTo>
                  <a:pt x="836" y="613"/>
                </a:lnTo>
                <a:lnTo>
                  <a:pt x="842" y="611"/>
                </a:lnTo>
                <a:lnTo>
                  <a:pt x="847" y="608"/>
                </a:lnTo>
                <a:lnTo>
                  <a:pt x="853" y="606"/>
                </a:lnTo>
                <a:lnTo>
                  <a:pt x="859" y="604"/>
                </a:lnTo>
                <a:lnTo>
                  <a:pt x="865" y="601"/>
                </a:lnTo>
                <a:lnTo>
                  <a:pt x="870" y="599"/>
                </a:lnTo>
                <a:lnTo>
                  <a:pt x="876" y="596"/>
                </a:lnTo>
                <a:lnTo>
                  <a:pt x="882" y="594"/>
                </a:lnTo>
                <a:lnTo>
                  <a:pt x="888" y="591"/>
                </a:lnTo>
                <a:lnTo>
                  <a:pt x="893" y="589"/>
                </a:lnTo>
                <a:lnTo>
                  <a:pt x="899" y="587"/>
                </a:lnTo>
                <a:lnTo>
                  <a:pt x="905" y="584"/>
                </a:lnTo>
                <a:lnTo>
                  <a:pt x="911" y="582"/>
                </a:lnTo>
                <a:lnTo>
                  <a:pt x="917" y="579"/>
                </a:lnTo>
                <a:lnTo>
                  <a:pt x="922" y="577"/>
                </a:lnTo>
                <a:lnTo>
                  <a:pt x="928" y="575"/>
                </a:lnTo>
                <a:lnTo>
                  <a:pt x="934" y="572"/>
                </a:lnTo>
                <a:lnTo>
                  <a:pt x="940" y="570"/>
                </a:lnTo>
                <a:lnTo>
                  <a:pt x="945" y="567"/>
                </a:lnTo>
                <a:lnTo>
                  <a:pt x="951" y="565"/>
                </a:lnTo>
                <a:lnTo>
                  <a:pt x="957" y="562"/>
                </a:lnTo>
                <a:lnTo>
                  <a:pt x="963" y="560"/>
                </a:lnTo>
                <a:lnTo>
                  <a:pt x="968" y="558"/>
                </a:lnTo>
                <a:lnTo>
                  <a:pt x="974" y="555"/>
                </a:lnTo>
                <a:lnTo>
                  <a:pt x="980" y="553"/>
                </a:lnTo>
                <a:lnTo>
                  <a:pt x="986" y="550"/>
                </a:lnTo>
                <a:lnTo>
                  <a:pt x="991" y="548"/>
                </a:lnTo>
                <a:lnTo>
                  <a:pt x="997" y="546"/>
                </a:lnTo>
                <a:lnTo>
                  <a:pt x="1003" y="543"/>
                </a:lnTo>
                <a:lnTo>
                  <a:pt x="1009" y="541"/>
                </a:lnTo>
                <a:lnTo>
                  <a:pt x="1015" y="538"/>
                </a:lnTo>
                <a:lnTo>
                  <a:pt x="1020" y="536"/>
                </a:lnTo>
                <a:lnTo>
                  <a:pt x="1026" y="534"/>
                </a:lnTo>
                <a:lnTo>
                  <a:pt x="1032" y="531"/>
                </a:lnTo>
                <a:lnTo>
                  <a:pt x="1038" y="529"/>
                </a:lnTo>
                <a:lnTo>
                  <a:pt x="1043" y="526"/>
                </a:lnTo>
                <a:lnTo>
                  <a:pt x="1049" y="524"/>
                </a:lnTo>
                <a:lnTo>
                  <a:pt x="1055" y="521"/>
                </a:lnTo>
                <a:lnTo>
                  <a:pt x="1061" y="519"/>
                </a:lnTo>
                <a:lnTo>
                  <a:pt x="1066" y="517"/>
                </a:lnTo>
                <a:lnTo>
                  <a:pt x="1072" y="514"/>
                </a:lnTo>
                <a:lnTo>
                  <a:pt x="1078" y="512"/>
                </a:lnTo>
                <a:lnTo>
                  <a:pt x="1084" y="509"/>
                </a:lnTo>
                <a:lnTo>
                  <a:pt x="1089" y="507"/>
                </a:lnTo>
                <a:lnTo>
                  <a:pt x="1095" y="505"/>
                </a:lnTo>
                <a:lnTo>
                  <a:pt x="1101" y="502"/>
                </a:lnTo>
                <a:lnTo>
                  <a:pt x="1107" y="500"/>
                </a:lnTo>
                <a:lnTo>
                  <a:pt x="1113" y="497"/>
                </a:lnTo>
                <a:lnTo>
                  <a:pt x="1118" y="495"/>
                </a:lnTo>
                <a:lnTo>
                  <a:pt x="1124" y="492"/>
                </a:lnTo>
                <a:lnTo>
                  <a:pt x="1130" y="490"/>
                </a:lnTo>
                <a:lnTo>
                  <a:pt x="1136" y="488"/>
                </a:lnTo>
                <a:lnTo>
                  <a:pt x="1141" y="485"/>
                </a:lnTo>
                <a:lnTo>
                  <a:pt x="1147" y="483"/>
                </a:lnTo>
                <a:lnTo>
                  <a:pt x="1153" y="480"/>
                </a:lnTo>
                <a:lnTo>
                  <a:pt x="1159" y="478"/>
                </a:lnTo>
                <a:lnTo>
                  <a:pt x="1164" y="476"/>
                </a:lnTo>
                <a:lnTo>
                  <a:pt x="1170" y="473"/>
                </a:lnTo>
                <a:lnTo>
                  <a:pt x="1176" y="471"/>
                </a:lnTo>
                <a:lnTo>
                  <a:pt x="1182" y="468"/>
                </a:lnTo>
                <a:lnTo>
                  <a:pt x="1187" y="466"/>
                </a:lnTo>
                <a:lnTo>
                  <a:pt x="1193" y="464"/>
                </a:lnTo>
                <a:lnTo>
                  <a:pt x="1199" y="461"/>
                </a:lnTo>
                <a:lnTo>
                  <a:pt x="1205" y="459"/>
                </a:lnTo>
                <a:lnTo>
                  <a:pt x="1211" y="456"/>
                </a:lnTo>
                <a:lnTo>
                  <a:pt x="1216" y="454"/>
                </a:lnTo>
                <a:lnTo>
                  <a:pt x="1222" y="451"/>
                </a:lnTo>
                <a:lnTo>
                  <a:pt x="1228" y="449"/>
                </a:lnTo>
                <a:lnTo>
                  <a:pt x="1234" y="447"/>
                </a:lnTo>
                <a:lnTo>
                  <a:pt x="1239" y="444"/>
                </a:lnTo>
                <a:lnTo>
                  <a:pt x="1245" y="442"/>
                </a:lnTo>
                <a:lnTo>
                  <a:pt x="1251" y="439"/>
                </a:lnTo>
                <a:lnTo>
                  <a:pt x="1257" y="437"/>
                </a:lnTo>
                <a:lnTo>
                  <a:pt x="1262" y="435"/>
                </a:lnTo>
                <a:lnTo>
                  <a:pt x="1268" y="432"/>
                </a:lnTo>
                <a:lnTo>
                  <a:pt x="1274" y="430"/>
                </a:lnTo>
                <a:lnTo>
                  <a:pt x="1280" y="427"/>
                </a:lnTo>
                <a:lnTo>
                  <a:pt x="1285" y="425"/>
                </a:lnTo>
                <a:lnTo>
                  <a:pt x="1291" y="422"/>
                </a:lnTo>
                <a:lnTo>
                  <a:pt x="1297" y="420"/>
                </a:lnTo>
                <a:lnTo>
                  <a:pt x="1303" y="418"/>
                </a:lnTo>
                <a:lnTo>
                  <a:pt x="1309" y="415"/>
                </a:lnTo>
                <a:lnTo>
                  <a:pt x="1314" y="413"/>
                </a:lnTo>
                <a:lnTo>
                  <a:pt x="1320" y="410"/>
                </a:lnTo>
                <a:lnTo>
                  <a:pt x="1326" y="408"/>
                </a:lnTo>
                <a:lnTo>
                  <a:pt x="1332" y="406"/>
                </a:lnTo>
                <a:lnTo>
                  <a:pt x="1337" y="403"/>
                </a:lnTo>
                <a:lnTo>
                  <a:pt x="1343" y="401"/>
                </a:lnTo>
                <a:lnTo>
                  <a:pt x="1349" y="398"/>
                </a:lnTo>
                <a:lnTo>
                  <a:pt x="1355" y="396"/>
                </a:lnTo>
                <a:lnTo>
                  <a:pt x="1360" y="394"/>
                </a:lnTo>
                <a:lnTo>
                  <a:pt x="1366" y="391"/>
                </a:lnTo>
                <a:lnTo>
                  <a:pt x="1372" y="389"/>
                </a:lnTo>
                <a:lnTo>
                  <a:pt x="1378" y="386"/>
                </a:lnTo>
                <a:lnTo>
                  <a:pt x="1383" y="384"/>
                </a:lnTo>
                <a:lnTo>
                  <a:pt x="1389" y="381"/>
                </a:lnTo>
                <a:lnTo>
                  <a:pt x="1395" y="379"/>
                </a:lnTo>
                <a:lnTo>
                  <a:pt x="1401" y="377"/>
                </a:lnTo>
                <a:lnTo>
                  <a:pt x="1407" y="374"/>
                </a:lnTo>
                <a:lnTo>
                  <a:pt x="1412" y="372"/>
                </a:lnTo>
                <a:lnTo>
                  <a:pt x="1418" y="369"/>
                </a:lnTo>
                <a:lnTo>
                  <a:pt x="1424" y="367"/>
                </a:lnTo>
                <a:lnTo>
                  <a:pt x="1430" y="365"/>
                </a:lnTo>
                <a:lnTo>
                  <a:pt x="1435" y="362"/>
                </a:lnTo>
                <a:lnTo>
                  <a:pt x="1441" y="360"/>
                </a:lnTo>
                <a:lnTo>
                  <a:pt x="1447" y="357"/>
                </a:lnTo>
                <a:lnTo>
                  <a:pt x="1453" y="355"/>
                </a:lnTo>
                <a:lnTo>
                  <a:pt x="1458" y="353"/>
                </a:lnTo>
                <a:lnTo>
                  <a:pt x="1464" y="350"/>
                </a:lnTo>
                <a:lnTo>
                  <a:pt x="1470" y="348"/>
                </a:lnTo>
                <a:lnTo>
                  <a:pt x="1476" y="345"/>
                </a:lnTo>
                <a:lnTo>
                  <a:pt x="1481" y="343"/>
                </a:lnTo>
                <a:lnTo>
                  <a:pt x="1487" y="340"/>
                </a:lnTo>
                <a:lnTo>
                  <a:pt x="1493" y="338"/>
                </a:lnTo>
                <a:lnTo>
                  <a:pt x="1499" y="336"/>
                </a:lnTo>
                <a:lnTo>
                  <a:pt x="1505" y="333"/>
                </a:lnTo>
                <a:lnTo>
                  <a:pt x="1510" y="331"/>
                </a:lnTo>
                <a:lnTo>
                  <a:pt x="1516" y="328"/>
                </a:lnTo>
                <a:lnTo>
                  <a:pt x="1522" y="326"/>
                </a:lnTo>
                <a:lnTo>
                  <a:pt x="1528" y="324"/>
                </a:lnTo>
                <a:lnTo>
                  <a:pt x="1533" y="321"/>
                </a:lnTo>
                <a:lnTo>
                  <a:pt x="1539" y="319"/>
                </a:lnTo>
                <a:lnTo>
                  <a:pt x="1545" y="316"/>
                </a:lnTo>
                <a:lnTo>
                  <a:pt x="1551" y="314"/>
                </a:lnTo>
                <a:lnTo>
                  <a:pt x="1556" y="311"/>
                </a:lnTo>
                <a:lnTo>
                  <a:pt x="1562" y="309"/>
                </a:lnTo>
                <a:lnTo>
                  <a:pt x="1568" y="307"/>
                </a:lnTo>
                <a:lnTo>
                  <a:pt x="1574" y="304"/>
                </a:lnTo>
                <a:lnTo>
                  <a:pt x="1579" y="302"/>
                </a:lnTo>
                <a:lnTo>
                  <a:pt x="1585" y="299"/>
                </a:lnTo>
                <a:lnTo>
                  <a:pt x="1591" y="297"/>
                </a:lnTo>
                <a:lnTo>
                  <a:pt x="1597" y="295"/>
                </a:lnTo>
                <a:lnTo>
                  <a:pt x="1603" y="292"/>
                </a:lnTo>
                <a:lnTo>
                  <a:pt x="1608" y="290"/>
                </a:lnTo>
                <a:lnTo>
                  <a:pt x="1614" y="287"/>
                </a:lnTo>
                <a:lnTo>
                  <a:pt x="1620" y="285"/>
                </a:lnTo>
                <a:lnTo>
                  <a:pt x="1626" y="283"/>
                </a:lnTo>
                <a:lnTo>
                  <a:pt x="1631" y="280"/>
                </a:lnTo>
                <a:lnTo>
                  <a:pt x="1637" y="278"/>
                </a:lnTo>
                <a:lnTo>
                  <a:pt x="1643" y="275"/>
                </a:lnTo>
                <a:lnTo>
                  <a:pt x="1649" y="273"/>
                </a:lnTo>
                <a:lnTo>
                  <a:pt x="1654" y="270"/>
                </a:lnTo>
                <a:lnTo>
                  <a:pt x="1660" y="268"/>
                </a:lnTo>
                <a:lnTo>
                  <a:pt x="1666" y="266"/>
                </a:lnTo>
                <a:lnTo>
                  <a:pt x="1672" y="263"/>
                </a:lnTo>
                <a:lnTo>
                  <a:pt x="1677" y="261"/>
                </a:lnTo>
                <a:lnTo>
                  <a:pt x="1683" y="258"/>
                </a:lnTo>
                <a:lnTo>
                  <a:pt x="1689" y="256"/>
                </a:lnTo>
                <a:lnTo>
                  <a:pt x="1695" y="254"/>
                </a:lnTo>
                <a:lnTo>
                  <a:pt x="1701" y="251"/>
                </a:lnTo>
                <a:lnTo>
                  <a:pt x="1706" y="249"/>
                </a:lnTo>
                <a:lnTo>
                  <a:pt x="1712" y="246"/>
                </a:lnTo>
                <a:lnTo>
                  <a:pt x="1718" y="244"/>
                </a:lnTo>
                <a:lnTo>
                  <a:pt x="1724" y="241"/>
                </a:lnTo>
                <a:lnTo>
                  <a:pt x="1729" y="239"/>
                </a:lnTo>
                <a:lnTo>
                  <a:pt x="1735" y="237"/>
                </a:lnTo>
                <a:lnTo>
                  <a:pt x="1741" y="234"/>
                </a:lnTo>
                <a:lnTo>
                  <a:pt x="1747" y="232"/>
                </a:lnTo>
                <a:lnTo>
                  <a:pt x="1752" y="229"/>
                </a:lnTo>
                <a:lnTo>
                  <a:pt x="1758" y="227"/>
                </a:lnTo>
                <a:lnTo>
                  <a:pt x="1764" y="225"/>
                </a:lnTo>
                <a:lnTo>
                  <a:pt x="1770" y="222"/>
                </a:lnTo>
                <a:lnTo>
                  <a:pt x="1775" y="220"/>
                </a:lnTo>
                <a:lnTo>
                  <a:pt x="1781" y="217"/>
                </a:lnTo>
                <a:lnTo>
                  <a:pt x="1787" y="215"/>
                </a:lnTo>
                <a:lnTo>
                  <a:pt x="1793" y="213"/>
                </a:lnTo>
                <a:lnTo>
                  <a:pt x="1798" y="210"/>
                </a:lnTo>
                <a:lnTo>
                  <a:pt x="1804" y="208"/>
                </a:lnTo>
                <a:lnTo>
                  <a:pt x="1810" y="205"/>
                </a:lnTo>
                <a:lnTo>
                  <a:pt x="1816" y="203"/>
                </a:lnTo>
                <a:lnTo>
                  <a:pt x="1822" y="200"/>
                </a:lnTo>
                <a:lnTo>
                  <a:pt x="1827" y="198"/>
                </a:lnTo>
                <a:lnTo>
                  <a:pt x="1833" y="196"/>
                </a:lnTo>
                <a:lnTo>
                  <a:pt x="1839" y="193"/>
                </a:lnTo>
                <a:lnTo>
                  <a:pt x="1845" y="191"/>
                </a:lnTo>
                <a:lnTo>
                  <a:pt x="1850" y="188"/>
                </a:lnTo>
                <a:lnTo>
                  <a:pt x="1856" y="186"/>
                </a:lnTo>
                <a:lnTo>
                  <a:pt x="1862" y="184"/>
                </a:lnTo>
                <a:lnTo>
                  <a:pt x="1868" y="181"/>
                </a:lnTo>
                <a:lnTo>
                  <a:pt x="1873" y="179"/>
                </a:lnTo>
                <a:lnTo>
                  <a:pt x="1879" y="176"/>
                </a:lnTo>
                <a:lnTo>
                  <a:pt x="1885" y="174"/>
                </a:lnTo>
                <a:lnTo>
                  <a:pt x="1891" y="172"/>
                </a:lnTo>
                <a:lnTo>
                  <a:pt x="1896" y="169"/>
                </a:lnTo>
                <a:lnTo>
                  <a:pt x="1902" y="167"/>
                </a:lnTo>
                <a:lnTo>
                  <a:pt x="1908" y="164"/>
                </a:lnTo>
                <a:lnTo>
                  <a:pt x="1914" y="162"/>
                </a:lnTo>
                <a:lnTo>
                  <a:pt x="1920" y="159"/>
                </a:lnTo>
                <a:lnTo>
                  <a:pt x="1925" y="157"/>
                </a:lnTo>
                <a:lnTo>
                  <a:pt x="1931" y="155"/>
                </a:lnTo>
                <a:lnTo>
                  <a:pt x="1937" y="152"/>
                </a:lnTo>
                <a:lnTo>
                  <a:pt x="1943" y="150"/>
                </a:lnTo>
                <a:lnTo>
                  <a:pt x="1948" y="147"/>
                </a:lnTo>
                <a:lnTo>
                  <a:pt x="1954" y="145"/>
                </a:lnTo>
                <a:lnTo>
                  <a:pt x="1960" y="143"/>
                </a:lnTo>
                <a:lnTo>
                  <a:pt x="1966" y="140"/>
                </a:lnTo>
                <a:lnTo>
                  <a:pt x="1971" y="138"/>
                </a:lnTo>
                <a:lnTo>
                  <a:pt x="1977" y="135"/>
                </a:lnTo>
                <a:lnTo>
                  <a:pt x="1983" y="133"/>
                </a:lnTo>
                <a:lnTo>
                  <a:pt x="1989" y="130"/>
                </a:lnTo>
                <a:lnTo>
                  <a:pt x="1994" y="128"/>
                </a:lnTo>
                <a:lnTo>
                  <a:pt x="2000" y="126"/>
                </a:lnTo>
                <a:lnTo>
                  <a:pt x="2006" y="123"/>
                </a:lnTo>
                <a:lnTo>
                  <a:pt x="2012" y="121"/>
                </a:lnTo>
                <a:lnTo>
                  <a:pt x="2018" y="118"/>
                </a:lnTo>
                <a:lnTo>
                  <a:pt x="2023" y="116"/>
                </a:lnTo>
                <a:lnTo>
                  <a:pt x="2029" y="114"/>
                </a:lnTo>
                <a:lnTo>
                  <a:pt x="2035" y="111"/>
                </a:lnTo>
                <a:lnTo>
                  <a:pt x="2041" y="109"/>
                </a:lnTo>
                <a:lnTo>
                  <a:pt x="2046" y="106"/>
                </a:lnTo>
                <a:lnTo>
                  <a:pt x="2052" y="104"/>
                </a:lnTo>
                <a:lnTo>
                  <a:pt x="2058" y="102"/>
                </a:lnTo>
                <a:lnTo>
                  <a:pt x="2064" y="99"/>
                </a:lnTo>
                <a:lnTo>
                  <a:pt x="2069" y="97"/>
                </a:lnTo>
                <a:lnTo>
                  <a:pt x="2075" y="94"/>
                </a:lnTo>
                <a:lnTo>
                  <a:pt x="2081" y="92"/>
                </a:lnTo>
                <a:lnTo>
                  <a:pt x="2087" y="89"/>
                </a:lnTo>
                <a:lnTo>
                  <a:pt x="2092" y="87"/>
                </a:lnTo>
                <a:lnTo>
                  <a:pt x="2098" y="85"/>
                </a:lnTo>
                <a:lnTo>
                  <a:pt x="2104" y="82"/>
                </a:lnTo>
                <a:lnTo>
                  <a:pt x="2110" y="80"/>
                </a:lnTo>
                <a:lnTo>
                  <a:pt x="2116" y="77"/>
                </a:lnTo>
                <a:lnTo>
                  <a:pt x="2121" y="75"/>
                </a:lnTo>
                <a:lnTo>
                  <a:pt x="2127" y="73"/>
                </a:lnTo>
                <a:lnTo>
                  <a:pt x="2133" y="70"/>
                </a:lnTo>
                <a:lnTo>
                  <a:pt x="2139" y="68"/>
                </a:lnTo>
                <a:lnTo>
                  <a:pt x="2144" y="65"/>
                </a:lnTo>
                <a:lnTo>
                  <a:pt x="2150" y="63"/>
                </a:lnTo>
                <a:lnTo>
                  <a:pt x="2156" y="60"/>
                </a:lnTo>
                <a:lnTo>
                  <a:pt x="2162" y="58"/>
                </a:lnTo>
                <a:lnTo>
                  <a:pt x="2167" y="56"/>
                </a:lnTo>
                <a:lnTo>
                  <a:pt x="2173" y="53"/>
                </a:lnTo>
                <a:lnTo>
                  <a:pt x="2179" y="51"/>
                </a:lnTo>
                <a:lnTo>
                  <a:pt x="2185" y="48"/>
                </a:lnTo>
                <a:lnTo>
                  <a:pt x="2190" y="46"/>
                </a:lnTo>
                <a:lnTo>
                  <a:pt x="2196" y="44"/>
                </a:lnTo>
                <a:lnTo>
                  <a:pt x="2202" y="41"/>
                </a:lnTo>
                <a:lnTo>
                  <a:pt x="2208" y="39"/>
                </a:lnTo>
                <a:lnTo>
                  <a:pt x="2214" y="36"/>
                </a:lnTo>
                <a:lnTo>
                  <a:pt x="2219" y="34"/>
                </a:lnTo>
                <a:lnTo>
                  <a:pt x="2225" y="32"/>
                </a:lnTo>
                <a:lnTo>
                  <a:pt x="2231" y="29"/>
                </a:lnTo>
                <a:lnTo>
                  <a:pt x="2237" y="27"/>
                </a:lnTo>
                <a:lnTo>
                  <a:pt x="2242" y="24"/>
                </a:lnTo>
                <a:lnTo>
                  <a:pt x="2248" y="22"/>
                </a:lnTo>
                <a:lnTo>
                  <a:pt x="2254" y="19"/>
                </a:lnTo>
                <a:lnTo>
                  <a:pt x="2260" y="17"/>
                </a:lnTo>
                <a:lnTo>
                  <a:pt x="2265" y="15"/>
                </a:lnTo>
                <a:lnTo>
                  <a:pt x="2271" y="12"/>
                </a:lnTo>
                <a:lnTo>
                  <a:pt x="2277" y="10"/>
                </a:lnTo>
                <a:lnTo>
                  <a:pt x="2283" y="7"/>
                </a:lnTo>
                <a:lnTo>
                  <a:pt x="2288" y="5"/>
                </a:lnTo>
                <a:lnTo>
                  <a:pt x="2294" y="3"/>
                </a:lnTo>
                <a:lnTo>
                  <a:pt x="2300" y="0"/>
                </a:lnTo>
              </a:path>
            </a:pathLst>
          </a:custGeom>
          <a:noFill/>
          <a:ln w="38100">
            <a:solidFill>
              <a:srgbClr val="C6532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9" name="Oval 68"/>
          <p:cNvSpPr/>
          <p:nvPr/>
        </p:nvSpPr>
        <p:spPr>
          <a:xfrm>
            <a:off x="6377940" y="3801019"/>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0" name="Oval 69"/>
          <p:cNvSpPr/>
          <p:nvPr/>
        </p:nvSpPr>
        <p:spPr>
          <a:xfrm>
            <a:off x="6488630" y="3605697"/>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1" name="Oval 70"/>
          <p:cNvSpPr/>
          <p:nvPr/>
        </p:nvSpPr>
        <p:spPr>
          <a:xfrm>
            <a:off x="6599321" y="4814233"/>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2" name="Oval 71"/>
          <p:cNvSpPr/>
          <p:nvPr/>
        </p:nvSpPr>
        <p:spPr>
          <a:xfrm>
            <a:off x="6710011" y="3828251"/>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3" name="Oval 72"/>
          <p:cNvSpPr/>
          <p:nvPr/>
        </p:nvSpPr>
        <p:spPr>
          <a:xfrm>
            <a:off x="6820702" y="4489239"/>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4" name="Oval 73"/>
          <p:cNvSpPr/>
          <p:nvPr/>
        </p:nvSpPr>
        <p:spPr>
          <a:xfrm>
            <a:off x="6931392" y="4812391"/>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5" name="Oval 74"/>
          <p:cNvSpPr/>
          <p:nvPr/>
        </p:nvSpPr>
        <p:spPr>
          <a:xfrm>
            <a:off x="7042083" y="4871986"/>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6" name="Oval 75"/>
          <p:cNvSpPr/>
          <p:nvPr/>
        </p:nvSpPr>
        <p:spPr>
          <a:xfrm>
            <a:off x="7152773" y="4997289"/>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7" name="Oval 76"/>
          <p:cNvSpPr/>
          <p:nvPr/>
        </p:nvSpPr>
        <p:spPr>
          <a:xfrm>
            <a:off x="7263464" y="4734154"/>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8" name="Oval 77"/>
          <p:cNvSpPr/>
          <p:nvPr/>
        </p:nvSpPr>
        <p:spPr>
          <a:xfrm>
            <a:off x="7374154" y="4384297"/>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9" name="Oval 78"/>
          <p:cNvSpPr/>
          <p:nvPr/>
        </p:nvSpPr>
        <p:spPr>
          <a:xfrm>
            <a:off x="7484845" y="4430663"/>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0" name="Oval 79"/>
          <p:cNvSpPr/>
          <p:nvPr/>
        </p:nvSpPr>
        <p:spPr>
          <a:xfrm>
            <a:off x="7595535" y="4356408"/>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1" name="Oval 80"/>
          <p:cNvSpPr/>
          <p:nvPr/>
        </p:nvSpPr>
        <p:spPr>
          <a:xfrm>
            <a:off x="7706226" y="5024769"/>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2" name="Oval 81"/>
          <p:cNvSpPr/>
          <p:nvPr/>
        </p:nvSpPr>
        <p:spPr>
          <a:xfrm>
            <a:off x="7816916" y="4881982"/>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3" name="Oval 82"/>
          <p:cNvSpPr/>
          <p:nvPr/>
        </p:nvSpPr>
        <p:spPr>
          <a:xfrm>
            <a:off x="7927607" y="3753569"/>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4" name="Oval 83"/>
          <p:cNvSpPr/>
          <p:nvPr/>
        </p:nvSpPr>
        <p:spPr>
          <a:xfrm>
            <a:off x="8038297" y="3791912"/>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5" name="Oval 84"/>
          <p:cNvSpPr/>
          <p:nvPr/>
        </p:nvSpPr>
        <p:spPr>
          <a:xfrm>
            <a:off x="8148988" y="3230058"/>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6" name="Oval 85"/>
          <p:cNvSpPr/>
          <p:nvPr/>
        </p:nvSpPr>
        <p:spPr>
          <a:xfrm>
            <a:off x="8259678" y="3346802"/>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7" name="Oval 86"/>
          <p:cNvSpPr/>
          <p:nvPr/>
        </p:nvSpPr>
        <p:spPr>
          <a:xfrm>
            <a:off x="8370369" y="3844841"/>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8" name="Oval 87"/>
          <p:cNvSpPr/>
          <p:nvPr/>
        </p:nvSpPr>
        <p:spPr>
          <a:xfrm>
            <a:off x="8481060" y="2862364"/>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cxnSp>
        <p:nvCxnSpPr>
          <p:cNvPr id="89" name="Connector 88"/>
          <p:cNvCxnSpPr/>
          <p:nvPr/>
        </p:nvCxnSpPr>
        <p:spPr>
          <a:xfrm>
            <a:off x="7996427" y="2834640"/>
            <a:ext cx="0" cy="2606040"/>
          </a:xfrm>
          <a:prstGeom prst="line">
            <a:avLst/>
          </a:prstGeom>
          <a:ln w="12700">
            <a:solidFill>
              <a:srgbClr val="7963AF"/>
            </a:solidFill>
            <a:prstDash val="dash"/>
          </a:ln>
        </p:spPr>
        <p:style>
          <a:lnRef idx="2">
            <a:schemeClr val="accent1"/>
          </a:lnRef>
          <a:fillRef idx="0">
            <a:schemeClr val="accent1"/>
          </a:fillRef>
          <a:effectRef idx="0">
            <a:schemeClr val="accent1"/>
          </a:effectRef>
          <a:fontRef idx="minor">
            <a:schemeClr val="tx1"/>
          </a:fontRef>
        </p:style>
      </p:cxnSp>
      <p:sp>
        <p:nvSpPr>
          <p:cNvPr id="90" name="Oval 89"/>
          <p:cNvSpPr/>
          <p:nvPr/>
        </p:nvSpPr>
        <p:spPr>
          <a:xfrm>
            <a:off x="7927848" y="3945534"/>
            <a:ext cx="137160" cy="137160"/>
          </a:xfrm>
          <a:prstGeom prst="ellipse">
            <a:avLst/>
          </a:prstGeom>
          <a:solidFill>
            <a:srgbClr val="C65326"/>
          </a:solidFill>
          <a:ln w="19050">
            <a:solidFill>
              <a:srgbClr val="C6532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91" name="TextBox 90"/>
          <p:cNvSpPr txBox="1"/>
          <p:nvPr/>
        </p:nvSpPr>
        <p:spPr>
          <a:xfrm>
            <a:off x="7648955" y="5532120"/>
            <a:ext cx="914400" cy="274320"/>
          </a:xfrm>
          <a:prstGeom prst="rect">
            <a:avLst/>
          </a:prstGeom>
          <a:noFill/>
        </p:spPr>
        <p:txBody>
          <a:bodyPr wrap="square" lIns="0" rIns="0" tIns="0" bIns="0">
            <a:spAutoFit/>
          </a:bodyPr>
          <a:lstStyle/>
          <a:p>
            <a:pPr>
              <a:spcAft>
                <a:spcPts val="0"/>
              </a:spcAft>
              <a:defRPr sz="1400" b="0">
                <a:solidFill>
                  <a:srgbClr val="7963AF"/>
                </a:solidFill>
                <a:latin typeface="Arial"/>
              </a:defRPr>
            </a:pPr>
            <a:r>
              <a:t>x = 0.5</a:t>
            </a:r>
          </a:p>
        </p:txBody>
      </p:sp>
      <p:sp>
        <p:nvSpPr>
          <p:cNvPr id="92" name="TextBox 91"/>
          <p:cNvSpPr txBox="1"/>
          <p:nvPr/>
        </p:nvSpPr>
        <p:spPr>
          <a:xfrm>
            <a:off x="9180576" y="2148840"/>
            <a:ext cx="2286000" cy="594360"/>
          </a:xfrm>
          <a:prstGeom prst="rect">
            <a:avLst/>
          </a:prstGeom>
          <a:noFill/>
        </p:spPr>
        <p:txBody>
          <a:bodyPr wrap="square" lIns="0" rIns="0" tIns="0" bIns="0">
            <a:spAutoFit/>
          </a:bodyPr>
          <a:lstStyle/>
          <a:p>
            <a:pPr>
              <a:spcAft>
                <a:spcPts val="0"/>
              </a:spcAft>
              <a:defRPr sz="1600" b="0">
                <a:solidFill>
                  <a:srgbClr val="181D16"/>
                </a:solidFill>
                <a:latin typeface="Arial"/>
              </a:defRPr>
            </a:pPr>
            <a:r>
              <a:t>Sample D</a:t>
            </a:r>
          </a:p>
          <a:p>
            <a:pPr>
              <a:spcAft>
                <a:spcPts val="0"/>
              </a:spcAft>
              <a:defRPr sz="1600" b="0">
                <a:solidFill>
                  <a:srgbClr val="181D16"/>
                </a:solidFill>
                <a:latin typeface="Arial"/>
              </a:defRPr>
            </a:pPr>
            <a:r>
              <a:t>prediction 0.98</a:t>
            </a:r>
          </a:p>
        </p:txBody>
      </p:sp>
      <p:cxnSp>
        <p:nvCxnSpPr>
          <p:cNvPr id="93" name="Connector 92"/>
          <p:cNvCxnSpPr/>
          <p:nvPr/>
        </p:nvCxnSpPr>
        <p:spPr>
          <a:xfrm>
            <a:off x="9180576" y="5440680"/>
            <a:ext cx="2103120" cy="0"/>
          </a:xfrm>
          <a:prstGeom prst="line">
            <a:avLst/>
          </a:prstGeom>
          <a:ln w="12700">
            <a:solidFill>
              <a:srgbClr val="D4D6D0"/>
            </a:solidFill>
          </a:ln>
        </p:spPr>
        <p:style>
          <a:lnRef idx="2">
            <a:schemeClr val="accent1"/>
          </a:lnRef>
          <a:fillRef idx="0">
            <a:schemeClr val="accent1"/>
          </a:fillRef>
          <a:effectRef idx="0">
            <a:schemeClr val="accent1"/>
          </a:effectRef>
          <a:fontRef idx="minor">
            <a:schemeClr val="tx1"/>
          </a:fontRef>
        </p:style>
      </p:cxnSp>
      <p:cxnSp>
        <p:nvCxnSpPr>
          <p:cNvPr id="94" name="Connector 93"/>
          <p:cNvCxnSpPr/>
          <p:nvPr/>
        </p:nvCxnSpPr>
        <p:spPr>
          <a:xfrm>
            <a:off x="9180576" y="2834640"/>
            <a:ext cx="0" cy="2606040"/>
          </a:xfrm>
          <a:prstGeom prst="line">
            <a:avLst/>
          </a:prstGeom>
          <a:ln w="12700">
            <a:solidFill>
              <a:srgbClr val="D4D6D0"/>
            </a:solidFill>
          </a:ln>
        </p:spPr>
        <p:style>
          <a:lnRef idx="2">
            <a:schemeClr val="accent1"/>
          </a:lnRef>
          <a:fillRef idx="0">
            <a:schemeClr val="accent1"/>
          </a:fillRef>
          <a:effectRef idx="0">
            <a:schemeClr val="accent1"/>
          </a:effectRef>
          <a:fontRef idx="minor">
            <a:schemeClr val="tx1"/>
          </a:fontRef>
        </p:style>
      </p:cxnSp>
      <p:sp>
        <p:nvSpPr>
          <p:cNvPr id="95" name="TextBox 94"/>
          <p:cNvSpPr txBox="1"/>
          <p:nvPr/>
        </p:nvSpPr>
        <p:spPr>
          <a:xfrm>
            <a:off x="11192256" y="5532120"/>
            <a:ext cx="640080" cy="274320"/>
          </a:xfrm>
          <a:prstGeom prst="rect">
            <a:avLst/>
          </a:prstGeom>
          <a:noFill/>
        </p:spPr>
        <p:txBody>
          <a:bodyPr wrap="square" lIns="0" rIns="0" tIns="0" bIns="0">
            <a:spAutoFit/>
          </a:bodyPr>
          <a:lstStyle/>
          <a:p>
            <a:pPr>
              <a:spcAft>
                <a:spcPts val="0"/>
              </a:spcAft>
              <a:defRPr sz="1400" b="0">
                <a:solidFill>
                  <a:srgbClr val="686C66"/>
                </a:solidFill>
                <a:latin typeface="Arial"/>
              </a:defRPr>
            </a:pPr>
            <a:r>
              <a:t>x</a:t>
            </a:r>
          </a:p>
        </p:txBody>
      </p:sp>
      <p:sp>
        <p:nvSpPr>
          <p:cNvPr id="96" name="TextBox 95"/>
          <p:cNvSpPr txBox="1"/>
          <p:nvPr/>
        </p:nvSpPr>
        <p:spPr>
          <a:xfrm>
            <a:off x="8906255" y="2651760"/>
            <a:ext cx="914400" cy="274320"/>
          </a:xfrm>
          <a:prstGeom prst="rect">
            <a:avLst/>
          </a:prstGeom>
          <a:noFill/>
        </p:spPr>
        <p:txBody>
          <a:bodyPr wrap="square" lIns="0" rIns="0" tIns="0" bIns="0">
            <a:spAutoFit/>
          </a:bodyPr>
          <a:lstStyle/>
          <a:p>
            <a:pPr>
              <a:spcAft>
                <a:spcPts val="0"/>
              </a:spcAft>
              <a:defRPr sz="1400" b="0">
                <a:solidFill>
                  <a:srgbClr val="686C66"/>
                </a:solidFill>
                <a:latin typeface="Arial"/>
              </a:defRPr>
            </a:pPr>
            <a:r>
              <a:t>y</a:t>
            </a:r>
          </a:p>
        </p:txBody>
      </p:sp>
      <p:sp>
        <p:nvSpPr>
          <p:cNvPr id="97" name="Freeform 96"/>
          <p:cNvSpPr/>
          <p:nvPr/>
        </p:nvSpPr>
        <p:spPr>
          <a:xfrm>
            <a:off x="9180576" y="3936492"/>
            <a:ext cx="2103120" cy="773582"/>
          </a:xfrm>
          <a:custGeom>
            <a:avLst/>
            <a:gdLst/>
            <a:ahLst/>
            <a:cxnLst/>
            <a:rect l="l" t="t" r="r" b="b"/>
            <a:pathLst>
              <a:path w="2300" h="846">
                <a:moveTo>
                  <a:pt x="0" y="846"/>
                </a:moveTo>
                <a:lnTo>
                  <a:pt x="6" y="844"/>
                </a:lnTo>
                <a:lnTo>
                  <a:pt x="12" y="842"/>
                </a:lnTo>
                <a:lnTo>
                  <a:pt x="17" y="840"/>
                </a:lnTo>
                <a:lnTo>
                  <a:pt x="23" y="837"/>
                </a:lnTo>
                <a:lnTo>
                  <a:pt x="29" y="835"/>
                </a:lnTo>
                <a:lnTo>
                  <a:pt x="35" y="833"/>
                </a:lnTo>
                <a:lnTo>
                  <a:pt x="40" y="831"/>
                </a:lnTo>
                <a:lnTo>
                  <a:pt x="46" y="829"/>
                </a:lnTo>
                <a:lnTo>
                  <a:pt x="52" y="827"/>
                </a:lnTo>
                <a:lnTo>
                  <a:pt x="58" y="825"/>
                </a:lnTo>
                <a:lnTo>
                  <a:pt x="63" y="823"/>
                </a:lnTo>
                <a:lnTo>
                  <a:pt x="69" y="820"/>
                </a:lnTo>
                <a:lnTo>
                  <a:pt x="75" y="818"/>
                </a:lnTo>
                <a:lnTo>
                  <a:pt x="81" y="816"/>
                </a:lnTo>
                <a:lnTo>
                  <a:pt x="86" y="814"/>
                </a:lnTo>
                <a:lnTo>
                  <a:pt x="92" y="812"/>
                </a:lnTo>
                <a:lnTo>
                  <a:pt x="98" y="810"/>
                </a:lnTo>
                <a:lnTo>
                  <a:pt x="104" y="808"/>
                </a:lnTo>
                <a:lnTo>
                  <a:pt x="110" y="806"/>
                </a:lnTo>
                <a:lnTo>
                  <a:pt x="115" y="803"/>
                </a:lnTo>
                <a:lnTo>
                  <a:pt x="121" y="801"/>
                </a:lnTo>
                <a:lnTo>
                  <a:pt x="127" y="799"/>
                </a:lnTo>
                <a:lnTo>
                  <a:pt x="133" y="797"/>
                </a:lnTo>
                <a:lnTo>
                  <a:pt x="138" y="795"/>
                </a:lnTo>
                <a:lnTo>
                  <a:pt x="144" y="793"/>
                </a:lnTo>
                <a:lnTo>
                  <a:pt x="150" y="791"/>
                </a:lnTo>
                <a:lnTo>
                  <a:pt x="156" y="789"/>
                </a:lnTo>
                <a:lnTo>
                  <a:pt x="161" y="787"/>
                </a:lnTo>
                <a:lnTo>
                  <a:pt x="167" y="784"/>
                </a:lnTo>
                <a:lnTo>
                  <a:pt x="173" y="782"/>
                </a:lnTo>
                <a:lnTo>
                  <a:pt x="179" y="780"/>
                </a:lnTo>
                <a:lnTo>
                  <a:pt x="184" y="778"/>
                </a:lnTo>
                <a:lnTo>
                  <a:pt x="190" y="776"/>
                </a:lnTo>
                <a:lnTo>
                  <a:pt x="196" y="774"/>
                </a:lnTo>
                <a:lnTo>
                  <a:pt x="202" y="772"/>
                </a:lnTo>
                <a:lnTo>
                  <a:pt x="208" y="770"/>
                </a:lnTo>
                <a:lnTo>
                  <a:pt x="213" y="767"/>
                </a:lnTo>
                <a:lnTo>
                  <a:pt x="219" y="765"/>
                </a:lnTo>
                <a:lnTo>
                  <a:pt x="225" y="763"/>
                </a:lnTo>
                <a:lnTo>
                  <a:pt x="231" y="761"/>
                </a:lnTo>
                <a:lnTo>
                  <a:pt x="236" y="759"/>
                </a:lnTo>
                <a:lnTo>
                  <a:pt x="242" y="757"/>
                </a:lnTo>
                <a:lnTo>
                  <a:pt x="248" y="755"/>
                </a:lnTo>
                <a:lnTo>
                  <a:pt x="254" y="753"/>
                </a:lnTo>
                <a:lnTo>
                  <a:pt x="259" y="750"/>
                </a:lnTo>
                <a:lnTo>
                  <a:pt x="265" y="748"/>
                </a:lnTo>
                <a:lnTo>
                  <a:pt x="271" y="746"/>
                </a:lnTo>
                <a:lnTo>
                  <a:pt x="277" y="744"/>
                </a:lnTo>
                <a:lnTo>
                  <a:pt x="282" y="742"/>
                </a:lnTo>
                <a:lnTo>
                  <a:pt x="288" y="740"/>
                </a:lnTo>
                <a:lnTo>
                  <a:pt x="294" y="738"/>
                </a:lnTo>
                <a:lnTo>
                  <a:pt x="300" y="736"/>
                </a:lnTo>
                <a:lnTo>
                  <a:pt x="306" y="734"/>
                </a:lnTo>
                <a:lnTo>
                  <a:pt x="311" y="731"/>
                </a:lnTo>
                <a:lnTo>
                  <a:pt x="317" y="729"/>
                </a:lnTo>
                <a:lnTo>
                  <a:pt x="323" y="727"/>
                </a:lnTo>
                <a:lnTo>
                  <a:pt x="329" y="725"/>
                </a:lnTo>
                <a:lnTo>
                  <a:pt x="334" y="723"/>
                </a:lnTo>
                <a:lnTo>
                  <a:pt x="340" y="721"/>
                </a:lnTo>
                <a:lnTo>
                  <a:pt x="346" y="719"/>
                </a:lnTo>
                <a:lnTo>
                  <a:pt x="352" y="717"/>
                </a:lnTo>
                <a:lnTo>
                  <a:pt x="357" y="714"/>
                </a:lnTo>
                <a:lnTo>
                  <a:pt x="363" y="712"/>
                </a:lnTo>
                <a:lnTo>
                  <a:pt x="369" y="710"/>
                </a:lnTo>
                <a:lnTo>
                  <a:pt x="375" y="708"/>
                </a:lnTo>
                <a:lnTo>
                  <a:pt x="380" y="706"/>
                </a:lnTo>
                <a:lnTo>
                  <a:pt x="386" y="704"/>
                </a:lnTo>
                <a:lnTo>
                  <a:pt x="392" y="702"/>
                </a:lnTo>
                <a:lnTo>
                  <a:pt x="398" y="700"/>
                </a:lnTo>
                <a:lnTo>
                  <a:pt x="404" y="697"/>
                </a:lnTo>
                <a:lnTo>
                  <a:pt x="409" y="695"/>
                </a:lnTo>
                <a:lnTo>
                  <a:pt x="415" y="693"/>
                </a:lnTo>
                <a:lnTo>
                  <a:pt x="421" y="691"/>
                </a:lnTo>
                <a:lnTo>
                  <a:pt x="427" y="689"/>
                </a:lnTo>
                <a:lnTo>
                  <a:pt x="432" y="687"/>
                </a:lnTo>
                <a:lnTo>
                  <a:pt x="438" y="685"/>
                </a:lnTo>
                <a:lnTo>
                  <a:pt x="444" y="683"/>
                </a:lnTo>
                <a:lnTo>
                  <a:pt x="450" y="680"/>
                </a:lnTo>
                <a:lnTo>
                  <a:pt x="455" y="678"/>
                </a:lnTo>
                <a:lnTo>
                  <a:pt x="461" y="676"/>
                </a:lnTo>
                <a:lnTo>
                  <a:pt x="467" y="674"/>
                </a:lnTo>
                <a:lnTo>
                  <a:pt x="473" y="672"/>
                </a:lnTo>
                <a:lnTo>
                  <a:pt x="478" y="670"/>
                </a:lnTo>
                <a:lnTo>
                  <a:pt x="484" y="668"/>
                </a:lnTo>
                <a:lnTo>
                  <a:pt x="490" y="666"/>
                </a:lnTo>
                <a:lnTo>
                  <a:pt x="496" y="664"/>
                </a:lnTo>
                <a:lnTo>
                  <a:pt x="502" y="661"/>
                </a:lnTo>
                <a:lnTo>
                  <a:pt x="507" y="659"/>
                </a:lnTo>
                <a:lnTo>
                  <a:pt x="513" y="657"/>
                </a:lnTo>
                <a:lnTo>
                  <a:pt x="519" y="655"/>
                </a:lnTo>
                <a:lnTo>
                  <a:pt x="525" y="653"/>
                </a:lnTo>
                <a:lnTo>
                  <a:pt x="530" y="651"/>
                </a:lnTo>
                <a:lnTo>
                  <a:pt x="536" y="649"/>
                </a:lnTo>
                <a:lnTo>
                  <a:pt x="542" y="647"/>
                </a:lnTo>
                <a:lnTo>
                  <a:pt x="548" y="644"/>
                </a:lnTo>
                <a:lnTo>
                  <a:pt x="553" y="642"/>
                </a:lnTo>
                <a:lnTo>
                  <a:pt x="559" y="640"/>
                </a:lnTo>
                <a:lnTo>
                  <a:pt x="565" y="638"/>
                </a:lnTo>
                <a:lnTo>
                  <a:pt x="571" y="636"/>
                </a:lnTo>
                <a:lnTo>
                  <a:pt x="576" y="634"/>
                </a:lnTo>
                <a:lnTo>
                  <a:pt x="582" y="632"/>
                </a:lnTo>
                <a:lnTo>
                  <a:pt x="588" y="630"/>
                </a:lnTo>
                <a:lnTo>
                  <a:pt x="594" y="627"/>
                </a:lnTo>
                <a:lnTo>
                  <a:pt x="599" y="625"/>
                </a:lnTo>
                <a:lnTo>
                  <a:pt x="605" y="623"/>
                </a:lnTo>
                <a:lnTo>
                  <a:pt x="611" y="621"/>
                </a:lnTo>
                <a:lnTo>
                  <a:pt x="617" y="619"/>
                </a:lnTo>
                <a:lnTo>
                  <a:pt x="623" y="617"/>
                </a:lnTo>
                <a:lnTo>
                  <a:pt x="628" y="615"/>
                </a:lnTo>
                <a:lnTo>
                  <a:pt x="634" y="613"/>
                </a:lnTo>
                <a:lnTo>
                  <a:pt x="640" y="611"/>
                </a:lnTo>
                <a:lnTo>
                  <a:pt x="646" y="608"/>
                </a:lnTo>
                <a:lnTo>
                  <a:pt x="651" y="606"/>
                </a:lnTo>
                <a:lnTo>
                  <a:pt x="657" y="604"/>
                </a:lnTo>
                <a:lnTo>
                  <a:pt x="663" y="602"/>
                </a:lnTo>
                <a:lnTo>
                  <a:pt x="669" y="600"/>
                </a:lnTo>
                <a:lnTo>
                  <a:pt x="674" y="598"/>
                </a:lnTo>
                <a:lnTo>
                  <a:pt x="680" y="596"/>
                </a:lnTo>
                <a:lnTo>
                  <a:pt x="686" y="594"/>
                </a:lnTo>
                <a:lnTo>
                  <a:pt x="692" y="591"/>
                </a:lnTo>
                <a:lnTo>
                  <a:pt x="697" y="589"/>
                </a:lnTo>
                <a:lnTo>
                  <a:pt x="703" y="587"/>
                </a:lnTo>
                <a:lnTo>
                  <a:pt x="709" y="585"/>
                </a:lnTo>
                <a:lnTo>
                  <a:pt x="715" y="583"/>
                </a:lnTo>
                <a:lnTo>
                  <a:pt x="721" y="581"/>
                </a:lnTo>
                <a:lnTo>
                  <a:pt x="726" y="579"/>
                </a:lnTo>
                <a:lnTo>
                  <a:pt x="732" y="577"/>
                </a:lnTo>
                <a:lnTo>
                  <a:pt x="738" y="574"/>
                </a:lnTo>
                <a:lnTo>
                  <a:pt x="744" y="572"/>
                </a:lnTo>
                <a:lnTo>
                  <a:pt x="749" y="570"/>
                </a:lnTo>
                <a:lnTo>
                  <a:pt x="755" y="568"/>
                </a:lnTo>
                <a:lnTo>
                  <a:pt x="761" y="566"/>
                </a:lnTo>
                <a:lnTo>
                  <a:pt x="767" y="564"/>
                </a:lnTo>
                <a:lnTo>
                  <a:pt x="772" y="562"/>
                </a:lnTo>
                <a:lnTo>
                  <a:pt x="778" y="560"/>
                </a:lnTo>
                <a:lnTo>
                  <a:pt x="784" y="558"/>
                </a:lnTo>
                <a:lnTo>
                  <a:pt x="790" y="555"/>
                </a:lnTo>
                <a:lnTo>
                  <a:pt x="795" y="553"/>
                </a:lnTo>
                <a:lnTo>
                  <a:pt x="801" y="551"/>
                </a:lnTo>
                <a:lnTo>
                  <a:pt x="807" y="549"/>
                </a:lnTo>
                <a:lnTo>
                  <a:pt x="813" y="547"/>
                </a:lnTo>
                <a:lnTo>
                  <a:pt x="819" y="545"/>
                </a:lnTo>
                <a:lnTo>
                  <a:pt x="824" y="543"/>
                </a:lnTo>
                <a:lnTo>
                  <a:pt x="830" y="541"/>
                </a:lnTo>
                <a:lnTo>
                  <a:pt x="836" y="538"/>
                </a:lnTo>
                <a:lnTo>
                  <a:pt x="842" y="536"/>
                </a:lnTo>
                <a:lnTo>
                  <a:pt x="847" y="534"/>
                </a:lnTo>
                <a:lnTo>
                  <a:pt x="853" y="532"/>
                </a:lnTo>
                <a:lnTo>
                  <a:pt x="859" y="530"/>
                </a:lnTo>
                <a:lnTo>
                  <a:pt x="865" y="528"/>
                </a:lnTo>
                <a:lnTo>
                  <a:pt x="870" y="526"/>
                </a:lnTo>
                <a:lnTo>
                  <a:pt x="876" y="524"/>
                </a:lnTo>
                <a:lnTo>
                  <a:pt x="882" y="521"/>
                </a:lnTo>
                <a:lnTo>
                  <a:pt x="888" y="519"/>
                </a:lnTo>
                <a:lnTo>
                  <a:pt x="893" y="517"/>
                </a:lnTo>
                <a:lnTo>
                  <a:pt x="899" y="515"/>
                </a:lnTo>
                <a:lnTo>
                  <a:pt x="905" y="513"/>
                </a:lnTo>
                <a:lnTo>
                  <a:pt x="911" y="511"/>
                </a:lnTo>
                <a:lnTo>
                  <a:pt x="917" y="509"/>
                </a:lnTo>
                <a:lnTo>
                  <a:pt x="922" y="507"/>
                </a:lnTo>
                <a:lnTo>
                  <a:pt x="928" y="504"/>
                </a:lnTo>
                <a:lnTo>
                  <a:pt x="934" y="502"/>
                </a:lnTo>
                <a:lnTo>
                  <a:pt x="940" y="500"/>
                </a:lnTo>
                <a:lnTo>
                  <a:pt x="945" y="498"/>
                </a:lnTo>
                <a:lnTo>
                  <a:pt x="951" y="496"/>
                </a:lnTo>
                <a:lnTo>
                  <a:pt x="957" y="494"/>
                </a:lnTo>
                <a:lnTo>
                  <a:pt x="963" y="492"/>
                </a:lnTo>
                <a:lnTo>
                  <a:pt x="968" y="490"/>
                </a:lnTo>
                <a:lnTo>
                  <a:pt x="974" y="488"/>
                </a:lnTo>
                <a:lnTo>
                  <a:pt x="980" y="485"/>
                </a:lnTo>
                <a:lnTo>
                  <a:pt x="986" y="483"/>
                </a:lnTo>
                <a:lnTo>
                  <a:pt x="991" y="481"/>
                </a:lnTo>
                <a:lnTo>
                  <a:pt x="997" y="479"/>
                </a:lnTo>
                <a:lnTo>
                  <a:pt x="1003" y="477"/>
                </a:lnTo>
                <a:lnTo>
                  <a:pt x="1009" y="475"/>
                </a:lnTo>
                <a:lnTo>
                  <a:pt x="1015" y="473"/>
                </a:lnTo>
                <a:lnTo>
                  <a:pt x="1020" y="471"/>
                </a:lnTo>
                <a:lnTo>
                  <a:pt x="1026" y="468"/>
                </a:lnTo>
                <a:lnTo>
                  <a:pt x="1032" y="466"/>
                </a:lnTo>
                <a:lnTo>
                  <a:pt x="1038" y="464"/>
                </a:lnTo>
                <a:lnTo>
                  <a:pt x="1043" y="462"/>
                </a:lnTo>
                <a:lnTo>
                  <a:pt x="1049" y="460"/>
                </a:lnTo>
                <a:lnTo>
                  <a:pt x="1055" y="458"/>
                </a:lnTo>
                <a:lnTo>
                  <a:pt x="1061" y="456"/>
                </a:lnTo>
                <a:lnTo>
                  <a:pt x="1066" y="454"/>
                </a:lnTo>
                <a:lnTo>
                  <a:pt x="1072" y="451"/>
                </a:lnTo>
                <a:lnTo>
                  <a:pt x="1078" y="449"/>
                </a:lnTo>
                <a:lnTo>
                  <a:pt x="1084" y="447"/>
                </a:lnTo>
                <a:lnTo>
                  <a:pt x="1089" y="445"/>
                </a:lnTo>
                <a:lnTo>
                  <a:pt x="1095" y="443"/>
                </a:lnTo>
                <a:lnTo>
                  <a:pt x="1101" y="441"/>
                </a:lnTo>
                <a:lnTo>
                  <a:pt x="1107" y="439"/>
                </a:lnTo>
                <a:lnTo>
                  <a:pt x="1113" y="437"/>
                </a:lnTo>
                <a:lnTo>
                  <a:pt x="1118" y="435"/>
                </a:lnTo>
                <a:lnTo>
                  <a:pt x="1124" y="432"/>
                </a:lnTo>
                <a:lnTo>
                  <a:pt x="1130" y="430"/>
                </a:lnTo>
                <a:lnTo>
                  <a:pt x="1136" y="428"/>
                </a:lnTo>
                <a:lnTo>
                  <a:pt x="1141" y="426"/>
                </a:lnTo>
                <a:lnTo>
                  <a:pt x="1147" y="424"/>
                </a:lnTo>
                <a:lnTo>
                  <a:pt x="1153" y="422"/>
                </a:lnTo>
                <a:lnTo>
                  <a:pt x="1159" y="420"/>
                </a:lnTo>
                <a:lnTo>
                  <a:pt x="1164" y="418"/>
                </a:lnTo>
                <a:lnTo>
                  <a:pt x="1170" y="415"/>
                </a:lnTo>
                <a:lnTo>
                  <a:pt x="1176" y="413"/>
                </a:lnTo>
                <a:lnTo>
                  <a:pt x="1182" y="411"/>
                </a:lnTo>
                <a:lnTo>
                  <a:pt x="1187" y="409"/>
                </a:lnTo>
                <a:lnTo>
                  <a:pt x="1193" y="407"/>
                </a:lnTo>
                <a:lnTo>
                  <a:pt x="1199" y="405"/>
                </a:lnTo>
                <a:lnTo>
                  <a:pt x="1205" y="403"/>
                </a:lnTo>
                <a:lnTo>
                  <a:pt x="1211" y="401"/>
                </a:lnTo>
                <a:lnTo>
                  <a:pt x="1216" y="398"/>
                </a:lnTo>
                <a:lnTo>
                  <a:pt x="1222" y="396"/>
                </a:lnTo>
                <a:lnTo>
                  <a:pt x="1228" y="394"/>
                </a:lnTo>
                <a:lnTo>
                  <a:pt x="1234" y="392"/>
                </a:lnTo>
                <a:lnTo>
                  <a:pt x="1239" y="390"/>
                </a:lnTo>
                <a:lnTo>
                  <a:pt x="1245" y="388"/>
                </a:lnTo>
                <a:lnTo>
                  <a:pt x="1251" y="386"/>
                </a:lnTo>
                <a:lnTo>
                  <a:pt x="1257" y="384"/>
                </a:lnTo>
                <a:lnTo>
                  <a:pt x="1262" y="382"/>
                </a:lnTo>
                <a:lnTo>
                  <a:pt x="1268" y="379"/>
                </a:lnTo>
                <a:lnTo>
                  <a:pt x="1274" y="377"/>
                </a:lnTo>
                <a:lnTo>
                  <a:pt x="1280" y="375"/>
                </a:lnTo>
                <a:lnTo>
                  <a:pt x="1285" y="373"/>
                </a:lnTo>
                <a:lnTo>
                  <a:pt x="1291" y="371"/>
                </a:lnTo>
                <a:lnTo>
                  <a:pt x="1297" y="369"/>
                </a:lnTo>
                <a:lnTo>
                  <a:pt x="1303" y="367"/>
                </a:lnTo>
                <a:lnTo>
                  <a:pt x="1309" y="365"/>
                </a:lnTo>
                <a:lnTo>
                  <a:pt x="1314" y="362"/>
                </a:lnTo>
                <a:lnTo>
                  <a:pt x="1320" y="360"/>
                </a:lnTo>
                <a:lnTo>
                  <a:pt x="1326" y="358"/>
                </a:lnTo>
                <a:lnTo>
                  <a:pt x="1332" y="356"/>
                </a:lnTo>
                <a:lnTo>
                  <a:pt x="1337" y="354"/>
                </a:lnTo>
                <a:lnTo>
                  <a:pt x="1343" y="352"/>
                </a:lnTo>
                <a:lnTo>
                  <a:pt x="1349" y="350"/>
                </a:lnTo>
                <a:lnTo>
                  <a:pt x="1355" y="348"/>
                </a:lnTo>
                <a:lnTo>
                  <a:pt x="1360" y="345"/>
                </a:lnTo>
                <a:lnTo>
                  <a:pt x="1366" y="343"/>
                </a:lnTo>
                <a:lnTo>
                  <a:pt x="1372" y="341"/>
                </a:lnTo>
                <a:lnTo>
                  <a:pt x="1378" y="339"/>
                </a:lnTo>
                <a:lnTo>
                  <a:pt x="1383" y="337"/>
                </a:lnTo>
                <a:lnTo>
                  <a:pt x="1389" y="335"/>
                </a:lnTo>
                <a:lnTo>
                  <a:pt x="1395" y="333"/>
                </a:lnTo>
                <a:lnTo>
                  <a:pt x="1401" y="331"/>
                </a:lnTo>
                <a:lnTo>
                  <a:pt x="1407" y="329"/>
                </a:lnTo>
                <a:lnTo>
                  <a:pt x="1412" y="326"/>
                </a:lnTo>
                <a:lnTo>
                  <a:pt x="1418" y="324"/>
                </a:lnTo>
                <a:lnTo>
                  <a:pt x="1424" y="322"/>
                </a:lnTo>
                <a:lnTo>
                  <a:pt x="1430" y="320"/>
                </a:lnTo>
                <a:lnTo>
                  <a:pt x="1435" y="318"/>
                </a:lnTo>
                <a:lnTo>
                  <a:pt x="1441" y="316"/>
                </a:lnTo>
                <a:lnTo>
                  <a:pt x="1447" y="314"/>
                </a:lnTo>
                <a:lnTo>
                  <a:pt x="1453" y="312"/>
                </a:lnTo>
                <a:lnTo>
                  <a:pt x="1458" y="309"/>
                </a:lnTo>
                <a:lnTo>
                  <a:pt x="1464" y="307"/>
                </a:lnTo>
                <a:lnTo>
                  <a:pt x="1470" y="305"/>
                </a:lnTo>
                <a:lnTo>
                  <a:pt x="1476" y="303"/>
                </a:lnTo>
                <a:lnTo>
                  <a:pt x="1481" y="301"/>
                </a:lnTo>
                <a:lnTo>
                  <a:pt x="1487" y="299"/>
                </a:lnTo>
                <a:lnTo>
                  <a:pt x="1493" y="297"/>
                </a:lnTo>
                <a:lnTo>
                  <a:pt x="1499" y="295"/>
                </a:lnTo>
                <a:lnTo>
                  <a:pt x="1505" y="292"/>
                </a:lnTo>
                <a:lnTo>
                  <a:pt x="1510" y="290"/>
                </a:lnTo>
                <a:lnTo>
                  <a:pt x="1516" y="288"/>
                </a:lnTo>
                <a:lnTo>
                  <a:pt x="1522" y="286"/>
                </a:lnTo>
                <a:lnTo>
                  <a:pt x="1528" y="284"/>
                </a:lnTo>
                <a:lnTo>
                  <a:pt x="1533" y="282"/>
                </a:lnTo>
                <a:lnTo>
                  <a:pt x="1539" y="280"/>
                </a:lnTo>
                <a:lnTo>
                  <a:pt x="1545" y="278"/>
                </a:lnTo>
                <a:lnTo>
                  <a:pt x="1551" y="275"/>
                </a:lnTo>
                <a:lnTo>
                  <a:pt x="1556" y="273"/>
                </a:lnTo>
                <a:lnTo>
                  <a:pt x="1562" y="271"/>
                </a:lnTo>
                <a:lnTo>
                  <a:pt x="1568" y="269"/>
                </a:lnTo>
                <a:lnTo>
                  <a:pt x="1574" y="267"/>
                </a:lnTo>
                <a:lnTo>
                  <a:pt x="1579" y="265"/>
                </a:lnTo>
                <a:lnTo>
                  <a:pt x="1585" y="263"/>
                </a:lnTo>
                <a:lnTo>
                  <a:pt x="1591" y="261"/>
                </a:lnTo>
                <a:lnTo>
                  <a:pt x="1597" y="259"/>
                </a:lnTo>
                <a:lnTo>
                  <a:pt x="1603" y="256"/>
                </a:lnTo>
                <a:lnTo>
                  <a:pt x="1608" y="254"/>
                </a:lnTo>
                <a:lnTo>
                  <a:pt x="1614" y="252"/>
                </a:lnTo>
                <a:lnTo>
                  <a:pt x="1620" y="250"/>
                </a:lnTo>
                <a:lnTo>
                  <a:pt x="1626" y="248"/>
                </a:lnTo>
                <a:lnTo>
                  <a:pt x="1631" y="246"/>
                </a:lnTo>
                <a:lnTo>
                  <a:pt x="1637" y="244"/>
                </a:lnTo>
                <a:lnTo>
                  <a:pt x="1643" y="242"/>
                </a:lnTo>
                <a:lnTo>
                  <a:pt x="1649" y="239"/>
                </a:lnTo>
                <a:lnTo>
                  <a:pt x="1654" y="237"/>
                </a:lnTo>
                <a:lnTo>
                  <a:pt x="1660" y="235"/>
                </a:lnTo>
                <a:lnTo>
                  <a:pt x="1666" y="233"/>
                </a:lnTo>
                <a:lnTo>
                  <a:pt x="1672" y="231"/>
                </a:lnTo>
                <a:lnTo>
                  <a:pt x="1677" y="229"/>
                </a:lnTo>
                <a:lnTo>
                  <a:pt x="1683" y="227"/>
                </a:lnTo>
                <a:lnTo>
                  <a:pt x="1689" y="225"/>
                </a:lnTo>
                <a:lnTo>
                  <a:pt x="1695" y="222"/>
                </a:lnTo>
                <a:lnTo>
                  <a:pt x="1701" y="220"/>
                </a:lnTo>
                <a:lnTo>
                  <a:pt x="1706" y="218"/>
                </a:lnTo>
                <a:lnTo>
                  <a:pt x="1712" y="216"/>
                </a:lnTo>
                <a:lnTo>
                  <a:pt x="1718" y="214"/>
                </a:lnTo>
                <a:lnTo>
                  <a:pt x="1724" y="212"/>
                </a:lnTo>
                <a:lnTo>
                  <a:pt x="1729" y="210"/>
                </a:lnTo>
                <a:lnTo>
                  <a:pt x="1735" y="208"/>
                </a:lnTo>
                <a:lnTo>
                  <a:pt x="1741" y="206"/>
                </a:lnTo>
                <a:lnTo>
                  <a:pt x="1747" y="203"/>
                </a:lnTo>
                <a:lnTo>
                  <a:pt x="1752" y="201"/>
                </a:lnTo>
                <a:lnTo>
                  <a:pt x="1758" y="199"/>
                </a:lnTo>
                <a:lnTo>
                  <a:pt x="1764" y="197"/>
                </a:lnTo>
                <a:lnTo>
                  <a:pt x="1770" y="195"/>
                </a:lnTo>
                <a:lnTo>
                  <a:pt x="1775" y="193"/>
                </a:lnTo>
                <a:lnTo>
                  <a:pt x="1781" y="191"/>
                </a:lnTo>
                <a:lnTo>
                  <a:pt x="1787" y="189"/>
                </a:lnTo>
                <a:lnTo>
                  <a:pt x="1793" y="186"/>
                </a:lnTo>
                <a:lnTo>
                  <a:pt x="1798" y="184"/>
                </a:lnTo>
                <a:lnTo>
                  <a:pt x="1804" y="182"/>
                </a:lnTo>
                <a:lnTo>
                  <a:pt x="1810" y="180"/>
                </a:lnTo>
                <a:lnTo>
                  <a:pt x="1816" y="178"/>
                </a:lnTo>
                <a:lnTo>
                  <a:pt x="1822" y="176"/>
                </a:lnTo>
                <a:lnTo>
                  <a:pt x="1827" y="174"/>
                </a:lnTo>
                <a:lnTo>
                  <a:pt x="1833" y="172"/>
                </a:lnTo>
                <a:lnTo>
                  <a:pt x="1839" y="169"/>
                </a:lnTo>
                <a:lnTo>
                  <a:pt x="1845" y="167"/>
                </a:lnTo>
                <a:lnTo>
                  <a:pt x="1850" y="165"/>
                </a:lnTo>
                <a:lnTo>
                  <a:pt x="1856" y="163"/>
                </a:lnTo>
                <a:lnTo>
                  <a:pt x="1862" y="161"/>
                </a:lnTo>
                <a:lnTo>
                  <a:pt x="1868" y="159"/>
                </a:lnTo>
                <a:lnTo>
                  <a:pt x="1873" y="157"/>
                </a:lnTo>
                <a:lnTo>
                  <a:pt x="1879" y="155"/>
                </a:lnTo>
                <a:lnTo>
                  <a:pt x="1885" y="153"/>
                </a:lnTo>
                <a:lnTo>
                  <a:pt x="1891" y="150"/>
                </a:lnTo>
                <a:lnTo>
                  <a:pt x="1896" y="148"/>
                </a:lnTo>
                <a:lnTo>
                  <a:pt x="1902" y="146"/>
                </a:lnTo>
                <a:lnTo>
                  <a:pt x="1908" y="144"/>
                </a:lnTo>
                <a:lnTo>
                  <a:pt x="1914" y="142"/>
                </a:lnTo>
                <a:lnTo>
                  <a:pt x="1920" y="140"/>
                </a:lnTo>
                <a:lnTo>
                  <a:pt x="1925" y="138"/>
                </a:lnTo>
                <a:lnTo>
                  <a:pt x="1931" y="136"/>
                </a:lnTo>
                <a:lnTo>
                  <a:pt x="1937" y="133"/>
                </a:lnTo>
                <a:lnTo>
                  <a:pt x="1943" y="131"/>
                </a:lnTo>
                <a:lnTo>
                  <a:pt x="1948" y="129"/>
                </a:lnTo>
                <a:lnTo>
                  <a:pt x="1954" y="127"/>
                </a:lnTo>
                <a:lnTo>
                  <a:pt x="1960" y="125"/>
                </a:lnTo>
                <a:lnTo>
                  <a:pt x="1966" y="123"/>
                </a:lnTo>
                <a:lnTo>
                  <a:pt x="1971" y="121"/>
                </a:lnTo>
                <a:lnTo>
                  <a:pt x="1977" y="119"/>
                </a:lnTo>
                <a:lnTo>
                  <a:pt x="1983" y="116"/>
                </a:lnTo>
                <a:lnTo>
                  <a:pt x="1989" y="114"/>
                </a:lnTo>
                <a:lnTo>
                  <a:pt x="1994" y="112"/>
                </a:lnTo>
                <a:lnTo>
                  <a:pt x="2000" y="110"/>
                </a:lnTo>
                <a:lnTo>
                  <a:pt x="2006" y="108"/>
                </a:lnTo>
                <a:lnTo>
                  <a:pt x="2012" y="106"/>
                </a:lnTo>
                <a:lnTo>
                  <a:pt x="2018" y="104"/>
                </a:lnTo>
                <a:lnTo>
                  <a:pt x="2023" y="102"/>
                </a:lnTo>
                <a:lnTo>
                  <a:pt x="2029" y="99"/>
                </a:lnTo>
                <a:lnTo>
                  <a:pt x="2035" y="97"/>
                </a:lnTo>
                <a:lnTo>
                  <a:pt x="2041" y="95"/>
                </a:lnTo>
                <a:lnTo>
                  <a:pt x="2046" y="93"/>
                </a:lnTo>
                <a:lnTo>
                  <a:pt x="2052" y="91"/>
                </a:lnTo>
                <a:lnTo>
                  <a:pt x="2058" y="89"/>
                </a:lnTo>
                <a:lnTo>
                  <a:pt x="2064" y="87"/>
                </a:lnTo>
                <a:lnTo>
                  <a:pt x="2069" y="85"/>
                </a:lnTo>
                <a:lnTo>
                  <a:pt x="2075" y="83"/>
                </a:lnTo>
                <a:lnTo>
                  <a:pt x="2081" y="80"/>
                </a:lnTo>
                <a:lnTo>
                  <a:pt x="2087" y="78"/>
                </a:lnTo>
                <a:lnTo>
                  <a:pt x="2092" y="76"/>
                </a:lnTo>
                <a:lnTo>
                  <a:pt x="2098" y="74"/>
                </a:lnTo>
                <a:lnTo>
                  <a:pt x="2104" y="72"/>
                </a:lnTo>
                <a:lnTo>
                  <a:pt x="2110" y="70"/>
                </a:lnTo>
                <a:lnTo>
                  <a:pt x="2116" y="68"/>
                </a:lnTo>
                <a:lnTo>
                  <a:pt x="2121" y="66"/>
                </a:lnTo>
                <a:lnTo>
                  <a:pt x="2127" y="63"/>
                </a:lnTo>
                <a:lnTo>
                  <a:pt x="2133" y="61"/>
                </a:lnTo>
                <a:lnTo>
                  <a:pt x="2139" y="59"/>
                </a:lnTo>
                <a:lnTo>
                  <a:pt x="2144" y="57"/>
                </a:lnTo>
                <a:lnTo>
                  <a:pt x="2150" y="55"/>
                </a:lnTo>
                <a:lnTo>
                  <a:pt x="2156" y="53"/>
                </a:lnTo>
                <a:lnTo>
                  <a:pt x="2162" y="51"/>
                </a:lnTo>
                <a:lnTo>
                  <a:pt x="2167" y="49"/>
                </a:lnTo>
                <a:lnTo>
                  <a:pt x="2173" y="46"/>
                </a:lnTo>
                <a:lnTo>
                  <a:pt x="2179" y="44"/>
                </a:lnTo>
                <a:lnTo>
                  <a:pt x="2185" y="42"/>
                </a:lnTo>
                <a:lnTo>
                  <a:pt x="2190" y="40"/>
                </a:lnTo>
                <a:lnTo>
                  <a:pt x="2196" y="38"/>
                </a:lnTo>
                <a:lnTo>
                  <a:pt x="2202" y="36"/>
                </a:lnTo>
                <a:lnTo>
                  <a:pt x="2208" y="34"/>
                </a:lnTo>
                <a:lnTo>
                  <a:pt x="2214" y="32"/>
                </a:lnTo>
                <a:lnTo>
                  <a:pt x="2219" y="30"/>
                </a:lnTo>
                <a:lnTo>
                  <a:pt x="2225" y="27"/>
                </a:lnTo>
                <a:lnTo>
                  <a:pt x="2231" y="25"/>
                </a:lnTo>
                <a:lnTo>
                  <a:pt x="2237" y="23"/>
                </a:lnTo>
                <a:lnTo>
                  <a:pt x="2242" y="21"/>
                </a:lnTo>
                <a:lnTo>
                  <a:pt x="2248" y="19"/>
                </a:lnTo>
                <a:lnTo>
                  <a:pt x="2254" y="17"/>
                </a:lnTo>
                <a:lnTo>
                  <a:pt x="2260" y="15"/>
                </a:lnTo>
                <a:lnTo>
                  <a:pt x="2265" y="13"/>
                </a:lnTo>
                <a:lnTo>
                  <a:pt x="2271" y="10"/>
                </a:lnTo>
                <a:lnTo>
                  <a:pt x="2277" y="8"/>
                </a:lnTo>
                <a:lnTo>
                  <a:pt x="2283" y="6"/>
                </a:lnTo>
                <a:lnTo>
                  <a:pt x="2288" y="4"/>
                </a:lnTo>
                <a:lnTo>
                  <a:pt x="2294" y="2"/>
                </a:lnTo>
                <a:lnTo>
                  <a:pt x="2300" y="0"/>
                </a:lnTo>
              </a:path>
            </a:pathLst>
          </a:custGeom>
          <a:noFill/>
          <a:ln w="38100">
            <a:solidFill>
              <a:srgbClr val="C6532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98" name="Oval 97"/>
          <p:cNvSpPr/>
          <p:nvPr/>
        </p:nvSpPr>
        <p:spPr>
          <a:xfrm>
            <a:off x="9139428" y="4364370"/>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99" name="Oval 98"/>
          <p:cNvSpPr/>
          <p:nvPr/>
        </p:nvSpPr>
        <p:spPr>
          <a:xfrm>
            <a:off x="9250118" y="4476415"/>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00" name="Oval 99"/>
          <p:cNvSpPr/>
          <p:nvPr/>
        </p:nvSpPr>
        <p:spPr>
          <a:xfrm>
            <a:off x="9360809" y="4658973"/>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01" name="Oval 100"/>
          <p:cNvSpPr/>
          <p:nvPr/>
        </p:nvSpPr>
        <p:spPr>
          <a:xfrm>
            <a:off x="9471499" y="4568943"/>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02" name="Oval 101"/>
          <p:cNvSpPr/>
          <p:nvPr/>
        </p:nvSpPr>
        <p:spPr>
          <a:xfrm>
            <a:off x="9582190" y="4009857"/>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03" name="Oval 102"/>
          <p:cNvSpPr/>
          <p:nvPr/>
        </p:nvSpPr>
        <p:spPr>
          <a:xfrm>
            <a:off x="9692880" y="5069414"/>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04" name="Oval 103"/>
          <p:cNvSpPr/>
          <p:nvPr/>
        </p:nvSpPr>
        <p:spPr>
          <a:xfrm>
            <a:off x="9803571" y="4311671"/>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05" name="Oval 104"/>
          <p:cNvSpPr/>
          <p:nvPr/>
        </p:nvSpPr>
        <p:spPr>
          <a:xfrm>
            <a:off x="9914261" y="4245053"/>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06" name="Oval 105"/>
          <p:cNvSpPr/>
          <p:nvPr/>
        </p:nvSpPr>
        <p:spPr>
          <a:xfrm>
            <a:off x="10024952" y="4776433"/>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07" name="Oval 106"/>
          <p:cNvSpPr/>
          <p:nvPr/>
        </p:nvSpPr>
        <p:spPr>
          <a:xfrm>
            <a:off x="10135642" y="4876580"/>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08" name="Oval 107"/>
          <p:cNvSpPr/>
          <p:nvPr/>
        </p:nvSpPr>
        <p:spPr>
          <a:xfrm>
            <a:off x="10246333" y="4466570"/>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09" name="Oval 108"/>
          <p:cNvSpPr/>
          <p:nvPr/>
        </p:nvSpPr>
        <p:spPr>
          <a:xfrm>
            <a:off x="10357023" y="4171573"/>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10" name="Oval 109"/>
          <p:cNvSpPr/>
          <p:nvPr/>
        </p:nvSpPr>
        <p:spPr>
          <a:xfrm>
            <a:off x="10467714" y="3789798"/>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11" name="Oval 110"/>
          <p:cNvSpPr/>
          <p:nvPr/>
        </p:nvSpPr>
        <p:spPr>
          <a:xfrm>
            <a:off x="10578404" y="4092063"/>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12" name="Oval 111"/>
          <p:cNvSpPr/>
          <p:nvPr/>
        </p:nvSpPr>
        <p:spPr>
          <a:xfrm>
            <a:off x="10689095" y="3740726"/>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13" name="Oval 112"/>
          <p:cNvSpPr/>
          <p:nvPr/>
        </p:nvSpPr>
        <p:spPr>
          <a:xfrm>
            <a:off x="10799785" y="4247103"/>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14" name="Oval 113"/>
          <p:cNvSpPr/>
          <p:nvPr/>
        </p:nvSpPr>
        <p:spPr>
          <a:xfrm>
            <a:off x="10910476" y="4210708"/>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15" name="Oval 114"/>
          <p:cNvSpPr/>
          <p:nvPr/>
        </p:nvSpPr>
        <p:spPr>
          <a:xfrm>
            <a:off x="11021166" y="4286448"/>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16" name="Oval 115"/>
          <p:cNvSpPr/>
          <p:nvPr/>
        </p:nvSpPr>
        <p:spPr>
          <a:xfrm>
            <a:off x="11131857" y="3886317"/>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17" name="Oval 116"/>
          <p:cNvSpPr/>
          <p:nvPr/>
        </p:nvSpPr>
        <p:spPr>
          <a:xfrm>
            <a:off x="11242548" y="3391176"/>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cxnSp>
        <p:nvCxnSpPr>
          <p:cNvPr id="118" name="Connector 117"/>
          <p:cNvCxnSpPr/>
          <p:nvPr/>
        </p:nvCxnSpPr>
        <p:spPr>
          <a:xfrm>
            <a:off x="10757915" y="2834640"/>
            <a:ext cx="0" cy="2606040"/>
          </a:xfrm>
          <a:prstGeom prst="line">
            <a:avLst/>
          </a:prstGeom>
          <a:ln w="12700">
            <a:solidFill>
              <a:srgbClr val="7963AF"/>
            </a:solidFill>
            <a:prstDash val="dash"/>
          </a:ln>
        </p:spPr>
        <p:style>
          <a:lnRef idx="2">
            <a:schemeClr val="accent1"/>
          </a:lnRef>
          <a:fillRef idx="0">
            <a:schemeClr val="accent1"/>
          </a:fillRef>
          <a:effectRef idx="0">
            <a:schemeClr val="accent1"/>
          </a:effectRef>
          <a:fontRef idx="minor">
            <a:schemeClr val="tx1"/>
          </a:fontRef>
        </p:style>
      </p:cxnSp>
      <p:sp>
        <p:nvSpPr>
          <p:cNvPr id="119" name="Oval 118"/>
          <p:cNvSpPr/>
          <p:nvPr/>
        </p:nvSpPr>
        <p:spPr>
          <a:xfrm>
            <a:off x="10689336" y="4061171"/>
            <a:ext cx="137160" cy="137160"/>
          </a:xfrm>
          <a:prstGeom prst="ellipse">
            <a:avLst/>
          </a:prstGeom>
          <a:solidFill>
            <a:srgbClr val="C65326"/>
          </a:solidFill>
          <a:ln w="19050">
            <a:solidFill>
              <a:srgbClr val="C6532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0" name="TextBox 119"/>
          <p:cNvSpPr txBox="1"/>
          <p:nvPr/>
        </p:nvSpPr>
        <p:spPr>
          <a:xfrm>
            <a:off x="10410443" y="5532120"/>
            <a:ext cx="914400" cy="274320"/>
          </a:xfrm>
          <a:prstGeom prst="rect">
            <a:avLst/>
          </a:prstGeom>
          <a:noFill/>
        </p:spPr>
        <p:txBody>
          <a:bodyPr wrap="square" lIns="0" rIns="0" tIns="0" bIns="0">
            <a:spAutoFit/>
          </a:bodyPr>
          <a:lstStyle/>
          <a:p>
            <a:pPr>
              <a:spcAft>
                <a:spcPts val="0"/>
              </a:spcAft>
              <a:defRPr sz="1400" b="0">
                <a:solidFill>
                  <a:srgbClr val="7963AF"/>
                </a:solidFill>
                <a:latin typeface="Arial"/>
              </a:defRPr>
            </a:pPr>
            <a:r>
              <a:t>x = 0.5</a:t>
            </a:r>
          </a:p>
        </p:txBody>
      </p:sp>
      <p:sp>
        <p:nvSpPr>
          <p:cNvPr id="121" name="Oval 120"/>
          <p:cNvSpPr/>
          <p:nvPr/>
        </p:nvSpPr>
        <p:spPr>
          <a:xfrm>
            <a:off x="864108" y="6103620"/>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2" name="TextBox 121"/>
          <p:cNvSpPr txBox="1"/>
          <p:nvPr/>
        </p:nvSpPr>
        <p:spPr>
          <a:xfrm>
            <a:off x="1197864" y="6025896"/>
            <a:ext cx="2468880" cy="320040"/>
          </a:xfrm>
          <a:prstGeom prst="rect">
            <a:avLst/>
          </a:prstGeom>
          <a:noFill/>
        </p:spPr>
        <p:txBody>
          <a:bodyPr wrap="square" lIns="0" rIns="0" tIns="0" bIns="0">
            <a:spAutoFit/>
          </a:bodyPr>
          <a:lstStyle/>
          <a:p>
            <a:pPr>
              <a:spcAft>
                <a:spcPts val="0"/>
              </a:spcAft>
              <a:defRPr sz="1300" b="0">
                <a:solidFill>
                  <a:srgbClr val="686C66"/>
                </a:solidFill>
                <a:latin typeface="Arial"/>
              </a:defRPr>
            </a:pPr>
            <a:r>
              <a:t>training observations</a:t>
            </a:r>
          </a:p>
        </p:txBody>
      </p:sp>
      <p:cxnSp>
        <p:nvCxnSpPr>
          <p:cNvPr id="123" name="Connector 122"/>
          <p:cNvCxnSpPr/>
          <p:nvPr/>
        </p:nvCxnSpPr>
        <p:spPr>
          <a:xfrm>
            <a:off x="3621024" y="6144768"/>
            <a:ext cx="256032" cy="0"/>
          </a:xfrm>
          <a:prstGeom prst="line">
            <a:avLst/>
          </a:prstGeom>
          <a:ln w="25400">
            <a:solidFill>
              <a:srgbClr val="C65326"/>
            </a:solidFill>
          </a:ln>
        </p:spPr>
        <p:style>
          <a:lnRef idx="2">
            <a:schemeClr val="accent1"/>
          </a:lnRef>
          <a:fillRef idx="0">
            <a:schemeClr val="accent1"/>
          </a:fillRef>
          <a:effectRef idx="0">
            <a:schemeClr val="accent1"/>
          </a:effectRef>
          <a:fontRef idx="minor">
            <a:schemeClr val="tx1"/>
          </a:fontRef>
        </p:style>
      </p:cxnSp>
      <p:sp>
        <p:nvSpPr>
          <p:cNvPr id="124" name="TextBox 123"/>
          <p:cNvSpPr txBox="1"/>
          <p:nvPr/>
        </p:nvSpPr>
        <p:spPr>
          <a:xfrm>
            <a:off x="3977639" y="6025896"/>
            <a:ext cx="2468880" cy="320040"/>
          </a:xfrm>
          <a:prstGeom prst="rect">
            <a:avLst/>
          </a:prstGeom>
          <a:noFill/>
        </p:spPr>
        <p:txBody>
          <a:bodyPr wrap="square" lIns="0" rIns="0" tIns="0" bIns="0">
            <a:spAutoFit/>
          </a:bodyPr>
          <a:lstStyle/>
          <a:p>
            <a:pPr>
              <a:spcAft>
                <a:spcPts val="0"/>
              </a:spcAft>
              <a:defRPr sz="1300" b="0">
                <a:solidFill>
                  <a:srgbClr val="686C66"/>
                </a:solidFill>
                <a:latin typeface="Arial"/>
              </a:defRPr>
            </a:pPr>
            <a:r>
              <a:t>linear regression</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5F5F4"/>
        </a:solidFill>
        <a:effectLst/>
      </p:bgPr>
    </p:bg>
    <p:spTree>
      <p:nvGrpSpPr>
        <p:cNvPr id="1" name=""/>
        <p:cNvGrpSpPr/>
        <p:nvPr/>
      </p:nvGrpSpPr>
      <p:grpSpPr/>
      <p:pic>
        <p:nvPicPr>
          <p:cNvPr id="2" name="Picture 1" descr="image.png"/>
          <p:cNvPicPr>
            <a:picLocks noChangeAspect="1"/>
          </p:cNvPicPr>
          <p:nvPr/>
        </p:nvPicPr>
        <p:blipFill>
          <a:blip r:embed="rId2"/>
          <a:stretch>
            <a:fillRect/>
          </a:stretch>
        </p:blipFill>
        <p:spPr>
          <a:xfrm>
            <a:off x="11768328" y="201168"/>
            <a:ext cx="219456" cy="6455664"/>
          </a:xfrm>
          <a:prstGeom prst="rect">
            <a:avLst/>
          </a:prstGeom>
        </p:spPr>
      </p:pic>
      <p:sp>
        <p:nvSpPr>
          <p:cNvPr id="3" name="TextBox 2"/>
          <p:cNvSpPr txBox="1"/>
          <p:nvPr/>
        </p:nvSpPr>
        <p:spPr>
          <a:xfrm>
            <a:off x="566928" y="960120"/>
            <a:ext cx="10972800" cy="731520"/>
          </a:xfrm>
          <a:prstGeom prst="rect">
            <a:avLst/>
          </a:prstGeom>
          <a:noFill/>
        </p:spPr>
        <p:txBody>
          <a:bodyPr wrap="square" lIns="0" rIns="0" tIns="0" bIns="0">
            <a:spAutoFit/>
          </a:bodyPr>
          <a:lstStyle/>
          <a:p>
            <a:pPr>
              <a:spcAft>
                <a:spcPts val="0"/>
              </a:spcAft>
              <a:defRPr sz="3800" b="0">
                <a:solidFill>
                  <a:srgbClr val="181D16"/>
                </a:solidFill>
                <a:latin typeface="Arial"/>
              </a:defRPr>
            </a:pPr>
            <a:r>
              <a:t>A flexible model changes more with the data</a:t>
            </a:r>
          </a:p>
        </p:txBody>
      </p:sp>
      <p:sp>
        <p:nvSpPr>
          <p:cNvPr id="4" name="TextBox 3"/>
          <p:cNvSpPr txBox="1"/>
          <p:nvPr/>
        </p:nvSpPr>
        <p:spPr>
          <a:xfrm>
            <a:off x="10917936" y="6510528"/>
            <a:ext cx="685800" cy="201168"/>
          </a:xfrm>
          <a:prstGeom prst="rect">
            <a:avLst/>
          </a:prstGeom>
          <a:noFill/>
        </p:spPr>
        <p:txBody>
          <a:bodyPr wrap="square" lIns="0" rIns="0" tIns="0" bIns="0">
            <a:spAutoFit/>
          </a:bodyPr>
          <a:lstStyle/>
          <a:p>
            <a:pPr>
              <a:spcAft>
                <a:spcPts val="0"/>
              </a:spcAft>
              <a:defRPr sz="1100" b="0">
                <a:solidFill>
                  <a:srgbClr val="686C66"/>
                </a:solidFill>
                <a:latin typeface="Arial"/>
              </a:defRPr>
            </a:pPr>
            <a:r>
              <a:t>04/09</a:t>
            </a:r>
          </a:p>
        </p:txBody>
      </p:sp>
      <p:sp>
        <p:nvSpPr>
          <p:cNvPr id="5" name="TextBox 4"/>
          <p:cNvSpPr txBox="1"/>
          <p:nvPr/>
        </p:nvSpPr>
        <p:spPr>
          <a:xfrm>
            <a:off x="896112" y="2148840"/>
            <a:ext cx="2286000" cy="594360"/>
          </a:xfrm>
          <a:prstGeom prst="rect">
            <a:avLst/>
          </a:prstGeom>
          <a:noFill/>
        </p:spPr>
        <p:txBody>
          <a:bodyPr wrap="square" lIns="0" rIns="0" tIns="0" bIns="0">
            <a:spAutoFit/>
          </a:bodyPr>
          <a:lstStyle/>
          <a:p>
            <a:pPr>
              <a:spcAft>
                <a:spcPts val="0"/>
              </a:spcAft>
              <a:defRPr sz="1600" b="0">
                <a:solidFill>
                  <a:srgbClr val="181D16"/>
                </a:solidFill>
                <a:latin typeface="Arial"/>
              </a:defRPr>
            </a:pPr>
            <a:r>
              <a:t>Sample A</a:t>
            </a:r>
          </a:p>
          <a:p>
            <a:pPr>
              <a:spcAft>
                <a:spcPts val="0"/>
              </a:spcAft>
              <a:defRPr sz="1600" b="0">
                <a:solidFill>
                  <a:srgbClr val="181D16"/>
                </a:solidFill>
                <a:latin typeface="Arial"/>
              </a:defRPr>
            </a:pPr>
            <a:r>
              <a:t>prediction 0.96</a:t>
            </a:r>
          </a:p>
        </p:txBody>
      </p:sp>
      <p:cxnSp>
        <p:nvCxnSpPr>
          <p:cNvPr id="6" name="Connector 5"/>
          <p:cNvCxnSpPr/>
          <p:nvPr/>
        </p:nvCxnSpPr>
        <p:spPr>
          <a:xfrm>
            <a:off x="896112" y="5440680"/>
            <a:ext cx="2103120" cy="0"/>
          </a:xfrm>
          <a:prstGeom prst="line">
            <a:avLst/>
          </a:prstGeom>
          <a:ln w="12700">
            <a:solidFill>
              <a:srgbClr val="D4D6D0"/>
            </a:solidFill>
          </a:ln>
        </p:spPr>
        <p:style>
          <a:lnRef idx="2">
            <a:schemeClr val="accent1"/>
          </a:lnRef>
          <a:fillRef idx="0">
            <a:schemeClr val="accent1"/>
          </a:fillRef>
          <a:effectRef idx="0">
            <a:schemeClr val="accent1"/>
          </a:effectRef>
          <a:fontRef idx="minor">
            <a:schemeClr val="tx1"/>
          </a:fontRef>
        </p:style>
      </p:cxnSp>
      <p:cxnSp>
        <p:nvCxnSpPr>
          <p:cNvPr id="7" name="Connector 6"/>
          <p:cNvCxnSpPr/>
          <p:nvPr/>
        </p:nvCxnSpPr>
        <p:spPr>
          <a:xfrm>
            <a:off x="896112" y="2834640"/>
            <a:ext cx="0" cy="2606040"/>
          </a:xfrm>
          <a:prstGeom prst="line">
            <a:avLst/>
          </a:prstGeom>
          <a:ln w="12700">
            <a:solidFill>
              <a:srgbClr val="D4D6D0"/>
            </a:solidFill>
          </a:ln>
        </p:spPr>
        <p:style>
          <a:lnRef idx="2">
            <a:schemeClr val="accent1"/>
          </a:lnRef>
          <a:fillRef idx="0">
            <a:schemeClr val="accent1"/>
          </a:fillRef>
          <a:effectRef idx="0">
            <a:schemeClr val="accent1"/>
          </a:effectRef>
          <a:fontRef idx="minor">
            <a:schemeClr val="tx1"/>
          </a:fontRef>
        </p:style>
      </p:cxnSp>
      <p:sp>
        <p:nvSpPr>
          <p:cNvPr id="8" name="TextBox 7"/>
          <p:cNvSpPr txBox="1"/>
          <p:nvPr/>
        </p:nvSpPr>
        <p:spPr>
          <a:xfrm>
            <a:off x="2907791" y="5532120"/>
            <a:ext cx="640080" cy="274320"/>
          </a:xfrm>
          <a:prstGeom prst="rect">
            <a:avLst/>
          </a:prstGeom>
          <a:noFill/>
        </p:spPr>
        <p:txBody>
          <a:bodyPr wrap="square" lIns="0" rIns="0" tIns="0" bIns="0">
            <a:spAutoFit/>
          </a:bodyPr>
          <a:lstStyle/>
          <a:p>
            <a:pPr>
              <a:spcAft>
                <a:spcPts val="0"/>
              </a:spcAft>
              <a:defRPr sz="1400" b="0">
                <a:solidFill>
                  <a:srgbClr val="686C66"/>
                </a:solidFill>
                <a:latin typeface="Arial"/>
              </a:defRPr>
            </a:pPr>
            <a:r>
              <a:t>x</a:t>
            </a:r>
          </a:p>
        </p:txBody>
      </p:sp>
      <p:sp>
        <p:nvSpPr>
          <p:cNvPr id="9" name="TextBox 8"/>
          <p:cNvSpPr txBox="1"/>
          <p:nvPr/>
        </p:nvSpPr>
        <p:spPr>
          <a:xfrm>
            <a:off x="621792" y="2651760"/>
            <a:ext cx="914400" cy="274320"/>
          </a:xfrm>
          <a:prstGeom prst="rect">
            <a:avLst/>
          </a:prstGeom>
          <a:noFill/>
        </p:spPr>
        <p:txBody>
          <a:bodyPr wrap="square" lIns="0" rIns="0" tIns="0" bIns="0">
            <a:spAutoFit/>
          </a:bodyPr>
          <a:lstStyle/>
          <a:p>
            <a:pPr>
              <a:spcAft>
                <a:spcPts val="0"/>
              </a:spcAft>
              <a:defRPr sz="1400" b="0">
                <a:solidFill>
                  <a:srgbClr val="686C66"/>
                </a:solidFill>
                <a:latin typeface="Arial"/>
              </a:defRPr>
            </a:pPr>
            <a:r>
              <a:t>y</a:t>
            </a:r>
          </a:p>
        </p:txBody>
      </p:sp>
      <p:sp>
        <p:nvSpPr>
          <p:cNvPr id="10" name="Freeform 9"/>
          <p:cNvSpPr/>
          <p:nvPr/>
        </p:nvSpPr>
        <p:spPr>
          <a:xfrm>
            <a:off x="896112" y="3119933"/>
            <a:ext cx="2103120" cy="1977847"/>
          </a:xfrm>
          <a:custGeom>
            <a:avLst/>
            <a:gdLst/>
            <a:ahLst/>
            <a:cxnLst/>
            <a:rect l="l" t="t" r="r" b="b"/>
            <a:pathLst>
              <a:path w="2300" h="2163">
                <a:moveTo>
                  <a:pt x="0" y="919"/>
                </a:moveTo>
                <a:lnTo>
                  <a:pt x="6" y="817"/>
                </a:lnTo>
                <a:lnTo>
                  <a:pt x="12" y="732"/>
                </a:lnTo>
                <a:lnTo>
                  <a:pt x="17" y="663"/>
                </a:lnTo>
                <a:lnTo>
                  <a:pt x="23" y="607"/>
                </a:lnTo>
                <a:lnTo>
                  <a:pt x="29" y="564"/>
                </a:lnTo>
                <a:lnTo>
                  <a:pt x="35" y="532"/>
                </a:lnTo>
                <a:lnTo>
                  <a:pt x="40" y="510"/>
                </a:lnTo>
                <a:lnTo>
                  <a:pt x="46" y="496"/>
                </a:lnTo>
                <a:lnTo>
                  <a:pt x="52" y="490"/>
                </a:lnTo>
                <a:lnTo>
                  <a:pt x="58" y="491"/>
                </a:lnTo>
                <a:lnTo>
                  <a:pt x="63" y="498"/>
                </a:lnTo>
                <a:lnTo>
                  <a:pt x="69" y="509"/>
                </a:lnTo>
                <a:lnTo>
                  <a:pt x="75" y="525"/>
                </a:lnTo>
                <a:lnTo>
                  <a:pt x="81" y="544"/>
                </a:lnTo>
                <a:lnTo>
                  <a:pt x="86" y="566"/>
                </a:lnTo>
                <a:lnTo>
                  <a:pt x="92" y="590"/>
                </a:lnTo>
                <a:lnTo>
                  <a:pt x="98" y="616"/>
                </a:lnTo>
                <a:lnTo>
                  <a:pt x="104" y="644"/>
                </a:lnTo>
                <a:lnTo>
                  <a:pt x="110" y="672"/>
                </a:lnTo>
                <a:lnTo>
                  <a:pt x="115" y="700"/>
                </a:lnTo>
                <a:lnTo>
                  <a:pt x="121" y="729"/>
                </a:lnTo>
                <a:lnTo>
                  <a:pt x="127" y="757"/>
                </a:lnTo>
                <a:lnTo>
                  <a:pt x="133" y="785"/>
                </a:lnTo>
                <a:lnTo>
                  <a:pt x="138" y="812"/>
                </a:lnTo>
                <a:lnTo>
                  <a:pt x="144" y="838"/>
                </a:lnTo>
                <a:lnTo>
                  <a:pt x="150" y="863"/>
                </a:lnTo>
                <a:lnTo>
                  <a:pt x="156" y="886"/>
                </a:lnTo>
                <a:lnTo>
                  <a:pt x="161" y="909"/>
                </a:lnTo>
                <a:lnTo>
                  <a:pt x="167" y="930"/>
                </a:lnTo>
                <a:lnTo>
                  <a:pt x="173" y="949"/>
                </a:lnTo>
                <a:lnTo>
                  <a:pt x="179" y="967"/>
                </a:lnTo>
                <a:lnTo>
                  <a:pt x="184" y="983"/>
                </a:lnTo>
                <a:lnTo>
                  <a:pt x="190" y="998"/>
                </a:lnTo>
                <a:lnTo>
                  <a:pt x="196" y="1011"/>
                </a:lnTo>
                <a:lnTo>
                  <a:pt x="202" y="1022"/>
                </a:lnTo>
                <a:lnTo>
                  <a:pt x="208" y="1032"/>
                </a:lnTo>
                <a:lnTo>
                  <a:pt x="213" y="1041"/>
                </a:lnTo>
                <a:lnTo>
                  <a:pt x="219" y="1048"/>
                </a:lnTo>
                <a:lnTo>
                  <a:pt x="225" y="1053"/>
                </a:lnTo>
                <a:lnTo>
                  <a:pt x="231" y="1058"/>
                </a:lnTo>
                <a:lnTo>
                  <a:pt x="236" y="1061"/>
                </a:lnTo>
                <a:lnTo>
                  <a:pt x="242" y="1063"/>
                </a:lnTo>
                <a:lnTo>
                  <a:pt x="248" y="1064"/>
                </a:lnTo>
                <a:lnTo>
                  <a:pt x="254" y="1064"/>
                </a:lnTo>
                <a:lnTo>
                  <a:pt x="259" y="1063"/>
                </a:lnTo>
                <a:lnTo>
                  <a:pt x="265" y="1061"/>
                </a:lnTo>
                <a:lnTo>
                  <a:pt x="271" y="1059"/>
                </a:lnTo>
                <a:lnTo>
                  <a:pt x="277" y="1056"/>
                </a:lnTo>
                <a:lnTo>
                  <a:pt x="282" y="1053"/>
                </a:lnTo>
                <a:lnTo>
                  <a:pt x="288" y="1049"/>
                </a:lnTo>
                <a:lnTo>
                  <a:pt x="294" y="1045"/>
                </a:lnTo>
                <a:lnTo>
                  <a:pt x="300" y="1041"/>
                </a:lnTo>
                <a:lnTo>
                  <a:pt x="306" y="1037"/>
                </a:lnTo>
                <a:lnTo>
                  <a:pt x="311" y="1033"/>
                </a:lnTo>
                <a:lnTo>
                  <a:pt x="317" y="1029"/>
                </a:lnTo>
                <a:lnTo>
                  <a:pt x="323" y="1025"/>
                </a:lnTo>
                <a:lnTo>
                  <a:pt x="329" y="1022"/>
                </a:lnTo>
                <a:lnTo>
                  <a:pt x="334" y="1019"/>
                </a:lnTo>
                <a:lnTo>
                  <a:pt x="340" y="1016"/>
                </a:lnTo>
                <a:lnTo>
                  <a:pt x="346" y="1014"/>
                </a:lnTo>
                <a:lnTo>
                  <a:pt x="352" y="1012"/>
                </a:lnTo>
                <a:lnTo>
                  <a:pt x="357" y="1011"/>
                </a:lnTo>
                <a:lnTo>
                  <a:pt x="363" y="1011"/>
                </a:lnTo>
                <a:lnTo>
                  <a:pt x="369" y="1012"/>
                </a:lnTo>
                <a:lnTo>
                  <a:pt x="375" y="1013"/>
                </a:lnTo>
                <a:lnTo>
                  <a:pt x="380" y="1015"/>
                </a:lnTo>
                <a:lnTo>
                  <a:pt x="386" y="1018"/>
                </a:lnTo>
                <a:lnTo>
                  <a:pt x="392" y="1022"/>
                </a:lnTo>
                <a:lnTo>
                  <a:pt x="398" y="1027"/>
                </a:lnTo>
                <a:lnTo>
                  <a:pt x="404" y="1033"/>
                </a:lnTo>
                <a:lnTo>
                  <a:pt x="409" y="1040"/>
                </a:lnTo>
                <a:lnTo>
                  <a:pt x="415" y="1048"/>
                </a:lnTo>
                <a:lnTo>
                  <a:pt x="421" y="1057"/>
                </a:lnTo>
                <a:lnTo>
                  <a:pt x="427" y="1067"/>
                </a:lnTo>
                <a:lnTo>
                  <a:pt x="432" y="1078"/>
                </a:lnTo>
                <a:lnTo>
                  <a:pt x="438" y="1090"/>
                </a:lnTo>
                <a:lnTo>
                  <a:pt x="444" y="1103"/>
                </a:lnTo>
                <a:lnTo>
                  <a:pt x="450" y="1117"/>
                </a:lnTo>
                <a:lnTo>
                  <a:pt x="455" y="1132"/>
                </a:lnTo>
                <a:lnTo>
                  <a:pt x="461" y="1148"/>
                </a:lnTo>
                <a:lnTo>
                  <a:pt x="467" y="1164"/>
                </a:lnTo>
                <a:lnTo>
                  <a:pt x="473" y="1182"/>
                </a:lnTo>
                <a:lnTo>
                  <a:pt x="478" y="1201"/>
                </a:lnTo>
                <a:lnTo>
                  <a:pt x="484" y="1220"/>
                </a:lnTo>
                <a:lnTo>
                  <a:pt x="490" y="1240"/>
                </a:lnTo>
                <a:lnTo>
                  <a:pt x="496" y="1261"/>
                </a:lnTo>
                <a:lnTo>
                  <a:pt x="502" y="1283"/>
                </a:lnTo>
                <a:lnTo>
                  <a:pt x="507" y="1305"/>
                </a:lnTo>
                <a:lnTo>
                  <a:pt x="513" y="1328"/>
                </a:lnTo>
                <a:lnTo>
                  <a:pt x="519" y="1351"/>
                </a:lnTo>
                <a:lnTo>
                  <a:pt x="525" y="1375"/>
                </a:lnTo>
                <a:lnTo>
                  <a:pt x="530" y="1400"/>
                </a:lnTo>
                <a:lnTo>
                  <a:pt x="536" y="1425"/>
                </a:lnTo>
                <a:lnTo>
                  <a:pt x="542" y="1450"/>
                </a:lnTo>
                <a:lnTo>
                  <a:pt x="548" y="1475"/>
                </a:lnTo>
                <a:lnTo>
                  <a:pt x="553" y="1501"/>
                </a:lnTo>
                <a:lnTo>
                  <a:pt x="559" y="1527"/>
                </a:lnTo>
                <a:lnTo>
                  <a:pt x="565" y="1553"/>
                </a:lnTo>
                <a:lnTo>
                  <a:pt x="571" y="1579"/>
                </a:lnTo>
                <a:lnTo>
                  <a:pt x="576" y="1605"/>
                </a:lnTo>
                <a:lnTo>
                  <a:pt x="582" y="1631"/>
                </a:lnTo>
                <a:lnTo>
                  <a:pt x="588" y="1657"/>
                </a:lnTo>
                <a:lnTo>
                  <a:pt x="594" y="1683"/>
                </a:lnTo>
                <a:lnTo>
                  <a:pt x="599" y="1709"/>
                </a:lnTo>
                <a:lnTo>
                  <a:pt x="605" y="1734"/>
                </a:lnTo>
                <a:lnTo>
                  <a:pt x="611" y="1759"/>
                </a:lnTo>
                <a:lnTo>
                  <a:pt x="617" y="1784"/>
                </a:lnTo>
                <a:lnTo>
                  <a:pt x="623" y="1808"/>
                </a:lnTo>
                <a:lnTo>
                  <a:pt x="628" y="1832"/>
                </a:lnTo>
                <a:lnTo>
                  <a:pt x="634" y="1855"/>
                </a:lnTo>
                <a:lnTo>
                  <a:pt x="640" y="1878"/>
                </a:lnTo>
                <a:lnTo>
                  <a:pt x="646" y="1900"/>
                </a:lnTo>
                <a:lnTo>
                  <a:pt x="651" y="1921"/>
                </a:lnTo>
                <a:lnTo>
                  <a:pt x="657" y="1942"/>
                </a:lnTo>
                <a:lnTo>
                  <a:pt x="663" y="1962"/>
                </a:lnTo>
                <a:lnTo>
                  <a:pt x="669" y="1981"/>
                </a:lnTo>
                <a:lnTo>
                  <a:pt x="674" y="1999"/>
                </a:lnTo>
                <a:lnTo>
                  <a:pt x="680" y="2017"/>
                </a:lnTo>
                <a:lnTo>
                  <a:pt x="686" y="2033"/>
                </a:lnTo>
                <a:lnTo>
                  <a:pt x="692" y="2049"/>
                </a:lnTo>
                <a:lnTo>
                  <a:pt x="697" y="2064"/>
                </a:lnTo>
                <a:lnTo>
                  <a:pt x="703" y="2077"/>
                </a:lnTo>
                <a:lnTo>
                  <a:pt x="709" y="2090"/>
                </a:lnTo>
                <a:lnTo>
                  <a:pt x="715" y="2102"/>
                </a:lnTo>
                <a:lnTo>
                  <a:pt x="721" y="2113"/>
                </a:lnTo>
                <a:lnTo>
                  <a:pt x="726" y="2122"/>
                </a:lnTo>
                <a:lnTo>
                  <a:pt x="732" y="2131"/>
                </a:lnTo>
                <a:lnTo>
                  <a:pt x="738" y="2139"/>
                </a:lnTo>
                <a:lnTo>
                  <a:pt x="744" y="2145"/>
                </a:lnTo>
                <a:lnTo>
                  <a:pt x="749" y="2151"/>
                </a:lnTo>
                <a:lnTo>
                  <a:pt x="755" y="2155"/>
                </a:lnTo>
                <a:lnTo>
                  <a:pt x="761" y="2159"/>
                </a:lnTo>
                <a:lnTo>
                  <a:pt x="767" y="2161"/>
                </a:lnTo>
                <a:lnTo>
                  <a:pt x="772" y="2162"/>
                </a:lnTo>
                <a:lnTo>
                  <a:pt x="778" y="2163"/>
                </a:lnTo>
                <a:lnTo>
                  <a:pt x="784" y="2162"/>
                </a:lnTo>
                <a:lnTo>
                  <a:pt x="790" y="2160"/>
                </a:lnTo>
                <a:lnTo>
                  <a:pt x="795" y="2157"/>
                </a:lnTo>
                <a:lnTo>
                  <a:pt x="801" y="2153"/>
                </a:lnTo>
                <a:lnTo>
                  <a:pt x="807" y="2149"/>
                </a:lnTo>
                <a:lnTo>
                  <a:pt x="813" y="2143"/>
                </a:lnTo>
                <a:lnTo>
                  <a:pt x="819" y="2136"/>
                </a:lnTo>
                <a:lnTo>
                  <a:pt x="824" y="2129"/>
                </a:lnTo>
                <a:lnTo>
                  <a:pt x="830" y="2121"/>
                </a:lnTo>
                <a:lnTo>
                  <a:pt x="836" y="2111"/>
                </a:lnTo>
                <a:lnTo>
                  <a:pt x="842" y="2101"/>
                </a:lnTo>
                <a:lnTo>
                  <a:pt x="847" y="2091"/>
                </a:lnTo>
                <a:lnTo>
                  <a:pt x="853" y="2079"/>
                </a:lnTo>
                <a:lnTo>
                  <a:pt x="859" y="2067"/>
                </a:lnTo>
                <a:lnTo>
                  <a:pt x="865" y="2054"/>
                </a:lnTo>
                <a:lnTo>
                  <a:pt x="870" y="2041"/>
                </a:lnTo>
                <a:lnTo>
                  <a:pt x="876" y="2027"/>
                </a:lnTo>
                <a:lnTo>
                  <a:pt x="882" y="2012"/>
                </a:lnTo>
                <a:lnTo>
                  <a:pt x="888" y="1997"/>
                </a:lnTo>
                <a:lnTo>
                  <a:pt x="893" y="1981"/>
                </a:lnTo>
                <a:lnTo>
                  <a:pt x="899" y="1965"/>
                </a:lnTo>
                <a:lnTo>
                  <a:pt x="905" y="1949"/>
                </a:lnTo>
                <a:lnTo>
                  <a:pt x="911" y="1932"/>
                </a:lnTo>
                <a:lnTo>
                  <a:pt x="917" y="1915"/>
                </a:lnTo>
                <a:lnTo>
                  <a:pt x="922" y="1898"/>
                </a:lnTo>
                <a:lnTo>
                  <a:pt x="928" y="1880"/>
                </a:lnTo>
                <a:lnTo>
                  <a:pt x="934" y="1863"/>
                </a:lnTo>
                <a:lnTo>
                  <a:pt x="940" y="1845"/>
                </a:lnTo>
                <a:lnTo>
                  <a:pt x="945" y="1827"/>
                </a:lnTo>
                <a:lnTo>
                  <a:pt x="951" y="1810"/>
                </a:lnTo>
                <a:lnTo>
                  <a:pt x="957" y="1792"/>
                </a:lnTo>
                <a:lnTo>
                  <a:pt x="963" y="1774"/>
                </a:lnTo>
                <a:lnTo>
                  <a:pt x="968" y="1756"/>
                </a:lnTo>
                <a:lnTo>
                  <a:pt x="974" y="1739"/>
                </a:lnTo>
                <a:lnTo>
                  <a:pt x="980" y="1722"/>
                </a:lnTo>
                <a:lnTo>
                  <a:pt x="986" y="1704"/>
                </a:lnTo>
                <a:lnTo>
                  <a:pt x="991" y="1688"/>
                </a:lnTo>
                <a:lnTo>
                  <a:pt x="997" y="1671"/>
                </a:lnTo>
                <a:lnTo>
                  <a:pt x="1003" y="1655"/>
                </a:lnTo>
                <a:lnTo>
                  <a:pt x="1009" y="1639"/>
                </a:lnTo>
                <a:lnTo>
                  <a:pt x="1015" y="1624"/>
                </a:lnTo>
                <a:lnTo>
                  <a:pt x="1020" y="1609"/>
                </a:lnTo>
                <a:lnTo>
                  <a:pt x="1026" y="1594"/>
                </a:lnTo>
                <a:lnTo>
                  <a:pt x="1032" y="1580"/>
                </a:lnTo>
                <a:lnTo>
                  <a:pt x="1038" y="1567"/>
                </a:lnTo>
                <a:lnTo>
                  <a:pt x="1043" y="1554"/>
                </a:lnTo>
                <a:lnTo>
                  <a:pt x="1049" y="1542"/>
                </a:lnTo>
                <a:lnTo>
                  <a:pt x="1055" y="1530"/>
                </a:lnTo>
                <a:lnTo>
                  <a:pt x="1061" y="1519"/>
                </a:lnTo>
                <a:lnTo>
                  <a:pt x="1066" y="1509"/>
                </a:lnTo>
                <a:lnTo>
                  <a:pt x="1072" y="1499"/>
                </a:lnTo>
                <a:lnTo>
                  <a:pt x="1078" y="1490"/>
                </a:lnTo>
                <a:lnTo>
                  <a:pt x="1084" y="1482"/>
                </a:lnTo>
                <a:lnTo>
                  <a:pt x="1089" y="1474"/>
                </a:lnTo>
                <a:lnTo>
                  <a:pt x="1095" y="1467"/>
                </a:lnTo>
                <a:lnTo>
                  <a:pt x="1101" y="1461"/>
                </a:lnTo>
                <a:lnTo>
                  <a:pt x="1107" y="1456"/>
                </a:lnTo>
                <a:lnTo>
                  <a:pt x="1113" y="1452"/>
                </a:lnTo>
                <a:lnTo>
                  <a:pt x="1118" y="1448"/>
                </a:lnTo>
                <a:lnTo>
                  <a:pt x="1124" y="1445"/>
                </a:lnTo>
                <a:lnTo>
                  <a:pt x="1130" y="1442"/>
                </a:lnTo>
                <a:lnTo>
                  <a:pt x="1136" y="1441"/>
                </a:lnTo>
                <a:lnTo>
                  <a:pt x="1141" y="1440"/>
                </a:lnTo>
                <a:lnTo>
                  <a:pt x="1147" y="1440"/>
                </a:lnTo>
                <a:lnTo>
                  <a:pt x="1153" y="1441"/>
                </a:lnTo>
                <a:lnTo>
                  <a:pt x="1159" y="1443"/>
                </a:lnTo>
                <a:lnTo>
                  <a:pt x="1164" y="1445"/>
                </a:lnTo>
                <a:lnTo>
                  <a:pt x="1170" y="1448"/>
                </a:lnTo>
                <a:lnTo>
                  <a:pt x="1176" y="1452"/>
                </a:lnTo>
                <a:lnTo>
                  <a:pt x="1182" y="1456"/>
                </a:lnTo>
                <a:lnTo>
                  <a:pt x="1187" y="1461"/>
                </a:lnTo>
                <a:lnTo>
                  <a:pt x="1193" y="1467"/>
                </a:lnTo>
                <a:lnTo>
                  <a:pt x="1199" y="1473"/>
                </a:lnTo>
                <a:lnTo>
                  <a:pt x="1205" y="1480"/>
                </a:lnTo>
                <a:lnTo>
                  <a:pt x="1211" y="1487"/>
                </a:lnTo>
                <a:lnTo>
                  <a:pt x="1216" y="1495"/>
                </a:lnTo>
                <a:lnTo>
                  <a:pt x="1222" y="1504"/>
                </a:lnTo>
                <a:lnTo>
                  <a:pt x="1228" y="1513"/>
                </a:lnTo>
                <a:lnTo>
                  <a:pt x="1234" y="1523"/>
                </a:lnTo>
                <a:lnTo>
                  <a:pt x="1239" y="1533"/>
                </a:lnTo>
                <a:lnTo>
                  <a:pt x="1245" y="1543"/>
                </a:lnTo>
                <a:lnTo>
                  <a:pt x="1251" y="1554"/>
                </a:lnTo>
                <a:lnTo>
                  <a:pt x="1257" y="1565"/>
                </a:lnTo>
                <a:lnTo>
                  <a:pt x="1262" y="1576"/>
                </a:lnTo>
                <a:lnTo>
                  <a:pt x="1268" y="1588"/>
                </a:lnTo>
                <a:lnTo>
                  <a:pt x="1274" y="1600"/>
                </a:lnTo>
                <a:lnTo>
                  <a:pt x="1280" y="1612"/>
                </a:lnTo>
                <a:lnTo>
                  <a:pt x="1285" y="1625"/>
                </a:lnTo>
                <a:lnTo>
                  <a:pt x="1291" y="1637"/>
                </a:lnTo>
                <a:lnTo>
                  <a:pt x="1297" y="1650"/>
                </a:lnTo>
                <a:lnTo>
                  <a:pt x="1303" y="1662"/>
                </a:lnTo>
                <a:lnTo>
                  <a:pt x="1309" y="1675"/>
                </a:lnTo>
                <a:lnTo>
                  <a:pt x="1314" y="1687"/>
                </a:lnTo>
                <a:lnTo>
                  <a:pt x="1320" y="1700"/>
                </a:lnTo>
                <a:lnTo>
                  <a:pt x="1326" y="1712"/>
                </a:lnTo>
                <a:lnTo>
                  <a:pt x="1332" y="1724"/>
                </a:lnTo>
                <a:lnTo>
                  <a:pt x="1337" y="1736"/>
                </a:lnTo>
                <a:lnTo>
                  <a:pt x="1343" y="1748"/>
                </a:lnTo>
                <a:lnTo>
                  <a:pt x="1349" y="1760"/>
                </a:lnTo>
                <a:lnTo>
                  <a:pt x="1355" y="1771"/>
                </a:lnTo>
                <a:lnTo>
                  <a:pt x="1360" y="1782"/>
                </a:lnTo>
                <a:lnTo>
                  <a:pt x="1366" y="1793"/>
                </a:lnTo>
                <a:lnTo>
                  <a:pt x="1372" y="1803"/>
                </a:lnTo>
                <a:lnTo>
                  <a:pt x="1378" y="1813"/>
                </a:lnTo>
                <a:lnTo>
                  <a:pt x="1383" y="1822"/>
                </a:lnTo>
                <a:lnTo>
                  <a:pt x="1389" y="1831"/>
                </a:lnTo>
                <a:lnTo>
                  <a:pt x="1395" y="1839"/>
                </a:lnTo>
                <a:lnTo>
                  <a:pt x="1401" y="1846"/>
                </a:lnTo>
                <a:lnTo>
                  <a:pt x="1407" y="1853"/>
                </a:lnTo>
                <a:lnTo>
                  <a:pt x="1412" y="1860"/>
                </a:lnTo>
                <a:lnTo>
                  <a:pt x="1418" y="1866"/>
                </a:lnTo>
                <a:lnTo>
                  <a:pt x="1424" y="1871"/>
                </a:lnTo>
                <a:lnTo>
                  <a:pt x="1430" y="1875"/>
                </a:lnTo>
                <a:lnTo>
                  <a:pt x="1435" y="1879"/>
                </a:lnTo>
                <a:lnTo>
                  <a:pt x="1441" y="1882"/>
                </a:lnTo>
                <a:lnTo>
                  <a:pt x="1447" y="1884"/>
                </a:lnTo>
                <a:lnTo>
                  <a:pt x="1453" y="1885"/>
                </a:lnTo>
                <a:lnTo>
                  <a:pt x="1458" y="1886"/>
                </a:lnTo>
                <a:lnTo>
                  <a:pt x="1464" y="1886"/>
                </a:lnTo>
                <a:lnTo>
                  <a:pt x="1470" y="1885"/>
                </a:lnTo>
                <a:lnTo>
                  <a:pt x="1476" y="1883"/>
                </a:lnTo>
                <a:lnTo>
                  <a:pt x="1481" y="1880"/>
                </a:lnTo>
                <a:lnTo>
                  <a:pt x="1487" y="1876"/>
                </a:lnTo>
                <a:lnTo>
                  <a:pt x="1493" y="1872"/>
                </a:lnTo>
                <a:lnTo>
                  <a:pt x="1499" y="1867"/>
                </a:lnTo>
                <a:lnTo>
                  <a:pt x="1505" y="1861"/>
                </a:lnTo>
                <a:lnTo>
                  <a:pt x="1510" y="1853"/>
                </a:lnTo>
                <a:lnTo>
                  <a:pt x="1516" y="1846"/>
                </a:lnTo>
                <a:lnTo>
                  <a:pt x="1522" y="1837"/>
                </a:lnTo>
                <a:lnTo>
                  <a:pt x="1528" y="1827"/>
                </a:lnTo>
                <a:lnTo>
                  <a:pt x="1533" y="1817"/>
                </a:lnTo>
                <a:lnTo>
                  <a:pt x="1539" y="1805"/>
                </a:lnTo>
                <a:lnTo>
                  <a:pt x="1545" y="1793"/>
                </a:lnTo>
                <a:lnTo>
                  <a:pt x="1551" y="1780"/>
                </a:lnTo>
                <a:lnTo>
                  <a:pt x="1556" y="1766"/>
                </a:lnTo>
                <a:lnTo>
                  <a:pt x="1562" y="1752"/>
                </a:lnTo>
                <a:lnTo>
                  <a:pt x="1568" y="1737"/>
                </a:lnTo>
                <a:lnTo>
                  <a:pt x="1574" y="1720"/>
                </a:lnTo>
                <a:lnTo>
                  <a:pt x="1579" y="1704"/>
                </a:lnTo>
                <a:lnTo>
                  <a:pt x="1585" y="1686"/>
                </a:lnTo>
                <a:lnTo>
                  <a:pt x="1591" y="1668"/>
                </a:lnTo>
                <a:lnTo>
                  <a:pt x="1597" y="1649"/>
                </a:lnTo>
                <a:lnTo>
                  <a:pt x="1603" y="1629"/>
                </a:lnTo>
                <a:lnTo>
                  <a:pt x="1608" y="1609"/>
                </a:lnTo>
                <a:lnTo>
                  <a:pt x="1614" y="1589"/>
                </a:lnTo>
                <a:lnTo>
                  <a:pt x="1620" y="1567"/>
                </a:lnTo>
                <a:lnTo>
                  <a:pt x="1626" y="1546"/>
                </a:lnTo>
                <a:lnTo>
                  <a:pt x="1631" y="1523"/>
                </a:lnTo>
                <a:lnTo>
                  <a:pt x="1637" y="1501"/>
                </a:lnTo>
                <a:lnTo>
                  <a:pt x="1643" y="1477"/>
                </a:lnTo>
                <a:lnTo>
                  <a:pt x="1649" y="1454"/>
                </a:lnTo>
                <a:lnTo>
                  <a:pt x="1654" y="1430"/>
                </a:lnTo>
                <a:lnTo>
                  <a:pt x="1660" y="1406"/>
                </a:lnTo>
                <a:lnTo>
                  <a:pt x="1666" y="1381"/>
                </a:lnTo>
                <a:lnTo>
                  <a:pt x="1672" y="1356"/>
                </a:lnTo>
                <a:lnTo>
                  <a:pt x="1677" y="1331"/>
                </a:lnTo>
                <a:lnTo>
                  <a:pt x="1683" y="1306"/>
                </a:lnTo>
                <a:lnTo>
                  <a:pt x="1689" y="1281"/>
                </a:lnTo>
                <a:lnTo>
                  <a:pt x="1695" y="1256"/>
                </a:lnTo>
                <a:lnTo>
                  <a:pt x="1701" y="1230"/>
                </a:lnTo>
                <a:lnTo>
                  <a:pt x="1706" y="1205"/>
                </a:lnTo>
                <a:lnTo>
                  <a:pt x="1712" y="1179"/>
                </a:lnTo>
                <a:lnTo>
                  <a:pt x="1718" y="1154"/>
                </a:lnTo>
                <a:lnTo>
                  <a:pt x="1724" y="1128"/>
                </a:lnTo>
                <a:lnTo>
                  <a:pt x="1729" y="1103"/>
                </a:lnTo>
                <a:lnTo>
                  <a:pt x="1735" y="1078"/>
                </a:lnTo>
                <a:lnTo>
                  <a:pt x="1741" y="1053"/>
                </a:lnTo>
                <a:lnTo>
                  <a:pt x="1747" y="1028"/>
                </a:lnTo>
                <a:lnTo>
                  <a:pt x="1752" y="1004"/>
                </a:lnTo>
                <a:lnTo>
                  <a:pt x="1758" y="980"/>
                </a:lnTo>
                <a:lnTo>
                  <a:pt x="1764" y="956"/>
                </a:lnTo>
                <a:lnTo>
                  <a:pt x="1770" y="932"/>
                </a:lnTo>
                <a:lnTo>
                  <a:pt x="1775" y="909"/>
                </a:lnTo>
                <a:lnTo>
                  <a:pt x="1781" y="887"/>
                </a:lnTo>
                <a:lnTo>
                  <a:pt x="1787" y="864"/>
                </a:lnTo>
                <a:lnTo>
                  <a:pt x="1793" y="842"/>
                </a:lnTo>
                <a:lnTo>
                  <a:pt x="1798" y="821"/>
                </a:lnTo>
                <a:lnTo>
                  <a:pt x="1804" y="800"/>
                </a:lnTo>
                <a:lnTo>
                  <a:pt x="1810" y="780"/>
                </a:lnTo>
                <a:lnTo>
                  <a:pt x="1816" y="760"/>
                </a:lnTo>
                <a:lnTo>
                  <a:pt x="1822" y="740"/>
                </a:lnTo>
                <a:lnTo>
                  <a:pt x="1827" y="722"/>
                </a:lnTo>
                <a:lnTo>
                  <a:pt x="1833" y="703"/>
                </a:lnTo>
                <a:lnTo>
                  <a:pt x="1839" y="686"/>
                </a:lnTo>
                <a:lnTo>
                  <a:pt x="1845" y="669"/>
                </a:lnTo>
                <a:lnTo>
                  <a:pt x="1850" y="652"/>
                </a:lnTo>
                <a:lnTo>
                  <a:pt x="1856" y="636"/>
                </a:lnTo>
                <a:lnTo>
                  <a:pt x="1862" y="621"/>
                </a:lnTo>
                <a:lnTo>
                  <a:pt x="1868" y="607"/>
                </a:lnTo>
                <a:lnTo>
                  <a:pt x="1873" y="593"/>
                </a:lnTo>
                <a:lnTo>
                  <a:pt x="1879" y="579"/>
                </a:lnTo>
                <a:lnTo>
                  <a:pt x="1885" y="567"/>
                </a:lnTo>
                <a:lnTo>
                  <a:pt x="1891" y="555"/>
                </a:lnTo>
                <a:lnTo>
                  <a:pt x="1896" y="543"/>
                </a:lnTo>
                <a:lnTo>
                  <a:pt x="1902" y="532"/>
                </a:lnTo>
                <a:lnTo>
                  <a:pt x="1908" y="522"/>
                </a:lnTo>
                <a:lnTo>
                  <a:pt x="1914" y="513"/>
                </a:lnTo>
                <a:lnTo>
                  <a:pt x="1920" y="504"/>
                </a:lnTo>
                <a:lnTo>
                  <a:pt x="1925" y="495"/>
                </a:lnTo>
                <a:lnTo>
                  <a:pt x="1931" y="487"/>
                </a:lnTo>
                <a:lnTo>
                  <a:pt x="1937" y="480"/>
                </a:lnTo>
                <a:lnTo>
                  <a:pt x="1943" y="473"/>
                </a:lnTo>
                <a:lnTo>
                  <a:pt x="1948" y="467"/>
                </a:lnTo>
                <a:lnTo>
                  <a:pt x="1954" y="462"/>
                </a:lnTo>
                <a:lnTo>
                  <a:pt x="1960" y="456"/>
                </a:lnTo>
                <a:lnTo>
                  <a:pt x="1966" y="452"/>
                </a:lnTo>
                <a:lnTo>
                  <a:pt x="1971" y="448"/>
                </a:lnTo>
                <a:lnTo>
                  <a:pt x="1977" y="444"/>
                </a:lnTo>
                <a:lnTo>
                  <a:pt x="1983" y="441"/>
                </a:lnTo>
                <a:lnTo>
                  <a:pt x="1989" y="438"/>
                </a:lnTo>
                <a:lnTo>
                  <a:pt x="1994" y="436"/>
                </a:lnTo>
                <a:lnTo>
                  <a:pt x="2000" y="434"/>
                </a:lnTo>
                <a:lnTo>
                  <a:pt x="2006" y="432"/>
                </a:lnTo>
                <a:lnTo>
                  <a:pt x="2012" y="431"/>
                </a:lnTo>
                <a:lnTo>
                  <a:pt x="2018" y="430"/>
                </a:lnTo>
                <a:lnTo>
                  <a:pt x="2023" y="430"/>
                </a:lnTo>
                <a:lnTo>
                  <a:pt x="2029" y="429"/>
                </a:lnTo>
                <a:lnTo>
                  <a:pt x="2035" y="430"/>
                </a:lnTo>
                <a:lnTo>
                  <a:pt x="2041" y="430"/>
                </a:lnTo>
                <a:lnTo>
                  <a:pt x="2046" y="431"/>
                </a:lnTo>
                <a:lnTo>
                  <a:pt x="2052" y="432"/>
                </a:lnTo>
                <a:lnTo>
                  <a:pt x="2058" y="433"/>
                </a:lnTo>
                <a:lnTo>
                  <a:pt x="2064" y="435"/>
                </a:lnTo>
                <a:lnTo>
                  <a:pt x="2069" y="437"/>
                </a:lnTo>
                <a:lnTo>
                  <a:pt x="2075" y="439"/>
                </a:lnTo>
                <a:lnTo>
                  <a:pt x="2081" y="441"/>
                </a:lnTo>
                <a:lnTo>
                  <a:pt x="2087" y="443"/>
                </a:lnTo>
                <a:lnTo>
                  <a:pt x="2092" y="446"/>
                </a:lnTo>
                <a:lnTo>
                  <a:pt x="2098" y="449"/>
                </a:lnTo>
                <a:lnTo>
                  <a:pt x="2104" y="452"/>
                </a:lnTo>
                <a:lnTo>
                  <a:pt x="2110" y="455"/>
                </a:lnTo>
                <a:lnTo>
                  <a:pt x="2116" y="458"/>
                </a:lnTo>
                <a:lnTo>
                  <a:pt x="2121" y="461"/>
                </a:lnTo>
                <a:lnTo>
                  <a:pt x="2127" y="464"/>
                </a:lnTo>
                <a:lnTo>
                  <a:pt x="2133" y="468"/>
                </a:lnTo>
                <a:lnTo>
                  <a:pt x="2139" y="471"/>
                </a:lnTo>
                <a:lnTo>
                  <a:pt x="2144" y="474"/>
                </a:lnTo>
                <a:lnTo>
                  <a:pt x="2150" y="477"/>
                </a:lnTo>
                <a:lnTo>
                  <a:pt x="2156" y="480"/>
                </a:lnTo>
                <a:lnTo>
                  <a:pt x="2162" y="483"/>
                </a:lnTo>
                <a:lnTo>
                  <a:pt x="2167" y="485"/>
                </a:lnTo>
                <a:lnTo>
                  <a:pt x="2173" y="487"/>
                </a:lnTo>
                <a:lnTo>
                  <a:pt x="2179" y="489"/>
                </a:lnTo>
                <a:lnTo>
                  <a:pt x="2185" y="490"/>
                </a:lnTo>
                <a:lnTo>
                  <a:pt x="2190" y="490"/>
                </a:lnTo>
                <a:lnTo>
                  <a:pt x="2196" y="489"/>
                </a:lnTo>
                <a:lnTo>
                  <a:pt x="2202" y="487"/>
                </a:lnTo>
                <a:lnTo>
                  <a:pt x="2208" y="484"/>
                </a:lnTo>
                <a:lnTo>
                  <a:pt x="2214" y="480"/>
                </a:lnTo>
                <a:lnTo>
                  <a:pt x="2219" y="474"/>
                </a:lnTo>
                <a:lnTo>
                  <a:pt x="2225" y="466"/>
                </a:lnTo>
                <a:lnTo>
                  <a:pt x="2231" y="455"/>
                </a:lnTo>
                <a:lnTo>
                  <a:pt x="2237" y="443"/>
                </a:lnTo>
                <a:lnTo>
                  <a:pt x="2242" y="427"/>
                </a:lnTo>
                <a:lnTo>
                  <a:pt x="2248" y="408"/>
                </a:lnTo>
                <a:lnTo>
                  <a:pt x="2254" y="385"/>
                </a:lnTo>
                <a:lnTo>
                  <a:pt x="2260" y="358"/>
                </a:lnTo>
                <a:lnTo>
                  <a:pt x="2265" y="327"/>
                </a:lnTo>
                <a:lnTo>
                  <a:pt x="2271" y="290"/>
                </a:lnTo>
                <a:lnTo>
                  <a:pt x="2277" y="247"/>
                </a:lnTo>
                <a:lnTo>
                  <a:pt x="2283" y="197"/>
                </a:lnTo>
                <a:lnTo>
                  <a:pt x="2288" y="140"/>
                </a:lnTo>
                <a:lnTo>
                  <a:pt x="2294" y="75"/>
                </a:lnTo>
                <a:lnTo>
                  <a:pt x="2300" y="0"/>
                </a:lnTo>
              </a:path>
            </a:pathLst>
          </a:custGeom>
          <a:noFill/>
          <a:ln w="38100">
            <a:solidFill>
              <a:srgbClr val="C6532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1" name="Oval 10"/>
          <p:cNvSpPr/>
          <p:nvPr/>
        </p:nvSpPr>
        <p:spPr>
          <a:xfrm>
            <a:off x="854964" y="3918283"/>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 name="Oval 11"/>
          <p:cNvSpPr/>
          <p:nvPr/>
        </p:nvSpPr>
        <p:spPr>
          <a:xfrm>
            <a:off x="965654" y="3754693"/>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3" name="Oval 12"/>
          <p:cNvSpPr/>
          <p:nvPr/>
        </p:nvSpPr>
        <p:spPr>
          <a:xfrm>
            <a:off x="1076345" y="4003420"/>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4" name="Oval 13"/>
          <p:cNvSpPr/>
          <p:nvPr/>
        </p:nvSpPr>
        <p:spPr>
          <a:xfrm>
            <a:off x="1187035" y="4137017"/>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5" name="Oval 14"/>
          <p:cNvSpPr/>
          <p:nvPr/>
        </p:nvSpPr>
        <p:spPr>
          <a:xfrm>
            <a:off x="1297726" y="3954851"/>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6" name="Oval 15"/>
          <p:cNvSpPr/>
          <p:nvPr/>
        </p:nvSpPr>
        <p:spPr>
          <a:xfrm>
            <a:off x="1408416" y="4942478"/>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7" name="Oval 16"/>
          <p:cNvSpPr/>
          <p:nvPr/>
        </p:nvSpPr>
        <p:spPr>
          <a:xfrm>
            <a:off x="1519107" y="4815535"/>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8" name="Oval 17"/>
          <p:cNvSpPr/>
          <p:nvPr/>
        </p:nvSpPr>
        <p:spPr>
          <a:xfrm>
            <a:off x="1629797" y="5073577"/>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9" name="Oval 18"/>
          <p:cNvSpPr/>
          <p:nvPr/>
        </p:nvSpPr>
        <p:spPr>
          <a:xfrm>
            <a:off x="1740488" y="4696982"/>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0" name="Oval 19"/>
          <p:cNvSpPr/>
          <p:nvPr/>
        </p:nvSpPr>
        <p:spPr>
          <a:xfrm>
            <a:off x="1851178" y="4331413"/>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1" name="Oval 20"/>
          <p:cNvSpPr/>
          <p:nvPr/>
        </p:nvSpPr>
        <p:spPr>
          <a:xfrm>
            <a:off x="1961869" y="4625037"/>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2" name="Oval 21"/>
          <p:cNvSpPr/>
          <p:nvPr/>
        </p:nvSpPr>
        <p:spPr>
          <a:xfrm>
            <a:off x="2072559" y="4402084"/>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3" name="Oval 22"/>
          <p:cNvSpPr/>
          <p:nvPr/>
        </p:nvSpPr>
        <p:spPr>
          <a:xfrm>
            <a:off x="2183250" y="5094037"/>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4" name="Oval 23"/>
          <p:cNvSpPr/>
          <p:nvPr/>
        </p:nvSpPr>
        <p:spPr>
          <a:xfrm>
            <a:off x="2293940" y="4330936"/>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5" name="Oval 24"/>
          <p:cNvSpPr/>
          <p:nvPr/>
        </p:nvSpPr>
        <p:spPr>
          <a:xfrm>
            <a:off x="2404631" y="4542837"/>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6" name="Oval 25"/>
          <p:cNvSpPr/>
          <p:nvPr/>
        </p:nvSpPr>
        <p:spPr>
          <a:xfrm>
            <a:off x="2515321" y="3533231"/>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7" name="Oval 26"/>
          <p:cNvSpPr/>
          <p:nvPr/>
        </p:nvSpPr>
        <p:spPr>
          <a:xfrm>
            <a:off x="2626012" y="3645858"/>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8" name="Oval 27"/>
          <p:cNvSpPr/>
          <p:nvPr/>
        </p:nvSpPr>
        <p:spPr>
          <a:xfrm>
            <a:off x="2736702" y="3430345"/>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9" name="Oval 28"/>
          <p:cNvSpPr/>
          <p:nvPr/>
        </p:nvSpPr>
        <p:spPr>
          <a:xfrm>
            <a:off x="2847393" y="3534831"/>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0" name="Oval 29"/>
          <p:cNvSpPr/>
          <p:nvPr/>
        </p:nvSpPr>
        <p:spPr>
          <a:xfrm>
            <a:off x="2958084" y="3078035"/>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cxnSp>
        <p:nvCxnSpPr>
          <p:cNvPr id="31" name="Connector 30"/>
          <p:cNvCxnSpPr/>
          <p:nvPr/>
        </p:nvCxnSpPr>
        <p:spPr>
          <a:xfrm>
            <a:off x="2473452" y="2834640"/>
            <a:ext cx="0" cy="2606040"/>
          </a:xfrm>
          <a:prstGeom prst="line">
            <a:avLst/>
          </a:prstGeom>
          <a:ln w="12700">
            <a:solidFill>
              <a:srgbClr val="7963AF"/>
            </a:solidFill>
            <a:prstDash val="dash"/>
          </a:ln>
        </p:spPr>
        <p:style>
          <a:lnRef idx="2">
            <a:schemeClr val="accent1"/>
          </a:lnRef>
          <a:fillRef idx="0">
            <a:schemeClr val="accent1"/>
          </a:fillRef>
          <a:effectRef idx="0">
            <a:schemeClr val="accent1"/>
          </a:effectRef>
          <a:fontRef idx="minor">
            <a:schemeClr val="tx1"/>
          </a:fontRef>
        </p:style>
      </p:cxnSp>
      <p:sp>
        <p:nvSpPr>
          <p:cNvPr id="32" name="Oval 31"/>
          <p:cNvSpPr/>
          <p:nvPr/>
        </p:nvSpPr>
        <p:spPr>
          <a:xfrm>
            <a:off x="2404872" y="4077296"/>
            <a:ext cx="137160" cy="137160"/>
          </a:xfrm>
          <a:prstGeom prst="ellipse">
            <a:avLst/>
          </a:prstGeom>
          <a:solidFill>
            <a:srgbClr val="C65326"/>
          </a:solidFill>
          <a:ln w="19050">
            <a:solidFill>
              <a:srgbClr val="C6532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3" name="TextBox 32"/>
          <p:cNvSpPr txBox="1"/>
          <p:nvPr/>
        </p:nvSpPr>
        <p:spPr>
          <a:xfrm>
            <a:off x="2125980" y="5532120"/>
            <a:ext cx="914400" cy="274320"/>
          </a:xfrm>
          <a:prstGeom prst="rect">
            <a:avLst/>
          </a:prstGeom>
          <a:noFill/>
        </p:spPr>
        <p:txBody>
          <a:bodyPr wrap="square" lIns="0" rIns="0" tIns="0" bIns="0">
            <a:spAutoFit/>
          </a:bodyPr>
          <a:lstStyle/>
          <a:p>
            <a:pPr>
              <a:spcAft>
                <a:spcPts val="0"/>
              </a:spcAft>
              <a:defRPr sz="1400" b="0">
                <a:solidFill>
                  <a:srgbClr val="7963AF"/>
                </a:solidFill>
                <a:latin typeface="Arial"/>
              </a:defRPr>
            </a:pPr>
            <a:r>
              <a:t>x = 0.5</a:t>
            </a:r>
          </a:p>
        </p:txBody>
      </p:sp>
      <p:sp>
        <p:nvSpPr>
          <p:cNvPr id="34" name="TextBox 33"/>
          <p:cNvSpPr txBox="1"/>
          <p:nvPr/>
        </p:nvSpPr>
        <p:spPr>
          <a:xfrm>
            <a:off x="3657600" y="2148840"/>
            <a:ext cx="2286000" cy="594360"/>
          </a:xfrm>
          <a:prstGeom prst="rect">
            <a:avLst/>
          </a:prstGeom>
          <a:noFill/>
        </p:spPr>
        <p:txBody>
          <a:bodyPr wrap="square" lIns="0" rIns="0" tIns="0" bIns="0">
            <a:spAutoFit/>
          </a:bodyPr>
          <a:lstStyle/>
          <a:p>
            <a:pPr>
              <a:spcAft>
                <a:spcPts val="0"/>
              </a:spcAft>
              <a:defRPr sz="1600" b="0">
                <a:solidFill>
                  <a:srgbClr val="181D16"/>
                </a:solidFill>
                <a:latin typeface="Arial"/>
              </a:defRPr>
            </a:pPr>
            <a:r>
              <a:t>Sample B</a:t>
            </a:r>
          </a:p>
          <a:p>
            <a:pPr>
              <a:spcAft>
                <a:spcPts val="0"/>
              </a:spcAft>
              <a:defRPr sz="1600" b="0">
                <a:solidFill>
                  <a:srgbClr val="181D16"/>
                </a:solidFill>
                <a:latin typeface="Arial"/>
              </a:defRPr>
            </a:pPr>
            <a:r>
              <a:t>prediction 0.40</a:t>
            </a:r>
          </a:p>
        </p:txBody>
      </p:sp>
      <p:cxnSp>
        <p:nvCxnSpPr>
          <p:cNvPr id="35" name="Connector 34"/>
          <p:cNvCxnSpPr/>
          <p:nvPr/>
        </p:nvCxnSpPr>
        <p:spPr>
          <a:xfrm>
            <a:off x="3657600" y="5440680"/>
            <a:ext cx="2103120" cy="0"/>
          </a:xfrm>
          <a:prstGeom prst="line">
            <a:avLst/>
          </a:prstGeom>
          <a:ln w="12700">
            <a:solidFill>
              <a:srgbClr val="D4D6D0"/>
            </a:solidFill>
          </a:ln>
        </p:spPr>
        <p:style>
          <a:lnRef idx="2">
            <a:schemeClr val="accent1"/>
          </a:lnRef>
          <a:fillRef idx="0">
            <a:schemeClr val="accent1"/>
          </a:fillRef>
          <a:effectRef idx="0">
            <a:schemeClr val="accent1"/>
          </a:effectRef>
          <a:fontRef idx="minor">
            <a:schemeClr val="tx1"/>
          </a:fontRef>
        </p:style>
      </p:cxnSp>
      <p:cxnSp>
        <p:nvCxnSpPr>
          <p:cNvPr id="36" name="Connector 35"/>
          <p:cNvCxnSpPr/>
          <p:nvPr/>
        </p:nvCxnSpPr>
        <p:spPr>
          <a:xfrm>
            <a:off x="3657600" y="2834640"/>
            <a:ext cx="0" cy="2606040"/>
          </a:xfrm>
          <a:prstGeom prst="line">
            <a:avLst/>
          </a:prstGeom>
          <a:ln w="12700">
            <a:solidFill>
              <a:srgbClr val="D4D6D0"/>
            </a:solidFill>
          </a:ln>
        </p:spPr>
        <p:style>
          <a:lnRef idx="2">
            <a:schemeClr val="accent1"/>
          </a:lnRef>
          <a:fillRef idx="0">
            <a:schemeClr val="accent1"/>
          </a:fillRef>
          <a:effectRef idx="0">
            <a:schemeClr val="accent1"/>
          </a:effectRef>
          <a:fontRef idx="minor">
            <a:schemeClr val="tx1"/>
          </a:fontRef>
        </p:style>
      </p:cxnSp>
      <p:sp>
        <p:nvSpPr>
          <p:cNvPr id="37" name="TextBox 36"/>
          <p:cNvSpPr txBox="1"/>
          <p:nvPr/>
        </p:nvSpPr>
        <p:spPr>
          <a:xfrm>
            <a:off x="5669280" y="5532120"/>
            <a:ext cx="640080" cy="274320"/>
          </a:xfrm>
          <a:prstGeom prst="rect">
            <a:avLst/>
          </a:prstGeom>
          <a:noFill/>
        </p:spPr>
        <p:txBody>
          <a:bodyPr wrap="square" lIns="0" rIns="0" tIns="0" bIns="0">
            <a:spAutoFit/>
          </a:bodyPr>
          <a:lstStyle/>
          <a:p>
            <a:pPr>
              <a:spcAft>
                <a:spcPts val="0"/>
              </a:spcAft>
              <a:defRPr sz="1400" b="0">
                <a:solidFill>
                  <a:srgbClr val="686C66"/>
                </a:solidFill>
                <a:latin typeface="Arial"/>
              </a:defRPr>
            </a:pPr>
            <a:r>
              <a:t>x</a:t>
            </a:r>
          </a:p>
        </p:txBody>
      </p:sp>
      <p:sp>
        <p:nvSpPr>
          <p:cNvPr id="38" name="TextBox 37"/>
          <p:cNvSpPr txBox="1"/>
          <p:nvPr/>
        </p:nvSpPr>
        <p:spPr>
          <a:xfrm>
            <a:off x="3383280" y="2651760"/>
            <a:ext cx="914400" cy="274320"/>
          </a:xfrm>
          <a:prstGeom prst="rect">
            <a:avLst/>
          </a:prstGeom>
          <a:noFill/>
        </p:spPr>
        <p:txBody>
          <a:bodyPr wrap="square" lIns="0" rIns="0" tIns="0" bIns="0">
            <a:spAutoFit/>
          </a:bodyPr>
          <a:lstStyle/>
          <a:p>
            <a:pPr>
              <a:spcAft>
                <a:spcPts val="0"/>
              </a:spcAft>
              <a:defRPr sz="1400" b="0">
                <a:solidFill>
                  <a:srgbClr val="686C66"/>
                </a:solidFill>
                <a:latin typeface="Arial"/>
              </a:defRPr>
            </a:pPr>
            <a:r>
              <a:t>y</a:t>
            </a:r>
          </a:p>
        </p:txBody>
      </p:sp>
      <p:sp>
        <p:nvSpPr>
          <p:cNvPr id="39" name="Freeform 38"/>
          <p:cNvSpPr/>
          <p:nvPr/>
        </p:nvSpPr>
        <p:spPr>
          <a:xfrm>
            <a:off x="3657600" y="3390595"/>
            <a:ext cx="2103120" cy="1624889"/>
          </a:xfrm>
          <a:custGeom>
            <a:avLst/>
            <a:gdLst/>
            <a:ahLst/>
            <a:cxnLst/>
            <a:rect l="l" t="t" r="r" b="b"/>
            <a:pathLst>
              <a:path w="2300" h="1777">
                <a:moveTo>
                  <a:pt x="0" y="748"/>
                </a:moveTo>
                <a:lnTo>
                  <a:pt x="6" y="737"/>
                </a:lnTo>
                <a:lnTo>
                  <a:pt x="12" y="722"/>
                </a:lnTo>
                <a:lnTo>
                  <a:pt x="17" y="704"/>
                </a:lnTo>
                <a:lnTo>
                  <a:pt x="23" y="684"/>
                </a:lnTo>
                <a:lnTo>
                  <a:pt x="29" y="662"/>
                </a:lnTo>
                <a:lnTo>
                  <a:pt x="35" y="639"/>
                </a:lnTo>
                <a:lnTo>
                  <a:pt x="40" y="615"/>
                </a:lnTo>
                <a:lnTo>
                  <a:pt x="46" y="591"/>
                </a:lnTo>
                <a:lnTo>
                  <a:pt x="52" y="567"/>
                </a:lnTo>
                <a:lnTo>
                  <a:pt x="58" y="544"/>
                </a:lnTo>
                <a:lnTo>
                  <a:pt x="63" y="521"/>
                </a:lnTo>
                <a:lnTo>
                  <a:pt x="69" y="499"/>
                </a:lnTo>
                <a:lnTo>
                  <a:pt x="75" y="479"/>
                </a:lnTo>
                <a:lnTo>
                  <a:pt x="81" y="460"/>
                </a:lnTo>
                <a:lnTo>
                  <a:pt x="86" y="442"/>
                </a:lnTo>
                <a:lnTo>
                  <a:pt x="92" y="426"/>
                </a:lnTo>
                <a:lnTo>
                  <a:pt x="98" y="412"/>
                </a:lnTo>
                <a:lnTo>
                  <a:pt x="104" y="399"/>
                </a:lnTo>
                <a:lnTo>
                  <a:pt x="110" y="388"/>
                </a:lnTo>
                <a:lnTo>
                  <a:pt x="115" y="379"/>
                </a:lnTo>
                <a:lnTo>
                  <a:pt x="121" y="372"/>
                </a:lnTo>
                <a:lnTo>
                  <a:pt x="127" y="367"/>
                </a:lnTo>
                <a:lnTo>
                  <a:pt x="133" y="363"/>
                </a:lnTo>
                <a:lnTo>
                  <a:pt x="138" y="361"/>
                </a:lnTo>
                <a:lnTo>
                  <a:pt x="144" y="361"/>
                </a:lnTo>
                <a:lnTo>
                  <a:pt x="150" y="363"/>
                </a:lnTo>
                <a:lnTo>
                  <a:pt x="156" y="366"/>
                </a:lnTo>
                <a:lnTo>
                  <a:pt x="161" y="370"/>
                </a:lnTo>
                <a:lnTo>
                  <a:pt x="167" y="376"/>
                </a:lnTo>
                <a:lnTo>
                  <a:pt x="173" y="383"/>
                </a:lnTo>
                <a:lnTo>
                  <a:pt x="179" y="391"/>
                </a:lnTo>
                <a:lnTo>
                  <a:pt x="184" y="401"/>
                </a:lnTo>
                <a:lnTo>
                  <a:pt x="190" y="412"/>
                </a:lnTo>
                <a:lnTo>
                  <a:pt x="196" y="423"/>
                </a:lnTo>
                <a:lnTo>
                  <a:pt x="202" y="436"/>
                </a:lnTo>
                <a:lnTo>
                  <a:pt x="208" y="449"/>
                </a:lnTo>
                <a:lnTo>
                  <a:pt x="213" y="463"/>
                </a:lnTo>
                <a:lnTo>
                  <a:pt x="219" y="478"/>
                </a:lnTo>
                <a:lnTo>
                  <a:pt x="225" y="493"/>
                </a:lnTo>
                <a:lnTo>
                  <a:pt x="231" y="509"/>
                </a:lnTo>
                <a:lnTo>
                  <a:pt x="236" y="525"/>
                </a:lnTo>
                <a:lnTo>
                  <a:pt x="242" y="542"/>
                </a:lnTo>
                <a:lnTo>
                  <a:pt x="248" y="559"/>
                </a:lnTo>
                <a:lnTo>
                  <a:pt x="254" y="576"/>
                </a:lnTo>
                <a:lnTo>
                  <a:pt x="259" y="594"/>
                </a:lnTo>
                <a:lnTo>
                  <a:pt x="265" y="611"/>
                </a:lnTo>
                <a:lnTo>
                  <a:pt x="271" y="629"/>
                </a:lnTo>
                <a:lnTo>
                  <a:pt x="277" y="647"/>
                </a:lnTo>
                <a:lnTo>
                  <a:pt x="282" y="664"/>
                </a:lnTo>
                <a:lnTo>
                  <a:pt x="288" y="682"/>
                </a:lnTo>
                <a:lnTo>
                  <a:pt x="294" y="700"/>
                </a:lnTo>
                <a:lnTo>
                  <a:pt x="300" y="717"/>
                </a:lnTo>
                <a:lnTo>
                  <a:pt x="306" y="735"/>
                </a:lnTo>
                <a:lnTo>
                  <a:pt x="311" y="752"/>
                </a:lnTo>
                <a:lnTo>
                  <a:pt x="317" y="769"/>
                </a:lnTo>
                <a:lnTo>
                  <a:pt x="323" y="786"/>
                </a:lnTo>
                <a:lnTo>
                  <a:pt x="329" y="803"/>
                </a:lnTo>
                <a:lnTo>
                  <a:pt x="334" y="819"/>
                </a:lnTo>
                <a:lnTo>
                  <a:pt x="340" y="835"/>
                </a:lnTo>
                <a:lnTo>
                  <a:pt x="346" y="852"/>
                </a:lnTo>
                <a:lnTo>
                  <a:pt x="352" y="867"/>
                </a:lnTo>
                <a:lnTo>
                  <a:pt x="357" y="883"/>
                </a:lnTo>
                <a:lnTo>
                  <a:pt x="363" y="898"/>
                </a:lnTo>
                <a:lnTo>
                  <a:pt x="369" y="914"/>
                </a:lnTo>
                <a:lnTo>
                  <a:pt x="375" y="929"/>
                </a:lnTo>
                <a:lnTo>
                  <a:pt x="380" y="943"/>
                </a:lnTo>
                <a:lnTo>
                  <a:pt x="386" y="958"/>
                </a:lnTo>
                <a:lnTo>
                  <a:pt x="392" y="972"/>
                </a:lnTo>
                <a:lnTo>
                  <a:pt x="398" y="986"/>
                </a:lnTo>
                <a:lnTo>
                  <a:pt x="404" y="1000"/>
                </a:lnTo>
                <a:lnTo>
                  <a:pt x="409" y="1014"/>
                </a:lnTo>
                <a:lnTo>
                  <a:pt x="415" y="1028"/>
                </a:lnTo>
                <a:lnTo>
                  <a:pt x="421" y="1041"/>
                </a:lnTo>
                <a:lnTo>
                  <a:pt x="427" y="1055"/>
                </a:lnTo>
                <a:lnTo>
                  <a:pt x="432" y="1068"/>
                </a:lnTo>
                <a:lnTo>
                  <a:pt x="438" y="1081"/>
                </a:lnTo>
                <a:lnTo>
                  <a:pt x="444" y="1094"/>
                </a:lnTo>
                <a:lnTo>
                  <a:pt x="450" y="1107"/>
                </a:lnTo>
                <a:lnTo>
                  <a:pt x="455" y="1120"/>
                </a:lnTo>
                <a:lnTo>
                  <a:pt x="461" y="1133"/>
                </a:lnTo>
                <a:lnTo>
                  <a:pt x="467" y="1146"/>
                </a:lnTo>
                <a:lnTo>
                  <a:pt x="473" y="1158"/>
                </a:lnTo>
                <a:lnTo>
                  <a:pt x="478" y="1171"/>
                </a:lnTo>
                <a:lnTo>
                  <a:pt x="484" y="1184"/>
                </a:lnTo>
                <a:lnTo>
                  <a:pt x="490" y="1197"/>
                </a:lnTo>
                <a:lnTo>
                  <a:pt x="496" y="1210"/>
                </a:lnTo>
                <a:lnTo>
                  <a:pt x="502" y="1222"/>
                </a:lnTo>
                <a:lnTo>
                  <a:pt x="507" y="1235"/>
                </a:lnTo>
                <a:lnTo>
                  <a:pt x="513" y="1248"/>
                </a:lnTo>
                <a:lnTo>
                  <a:pt x="519" y="1261"/>
                </a:lnTo>
                <a:lnTo>
                  <a:pt x="525" y="1274"/>
                </a:lnTo>
                <a:lnTo>
                  <a:pt x="530" y="1287"/>
                </a:lnTo>
                <a:lnTo>
                  <a:pt x="536" y="1300"/>
                </a:lnTo>
                <a:lnTo>
                  <a:pt x="542" y="1313"/>
                </a:lnTo>
                <a:lnTo>
                  <a:pt x="548" y="1326"/>
                </a:lnTo>
                <a:lnTo>
                  <a:pt x="553" y="1339"/>
                </a:lnTo>
                <a:lnTo>
                  <a:pt x="559" y="1352"/>
                </a:lnTo>
                <a:lnTo>
                  <a:pt x="565" y="1365"/>
                </a:lnTo>
                <a:lnTo>
                  <a:pt x="571" y="1378"/>
                </a:lnTo>
                <a:lnTo>
                  <a:pt x="576" y="1391"/>
                </a:lnTo>
                <a:lnTo>
                  <a:pt x="582" y="1405"/>
                </a:lnTo>
                <a:lnTo>
                  <a:pt x="588" y="1418"/>
                </a:lnTo>
                <a:lnTo>
                  <a:pt x="594" y="1431"/>
                </a:lnTo>
                <a:lnTo>
                  <a:pt x="599" y="1444"/>
                </a:lnTo>
                <a:lnTo>
                  <a:pt x="605" y="1457"/>
                </a:lnTo>
                <a:lnTo>
                  <a:pt x="611" y="1470"/>
                </a:lnTo>
                <a:lnTo>
                  <a:pt x="617" y="1483"/>
                </a:lnTo>
                <a:lnTo>
                  <a:pt x="623" y="1496"/>
                </a:lnTo>
                <a:lnTo>
                  <a:pt x="628" y="1509"/>
                </a:lnTo>
                <a:lnTo>
                  <a:pt x="634" y="1521"/>
                </a:lnTo>
                <a:lnTo>
                  <a:pt x="640" y="1534"/>
                </a:lnTo>
                <a:lnTo>
                  <a:pt x="646" y="1547"/>
                </a:lnTo>
                <a:lnTo>
                  <a:pt x="651" y="1559"/>
                </a:lnTo>
                <a:lnTo>
                  <a:pt x="657" y="1571"/>
                </a:lnTo>
                <a:lnTo>
                  <a:pt x="663" y="1583"/>
                </a:lnTo>
                <a:lnTo>
                  <a:pt x="669" y="1595"/>
                </a:lnTo>
                <a:lnTo>
                  <a:pt x="674" y="1606"/>
                </a:lnTo>
                <a:lnTo>
                  <a:pt x="680" y="1618"/>
                </a:lnTo>
                <a:lnTo>
                  <a:pt x="686" y="1629"/>
                </a:lnTo>
                <a:lnTo>
                  <a:pt x="692" y="1639"/>
                </a:lnTo>
                <a:lnTo>
                  <a:pt x="697" y="1650"/>
                </a:lnTo>
                <a:lnTo>
                  <a:pt x="703" y="1660"/>
                </a:lnTo>
                <a:lnTo>
                  <a:pt x="709" y="1670"/>
                </a:lnTo>
                <a:lnTo>
                  <a:pt x="715" y="1679"/>
                </a:lnTo>
                <a:lnTo>
                  <a:pt x="721" y="1689"/>
                </a:lnTo>
                <a:lnTo>
                  <a:pt x="726" y="1697"/>
                </a:lnTo>
                <a:lnTo>
                  <a:pt x="732" y="1706"/>
                </a:lnTo>
                <a:lnTo>
                  <a:pt x="738" y="1714"/>
                </a:lnTo>
                <a:lnTo>
                  <a:pt x="744" y="1721"/>
                </a:lnTo>
                <a:lnTo>
                  <a:pt x="749" y="1728"/>
                </a:lnTo>
                <a:lnTo>
                  <a:pt x="755" y="1735"/>
                </a:lnTo>
                <a:lnTo>
                  <a:pt x="761" y="1741"/>
                </a:lnTo>
                <a:lnTo>
                  <a:pt x="767" y="1747"/>
                </a:lnTo>
                <a:lnTo>
                  <a:pt x="772" y="1752"/>
                </a:lnTo>
                <a:lnTo>
                  <a:pt x="778" y="1757"/>
                </a:lnTo>
                <a:lnTo>
                  <a:pt x="784" y="1761"/>
                </a:lnTo>
                <a:lnTo>
                  <a:pt x="790" y="1765"/>
                </a:lnTo>
                <a:lnTo>
                  <a:pt x="795" y="1768"/>
                </a:lnTo>
                <a:lnTo>
                  <a:pt x="801" y="1771"/>
                </a:lnTo>
                <a:lnTo>
                  <a:pt x="807" y="1773"/>
                </a:lnTo>
                <a:lnTo>
                  <a:pt x="813" y="1775"/>
                </a:lnTo>
                <a:lnTo>
                  <a:pt x="819" y="1776"/>
                </a:lnTo>
                <a:lnTo>
                  <a:pt x="824" y="1777"/>
                </a:lnTo>
                <a:lnTo>
                  <a:pt x="830" y="1777"/>
                </a:lnTo>
                <a:lnTo>
                  <a:pt x="836" y="1776"/>
                </a:lnTo>
                <a:lnTo>
                  <a:pt x="842" y="1775"/>
                </a:lnTo>
                <a:lnTo>
                  <a:pt x="847" y="1773"/>
                </a:lnTo>
                <a:lnTo>
                  <a:pt x="853" y="1771"/>
                </a:lnTo>
                <a:lnTo>
                  <a:pt x="859" y="1769"/>
                </a:lnTo>
                <a:lnTo>
                  <a:pt x="865" y="1765"/>
                </a:lnTo>
                <a:lnTo>
                  <a:pt x="870" y="1762"/>
                </a:lnTo>
                <a:lnTo>
                  <a:pt x="876" y="1757"/>
                </a:lnTo>
                <a:lnTo>
                  <a:pt x="882" y="1752"/>
                </a:lnTo>
                <a:lnTo>
                  <a:pt x="888" y="1747"/>
                </a:lnTo>
                <a:lnTo>
                  <a:pt x="893" y="1741"/>
                </a:lnTo>
                <a:lnTo>
                  <a:pt x="899" y="1735"/>
                </a:lnTo>
                <a:lnTo>
                  <a:pt x="905" y="1728"/>
                </a:lnTo>
                <a:lnTo>
                  <a:pt x="911" y="1721"/>
                </a:lnTo>
                <a:lnTo>
                  <a:pt x="917" y="1713"/>
                </a:lnTo>
                <a:lnTo>
                  <a:pt x="922" y="1705"/>
                </a:lnTo>
                <a:lnTo>
                  <a:pt x="928" y="1697"/>
                </a:lnTo>
                <a:lnTo>
                  <a:pt x="934" y="1688"/>
                </a:lnTo>
                <a:lnTo>
                  <a:pt x="940" y="1679"/>
                </a:lnTo>
                <a:lnTo>
                  <a:pt x="945" y="1669"/>
                </a:lnTo>
                <a:lnTo>
                  <a:pt x="951" y="1659"/>
                </a:lnTo>
                <a:lnTo>
                  <a:pt x="957" y="1649"/>
                </a:lnTo>
                <a:lnTo>
                  <a:pt x="963" y="1638"/>
                </a:lnTo>
                <a:lnTo>
                  <a:pt x="968" y="1627"/>
                </a:lnTo>
                <a:lnTo>
                  <a:pt x="974" y="1616"/>
                </a:lnTo>
                <a:lnTo>
                  <a:pt x="980" y="1605"/>
                </a:lnTo>
                <a:lnTo>
                  <a:pt x="986" y="1593"/>
                </a:lnTo>
                <a:lnTo>
                  <a:pt x="991" y="1581"/>
                </a:lnTo>
                <a:lnTo>
                  <a:pt x="997" y="1569"/>
                </a:lnTo>
                <a:lnTo>
                  <a:pt x="1003" y="1557"/>
                </a:lnTo>
                <a:lnTo>
                  <a:pt x="1009" y="1545"/>
                </a:lnTo>
                <a:lnTo>
                  <a:pt x="1015" y="1533"/>
                </a:lnTo>
                <a:lnTo>
                  <a:pt x="1020" y="1520"/>
                </a:lnTo>
                <a:lnTo>
                  <a:pt x="1026" y="1508"/>
                </a:lnTo>
                <a:lnTo>
                  <a:pt x="1032" y="1495"/>
                </a:lnTo>
                <a:lnTo>
                  <a:pt x="1038" y="1483"/>
                </a:lnTo>
                <a:lnTo>
                  <a:pt x="1043" y="1471"/>
                </a:lnTo>
                <a:lnTo>
                  <a:pt x="1049" y="1458"/>
                </a:lnTo>
                <a:lnTo>
                  <a:pt x="1055" y="1446"/>
                </a:lnTo>
                <a:lnTo>
                  <a:pt x="1061" y="1434"/>
                </a:lnTo>
                <a:lnTo>
                  <a:pt x="1066" y="1422"/>
                </a:lnTo>
                <a:lnTo>
                  <a:pt x="1072" y="1410"/>
                </a:lnTo>
                <a:lnTo>
                  <a:pt x="1078" y="1398"/>
                </a:lnTo>
                <a:lnTo>
                  <a:pt x="1084" y="1387"/>
                </a:lnTo>
                <a:lnTo>
                  <a:pt x="1089" y="1375"/>
                </a:lnTo>
                <a:lnTo>
                  <a:pt x="1095" y="1364"/>
                </a:lnTo>
                <a:lnTo>
                  <a:pt x="1101" y="1354"/>
                </a:lnTo>
                <a:lnTo>
                  <a:pt x="1107" y="1343"/>
                </a:lnTo>
                <a:lnTo>
                  <a:pt x="1113" y="1333"/>
                </a:lnTo>
                <a:lnTo>
                  <a:pt x="1118" y="1323"/>
                </a:lnTo>
                <a:lnTo>
                  <a:pt x="1124" y="1314"/>
                </a:lnTo>
                <a:lnTo>
                  <a:pt x="1130" y="1304"/>
                </a:lnTo>
                <a:lnTo>
                  <a:pt x="1136" y="1296"/>
                </a:lnTo>
                <a:lnTo>
                  <a:pt x="1141" y="1287"/>
                </a:lnTo>
                <a:lnTo>
                  <a:pt x="1147" y="1279"/>
                </a:lnTo>
                <a:lnTo>
                  <a:pt x="1153" y="1272"/>
                </a:lnTo>
                <a:lnTo>
                  <a:pt x="1159" y="1265"/>
                </a:lnTo>
                <a:lnTo>
                  <a:pt x="1164" y="1258"/>
                </a:lnTo>
                <a:lnTo>
                  <a:pt x="1170" y="1252"/>
                </a:lnTo>
                <a:lnTo>
                  <a:pt x="1176" y="1246"/>
                </a:lnTo>
                <a:lnTo>
                  <a:pt x="1182" y="1241"/>
                </a:lnTo>
                <a:lnTo>
                  <a:pt x="1187" y="1237"/>
                </a:lnTo>
                <a:lnTo>
                  <a:pt x="1193" y="1232"/>
                </a:lnTo>
                <a:lnTo>
                  <a:pt x="1199" y="1229"/>
                </a:lnTo>
                <a:lnTo>
                  <a:pt x="1205" y="1226"/>
                </a:lnTo>
                <a:lnTo>
                  <a:pt x="1211" y="1223"/>
                </a:lnTo>
                <a:lnTo>
                  <a:pt x="1216" y="1221"/>
                </a:lnTo>
                <a:lnTo>
                  <a:pt x="1222" y="1219"/>
                </a:lnTo>
                <a:lnTo>
                  <a:pt x="1228" y="1218"/>
                </a:lnTo>
                <a:lnTo>
                  <a:pt x="1234" y="1218"/>
                </a:lnTo>
                <a:lnTo>
                  <a:pt x="1239" y="1218"/>
                </a:lnTo>
                <a:lnTo>
                  <a:pt x="1245" y="1218"/>
                </a:lnTo>
                <a:lnTo>
                  <a:pt x="1251" y="1219"/>
                </a:lnTo>
                <a:lnTo>
                  <a:pt x="1257" y="1221"/>
                </a:lnTo>
                <a:lnTo>
                  <a:pt x="1262" y="1223"/>
                </a:lnTo>
                <a:lnTo>
                  <a:pt x="1268" y="1225"/>
                </a:lnTo>
                <a:lnTo>
                  <a:pt x="1274" y="1228"/>
                </a:lnTo>
                <a:lnTo>
                  <a:pt x="1280" y="1232"/>
                </a:lnTo>
                <a:lnTo>
                  <a:pt x="1285" y="1236"/>
                </a:lnTo>
                <a:lnTo>
                  <a:pt x="1291" y="1240"/>
                </a:lnTo>
                <a:lnTo>
                  <a:pt x="1297" y="1245"/>
                </a:lnTo>
                <a:lnTo>
                  <a:pt x="1303" y="1250"/>
                </a:lnTo>
                <a:lnTo>
                  <a:pt x="1309" y="1256"/>
                </a:lnTo>
                <a:lnTo>
                  <a:pt x="1314" y="1262"/>
                </a:lnTo>
                <a:lnTo>
                  <a:pt x="1320" y="1269"/>
                </a:lnTo>
                <a:lnTo>
                  <a:pt x="1326" y="1276"/>
                </a:lnTo>
                <a:lnTo>
                  <a:pt x="1332" y="1283"/>
                </a:lnTo>
                <a:lnTo>
                  <a:pt x="1337" y="1290"/>
                </a:lnTo>
                <a:lnTo>
                  <a:pt x="1343" y="1298"/>
                </a:lnTo>
                <a:lnTo>
                  <a:pt x="1349" y="1306"/>
                </a:lnTo>
                <a:lnTo>
                  <a:pt x="1355" y="1314"/>
                </a:lnTo>
                <a:lnTo>
                  <a:pt x="1360" y="1323"/>
                </a:lnTo>
                <a:lnTo>
                  <a:pt x="1366" y="1332"/>
                </a:lnTo>
                <a:lnTo>
                  <a:pt x="1372" y="1341"/>
                </a:lnTo>
                <a:lnTo>
                  <a:pt x="1378" y="1350"/>
                </a:lnTo>
                <a:lnTo>
                  <a:pt x="1383" y="1359"/>
                </a:lnTo>
                <a:lnTo>
                  <a:pt x="1389" y="1368"/>
                </a:lnTo>
                <a:lnTo>
                  <a:pt x="1395" y="1378"/>
                </a:lnTo>
                <a:lnTo>
                  <a:pt x="1401" y="1387"/>
                </a:lnTo>
                <a:lnTo>
                  <a:pt x="1407" y="1397"/>
                </a:lnTo>
                <a:lnTo>
                  <a:pt x="1412" y="1406"/>
                </a:lnTo>
                <a:lnTo>
                  <a:pt x="1418" y="1416"/>
                </a:lnTo>
                <a:lnTo>
                  <a:pt x="1424" y="1425"/>
                </a:lnTo>
                <a:lnTo>
                  <a:pt x="1430" y="1435"/>
                </a:lnTo>
                <a:lnTo>
                  <a:pt x="1435" y="1444"/>
                </a:lnTo>
                <a:lnTo>
                  <a:pt x="1441" y="1453"/>
                </a:lnTo>
                <a:lnTo>
                  <a:pt x="1447" y="1462"/>
                </a:lnTo>
                <a:lnTo>
                  <a:pt x="1453" y="1471"/>
                </a:lnTo>
                <a:lnTo>
                  <a:pt x="1458" y="1480"/>
                </a:lnTo>
                <a:lnTo>
                  <a:pt x="1464" y="1488"/>
                </a:lnTo>
                <a:lnTo>
                  <a:pt x="1470" y="1496"/>
                </a:lnTo>
                <a:lnTo>
                  <a:pt x="1476" y="1504"/>
                </a:lnTo>
                <a:lnTo>
                  <a:pt x="1481" y="1511"/>
                </a:lnTo>
                <a:lnTo>
                  <a:pt x="1487" y="1518"/>
                </a:lnTo>
                <a:lnTo>
                  <a:pt x="1493" y="1525"/>
                </a:lnTo>
                <a:lnTo>
                  <a:pt x="1499" y="1531"/>
                </a:lnTo>
                <a:lnTo>
                  <a:pt x="1505" y="1537"/>
                </a:lnTo>
                <a:lnTo>
                  <a:pt x="1510" y="1543"/>
                </a:lnTo>
                <a:lnTo>
                  <a:pt x="1516" y="1548"/>
                </a:lnTo>
                <a:lnTo>
                  <a:pt x="1522" y="1553"/>
                </a:lnTo>
                <a:lnTo>
                  <a:pt x="1528" y="1557"/>
                </a:lnTo>
                <a:lnTo>
                  <a:pt x="1533" y="1560"/>
                </a:lnTo>
                <a:lnTo>
                  <a:pt x="1539" y="1563"/>
                </a:lnTo>
                <a:lnTo>
                  <a:pt x="1545" y="1566"/>
                </a:lnTo>
                <a:lnTo>
                  <a:pt x="1551" y="1568"/>
                </a:lnTo>
                <a:lnTo>
                  <a:pt x="1556" y="1569"/>
                </a:lnTo>
                <a:lnTo>
                  <a:pt x="1562" y="1570"/>
                </a:lnTo>
                <a:lnTo>
                  <a:pt x="1568" y="1570"/>
                </a:lnTo>
                <a:lnTo>
                  <a:pt x="1574" y="1569"/>
                </a:lnTo>
                <a:lnTo>
                  <a:pt x="1579" y="1568"/>
                </a:lnTo>
                <a:lnTo>
                  <a:pt x="1585" y="1566"/>
                </a:lnTo>
                <a:lnTo>
                  <a:pt x="1591" y="1564"/>
                </a:lnTo>
                <a:lnTo>
                  <a:pt x="1597" y="1561"/>
                </a:lnTo>
                <a:lnTo>
                  <a:pt x="1603" y="1557"/>
                </a:lnTo>
                <a:lnTo>
                  <a:pt x="1608" y="1553"/>
                </a:lnTo>
                <a:lnTo>
                  <a:pt x="1614" y="1547"/>
                </a:lnTo>
                <a:lnTo>
                  <a:pt x="1620" y="1542"/>
                </a:lnTo>
                <a:lnTo>
                  <a:pt x="1626" y="1535"/>
                </a:lnTo>
                <a:lnTo>
                  <a:pt x="1631" y="1528"/>
                </a:lnTo>
                <a:lnTo>
                  <a:pt x="1637" y="1520"/>
                </a:lnTo>
                <a:lnTo>
                  <a:pt x="1643" y="1511"/>
                </a:lnTo>
                <a:lnTo>
                  <a:pt x="1649" y="1502"/>
                </a:lnTo>
                <a:lnTo>
                  <a:pt x="1654" y="1492"/>
                </a:lnTo>
                <a:lnTo>
                  <a:pt x="1660" y="1482"/>
                </a:lnTo>
                <a:lnTo>
                  <a:pt x="1666" y="1470"/>
                </a:lnTo>
                <a:lnTo>
                  <a:pt x="1672" y="1459"/>
                </a:lnTo>
                <a:lnTo>
                  <a:pt x="1677" y="1446"/>
                </a:lnTo>
                <a:lnTo>
                  <a:pt x="1683" y="1433"/>
                </a:lnTo>
                <a:lnTo>
                  <a:pt x="1689" y="1419"/>
                </a:lnTo>
                <a:lnTo>
                  <a:pt x="1695" y="1405"/>
                </a:lnTo>
                <a:lnTo>
                  <a:pt x="1701" y="1390"/>
                </a:lnTo>
                <a:lnTo>
                  <a:pt x="1706" y="1374"/>
                </a:lnTo>
                <a:lnTo>
                  <a:pt x="1712" y="1358"/>
                </a:lnTo>
                <a:lnTo>
                  <a:pt x="1718" y="1342"/>
                </a:lnTo>
                <a:lnTo>
                  <a:pt x="1724" y="1325"/>
                </a:lnTo>
                <a:lnTo>
                  <a:pt x="1729" y="1307"/>
                </a:lnTo>
                <a:lnTo>
                  <a:pt x="1735" y="1289"/>
                </a:lnTo>
                <a:lnTo>
                  <a:pt x="1741" y="1270"/>
                </a:lnTo>
                <a:lnTo>
                  <a:pt x="1747" y="1251"/>
                </a:lnTo>
                <a:lnTo>
                  <a:pt x="1752" y="1232"/>
                </a:lnTo>
                <a:lnTo>
                  <a:pt x="1758" y="1212"/>
                </a:lnTo>
                <a:lnTo>
                  <a:pt x="1764" y="1192"/>
                </a:lnTo>
                <a:lnTo>
                  <a:pt x="1770" y="1172"/>
                </a:lnTo>
                <a:lnTo>
                  <a:pt x="1775" y="1151"/>
                </a:lnTo>
                <a:lnTo>
                  <a:pt x="1781" y="1130"/>
                </a:lnTo>
                <a:lnTo>
                  <a:pt x="1787" y="1109"/>
                </a:lnTo>
                <a:lnTo>
                  <a:pt x="1793" y="1087"/>
                </a:lnTo>
                <a:lnTo>
                  <a:pt x="1798" y="1066"/>
                </a:lnTo>
                <a:lnTo>
                  <a:pt x="1804" y="1044"/>
                </a:lnTo>
                <a:lnTo>
                  <a:pt x="1810" y="1022"/>
                </a:lnTo>
                <a:lnTo>
                  <a:pt x="1816" y="1000"/>
                </a:lnTo>
                <a:lnTo>
                  <a:pt x="1822" y="978"/>
                </a:lnTo>
                <a:lnTo>
                  <a:pt x="1827" y="956"/>
                </a:lnTo>
                <a:lnTo>
                  <a:pt x="1833" y="933"/>
                </a:lnTo>
                <a:lnTo>
                  <a:pt x="1839" y="911"/>
                </a:lnTo>
                <a:lnTo>
                  <a:pt x="1845" y="889"/>
                </a:lnTo>
                <a:lnTo>
                  <a:pt x="1850" y="867"/>
                </a:lnTo>
                <a:lnTo>
                  <a:pt x="1856" y="845"/>
                </a:lnTo>
                <a:lnTo>
                  <a:pt x="1862" y="823"/>
                </a:lnTo>
                <a:lnTo>
                  <a:pt x="1868" y="802"/>
                </a:lnTo>
                <a:lnTo>
                  <a:pt x="1873" y="780"/>
                </a:lnTo>
                <a:lnTo>
                  <a:pt x="1879" y="759"/>
                </a:lnTo>
                <a:lnTo>
                  <a:pt x="1885" y="738"/>
                </a:lnTo>
                <a:lnTo>
                  <a:pt x="1891" y="717"/>
                </a:lnTo>
                <a:lnTo>
                  <a:pt x="1896" y="697"/>
                </a:lnTo>
                <a:lnTo>
                  <a:pt x="1902" y="677"/>
                </a:lnTo>
                <a:lnTo>
                  <a:pt x="1908" y="657"/>
                </a:lnTo>
                <a:lnTo>
                  <a:pt x="1914" y="638"/>
                </a:lnTo>
                <a:lnTo>
                  <a:pt x="1920" y="619"/>
                </a:lnTo>
                <a:lnTo>
                  <a:pt x="1925" y="601"/>
                </a:lnTo>
                <a:lnTo>
                  <a:pt x="1931" y="583"/>
                </a:lnTo>
                <a:lnTo>
                  <a:pt x="1937" y="566"/>
                </a:lnTo>
                <a:lnTo>
                  <a:pt x="1943" y="549"/>
                </a:lnTo>
                <a:lnTo>
                  <a:pt x="1948" y="532"/>
                </a:lnTo>
                <a:lnTo>
                  <a:pt x="1954" y="516"/>
                </a:lnTo>
                <a:lnTo>
                  <a:pt x="1960" y="501"/>
                </a:lnTo>
                <a:lnTo>
                  <a:pt x="1966" y="486"/>
                </a:lnTo>
                <a:lnTo>
                  <a:pt x="1971" y="472"/>
                </a:lnTo>
                <a:lnTo>
                  <a:pt x="1977" y="459"/>
                </a:lnTo>
                <a:lnTo>
                  <a:pt x="1983" y="446"/>
                </a:lnTo>
                <a:lnTo>
                  <a:pt x="1989" y="434"/>
                </a:lnTo>
                <a:lnTo>
                  <a:pt x="1994" y="422"/>
                </a:lnTo>
                <a:lnTo>
                  <a:pt x="2000" y="411"/>
                </a:lnTo>
                <a:lnTo>
                  <a:pt x="2006" y="401"/>
                </a:lnTo>
                <a:lnTo>
                  <a:pt x="2012" y="391"/>
                </a:lnTo>
                <a:lnTo>
                  <a:pt x="2018" y="382"/>
                </a:lnTo>
                <a:lnTo>
                  <a:pt x="2023" y="374"/>
                </a:lnTo>
                <a:lnTo>
                  <a:pt x="2029" y="367"/>
                </a:lnTo>
                <a:lnTo>
                  <a:pt x="2035" y="360"/>
                </a:lnTo>
                <a:lnTo>
                  <a:pt x="2041" y="354"/>
                </a:lnTo>
                <a:lnTo>
                  <a:pt x="2046" y="348"/>
                </a:lnTo>
                <a:lnTo>
                  <a:pt x="2052" y="344"/>
                </a:lnTo>
                <a:lnTo>
                  <a:pt x="2058" y="340"/>
                </a:lnTo>
                <a:lnTo>
                  <a:pt x="2064" y="336"/>
                </a:lnTo>
                <a:lnTo>
                  <a:pt x="2069" y="333"/>
                </a:lnTo>
                <a:lnTo>
                  <a:pt x="2075" y="331"/>
                </a:lnTo>
                <a:lnTo>
                  <a:pt x="2081" y="330"/>
                </a:lnTo>
                <a:lnTo>
                  <a:pt x="2087" y="329"/>
                </a:lnTo>
                <a:lnTo>
                  <a:pt x="2092" y="329"/>
                </a:lnTo>
                <a:lnTo>
                  <a:pt x="2098" y="329"/>
                </a:lnTo>
                <a:lnTo>
                  <a:pt x="2104" y="329"/>
                </a:lnTo>
                <a:lnTo>
                  <a:pt x="2110" y="331"/>
                </a:lnTo>
                <a:lnTo>
                  <a:pt x="2116" y="332"/>
                </a:lnTo>
                <a:lnTo>
                  <a:pt x="2121" y="334"/>
                </a:lnTo>
                <a:lnTo>
                  <a:pt x="2127" y="337"/>
                </a:lnTo>
                <a:lnTo>
                  <a:pt x="2133" y="339"/>
                </a:lnTo>
                <a:lnTo>
                  <a:pt x="2139" y="342"/>
                </a:lnTo>
                <a:lnTo>
                  <a:pt x="2144" y="345"/>
                </a:lnTo>
                <a:lnTo>
                  <a:pt x="2150" y="349"/>
                </a:lnTo>
                <a:lnTo>
                  <a:pt x="2156" y="352"/>
                </a:lnTo>
                <a:lnTo>
                  <a:pt x="2162" y="355"/>
                </a:lnTo>
                <a:lnTo>
                  <a:pt x="2167" y="358"/>
                </a:lnTo>
                <a:lnTo>
                  <a:pt x="2173" y="361"/>
                </a:lnTo>
                <a:lnTo>
                  <a:pt x="2179" y="363"/>
                </a:lnTo>
                <a:lnTo>
                  <a:pt x="2185" y="365"/>
                </a:lnTo>
                <a:lnTo>
                  <a:pt x="2190" y="367"/>
                </a:lnTo>
                <a:lnTo>
                  <a:pt x="2196" y="367"/>
                </a:lnTo>
                <a:lnTo>
                  <a:pt x="2202" y="367"/>
                </a:lnTo>
                <a:lnTo>
                  <a:pt x="2208" y="366"/>
                </a:lnTo>
                <a:lnTo>
                  <a:pt x="2214" y="363"/>
                </a:lnTo>
                <a:lnTo>
                  <a:pt x="2219" y="359"/>
                </a:lnTo>
                <a:lnTo>
                  <a:pt x="2225" y="354"/>
                </a:lnTo>
                <a:lnTo>
                  <a:pt x="2231" y="346"/>
                </a:lnTo>
                <a:lnTo>
                  <a:pt x="2237" y="337"/>
                </a:lnTo>
                <a:lnTo>
                  <a:pt x="2242" y="325"/>
                </a:lnTo>
                <a:lnTo>
                  <a:pt x="2248" y="310"/>
                </a:lnTo>
                <a:lnTo>
                  <a:pt x="2254" y="293"/>
                </a:lnTo>
                <a:lnTo>
                  <a:pt x="2260" y="272"/>
                </a:lnTo>
                <a:lnTo>
                  <a:pt x="2265" y="247"/>
                </a:lnTo>
                <a:lnTo>
                  <a:pt x="2271" y="219"/>
                </a:lnTo>
                <a:lnTo>
                  <a:pt x="2277" y="186"/>
                </a:lnTo>
                <a:lnTo>
                  <a:pt x="2283" y="148"/>
                </a:lnTo>
                <a:lnTo>
                  <a:pt x="2288" y="105"/>
                </a:lnTo>
                <a:lnTo>
                  <a:pt x="2294" y="56"/>
                </a:lnTo>
                <a:lnTo>
                  <a:pt x="2300" y="0"/>
                </a:lnTo>
              </a:path>
            </a:pathLst>
          </a:custGeom>
          <a:noFill/>
          <a:ln w="38100">
            <a:solidFill>
              <a:srgbClr val="C6532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0" name="Oval 39"/>
          <p:cNvSpPr/>
          <p:nvPr/>
        </p:nvSpPr>
        <p:spPr>
          <a:xfrm>
            <a:off x="3616452" y="4031455"/>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1" name="Oval 40"/>
          <p:cNvSpPr/>
          <p:nvPr/>
        </p:nvSpPr>
        <p:spPr>
          <a:xfrm>
            <a:off x="3727142" y="3704166"/>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2" name="Oval 41"/>
          <p:cNvSpPr/>
          <p:nvPr/>
        </p:nvSpPr>
        <p:spPr>
          <a:xfrm>
            <a:off x="3837833" y="3793243"/>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3" name="Oval 42"/>
          <p:cNvSpPr/>
          <p:nvPr/>
        </p:nvSpPr>
        <p:spPr>
          <a:xfrm>
            <a:off x="3948523" y="4267470"/>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4" name="Oval 43"/>
          <p:cNvSpPr/>
          <p:nvPr/>
        </p:nvSpPr>
        <p:spPr>
          <a:xfrm>
            <a:off x="4059214" y="4341232"/>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5" name="Oval 44"/>
          <p:cNvSpPr/>
          <p:nvPr/>
        </p:nvSpPr>
        <p:spPr>
          <a:xfrm>
            <a:off x="4169904" y="4712823"/>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6" name="Oval 45"/>
          <p:cNvSpPr/>
          <p:nvPr/>
        </p:nvSpPr>
        <p:spPr>
          <a:xfrm>
            <a:off x="4280595" y="4907641"/>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7" name="Oval 46"/>
          <p:cNvSpPr/>
          <p:nvPr/>
        </p:nvSpPr>
        <p:spPr>
          <a:xfrm>
            <a:off x="4391285" y="4938767"/>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8" name="Oval 47"/>
          <p:cNvSpPr/>
          <p:nvPr/>
        </p:nvSpPr>
        <p:spPr>
          <a:xfrm>
            <a:off x="4501976" y="4982662"/>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9" name="Oval 48"/>
          <p:cNvSpPr/>
          <p:nvPr/>
        </p:nvSpPr>
        <p:spPr>
          <a:xfrm>
            <a:off x="4612666" y="4353723"/>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0" name="Oval 49"/>
          <p:cNvSpPr/>
          <p:nvPr/>
        </p:nvSpPr>
        <p:spPr>
          <a:xfrm>
            <a:off x="4723357" y="4636052"/>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1" name="Oval 50"/>
          <p:cNvSpPr/>
          <p:nvPr/>
        </p:nvSpPr>
        <p:spPr>
          <a:xfrm>
            <a:off x="4834047" y="4519989"/>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2" name="Oval 51"/>
          <p:cNvSpPr/>
          <p:nvPr/>
        </p:nvSpPr>
        <p:spPr>
          <a:xfrm>
            <a:off x="4944738" y="4686437"/>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3" name="Oval 52"/>
          <p:cNvSpPr/>
          <p:nvPr/>
        </p:nvSpPr>
        <p:spPr>
          <a:xfrm>
            <a:off x="5055428" y="4727016"/>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4" name="Oval 53"/>
          <p:cNvSpPr/>
          <p:nvPr/>
        </p:nvSpPr>
        <p:spPr>
          <a:xfrm>
            <a:off x="5166119" y="4637460"/>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5" name="Oval 54"/>
          <p:cNvSpPr/>
          <p:nvPr/>
        </p:nvSpPr>
        <p:spPr>
          <a:xfrm>
            <a:off x="5276809" y="4372603"/>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6" name="Oval 55"/>
          <p:cNvSpPr/>
          <p:nvPr/>
        </p:nvSpPr>
        <p:spPr>
          <a:xfrm>
            <a:off x="5387500" y="3738134"/>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7" name="Oval 56"/>
          <p:cNvSpPr/>
          <p:nvPr/>
        </p:nvSpPr>
        <p:spPr>
          <a:xfrm>
            <a:off x="5498190" y="3728928"/>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8" name="Oval 57"/>
          <p:cNvSpPr/>
          <p:nvPr/>
        </p:nvSpPr>
        <p:spPr>
          <a:xfrm>
            <a:off x="5608881" y="3662781"/>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9" name="Oval 58"/>
          <p:cNvSpPr/>
          <p:nvPr/>
        </p:nvSpPr>
        <p:spPr>
          <a:xfrm>
            <a:off x="5719572" y="3351354"/>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cxnSp>
        <p:nvCxnSpPr>
          <p:cNvPr id="60" name="Connector 59"/>
          <p:cNvCxnSpPr/>
          <p:nvPr/>
        </p:nvCxnSpPr>
        <p:spPr>
          <a:xfrm>
            <a:off x="5234940" y="2834640"/>
            <a:ext cx="0" cy="2606040"/>
          </a:xfrm>
          <a:prstGeom prst="line">
            <a:avLst/>
          </a:prstGeom>
          <a:ln w="12700">
            <a:solidFill>
              <a:srgbClr val="7963AF"/>
            </a:solidFill>
            <a:prstDash val="dash"/>
          </a:ln>
        </p:spPr>
        <p:style>
          <a:lnRef idx="2">
            <a:schemeClr val="accent1"/>
          </a:lnRef>
          <a:fillRef idx="0">
            <a:schemeClr val="accent1"/>
          </a:fillRef>
          <a:effectRef idx="0">
            <a:schemeClr val="accent1"/>
          </a:effectRef>
          <a:fontRef idx="minor">
            <a:schemeClr val="tx1"/>
          </a:fontRef>
        </p:style>
      </p:cxnSp>
      <p:sp>
        <p:nvSpPr>
          <p:cNvPr id="61" name="Oval 60"/>
          <p:cNvSpPr/>
          <p:nvPr/>
        </p:nvSpPr>
        <p:spPr>
          <a:xfrm>
            <a:off x="5166359" y="4529252"/>
            <a:ext cx="137160" cy="137160"/>
          </a:xfrm>
          <a:prstGeom prst="ellipse">
            <a:avLst/>
          </a:prstGeom>
          <a:solidFill>
            <a:srgbClr val="C65326"/>
          </a:solidFill>
          <a:ln w="19050">
            <a:solidFill>
              <a:srgbClr val="C6532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2" name="TextBox 61"/>
          <p:cNvSpPr txBox="1"/>
          <p:nvPr/>
        </p:nvSpPr>
        <p:spPr>
          <a:xfrm>
            <a:off x="4887468" y="5532120"/>
            <a:ext cx="914400" cy="274320"/>
          </a:xfrm>
          <a:prstGeom prst="rect">
            <a:avLst/>
          </a:prstGeom>
          <a:noFill/>
        </p:spPr>
        <p:txBody>
          <a:bodyPr wrap="square" lIns="0" rIns="0" tIns="0" bIns="0">
            <a:spAutoFit/>
          </a:bodyPr>
          <a:lstStyle/>
          <a:p>
            <a:pPr>
              <a:spcAft>
                <a:spcPts val="0"/>
              </a:spcAft>
              <a:defRPr sz="1400" b="0">
                <a:solidFill>
                  <a:srgbClr val="7963AF"/>
                </a:solidFill>
                <a:latin typeface="Arial"/>
              </a:defRPr>
            </a:pPr>
            <a:r>
              <a:t>x = 0.5</a:t>
            </a:r>
          </a:p>
        </p:txBody>
      </p:sp>
      <p:sp>
        <p:nvSpPr>
          <p:cNvPr id="63" name="TextBox 62"/>
          <p:cNvSpPr txBox="1"/>
          <p:nvPr/>
        </p:nvSpPr>
        <p:spPr>
          <a:xfrm>
            <a:off x="6419088" y="2148840"/>
            <a:ext cx="2286000" cy="594360"/>
          </a:xfrm>
          <a:prstGeom prst="rect">
            <a:avLst/>
          </a:prstGeom>
          <a:noFill/>
        </p:spPr>
        <p:txBody>
          <a:bodyPr wrap="square" lIns="0" rIns="0" tIns="0" bIns="0">
            <a:spAutoFit/>
          </a:bodyPr>
          <a:lstStyle/>
          <a:p>
            <a:pPr>
              <a:spcAft>
                <a:spcPts val="0"/>
              </a:spcAft>
              <a:defRPr sz="1600" b="0">
                <a:solidFill>
                  <a:srgbClr val="181D16"/>
                </a:solidFill>
                <a:latin typeface="Arial"/>
              </a:defRPr>
            </a:pPr>
            <a:r>
              <a:t>Sample C</a:t>
            </a:r>
          </a:p>
          <a:p>
            <a:pPr>
              <a:spcAft>
                <a:spcPts val="0"/>
              </a:spcAft>
              <a:defRPr sz="1600" b="0">
                <a:solidFill>
                  <a:srgbClr val="181D16"/>
                </a:solidFill>
                <a:latin typeface="Arial"/>
              </a:defRPr>
            </a:pPr>
            <a:r>
              <a:t>prediction 1.05</a:t>
            </a:r>
          </a:p>
        </p:txBody>
      </p:sp>
      <p:cxnSp>
        <p:nvCxnSpPr>
          <p:cNvPr id="64" name="Connector 63"/>
          <p:cNvCxnSpPr/>
          <p:nvPr/>
        </p:nvCxnSpPr>
        <p:spPr>
          <a:xfrm>
            <a:off x="6419088" y="5440680"/>
            <a:ext cx="2103120" cy="0"/>
          </a:xfrm>
          <a:prstGeom prst="line">
            <a:avLst/>
          </a:prstGeom>
          <a:ln w="12700">
            <a:solidFill>
              <a:srgbClr val="D4D6D0"/>
            </a:solidFill>
          </a:ln>
        </p:spPr>
        <p:style>
          <a:lnRef idx="2">
            <a:schemeClr val="accent1"/>
          </a:lnRef>
          <a:fillRef idx="0">
            <a:schemeClr val="accent1"/>
          </a:fillRef>
          <a:effectRef idx="0">
            <a:schemeClr val="accent1"/>
          </a:effectRef>
          <a:fontRef idx="minor">
            <a:schemeClr val="tx1"/>
          </a:fontRef>
        </p:style>
      </p:cxnSp>
      <p:cxnSp>
        <p:nvCxnSpPr>
          <p:cNvPr id="65" name="Connector 64"/>
          <p:cNvCxnSpPr/>
          <p:nvPr/>
        </p:nvCxnSpPr>
        <p:spPr>
          <a:xfrm>
            <a:off x="6419088" y="2834640"/>
            <a:ext cx="0" cy="2606040"/>
          </a:xfrm>
          <a:prstGeom prst="line">
            <a:avLst/>
          </a:prstGeom>
          <a:ln w="12700">
            <a:solidFill>
              <a:srgbClr val="D4D6D0"/>
            </a:solidFill>
          </a:ln>
        </p:spPr>
        <p:style>
          <a:lnRef idx="2">
            <a:schemeClr val="accent1"/>
          </a:lnRef>
          <a:fillRef idx="0">
            <a:schemeClr val="accent1"/>
          </a:fillRef>
          <a:effectRef idx="0">
            <a:schemeClr val="accent1"/>
          </a:effectRef>
          <a:fontRef idx="minor">
            <a:schemeClr val="tx1"/>
          </a:fontRef>
        </p:style>
      </p:cxnSp>
      <p:sp>
        <p:nvSpPr>
          <p:cNvPr id="66" name="TextBox 65"/>
          <p:cNvSpPr txBox="1"/>
          <p:nvPr/>
        </p:nvSpPr>
        <p:spPr>
          <a:xfrm>
            <a:off x="8430768" y="5532120"/>
            <a:ext cx="640080" cy="274320"/>
          </a:xfrm>
          <a:prstGeom prst="rect">
            <a:avLst/>
          </a:prstGeom>
          <a:noFill/>
        </p:spPr>
        <p:txBody>
          <a:bodyPr wrap="square" lIns="0" rIns="0" tIns="0" bIns="0">
            <a:spAutoFit/>
          </a:bodyPr>
          <a:lstStyle/>
          <a:p>
            <a:pPr>
              <a:spcAft>
                <a:spcPts val="0"/>
              </a:spcAft>
              <a:defRPr sz="1400" b="0">
                <a:solidFill>
                  <a:srgbClr val="686C66"/>
                </a:solidFill>
                <a:latin typeface="Arial"/>
              </a:defRPr>
            </a:pPr>
            <a:r>
              <a:t>x</a:t>
            </a:r>
          </a:p>
        </p:txBody>
      </p:sp>
      <p:sp>
        <p:nvSpPr>
          <p:cNvPr id="67" name="TextBox 66"/>
          <p:cNvSpPr txBox="1"/>
          <p:nvPr/>
        </p:nvSpPr>
        <p:spPr>
          <a:xfrm>
            <a:off x="6144768" y="2651760"/>
            <a:ext cx="914400" cy="274320"/>
          </a:xfrm>
          <a:prstGeom prst="rect">
            <a:avLst/>
          </a:prstGeom>
          <a:noFill/>
        </p:spPr>
        <p:txBody>
          <a:bodyPr wrap="square" lIns="0" rIns="0" tIns="0" bIns="0">
            <a:spAutoFit/>
          </a:bodyPr>
          <a:lstStyle/>
          <a:p>
            <a:pPr>
              <a:spcAft>
                <a:spcPts val="0"/>
              </a:spcAft>
              <a:defRPr sz="1400" b="0">
                <a:solidFill>
                  <a:srgbClr val="686C66"/>
                </a:solidFill>
                <a:latin typeface="Arial"/>
              </a:defRPr>
            </a:pPr>
            <a:r>
              <a:t>y</a:t>
            </a:r>
          </a:p>
        </p:txBody>
      </p:sp>
      <p:sp>
        <p:nvSpPr>
          <p:cNvPr id="68" name="Freeform 67"/>
          <p:cNvSpPr/>
          <p:nvPr/>
        </p:nvSpPr>
        <p:spPr>
          <a:xfrm>
            <a:off x="6419088" y="2927909"/>
            <a:ext cx="21031" cy="907999"/>
          </a:xfrm>
          <a:custGeom>
            <a:avLst/>
            <a:gdLst/>
            <a:ahLst/>
            <a:cxnLst/>
            <a:rect l="l" t="t" r="r" b="b"/>
            <a:pathLst>
              <a:path w="23" h="993">
                <a:moveTo>
                  <a:pt x="0" y="993"/>
                </a:moveTo>
                <a:lnTo>
                  <a:pt x="6" y="654"/>
                </a:lnTo>
                <a:lnTo>
                  <a:pt x="12" y="380"/>
                </a:lnTo>
                <a:lnTo>
                  <a:pt x="17" y="164"/>
                </a:lnTo>
                <a:lnTo>
                  <a:pt x="23" y="0"/>
                </a:lnTo>
              </a:path>
            </a:pathLst>
          </a:custGeom>
          <a:noFill/>
          <a:ln w="38100">
            <a:solidFill>
              <a:srgbClr val="C6532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9" name="Freeform 68"/>
          <p:cNvSpPr/>
          <p:nvPr/>
        </p:nvSpPr>
        <p:spPr>
          <a:xfrm>
            <a:off x="6482182" y="2853842"/>
            <a:ext cx="2040026" cy="2314346"/>
          </a:xfrm>
          <a:custGeom>
            <a:avLst/>
            <a:gdLst/>
            <a:ahLst/>
            <a:cxnLst/>
            <a:rect l="l" t="t" r="r" b="b"/>
            <a:pathLst>
              <a:path w="2231" h="2531">
                <a:moveTo>
                  <a:pt x="0" y="0"/>
                </a:moveTo>
                <a:lnTo>
                  <a:pt x="6" y="82"/>
                </a:lnTo>
                <a:lnTo>
                  <a:pt x="12" y="174"/>
                </a:lnTo>
                <a:lnTo>
                  <a:pt x="17" y="273"/>
                </a:lnTo>
                <a:lnTo>
                  <a:pt x="23" y="378"/>
                </a:lnTo>
                <a:lnTo>
                  <a:pt x="29" y="487"/>
                </a:lnTo>
                <a:lnTo>
                  <a:pt x="35" y="597"/>
                </a:lnTo>
                <a:lnTo>
                  <a:pt x="41" y="708"/>
                </a:lnTo>
                <a:lnTo>
                  <a:pt x="46" y="818"/>
                </a:lnTo>
                <a:lnTo>
                  <a:pt x="52" y="926"/>
                </a:lnTo>
                <a:lnTo>
                  <a:pt x="58" y="1030"/>
                </a:lnTo>
                <a:lnTo>
                  <a:pt x="64" y="1132"/>
                </a:lnTo>
                <a:lnTo>
                  <a:pt x="69" y="1228"/>
                </a:lnTo>
                <a:lnTo>
                  <a:pt x="75" y="1320"/>
                </a:lnTo>
                <a:lnTo>
                  <a:pt x="81" y="1406"/>
                </a:lnTo>
                <a:lnTo>
                  <a:pt x="87" y="1487"/>
                </a:lnTo>
                <a:lnTo>
                  <a:pt x="92" y="1561"/>
                </a:lnTo>
                <a:lnTo>
                  <a:pt x="98" y="1630"/>
                </a:lnTo>
                <a:lnTo>
                  <a:pt x="104" y="1691"/>
                </a:lnTo>
                <a:lnTo>
                  <a:pt x="110" y="1747"/>
                </a:lnTo>
                <a:lnTo>
                  <a:pt x="115" y="1796"/>
                </a:lnTo>
                <a:lnTo>
                  <a:pt x="121" y="1839"/>
                </a:lnTo>
                <a:lnTo>
                  <a:pt x="127" y="1876"/>
                </a:lnTo>
                <a:lnTo>
                  <a:pt x="133" y="1906"/>
                </a:lnTo>
                <a:lnTo>
                  <a:pt x="139" y="1931"/>
                </a:lnTo>
                <a:lnTo>
                  <a:pt x="144" y="1951"/>
                </a:lnTo>
                <a:lnTo>
                  <a:pt x="150" y="1965"/>
                </a:lnTo>
                <a:lnTo>
                  <a:pt x="156" y="1974"/>
                </a:lnTo>
                <a:lnTo>
                  <a:pt x="162" y="1979"/>
                </a:lnTo>
                <a:lnTo>
                  <a:pt x="167" y="1979"/>
                </a:lnTo>
                <a:lnTo>
                  <a:pt x="173" y="1975"/>
                </a:lnTo>
                <a:lnTo>
                  <a:pt x="179" y="1967"/>
                </a:lnTo>
                <a:lnTo>
                  <a:pt x="185" y="1956"/>
                </a:lnTo>
                <a:lnTo>
                  <a:pt x="190" y="1942"/>
                </a:lnTo>
                <a:lnTo>
                  <a:pt x="196" y="1925"/>
                </a:lnTo>
                <a:lnTo>
                  <a:pt x="202" y="1906"/>
                </a:lnTo>
                <a:lnTo>
                  <a:pt x="208" y="1884"/>
                </a:lnTo>
                <a:lnTo>
                  <a:pt x="213" y="1861"/>
                </a:lnTo>
                <a:lnTo>
                  <a:pt x="219" y="1837"/>
                </a:lnTo>
                <a:lnTo>
                  <a:pt x="225" y="1811"/>
                </a:lnTo>
                <a:lnTo>
                  <a:pt x="231" y="1784"/>
                </a:lnTo>
                <a:lnTo>
                  <a:pt x="237" y="1757"/>
                </a:lnTo>
                <a:lnTo>
                  <a:pt x="242" y="1729"/>
                </a:lnTo>
                <a:lnTo>
                  <a:pt x="248" y="1702"/>
                </a:lnTo>
                <a:lnTo>
                  <a:pt x="254" y="1674"/>
                </a:lnTo>
                <a:lnTo>
                  <a:pt x="260" y="1647"/>
                </a:lnTo>
                <a:lnTo>
                  <a:pt x="265" y="1621"/>
                </a:lnTo>
                <a:lnTo>
                  <a:pt x="271" y="1596"/>
                </a:lnTo>
                <a:lnTo>
                  <a:pt x="277" y="1571"/>
                </a:lnTo>
                <a:lnTo>
                  <a:pt x="283" y="1548"/>
                </a:lnTo>
                <a:lnTo>
                  <a:pt x="288" y="1526"/>
                </a:lnTo>
                <a:lnTo>
                  <a:pt x="294" y="1505"/>
                </a:lnTo>
                <a:lnTo>
                  <a:pt x="300" y="1486"/>
                </a:lnTo>
                <a:lnTo>
                  <a:pt x="306" y="1469"/>
                </a:lnTo>
                <a:lnTo>
                  <a:pt x="311" y="1453"/>
                </a:lnTo>
                <a:lnTo>
                  <a:pt x="317" y="1440"/>
                </a:lnTo>
                <a:lnTo>
                  <a:pt x="323" y="1428"/>
                </a:lnTo>
                <a:lnTo>
                  <a:pt x="329" y="1418"/>
                </a:lnTo>
                <a:lnTo>
                  <a:pt x="335" y="1411"/>
                </a:lnTo>
                <a:lnTo>
                  <a:pt x="340" y="1405"/>
                </a:lnTo>
                <a:lnTo>
                  <a:pt x="346" y="1402"/>
                </a:lnTo>
                <a:lnTo>
                  <a:pt x="352" y="1401"/>
                </a:lnTo>
                <a:lnTo>
                  <a:pt x="358" y="1401"/>
                </a:lnTo>
                <a:lnTo>
                  <a:pt x="363" y="1404"/>
                </a:lnTo>
                <a:lnTo>
                  <a:pt x="369" y="1409"/>
                </a:lnTo>
                <a:lnTo>
                  <a:pt x="375" y="1416"/>
                </a:lnTo>
                <a:lnTo>
                  <a:pt x="381" y="1425"/>
                </a:lnTo>
                <a:lnTo>
                  <a:pt x="386" y="1436"/>
                </a:lnTo>
                <a:lnTo>
                  <a:pt x="392" y="1449"/>
                </a:lnTo>
                <a:lnTo>
                  <a:pt x="398" y="1463"/>
                </a:lnTo>
                <a:lnTo>
                  <a:pt x="404" y="1480"/>
                </a:lnTo>
                <a:lnTo>
                  <a:pt x="409" y="1497"/>
                </a:lnTo>
                <a:lnTo>
                  <a:pt x="415" y="1517"/>
                </a:lnTo>
                <a:lnTo>
                  <a:pt x="421" y="1538"/>
                </a:lnTo>
                <a:lnTo>
                  <a:pt x="427" y="1560"/>
                </a:lnTo>
                <a:lnTo>
                  <a:pt x="433" y="1584"/>
                </a:lnTo>
                <a:lnTo>
                  <a:pt x="438" y="1609"/>
                </a:lnTo>
                <a:lnTo>
                  <a:pt x="444" y="1635"/>
                </a:lnTo>
                <a:lnTo>
                  <a:pt x="450" y="1662"/>
                </a:lnTo>
                <a:lnTo>
                  <a:pt x="456" y="1690"/>
                </a:lnTo>
                <a:lnTo>
                  <a:pt x="461" y="1719"/>
                </a:lnTo>
                <a:lnTo>
                  <a:pt x="467" y="1748"/>
                </a:lnTo>
                <a:lnTo>
                  <a:pt x="473" y="1778"/>
                </a:lnTo>
                <a:lnTo>
                  <a:pt x="479" y="1809"/>
                </a:lnTo>
                <a:lnTo>
                  <a:pt x="484" y="1840"/>
                </a:lnTo>
                <a:lnTo>
                  <a:pt x="490" y="1871"/>
                </a:lnTo>
                <a:lnTo>
                  <a:pt x="496" y="1902"/>
                </a:lnTo>
                <a:lnTo>
                  <a:pt x="502" y="1934"/>
                </a:lnTo>
                <a:lnTo>
                  <a:pt x="507" y="1965"/>
                </a:lnTo>
                <a:lnTo>
                  <a:pt x="513" y="1996"/>
                </a:lnTo>
                <a:lnTo>
                  <a:pt x="519" y="2027"/>
                </a:lnTo>
                <a:lnTo>
                  <a:pt x="525" y="2058"/>
                </a:lnTo>
                <a:lnTo>
                  <a:pt x="530" y="2088"/>
                </a:lnTo>
                <a:lnTo>
                  <a:pt x="536" y="2118"/>
                </a:lnTo>
                <a:lnTo>
                  <a:pt x="542" y="2148"/>
                </a:lnTo>
                <a:lnTo>
                  <a:pt x="548" y="2176"/>
                </a:lnTo>
                <a:lnTo>
                  <a:pt x="554" y="2204"/>
                </a:lnTo>
                <a:lnTo>
                  <a:pt x="559" y="2231"/>
                </a:lnTo>
                <a:lnTo>
                  <a:pt x="565" y="2257"/>
                </a:lnTo>
                <a:lnTo>
                  <a:pt x="571" y="2282"/>
                </a:lnTo>
                <a:lnTo>
                  <a:pt x="577" y="2307"/>
                </a:lnTo>
                <a:lnTo>
                  <a:pt x="582" y="2330"/>
                </a:lnTo>
                <a:lnTo>
                  <a:pt x="588" y="2352"/>
                </a:lnTo>
                <a:lnTo>
                  <a:pt x="594" y="2373"/>
                </a:lnTo>
                <a:lnTo>
                  <a:pt x="600" y="2393"/>
                </a:lnTo>
                <a:lnTo>
                  <a:pt x="605" y="2411"/>
                </a:lnTo>
                <a:lnTo>
                  <a:pt x="611" y="2429"/>
                </a:lnTo>
                <a:lnTo>
                  <a:pt x="617" y="2445"/>
                </a:lnTo>
                <a:lnTo>
                  <a:pt x="623" y="2459"/>
                </a:lnTo>
                <a:lnTo>
                  <a:pt x="628" y="2473"/>
                </a:lnTo>
                <a:lnTo>
                  <a:pt x="634" y="2485"/>
                </a:lnTo>
                <a:lnTo>
                  <a:pt x="640" y="2495"/>
                </a:lnTo>
                <a:lnTo>
                  <a:pt x="646" y="2504"/>
                </a:lnTo>
                <a:lnTo>
                  <a:pt x="652" y="2512"/>
                </a:lnTo>
                <a:lnTo>
                  <a:pt x="657" y="2519"/>
                </a:lnTo>
                <a:lnTo>
                  <a:pt x="663" y="2524"/>
                </a:lnTo>
                <a:lnTo>
                  <a:pt x="669" y="2528"/>
                </a:lnTo>
                <a:lnTo>
                  <a:pt x="675" y="2530"/>
                </a:lnTo>
                <a:lnTo>
                  <a:pt x="680" y="2531"/>
                </a:lnTo>
                <a:lnTo>
                  <a:pt x="686" y="2531"/>
                </a:lnTo>
                <a:lnTo>
                  <a:pt x="692" y="2529"/>
                </a:lnTo>
                <a:lnTo>
                  <a:pt x="698" y="2526"/>
                </a:lnTo>
                <a:lnTo>
                  <a:pt x="703" y="2522"/>
                </a:lnTo>
                <a:lnTo>
                  <a:pt x="709" y="2517"/>
                </a:lnTo>
                <a:lnTo>
                  <a:pt x="715" y="2510"/>
                </a:lnTo>
                <a:lnTo>
                  <a:pt x="721" y="2503"/>
                </a:lnTo>
                <a:lnTo>
                  <a:pt x="726" y="2494"/>
                </a:lnTo>
                <a:lnTo>
                  <a:pt x="732" y="2484"/>
                </a:lnTo>
                <a:lnTo>
                  <a:pt x="738" y="2473"/>
                </a:lnTo>
                <a:lnTo>
                  <a:pt x="744" y="2461"/>
                </a:lnTo>
                <a:lnTo>
                  <a:pt x="750" y="2448"/>
                </a:lnTo>
                <a:lnTo>
                  <a:pt x="755" y="2435"/>
                </a:lnTo>
                <a:lnTo>
                  <a:pt x="761" y="2420"/>
                </a:lnTo>
                <a:lnTo>
                  <a:pt x="767" y="2405"/>
                </a:lnTo>
                <a:lnTo>
                  <a:pt x="773" y="2389"/>
                </a:lnTo>
                <a:lnTo>
                  <a:pt x="778" y="2372"/>
                </a:lnTo>
                <a:lnTo>
                  <a:pt x="784" y="2354"/>
                </a:lnTo>
                <a:lnTo>
                  <a:pt x="790" y="2336"/>
                </a:lnTo>
                <a:lnTo>
                  <a:pt x="796" y="2318"/>
                </a:lnTo>
                <a:lnTo>
                  <a:pt x="801" y="2298"/>
                </a:lnTo>
                <a:lnTo>
                  <a:pt x="807" y="2279"/>
                </a:lnTo>
                <a:lnTo>
                  <a:pt x="813" y="2259"/>
                </a:lnTo>
                <a:lnTo>
                  <a:pt x="819" y="2239"/>
                </a:lnTo>
                <a:lnTo>
                  <a:pt x="824" y="2218"/>
                </a:lnTo>
                <a:lnTo>
                  <a:pt x="830" y="2198"/>
                </a:lnTo>
                <a:lnTo>
                  <a:pt x="836" y="2177"/>
                </a:lnTo>
                <a:lnTo>
                  <a:pt x="842" y="2156"/>
                </a:lnTo>
                <a:lnTo>
                  <a:pt x="848" y="2135"/>
                </a:lnTo>
                <a:lnTo>
                  <a:pt x="853" y="2114"/>
                </a:lnTo>
                <a:lnTo>
                  <a:pt x="859" y="2093"/>
                </a:lnTo>
                <a:lnTo>
                  <a:pt x="865" y="2073"/>
                </a:lnTo>
                <a:lnTo>
                  <a:pt x="871" y="2052"/>
                </a:lnTo>
                <a:lnTo>
                  <a:pt x="876" y="2031"/>
                </a:lnTo>
                <a:lnTo>
                  <a:pt x="882" y="2011"/>
                </a:lnTo>
                <a:lnTo>
                  <a:pt x="888" y="1991"/>
                </a:lnTo>
                <a:lnTo>
                  <a:pt x="894" y="1972"/>
                </a:lnTo>
                <a:lnTo>
                  <a:pt x="899" y="1953"/>
                </a:lnTo>
                <a:lnTo>
                  <a:pt x="905" y="1934"/>
                </a:lnTo>
                <a:lnTo>
                  <a:pt x="911" y="1916"/>
                </a:lnTo>
                <a:lnTo>
                  <a:pt x="917" y="1898"/>
                </a:lnTo>
                <a:lnTo>
                  <a:pt x="922" y="1880"/>
                </a:lnTo>
                <a:lnTo>
                  <a:pt x="928" y="1864"/>
                </a:lnTo>
                <a:lnTo>
                  <a:pt x="934" y="1847"/>
                </a:lnTo>
                <a:lnTo>
                  <a:pt x="940" y="1832"/>
                </a:lnTo>
                <a:lnTo>
                  <a:pt x="946" y="1817"/>
                </a:lnTo>
                <a:lnTo>
                  <a:pt x="951" y="1803"/>
                </a:lnTo>
                <a:lnTo>
                  <a:pt x="957" y="1789"/>
                </a:lnTo>
                <a:lnTo>
                  <a:pt x="963" y="1777"/>
                </a:lnTo>
                <a:lnTo>
                  <a:pt x="969" y="1764"/>
                </a:lnTo>
                <a:lnTo>
                  <a:pt x="974" y="1753"/>
                </a:lnTo>
                <a:lnTo>
                  <a:pt x="980" y="1743"/>
                </a:lnTo>
                <a:lnTo>
                  <a:pt x="986" y="1733"/>
                </a:lnTo>
                <a:lnTo>
                  <a:pt x="992" y="1724"/>
                </a:lnTo>
                <a:lnTo>
                  <a:pt x="997" y="1716"/>
                </a:lnTo>
                <a:lnTo>
                  <a:pt x="1003" y="1708"/>
                </a:lnTo>
                <a:lnTo>
                  <a:pt x="1009" y="1702"/>
                </a:lnTo>
                <a:lnTo>
                  <a:pt x="1015" y="1696"/>
                </a:lnTo>
                <a:lnTo>
                  <a:pt x="1020" y="1691"/>
                </a:lnTo>
                <a:lnTo>
                  <a:pt x="1026" y="1687"/>
                </a:lnTo>
                <a:lnTo>
                  <a:pt x="1032" y="1684"/>
                </a:lnTo>
                <a:lnTo>
                  <a:pt x="1038" y="1681"/>
                </a:lnTo>
                <a:lnTo>
                  <a:pt x="1044" y="1680"/>
                </a:lnTo>
                <a:lnTo>
                  <a:pt x="1049" y="1679"/>
                </a:lnTo>
                <a:lnTo>
                  <a:pt x="1055" y="1679"/>
                </a:lnTo>
                <a:lnTo>
                  <a:pt x="1061" y="1679"/>
                </a:lnTo>
                <a:lnTo>
                  <a:pt x="1067" y="1681"/>
                </a:lnTo>
                <a:lnTo>
                  <a:pt x="1072" y="1683"/>
                </a:lnTo>
                <a:lnTo>
                  <a:pt x="1078" y="1686"/>
                </a:lnTo>
                <a:lnTo>
                  <a:pt x="1084" y="1690"/>
                </a:lnTo>
                <a:lnTo>
                  <a:pt x="1090" y="1694"/>
                </a:lnTo>
                <a:lnTo>
                  <a:pt x="1095" y="1699"/>
                </a:lnTo>
                <a:lnTo>
                  <a:pt x="1101" y="1705"/>
                </a:lnTo>
                <a:lnTo>
                  <a:pt x="1107" y="1711"/>
                </a:lnTo>
                <a:lnTo>
                  <a:pt x="1113" y="1718"/>
                </a:lnTo>
                <a:lnTo>
                  <a:pt x="1118" y="1726"/>
                </a:lnTo>
                <a:lnTo>
                  <a:pt x="1124" y="1734"/>
                </a:lnTo>
                <a:lnTo>
                  <a:pt x="1130" y="1743"/>
                </a:lnTo>
                <a:lnTo>
                  <a:pt x="1136" y="1752"/>
                </a:lnTo>
                <a:lnTo>
                  <a:pt x="1142" y="1761"/>
                </a:lnTo>
                <a:lnTo>
                  <a:pt x="1147" y="1771"/>
                </a:lnTo>
                <a:lnTo>
                  <a:pt x="1153" y="1782"/>
                </a:lnTo>
                <a:lnTo>
                  <a:pt x="1159" y="1793"/>
                </a:lnTo>
                <a:lnTo>
                  <a:pt x="1165" y="1804"/>
                </a:lnTo>
                <a:lnTo>
                  <a:pt x="1170" y="1815"/>
                </a:lnTo>
                <a:lnTo>
                  <a:pt x="1176" y="1827"/>
                </a:lnTo>
                <a:lnTo>
                  <a:pt x="1182" y="1839"/>
                </a:lnTo>
                <a:lnTo>
                  <a:pt x="1188" y="1852"/>
                </a:lnTo>
                <a:lnTo>
                  <a:pt x="1193" y="1864"/>
                </a:lnTo>
                <a:lnTo>
                  <a:pt x="1199" y="1877"/>
                </a:lnTo>
                <a:lnTo>
                  <a:pt x="1205" y="1890"/>
                </a:lnTo>
                <a:lnTo>
                  <a:pt x="1211" y="1902"/>
                </a:lnTo>
                <a:lnTo>
                  <a:pt x="1216" y="1915"/>
                </a:lnTo>
                <a:lnTo>
                  <a:pt x="1222" y="1928"/>
                </a:lnTo>
                <a:lnTo>
                  <a:pt x="1228" y="1941"/>
                </a:lnTo>
                <a:lnTo>
                  <a:pt x="1234" y="1954"/>
                </a:lnTo>
                <a:lnTo>
                  <a:pt x="1240" y="1967"/>
                </a:lnTo>
                <a:lnTo>
                  <a:pt x="1245" y="1980"/>
                </a:lnTo>
                <a:lnTo>
                  <a:pt x="1251" y="1992"/>
                </a:lnTo>
                <a:lnTo>
                  <a:pt x="1257" y="2005"/>
                </a:lnTo>
                <a:lnTo>
                  <a:pt x="1263" y="2017"/>
                </a:lnTo>
                <a:lnTo>
                  <a:pt x="1268" y="2029"/>
                </a:lnTo>
                <a:lnTo>
                  <a:pt x="1274" y="2040"/>
                </a:lnTo>
                <a:lnTo>
                  <a:pt x="1280" y="2051"/>
                </a:lnTo>
                <a:lnTo>
                  <a:pt x="1286" y="2062"/>
                </a:lnTo>
                <a:lnTo>
                  <a:pt x="1291" y="2073"/>
                </a:lnTo>
                <a:lnTo>
                  <a:pt x="1297" y="2083"/>
                </a:lnTo>
                <a:lnTo>
                  <a:pt x="1303" y="2093"/>
                </a:lnTo>
                <a:lnTo>
                  <a:pt x="1309" y="2102"/>
                </a:lnTo>
                <a:lnTo>
                  <a:pt x="1314" y="2111"/>
                </a:lnTo>
                <a:lnTo>
                  <a:pt x="1320" y="2120"/>
                </a:lnTo>
                <a:lnTo>
                  <a:pt x="1326" y="2127"/>
                </a:lnTo>
                <a:lnTo>
                  <a:pt x="1332" y="2135"/>
                </a:lnTo>
                <a:lnTo>
                  <a:pt x="1338" y="2141"/>
                </a:lnTo>
                <a:lnTo>
                  <a:pt x="1343" y="2147"/>
                </a:lnTo>
                <a:lnTo>
                  <a:pt x="1349" y="2153"/>
                </a:lnTo>
                <a:lnTo>
                  <a:pt x="1355" y="2158"/>
                </a:lnTo>
                <a:lnTo>
                  <a:pt x="1361" y="2162"/>
                </a:lnTo>
                <a:lnTo>
                  <a:pt x="1366" y="2165"/>
                </a:lnTo>
                <a:lnTo>
                  <a:pt x="1372" y="2168"/>
                </a:lnTo>
                <a:lnTo>
                  <a:pt x="1378" y="2170"/>
                </a:lnTo>
                <a:lnTo>
                  <a:pt x="1384" y="2171"/>
                </a:lnTo>
                <a:lnTo>
                  <a:pt x="1389" y="2172"/>
                </a:lnTo>
                <a:lnTo>
                  <a:pt x="1395" y="2171"/>
                </a:lnTo>
                <a:lnTo>
                  <a:pt x="1401" y="2170"/>
                </a:lnTo>
                <a:lnTo>
                  <a:pt x="1407" y="2169"/>
                </a:lnTo>
                <a:lnTo>
                  <a:pt x="1412" y="2166"/>
                </a:lnTo>
                <a:lnTo>
                  <a:pt x="1418" y="2162"/>
                </a:lnTo>
                <a:lnTo>
                  <a:pt x="1424" y="2158"/>
                </a:lnTo>
                <a:lnTo>
                  <a:pt x="1430" y="2153"/>
                </a:lnTo>
                <a:lnTo>
                  <a:pt x="1436" y="2147"/>
                </a:lnTo>
                <a:lnTo>
                  <a:pt x="1441" y="2140"/>
                </a:lnTo>
                <a:lnTo>
                  <a:pt x="1447" y="2133"/>
                </a:lnTo>
                <a:lnTo>
                  <a:pt x="1453" y="2124"/>
                </a:lnTo>
                <a:lnTo>
                  <a:pt x="1459" y="2115"/>
                </a:lnTo>
                <a:lnTo>
                  <a:pt x="1464" y="2104"/>
                </a:lnTo>
                <a:lnTo>
                  <a:pt x="1470" y="2093"/>
                </a:lnTo>
                <a:lnTo>
                  <a:pt x="1476" y="2081"/>
                </a:lnTo>
                <a:lnTo>
                  <a:pt x="1482" y="2068"/>
                </a:lnTo>
                <a:lnTo>
                  <a:pt x="1487" y="2055"/>
                </a:lnTo>
                <a:lnTo>
                  <a:pt x="1493" y="2040"/>
                </a:lnTo>
                <a:lnTo>
                  <a:pt x="1499" y="2025"/>
                </a:lnTo>
                <a:lnTo>
                  <a:pt x="1505" y="2008"/>
                </a:lnTo>
                <a:lnTo>
                  <a:pt x="1510" y="1991"/>
                </a:lnTo>
                <a:lnTo>
                  <a:pt x="1516" y="1973"/>
                </a:lnTo>
                <a:lnTo>
                  <a:pt x="1522" y="1955"/>
                </a:lnTo>
                <a:lnTo>
                  <a:pt x="1528" y="1935"/>
                </a:lnTo>
                <a:lnTo>
                  <a:pt x="1534" y="1915"/>
                </a:lnTo>
                <a:lnTo>
                  <a:pt x="1539" y="1894"/>
                </a:lnTo>
                <a:lnTo>
                  <a:pt x="1545" y="1872"/>
                </a:lnTo>
                <a:lnTo>
                  <a:pt x="1551" y="1850"/>
                </a:lnTo>
                <a:lnTo>
                  <a:pt x="1557" y="1826"/>
                </a:lnTo>
                <a:lnTo>
                  <a:pt x="1562" y="1802"/>
                </a:lnTo>
                <a:lnTo>
                  <a:pt x="1568" y="1778"/>
                </a:lnTo>
                <a:lnTo>
                  <a:pt x="1574" y="1752"/>
                </a:lnTo>
                <a:lnTo>
                  <a:pt x="1580" y="1726"/>
                </a:lnTo>
                <a:lnTo>
                  <a:pt x="1585" y="1700"/>
                </a:lnTo>
                <a:lnTo>
                  <a:pt x="1591" y="1672"/>
                </a:lnTo>
                <a:lnTo>
                  <a:pt x="1597" y="1645"/>
                </a:lnTo>
                <a:lnTo>
                  <a:pt x="1603" y="1616"/>
                </a:lnTo>
                <a:lnTo>
                  <a:pt x="1608" y="1588"/>
                </a:lnTo>
                <a:lnTo>
                  <a:pt x="1614" y="1558"/>
                </a:lnTo>
                <a:lnTo>
                  <a:pt x="1620" y="1529"/>
                </a:lnTo>
                <a:lnTo>
                  <a:pt x="1626" y="1498"/>
                </a:lnTo>
                <a:lnTo>
                  <a:pt x="1632" y="1468"/>
                </a:lnTo>
                <a:lnTo>
                  <a:pt x="1637" y="1437"/>
                </a:lnTo>
                <a:lnTo>
                  <a:pt x="1643" y="1406"/>
                </a:lnTo>
                <a:lnTo>
                  <a:pt x="1649" y="1374"/>
                </a:lnTo>
                <a:lnTo>
                  <a:pt x="1655" y="1343"/>
                </a:lnTo>
                <a:lnTo>
                  <a:pt x="1660" y="1311"/>
                </a:lnTo>
                <a:lnTo>
                  <a:pt x="1666" y="1279"/>
                </a:lnTo>
                <a:lnTo>
                  <a:pt x="1672" y="1247"/>
                </a:lnTo>
                <a:lnTo>
                  <a:pt x="1678" y="1215"/>
                </a:lnTo>
                <a:lnTo>
                  <a:pt x="1683" y="1182"/>
                </a:lnTo>
                <a:lnTo>
                  <a:pt x="1689" y="1150"/>
                </a:lnTo>
                <a:lnTo>
                  <a:pt x="1695" y="1118"/>
                </a:lnTo>
                <a:lnTo>
                  <a:pt x="1701" y="1086"/>
                </a:lnTo>
                <a:lnTo>
                  <a:pt x="1706" y="1054"/>
                </a:lnTo>
                <a:lnTo>
                  <a:pt x="1712" y="1022"/>
                </a:lnTo>
                <a:lnTo>
                  <a:pt x="1718" y="991"/>
                </a:lnTo>
                <a:lnTo>
                  <a:pt x="1724" y="960"/>
                </a:lnTo>
                <a:lnTo>
                  <a:pt x="1729" y="929"/>
                </a:lnTo>
                <a:lnTo>
                  <a:pt x="1735" y="899"/>
                </a:lnTo>
                <a:lnTo>
                  <a:pt x="1741" y="869"/>
                </a:lnTo>
                <a:lnTo>
                  <a:pt x="1747" y="840"/>
                </a:lnTo>
                <a:lnTo>
                  <a:pt x="1753" y="811"/>
                </a:lnTo>
                <a:lnTo>
                  <a:pt x="1758" y="783"/>
                </a:lnTo>
                <a:lnTo>
                  <a:pt x="1764" y="756"/>
                </a:lnTo>
                <a:lnTo>
                  <a:pt x="1770" y="729"/>
                </a:lnTo>
                <a:lnTo>
                  <a:pt x="1776" y="703"/>
                </a:lnTo>
                <a:lnTo>
                  <a:pt x="1781" y="678"/>
                </a:lnTo>
                <a:lnTo>
                  <a:pt x="1787" y="654"/>
                </a:lnTo>
                <a:lnTo>
                  <a:pt x="1793" y="631"/>
                </a:lnTo>
                <a:lnTo>
                  <a:pt x="1799" y="608"/>
                </a:lnTo>
                <a:lnTo>
                  <a:pt x="1804" y="587"/>
                </a:lnTo>
                <a:lnTo>
                  <a:pt x="1810" y="567"/>
                </a:lnTo>
                <a:lnTo>
                  <a:pt x="1816" y="548"/>
                </a:lnTo>
                <a:lnTo>
                  <a:pt x="1822" y="530"/>
                </a:lnTo>
                <a:lnTo>
                  <a:pt x="1827" y="514"/>
                </a:lnTo>
                <a:lnTo>
                  <a:pt x="1833" y="499"/>
                </a:lnTo>
                <a:lnTo>
                  <a:pt x="1839" y="485"/>
                </a:lnTo>
                <a:lnTo>
                  <a:pt x="1845" y="472"/>
                </a:lnTo>
                <a:lnTo>
                  <a:pt x="1851" y="461"/>
                </a:lnTo>
                <a:lnTo>
                  <a:pt x="1856" y="451"/>
                </a:lnTo>
                <a:lnTo>
                  <a:pt x="1862" y="443"/>
                </a:lnTo>
                <a:lnTo>
                  <a:pt x="1868" y="437"/>
                </a:lnTo>
                <a:lnTo>
                  <a:pt x="1874" y="431"/>
                </a:lnTo>
                <a:lnTo>
                  <a:pt x="1879" y="428"/>
                </a:lnTo>
                <a:lnTo>
                  <a:pt x="1885" y="426"/>
                </a:lnTo>
                <a:lnTo>
                  <a:pt x="1891" y="425"/>
                </a:lnTo>
                <a:lnTo>
                  <a:pt x="1897" y="426"/>
                </a:lnTo>
                <a:lnTo>
                  <a:pt x="1902" y="429"/>
                </a:lnTo>
                <a:lnTo>
                  <a:pt x="1908" y="433"/>
                </a:lnTo>
                <a:lnTo>
                  <a:pt x="1914" y="439"/>
                </a:lnTo>
                <a:lnTo>
                  <a:pt x="1920" y="447"/>
                </a:lnTo>
                <a:lnTo>
                  <a:pt x="1925" y="456"/>
                </a:lnTo>
                <a:lnTo>
                  <a:pt x="1931" y="467"/>
                </a:lnTo>
                <a:lnTo>
                  <a:pt x="1937" y="479"/>
                </a:lnTo>
                <a:lnTo>
                  <a:pt x="1943" y="492"/>
                </a:lnTo>
                <a:lnTo>
                  <a:pt x="1949" y="508"/>
                </a:lnTo>
                <a:lnTo>
                  <a:pt x="1954" y="524"/>
                </a:lnTo>
                <a:lnTo>
                  <a:pt x="1960" y="542"/>
                </a:lnTo>
                <a:lnTo>
                  <a:pt x="1966" y="561"/>
                </a:lnTo>
                <a:lnTo>
                  <a:pt x="1972" y="582"/>
                </a:lnTo>
                <a:lnTo>
                  <a:pt x="1977" y="603"/>
                </a:lnTo>
                <a:lnTo>
                  <a:pt x="1983" y="626"/>
                </a:lnTo>
                <a:lnTo>
                  <a:pt x="1989" y="650"/>
                </a:lnTo>
                <a:lnTo>
                  <a:pt x="1995" y="674"/>
                </a:lnTo>
                <a:lnTo>
                  <a:pt x="2000" y="699"/>
                </a:lnTo>
                <a:lnTo>
                  <a:pt x="2006" y="725"/>
                </a:lnTo>
                <a:lnTo>
                  <a:pt x="2012" y="752"/>
                </a:lnTo>
                <a:lnTo>
                  <a:pt x="2018" y="778"/>
                </a:lnTo>
                <a:lnTo>
                  <a:pt x="2023" y="805"/>
                </a:lnTo>
                <a:lnTo>
                  <a:pt x="2029" y="832"/>
                </a:lnTo>
                <a:lnTo>
                  <a:pt x="2035" y="859"/>
                </a:lnTo>
                <a:lnTo>
                  <a:pt x="2041" y="886"/>
                </a:lnTo>
                <a:lnTo>
                  <a:pt x="2047" y="912"/>
                </a:lnTo>
                <a:lnTo>
                  <a:pt x="2052" y="937"/>
                </a:lnTo>
                <a:lnTo>
                  <a:pt x="2058" y="961"/>
                </a:lnTo>
                <a:lnTo>
                  <a:pt x="2064" y="985"/>
                </a:lnTo>
                <a:lnTo>
                  <a:pt x="2070" y="1007"/>
                </a:lnTo>
                <a:lnTo>
                  <a:pt x="2075" y="1027"/>
                </a:lnTo>
                <a:lnTo>
                  <a:pt x="2081" y="1046"/>
                </a:lnTo>
                <a:lnTo>
                  <a:pt x="2087" y="1062"/>
                </a:lnTo>
                <a:lnTo>
                  <a:pt x="2093" y="1077"/>
                </a:lnTo>
                <a:lnTo>
                  <a:pt x="2098" y="1088"/>
                </a:lnTo>
                <a:lnTo>
                  <a:pt x="2104" y="1097"/>
                </a:lnTo>
                <a:lnTo>
                  <a:pt x="2110" y="1103"/>
                </a:lnTo>
                <a:lnTo>
                  <a:pt x="2116" y="1105"/>
                </a:lnTo>
                <a:lnTo>
                  <a:pt x="2121" y="1104"/>
                </a:lnTo>
                <a:lnTo>
                  <a:pt x="2127" y="1099"/>
                </a:lnTo>
                <a:lnTo>
                  <a:pt x="2133" y="1090"/>
                </a:lnTo>
                <a:lnTo>
                  <a:pt x="2139" y="1076"/>
                </a:lnTo>
                <a:lnTo>
                  <a:pt x="2145" y="1057"/>
                </a:lnTo>
                <a:lnTo>
                  <a:pt x="2150" y="1033"/>
                </a:lnTo>
                <a:lnTo>
                  <a:pt x="2156" y="1004"/>
                </a:lnTo>
                <a:lnTo>
                  <a:pt x="2162" y="970"/>
                </a:lnTo>
                <a:lnTo>
                  <a:pt x="2168" y="930"/>
                </a:lnTo>
                <a:lnTo>
                  <a:pt x="2173" y="884"/>
                </a:lnTo>
                <a:lnTo>
                  <a:pt x="2179" y="831"/>
                </a:lnTo>
                <a:lnTo>
                  <a:pt x="2185" y="772"/>
                </a:lnTo>
                <a:lnTo>
                  <a:pt x="2191" y="707"/>
                </a:lnTo>
                <a:lnTo>
                  <a:pt x="2196" y="635"/>
                </a:lnTo>
                <a:lnTo>
                  <a:pt x="2202" y="556"/>
                </a:lnTo>
                <a:lnTo>
                  <a:pt x="2208" y="470"/>
                </a:lnTo>
                <a:lnTo>
                  <a:pt x="2214" y="377"/>
                </a:lnTo>
                <a:lnTo>
                  <a:pt x="2219" y="278"/>
                </a:lnTo>
                <a:lnTo>
                  <a:pt x="2225" y="171"/>
                </a:lnTo>
                <a:lnTo>
                  <a:pt x="2231" y="58"/>
                </a:lnTo>
              </a:path>
            </a:pathLst>
          </a:custGeom>
          <a:noFill/>
          <a:ln w="38100">
            <a:solidFill>
              <a:srgbClr val="C6532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0" name="Oval 69"/>
          <p:cNvSpPr/>
          <p:nvPr/>
        </p:nvSpPr>
        <p:spPr>
          <a:xfrm>
            <a:off x="6377940" y="3801019"/>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1" name="Oval 70"/>
          <p:cNvSpPr/>
          <p:nvPr/>
        </p:nvSpPr>
        <p:spPr>
          <a:xfrm>
            <a:off x="6488630" y="3605697"/>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2" name="Oval 71"/>
          <p:cNvSpPr/>
          <p:nvPr/>
        </p:nvSpPr>
        <p:spPr>
          <a:xfrm>
            <a:off x="6599321" y="4814233"/>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3" name="Oval 72"/>
          <p:cNvSpPr/>
          <p:nvPr/>
        </p:nvSpPr>
        <p:spPr>
          <a:xfrm>
            <a:off x="6710011" y="3828251"/>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4" name="Oval 73"/>
          <p:cNvSpPr/>
          <p:nvPr/>
        </p:nvSpPr>
        <p:spPr>
          <a:xfrm>
            <a:off x="6820702" y="4489239"/>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5" name="Oval 74"/>
          <p:cNvSpPr/>
          <p:nvPr/>
        </p:nvSpPr>
        <p:spPr>
          <a:xfrm>
            <a:off x="6931392" y="4812391"/>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6" name="Oval 75"/>
          <p:cNvSpPr/>
          <p:nvPr/>
        </p:nvSpPr>
        <p:spPr>
          <a:xfrm>
            <a:off x="7042083" y="4871986"/>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7" name="Oval 76"/>
          <p:cNvSpPr/>
          <p:nvPr/>
        </p:nvSpPr>
        <p:spPr>
          <a:xfrm>
            <a:off x="7152773" y="4997289"/>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8" name="Oval 77"/>
          <p:cNvSpPr/>
          <p:nvPr/>
        </p:nvSpPr>
        <p:spPr>
          <a:xfrm>
            <a:off x="7263464" y="4734154"/>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9" name="Oval 78"/>
          <p:cNvSpPr/>
          <p:nvPr/>
        </p:nvSpPr>
        <p:spPr>
          <a:xfrm>
            <a:off x="7374154" y="4384297"/>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0" name="Oval 79"/>
          <p:cNvSpPr/>
          <p:nvPr/>
        </p:nvSpPr>
        <p:spPr>
          <a:xfrm>
            <a:off x="7484845" y="4430663"/>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1" name="Oval 80"/>
          <p:cNvSpPr/>
          <p:nvPr/>
        </p:nvSpPr>
        <p:spPr>
          <a:xfrm>
            <a:off x="7595535" y="4356408"/>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2" name="Oval 81"/>
          <p:cNvSpPr/>
          <p:nvPr/>
        </p:nvSpPr>
        <p:spPr>
          <a:xfrm>
            <a:off x="7706226" y="5024769"/>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3" name="Oval 82"/>
          <p:cNvSpPr/>
          <p:nvPr/>
        </p:nvSpPr>
        <p:spPr>
          <a:xfrm>
            <a:off x="7816916" y="4881982"/>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4" name="Oval 83"/>
          <p:cNvSpPr/>
          <p:nvPr/>
        </p:nvSpPr>
        <p:spPr>
          <a:xfrm>
            <a:off x="7927607" y="3753569"/>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5" name="Oval 84"/>
          <p:cNvSpPr/>
          <p:nvPr/>
        </p:nvSpPr>
        <p:spPr>
          <a:xfrm>
            <a:off x="8038297" y="3791912"/>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6" name="Oval 85"/>
          <p:cNvSpPr/>
          <p:nvPr/>
        </p:nvSpPr>
        <p:spPr>
          <a:xfrm>
            <a:off x="8148988" y="3230058"/>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7" name="Oval 86"/>
          <p:cNvSpPr/>
          <p:nvPr/>
        </p:nvSpPr>
        <p:spPr>
          <a:xfrm>
            <a:off x="8259678" y="3346802"/>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8" name="Oval 87"/>
          <p:cNvSpPr/>
          <p:nvPr/>
        </p:nvSpPr>
        <p:spPr>
          <a:xfrm>
            <a:off x="8370369" y="3844841"/>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9" name="Oval 88"/>
          <p:cNvSpPr/>
          <p:nvPr/>
        </p:nvSpPr>
        <p:spPr>
          <a:xfrm>
            <a:off x="8481060" y="2862364"/>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cxnSp>
        <p:nvCxnSpPr>
          <p:cNvPr id="90" name="Connector 89"/>
          <p:cNvCxnSpPr/>
          <p:nvPr/>
        </p:nvCxnSpPr>
        <p:spPr>
          <a:xfrm>
            <a:off x="7996427" y="2834640"/>
            <a:ext cx="0" cy="2606040"/>
          </a:xfrm>
          <a:prstGeom prst="line">
            <a:avLst/>
          </a:prstGeom>
          <a:ln w="12700">
            <a:solidFill>
              <a:srgbClr val="7963AF"/>
            </a:solidFill>
            <a:prstDash val="dash"/>
          </a:ln>
        </p:spPr>
        <p:style>
          <a:lnRef idx="2">
            <a:schemeClr val="accent1"/>
          </a:lnRef>
          <a:fillRef idx="0">
            <a:schemeClr val="accent1"/>
          </a:fillRef>
          <a:effectRef idx="0">
            <a:schemeClr val="accent1"/>
          </a:effectRef>
          <a:fontRef idx="minor">
            <a:schemeClr val="tx1"/>
          </a:fontRef>
        </p:style>
      </p:cxnSp>
      <p:sp>
        <p:nvSpPr>
          <p:cNvPr id="91" name="Oval 90"/>
          <p:cNvSpPr/>
          <p:nvPr/>
        </p:nvSpPr>
        <p:spPr>
          <a:xfrm>
            <a:off x="7927848" y="4005824"/>
            <a:ext cx="137160" cy="137160"/>
          </a:xfrm>
          <a:prstGeom prst="ellipse">
            <a:avLst/>
          </a:prstGeom>
          <a:solidFill>
            <a:srgbClr val="C65326"/>
          </a:solidFill>
          <a:ln w="19050">
            <a:solidFill>
              <a:srgbClr val="C6532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92" name="TextBox 91"/>
          <p:cNvSpPr txBox="1"/>
          <p:nvPr/>
        </p:nvSpPr>
        <p:spPr>
          <a:xfrm>
            <a:off x="7648955" y="5532120"/>
            <a:ext cx="914400" cy="274320"/>
          </a:xfrm>
          <a:prstGeom prst="rect">
            <a:avLst/>
          </a:prstGeom>
          <a:noFill/>
        </p:spPr>
        <p:txBody>
          <a:bodyPr wrap="square" lIns="0" rIns="0" tIns="0" bIns="0">
            <a:spAutoFit/>
          </a:bodyPr>
          <a:lstStyle/>
          <a:p>
            <a:pPr>
              <a:spcAft>
                <a:spcPts val="0"/>
              </a:spcAft>
              <a:defRPr sz="1400" b="0">
                <a:solidFill>
                  <a:srgbClr val="7963AF"/>
                </a:solidFill>
                <a:latin typeface="Arial"/>
              </a:defRPr>
            </a:pPr>
            <a:r>
              <a:t>x = 0.5</a:t>
            </a:r>
          </a:p>
        </p:txBody>
      </p:sp>
      <p:sp>
        <p:nvSpPr>
          <p:cNvPr id="93" name="TextBox 92"/>
          <p:cNvSpPr txBox="1"/>
          <p:nvPr/>
        </p:nvSpPr>
        <p:spPr>
          <a:xfrm>
            <a:off x="9180576" y="2148840"/>
            <a:ext cx="2286000" cy="594360"/>
          </a:xfrm>
          <a:prstGeom prst="rect">
            <a:avLst/>
          </a:prstGeom>
          <a:noFill/>
        </p:spPr>
        <p:txBody>
          <a:bodyPr wrap="square" lIns="0" rIns="0" tIns="0" bIns="0">
            <a:spAutoFit/>
          </a:bodyPr>
          <a:lstStyle/>
          <a:p>
            <a:pPr>
              <a:spcAft>
                <a:spcPts val="0"/>
              </a:spcAft>
              <a:defRPr sz="1600" b="0">
                <a:solidFill>
                  <a:srgbClr val="181D16"/>
                </a:solidFill>
                <a:latin typeface="Arial"/>
              </a:defRPr>
            </a:pPr>
            <a:r>
              <a:t>Sample D</a:t>
            </a:r>
          </a:p>
          <a:p>
            <a:pPr>
              <a:spcAft>
                <a:spcPts val="0"/>
              </a:spcAft>
              <a:defRPr sz="1600" b="0">
                <a:solidFill>
                  <a:srgbClr val="181D16"/>
                </a:solidFill>
                <a:latin typeface="Arial"/>
              </a:defRPr>
            </a:pPr>
            <a:r>
              <a:t>prediction 1.00</a:t>
            </a:r>
          </a:p>
        </p:txBody>
      </p:sp>
      <p:cxnSp>
        <p:nvCxnSpPr>
          <p:cNvPr id="94" name="Connector 93"/>
          <p:cNvCxnSpPr/>
          <p:nvPr/>
        </p:nvCxnSpPr>
        <p:spPr>
          <a:xfrm>
            <a:off x="9180576" y="5440680"/>
            <a:ext cx="2103120" cy="0"/>
          </a:xfrm>
          <a:prstGeom prst="line">
            <a:avLst/>
          </a:prstGeom>
          <a:ln w="12700">
            <a:solidFill>
              <a:srgbClr val="D4D6D0"/>
            </a:solidFill>
          </a:ln>
        </p:spPr>
        <p:style>
          <a:lnRef idx="2">
            <a:schemeClr val="accent1"/>
          </a:lnRef>
          <a:fillRef idx="0">
            <a:schemeClr val="accent1"/>
          </a:fillRef>
          <a:effectRef idx="0">
            <a:schemeClr val="accent1"/>
          </a:effectRef>
          <a:fontRef idx="minor">
            <a:schemeClr val="tx1"/>
          </a:fontRef>
        </p:style>
      </p:cxnSp>
      <p:cxnSp>
        <p:nvCxnSpPr>
          <p:cNvPr id="95" name="Connector 94"/>
          <p:cNvCxnSpPr/>
          <p:nvPr/>
        </p:nvCxnSpPr>
        <p:spPr>
          <a:xfrm>
            <a:off x="9180576" y="2834640"/>
            <a:ext cx="0" cy="2606040"/>
          </a:xfrm>
          <a:prstGeom prst="line">
            <a:avLst/>
          </a:prstGeom>
          <a:ln w="12700">
            <a:solidFill>
              <a:srgbClr val="D4D6D0"/>
            </a:solidFill>
          </a:ln>
        </p:spPr>
        <p:style>
          <a:lnRef idx="2">
            <a:schemeClr val="accent1"/>
          </a:lnRef>
          <a:fillRef idx="0">
            <a:schemeClr val="accent1"/>
          </a:fillRef>
          <a:effectRef idx="0">
            <a:schemeClr val="accent1"/>
          </a:effectRef>
          <a:fontRef idx="minor">
            <a:schemeClr val="tx1"/>
          </a:fontRef>
        </p:style>
      </p:cxnSp>
      <p:sp>
        <p:nvSpPr>
          <p:cNvPr id="96" name="TextBox 95"/>
          <p:cNvSpPr txBox="1"/>
          <p:nvPr/>
        </p:nvSpPr>
        <p:spPr>
          <a:xfrm>
            <a:off x="11192256" y="5532120"/>
            <a:ext cx="640080" cy="274320"/>
          </a:xfrm>
          <a:prstGeom prst="rect">
            <a:avLst/>
          </a:prstGeom>
          <a:noFill/>
        </p:spPr>
        <p:txBody>
          <a:bodyPr wrap="square" lIns="0" rIns="0" tIns="0" bIns="0">
            <a:spAutoFit/>
          </a:bodyPr>
          <a:lstStyle/>
          <a:p>
            <a:pPr>
              <a:spcAft>
                <a:spcPts val="0"/>
              </a:spcAft>
              <a:defRPr sz="1400" b="0">
                <a:solidFill>
                  <a:srgbClr val="686C66"/>
                </a:solidFill>
                <a:latin typeface="Arial"/>
              </a:defRPr>
            </a:pPr>
            <a:r>
              <a:t>x</a:t>
            </a:r>
          </a:p>
        </p:txBody>
      </p:sp>
      <p:sp>
        <p:nvSpPr>
          <p:cNvPr id="97" name="TextBox 96"/>
          <p:cNvSpPr txBox="1"/>
          <p:nvPr/>
        </p:nvSpPr>
        <p:spPr>
          <a:xfrm>
            <a:off x="8906255" y="2651760"/>
            <a:ext cx="914400" cy="274320"/>
          </a:xfrm>
          <a:prstGeom prst="rect">
            <a:avLst/>
          </a:prstGeom>
          <a:noFill/>
        </p:spPr>
        <p:txBody>
          <a:bodyPr wrap="square" lIns="0" rIns="0" tIns="0" bIns="0">
            <a:spAutoFit/>
          </a:bodyPr>
          <a:lstStyle/>
          <a:p>
            <a:pPr>
              <a:spcAft>
                <a:spcPts val="0"/>
              </a:spcAft>
              <a:defRPr sz="1400" b="0">
                <a:solidFill>
                  <a:srgbClr val="686C66"/>
                </a:solidFill>
                <a:latin typeface="Arial"/>
              </a:defRPr>
            </a:pPr>
            <a:r>
              <a:t>y</a:t>
            </a:r>
          </a:p>
        </p:txBody>
      </p:sp>
      <p:sp>
        <p:nvSpPr>
          <p:cNvPr id="98" name="Freeform 97"/>
          <p:cNvSpPr/>
          <p:nvPr/>
        </p:nvSpPr>
        <p:spPr>
          <a:xfrm>
            <a:off x="9180576" y="3047695"/>
            <a:ext cx="2103120" cy="1791310"/>
          </a:xfrm>
          <a:custGeom>
            <a:avLst/>
            <a:gdLst/>
            <a:ahLst/>
            <a:cxnLst/>
            <a:rect l="l" t="t" r="r" b="b"/>
            <a:pathLst>
              <a:path w="2300" h="1959">
                <a:moveTo>
                  <a:pt x="0" y="1485"/>
                </a:moveTo>
                <a:lnTo>
                  <a:pt x="6" y="1270"/>
                </a:lnTo>
                <a:lnTo>
                  <a:pt x="12" y="1103"/>
                </a:lnTo>
                <a:lnTo>
                  <a:pt x="17" y="979"/>
                </a:lnTo>
                <a:lnTo>
                  <a:pt x="23" y="892"/>
                </a:lnTo>
                <a:lnTo>
                  <a:pt x="29" y="836"/>
                </a:lnTo>
                <a:lnTo>
                  <a:pt x="35" y="807"/>
                </a:lnTo>
                <a:lnTo>
                  <a:pt x="40" y="801"/>
                </a:lnTo>
                <a:lnTo>
                  <a:pt x="46" y="814"/>
                </a:lnTo>
                <a:lnTo>
                  <a:pt x="52" y="843"/>
                </a:lnTo>
                <a:lnTo>
                  <a:pt x="58" y="885"/>
                </a:lnTo>
                <a:lnTo>
                  <a:pt x="63" y="936"/>
                </a:lnTo>
                <a:lnTo>
                  <a:pt x="69" y="996"/>
                </a:lnTo>
                <a:lnTo>
                  <a:pt x="75" y="1061"/>
                </a:lnTo>
                <a:lnTo>
                  <a:pt x="81" y="1129"/>
                </a:lnTo>
                <a:lnTo>
                  <a:pt x="86" y="1200"/>
                </a:lnTo>
                <a:lnTo>
                  <a:pt x="92" y="1271"/>
                </a:lnTo>
                <a:lnTo>
                  <a:pt x="98" y="1341"/>
                </a:lnTo>
                <a:lnTo>
                  <a:pt x="104" y="1411"/>
                </a:lnTo>
                <a:lnTo>
                  <a:pt x="110" y="1477"/>
                </a:lnTo>
                <a:lnTo>
                  <a:pt x="115" y="1541"/>
                </a:lnTo>
                <a:lnTo>
                  <a:pt x="121" y="1601"/>
                </a:lnTo>
                <a:lnTo>
                  <a:pt x="127" y="1656"/>
                </a:lnTo>
                <a:lnTo>
                  <a:pt x="133" y="1708"/>
                </a:lnTo>
                <a:lnTo>
                  <a:pt x="138" y="1754"/>
                </a:lnTo>
                <a:lnTo>
                  <a:pt x="144" y="1796"/>
                </a:lnTo>
                <a:lnTo>
                  <a:pt x="150" y="1833"/>
                </a:lnTo>
                <a:lnTo>
                  <a:pt x="156" y="1865"/>
                </a:lnTo>
                <a:lnTo>
                  <a:pt x="161" y="1892"/>
                </a:lnTo>
                <a:lnTo>
                  <a:pt x="167" y="1914"/>
                </a:lnTo>
                <a:lnTo>
                  <a:pt x="173" y="1931"/>
                </a:lnTo>
                <a:lnTo>
                  <a:pt x="179" y="1944"/>
                </a:lnTo>
                <a:lnTo>
                  <a:pt x="184" y="1953"/>
                </a:lnTo>
                <a:lnTo>
                  <a:pt x="190" y="1958"/>
                </a:lnTo>
                <a:lnTo>
                  <a:pt x="196" y="1959"/>
                </a:lnTo>
                <a:lnTo>
                  <a:pt x="202" y="1956"/>
                </a:lnTo>
                <a:lnTo>
                  <a:pt x="208" y="1950"/>
                </a:lnTo>
                <a:lnTo>
                  <a:pt x="213" y="1942"/>
                </a:lnTo>
                <a:lnTo>
                  <a:pt x="219" y="1930"/>
                </a:lnTo>
                <a:lnTo>
                  <a:pt x="225" y="1916"/>
                </a:lnTo>
                <a:lnTo>
                  <a:pt x="231" y="1901"/>
                </a:lnTo>
                <a:lnTo>
                  <a:pt x="236" y="1883"/>
                </a:lnTo>
                <a:lnTo>
                  <a:pt x="242" y="1864"/>
                </a:lnTo>
                <a:lnTo>
                  <a:pt x="248" y="1844"/>
                </a:lnTo>
                <a:lnTo>
                  <a:pt x="254" y="1822"/>
                </a:lnTo>
                <a:lnTo>
                  <a:pt x="259" y="1800"/>
                </a:lnTo>
                <a:lnTo>
                  <a:pt x="265" y="1778"/>
                </a:lnTo>
                <a:lnTo>
                  <a:pt x="271" y="1755"/>
                </a:lnTo>
                <a:lnTo>
                  <a:pt x="277" y="1733"/>
                </a:lnTo>
                <a:lnTo>
                  <a:pt x="282" y="1710"/>
                </a:lnTo>
                <a:lnTo>
                  <a:pt x="288" y="1688"/>
                </a:lnTo>
                <a:lnTo>
                  <a:pt x="294" y="1666"/>
                </a:lnTo>
                <a:lnTo>
                  <a:pt x="300" y="1645"/>
                </a:lnTo>
                <a:lnTo>
                  <a:pt x="306" y="1625"/>
                </a:lnTo>
                <a:lnTo>
                  <a:pt x="311" y="1606"/>
                </a:lnTo>
                <a:lnTo>
                  <a:pt x="317" y="1587"/>
                </a:lnTo>
                <a:lnTo>
                  <a:pt x="323" y="1570"/>
                </a:lnTo>
                <a:lnTo>
                  <a:pt x="329" y="1554"/>
                </a:lnTo>
                <a:lnTo>
                  <a:pt x="334" y="1540"/>
                </a:lnTo>
                <a:lnTo>
                  <a:pt x="340" y="1526"/>
                </a:lnTo>
                <a:lnTo>
                  <a:pt x="346" y="1515"/>
                </a:lnTo>
                <a:lnTo>
                  <a:pt x="352" y="1504"/>
                </a:lnTo>
                <a:lnTo>
                  <a:pt x="357" y="1495"/>
                </a:lnTo>
                <a:lnTo>
                  <a:pt x="363" y="1487"/>
                </a:lnTo>
                <a:lnTo>
                  <a:pt x="369" y="1481"/>
                </a:lnTo>
                <a:lnTo>
                  <a:pt x="375" y="1476"/>
                </a:lnTo>
                <a:lnTo>
                  <a:pt x="380" y="1472"/>
                </a:lnTo>
                <a:lnTo>
                  <a:pt x="386" y="1470"/>
                </a:lnTo>
                <a:lnTo>
                  <a:pt x="392" y="1469"/>
                </a:lnTo>
                <a:lnTo>
                  <a:pt x="398" y="1469"/>
                </a:lnTo>
                <a:lnTo>
                  <a:pt x="404" y="1470"/>
                </a:lnTo>
                <a:lnTo>
                  <a:pt x="409" y="1472"/>
                </a:lnTo>
                <a:lnTo>
                  <a:pt x="415" y="1476"/>
                </a:lnTo>
                <a:lnTo>
                  <a:pt x="421" y="1480"/>
                </a:lnTo>
                <a:lnTo>
                  <a:pt x="427" y="1486"/>
                </a:lnTo>
                <a:lnTo>
                  <a:pt x="432" y="1492"/>
                </a:lnTo>
                <a:lnTo>
                  <a:pt x="438" y="1499"/>
                </a:lnTo>
                <a:lnTo>
                  <a:pt x="444" y="1506"/>
                </a:lnTo>
                <a:lnTo>
                  <a:pt x="450" y="1515"/>
                </a:lnTo>
                <a:lnTo>
                  <a:pt x="455" y="1523"/>
                </a:lnTo>
                <a:lnTo>
                  <a:pt x="461" y="1533"/>
                </a:lnTo>
                <a:lnTo>
                  <a:pt x="467" y="1542"/>
                </a:lnTo>
                <a:lnTo>
                  <a:pt x="473" y="1552"/>
                </a:lnTo>
                <a:lnTo>
                  <a:pt x="478" y="1562"/>
                </a:lnTo>
                <a:lnTo>
                  <a:pt x="484" y="1572"/>
                </a:lnTo>
                <a:lnTo>
                  <a:pt x="490" y="1582"/>
                </a:lnTo>
                <a:lnTo>
                  <a:pt x="496" y="1592"/>
                </a:lnTo>
                <a:lnTo>
                  <a:pt x="502" y="1602"/>
                </a:lnTo>
                <a:lnTo>
                  <a:pt x="507" y="1612"/>
                </a:lnTo>
                <a:lnTo>
                  <a:pt x="513" y="1622"/>
                </a:lnTo>
                <a:lnTo>
                  <a:pt x="519" y="1631"/>
                </a:lnTo>
                <a:lnTo>
                  <a:pt x="525" y="1640"/>
                </a:lnTo>
                <a:lnTo>
                  <a:pt x="530" y="1649"/>
                </a:lnTo>
                <a:lnTo>
                  <a:pt x="536" y="1657"/>
                </a:lnTo>
                <a:lnTo>
                  <a:pt x="542" y="1665"/>
                </a:lnTo>
                <a:lnTo>
                  <a:pt x="548" y="1672"/>
                </a:lnTo>
                <a:lnTo>
                  <a:pt x="553" y="1679"/>
                </a:lnTo>
                <a:lnTo>
                  <a:pt x="559" y="1685"/>
                </a:lnTo>
                <a:lnTo>
                  <a:pt x="565" y="1691"/>
                </a:lnTo>
                <a:lnTo>
                  <a:pt x="571" y="1696"/>
                </a:lnTo>
                <a:lnTo>
                  <a:pt x="576" y="1700"/>
                </a:lnTo>
                <a:lnTo>
                  <a:pt x="582" y="1704"/>
                </a:lnTo>
                <a:lnTo>
                  <a:pt x="588" y="1707"/>
                </a:lnTo>
                <a:lnTo>
                  <a:pt x="594" y="1709"/>
                </a:lnTo>
                <a:lnTo>
                  <a:pt x="599" y="1711"/>
                </a:lnTo>
                <a:lnTo>
                  <a:pt x="605" y="1712"/>
                </a:lnTo>
                <a:lnTo>
                  <a:pt x="611" y="1713"/>
                </a:lnTo>
                <a:lnTo>
                  <a:pt x="617" y="1712"/>
                </a:lnTo>
                <a:lnTo>
                  <a:pt x="623" y="1712"/>
                </a:lnTo>
                <a:lnTo>
                  <a:pt x="628" y="1710"/>
                </a:lnTo>
                <a:lnTo>
                  <a:pt x="634" y="1709"/>
                </a:lnTo>
                <a:lnTo>
                  <a:pt x="640" y="1706"/>
                </a:lnTo>
                <a:lnTo>
                  <a:pt x="646" y="1703"/>
                </a:lnTo>
                <a:lnTo>
                  <a:pt x="651" y="1700"/>
                </a:lnTo>
                <a:lnTo>
                  <a:pt x="657" y="1696"/>
                </a:lnTo>
                <a:lnTo>
                  <a:pt x="663" y="1692"/>
                </a:lnTo>
                <a:lnTo>
                  <a:pt x="669" y="1687"/>
                </a:lnTo>
                <a:lnTo>
                  <a:pt x="674" y="1682"/>
                </a:lnTo>
                <a:lnTo>
                  <a:pt x="680" y="1677"/>
                </a:lnTo>
                <a:lnTo>
                  <a:pt x="686" y="1671"/>
                </a:lnTo>
                <a:lnTo>
                  <a:pt x="692" y="1666"/>
                </a:lnTo>
                <a:lnTo>
                  <a:pt x="697" y="1660"/>
                </a:lnTo>
                <a:lnTo>
                  <a:pt x="703" y="1654"/>
                </a:lnTo>
                <a:lnTo>
                  <a:pt x="709" y="1648"/>
                </a:lnTo>
                <a:lnTo>
                  <a:pt x="715" y="1642"/>
                </a:lnTo>
                <a:lnTo>
                  <a:pt x="721" y="1636"/>
                </a:lnTo>
                <a:lnTo>
                  <a:pt x="726" y="1630"/>
                </a:lnTo>
                <a:lnTo>
                  <a:pt x="732" y="1624"/>
                </a:lnTo>
                <a:lnTo>
                  <a:pt x="738" y="1618"/>
                </a:lnTo>
                <a:lnTo>
                  <a:pt x="744" y="1612"/>
                </a:lnTo>
                <a:lnTo>
                  <a:pt x="749" y="1607"/>
                </a:lnTo>
                <a:lnTo>
                  <a:pt x="755" y="1601"/>
                </a:lnTo>
                <a:lnTo>
                  <a:pt x="761" y="1597"/>
                </a:lnTo>
                <a:lnTo>
                  <a:pt x="767" y="1592"/>
                </a:lnTo>
                <a:lnTo>
                  <a:pt x="772" y="1588"/>
                </a:lnTo>
                <a:lnTo>
                  <a:pt x="778" y="1584"/>
                </a:lnTo>
                <a:lnTo>
                  <a:pt x="784" y="1581"/>
                </a:lnTo>
                <a:lnTo>
                  <a:pt x="790" y="1578"/>
                </a:lnTo>
                <a:lnTo>
                  <a:pt x="795" y="1575"/>
                </a:lnTo>
                <a:lnTo>
                  <a:pt x="801" y="1573"/>
                </a:lnTo>
                <a:lnTo>
                  <a:pt x="807" y="1572"/>
                </a:lnTo>
                <a:lnTo>
                  <a:pt x="813" y="1571"/>
                </a:lnTo>
                <a:lnTo>
                  <a:pt x="819" y="1570"/>
                </a:lnTo>
                <a:lnTo>
                  <a:pt x="824" y="1571"/>
                </a:lnTo>
                <a:lnTo>
                  <a:pt x="830" y="1571"/>
                </a:lnTo>
                <a:lnTo>
                  <a:pt x="836" y="1573"/>
                </a:lnTo>
                <a:lnTo>
                  <a:pt x="842" y="1575"/>
                </a:lnTo>
                <a:lnTo>
                  <a:pt x="847" y="1577"/>
                </a:lnTo>
                <a:lnTo>
                  <a:pt x="853" y="1580"/>
                </a:lnTo>
                <a:lnTo>
                  <a:pt x="859" y="1584"/>
                </a:lnTo>
                <a:lnTo>
                  <a:pt x="865" y="1588"/>
                </a:lnTo>
                <a:lnTo>
                  <a:pt x="870" y="1593"/>
                </a:lnTo>
                <a:lnTo>
                  <a:pt x="876" y="1599"/>
                </a:lnTo>
                <a:lnTo>
                  <a:pt x="882" y="1605"/>
                </a:lnTo>
                <a:lnTo>
                  <a:pt x="888" y="1611"/>
                </a:lnTo>
                <a:lnTo>
                  <a:pt x="893" y="1618"/>
                </a:lnTo>
                <a:lnTo>
                  <a:pt x="899" y="1626"/>
                </a:lnTo>
                <a:lnTo>
                  <a:pt x="905" y="1634"/>
                </a:lnTo>
                <a:lnTo>
                  <a:pt x="911" y="1642"/>
                </a:lnTo>
                <a:lnTo>
                  <a:pt x="917" y="1651"/>
                </a:lnTo>
                <a:lnTo>
                  <a:pt x="922" y="1660"/>
                </a:lnTo>
                <a:lnTo>
                  <a:pt x="928" y="1670"/>
                </a:lnTo>
                <a:lnTo>
                  <a:pt x="934" y="1679"/>
                </a:lnTo>
                <a:lnTo>
                  <a:pt x="940" y="1690"/>
                </a:lnTo>
                <a:lnTo>
                  <a:pt x="945" y="1700"/>
                </a:lnTo>
                <a:lnTo>
                  <a:pt x="951" y="1711"/>
                </a:lnTo>
                <a:lnTo>
                  <a:pt x="957" y="1721"/>
                </a:lnTo>
                <a:lnTo>
                  <a:pt x="963" y="1732"/>
                </a:lnTo>
                <a:lnTo>
                  <a:pt x="968" y="1743"/>
                </a:lnTo>
                <a:lnTo>
                  <a:pt x="974" y="1754"/>
                </a:lnTo>
                <a:lnTo>
                  <a:pt x="980" y="1765"/>
                </a:lnTo>
                <a:lnTo>
                  <a:pt x="986" y="1776"/>
                </a:lnTo>
                <a:lnTo>
                  <a:pt x="991" y="1787"/>
                </a:lnTo>
                <a:lnTo>
                  <a:pt x="997" y="1797"/>
                </a:lnTo>
                <a:lnTo>
                  <a:pt x="1003" y="1808"/>
                </a:lnTo>
                <a:lnTo>
                  <a:pt x="1009" y="1818"/>
                </a:lnTo>
                <a:lnTo>
                  <a:pt x="1015" y="1828"/>
                </a:lnTo>
                <a:lnTo>
                  <a:pt x="1020" y="1838"/>
                </a:lnTo>
                <a:lnTo>
                  <a:pt x="1026" y="1847"/>
                </a:lnTo>
                <a:lnTo>
                  <a:pt x="1032" y="1856"/>
                </a:lnTo>
                <a:lnTo>
                  <a:pt x="1038" y="1864"/>
                </a:lnTo>
                <a:lnTo>
                  <a:pt x="1043" y="1872"/>
                </a:lnTo>
                <a:lnTo>
                  <a:pt x="1049" y="1880"/>
                </a:lnTo>
                <a:lnTo>
                  <a:pt x="1055" y="1886"/>
                </a:lnTo>
                <a:lnTo>
                  <a:pt x="1061" y="1893"/>
                </a:lnTo>
                <a:lnTo>
                  <a:pt x="1066" y="1898"/>
                </a:lnTo>
                <a:lnTo>
                  <a:pt x="1072" y="1903"/>
                </a:lnTo>
                <a:lnTo>
                  <a:pt x="1078" y="1907"/>
                </a:lnTo>
                <a:lnTo>
                  <a:pt x="1084" y="1911"/>
                </a:lnTo>
                <a:lnTo>
                  <a:pt x="1089" y="1913"/>
                </a:lnTo>
                <a:lnTo>
                  <a:pt x="1095" y="1915"/>
                </a:lnTo>
                <a:lnTo>
                  <a:pt x="1101" y="1916"/>
                </a:lnTo>
                <a:lnTo>
                  <a:pt x="1107" y="1916"/>
                </a:lnTo>
                <a:lnTo>
                  <a:pt x="1113" y="1915"/>
                </a:lnTo>
                <a:lnTo>
                  <a:pt x="1118" y="1914"/>
                </a:lnTo>
                <a:lnTo>
                  <a:pt x="1124" y="1911"/>
                </a:lnTo>
                <a:lnTo>
                  <a:pt x="1130" y="1908"/>
                </a:lnTo>
                <a:lnTo>
                  <a:pt x="1136" y="1903"/>
                </a:lnTo>
                <a:lnTo>
                  <a:pt x="1141" y="1898"/>
                </a:lnTo>
                <a:lnTo>
                  <a:pt x="1147" y="1892"/>
                </a:lnTo>
                <a:lnTo>
                  <a:pt x="1153" y="1885"/>
                </a:lnTo>
                <a:lnTo>
                  <a:pt x="1159" y="1877"/>
                </a:lnTo>
                <a:lnTo>
                  <a:pt x="1164" y="1867"/>
                </a:lnTo>
                <a:lnTo>
                  <a:pt x="1170" y="1857"/>
                </a:lnTo>
                <a:lnTo>
                  <a:pt x="1176" y="1846"/>
                </a:lnTo>
                <a:lnTo>
                  <a:pt x="1182" y="1835"/>
                </a:lnTo>
                <a:lnTo>
                  <a:pt x="1187" y="1822"/>
                </a:lnTo>
                <a:lnTo>
                  <a:pt x="1193" y="1808"/>
                </a:lnTo>
                <a:lnTo>
                  <a:pt x="1199" y="1794"/>
                </a:lnTo>
                <a:lnTo>
                  <a:pt x="1205" y="1778"/>
                </a:lnTo>
                <a:lnTo>
                  <a:pt x="1211" y="1762"/>
                </a:lnTo>
                <a:lnTo>
                  <a:pt x="1216" y="1745"/>
                </a:lnTo>
                <a:lnTo>
                  <a:pt x="1222" y="1728"/>
                </a:lnTo>
                <a:lnTo>
                  <a:pt x="1228" y="1709"/>
                </a:lnTo>
                <a:lnTo>
                  <a:pt x="1234" y="1690"/>
                </a:lnTo>
                <a:lnTo>
                  <a:pt x="1239" y="1670"/>
                </a:lnTo>
                <a:lnTo>
                  <a:pt x="1245" y="1650"/>
                </a:lnTo>
                <a:lnTo>
                  <a:pt x="1251" y="1629"/>
                </a:lnTo>
                <a:lnTo>
                  <a:pt x="1257" y="1607"/>
                </a:lnTo>
                <a:lnTo>
                  <a:pt x="1262" y="1585"/>
                </a:lnTo>
                <a:lnTo>
                  <a:pt x="1268" y="1563"/>
                </a:lnTo>
                <a:lnTo>
                  <a:pt x="1274" y="1540"/>
                </a:lnTo>
                <a:lnTo>
                  <a:pt x="1280" y="1517"/>
                </a:lnTo>
                <a:lnTo>
                  <a:pt x="1285" y="1493"/>
                </a:lnTo>
                <a:lnTo>
                  <a:pt x="1291" y="1469"/>
                </a:lnTo>
                <a:lnTo>
                  <a:pt x="1297" y="1445"/>
                </a:lnTo>
                <a:lnTo>
                  <a:pt x="1303" y="1421"/>
                </a:lnTo>
                <a:lnTo>
                  <a:pt x="1309" y="1397"/>
                </a:lnTo>
                <a:lnTo>
                  <a:pt x="1314" y="1372"/>
                </a:lnTo>
                <a:lnTo>
                  <a:pt x="1320" y="1348"/>
                </a:lnTo>
                <a:lnTo>
                  <a:pt x="1326" y="1324"/>
                </a:lnTo>
                <a:lnTo>
                  <a:pt x="1332" y="1300"/>
                </a:lnTo>
                <a:lnTo>
                  <a:pt x="1337" y="1276"/>
                </a:lnTo>
                <a:lnTo>
                  <a:pt x="1343" y="1252"/>
                </a:lnTo>
                <a:lnTo>
                  <a:pt x="1349" y="1228"/>
                </a:lnTo>
                <a:lnTo>
                  <a:pt x="1355" y="1205"/>
                </a:lnTo>
                <a:lnTo>
                  <a:pt x="1360" y="1182"/>
                </a:lnTo>
                <a:lnTo>
                  <a:pt x="1366" y="1160"/>
                </a:lnTo>
                <a:lnTo>
                  <a:pt x="1372" y="1138"/>
                </a:lnTo>
                <a:lnTo>
                  <a:pt x="1378" y="1116"/>
                </a:lnTo>
                <a:lnTo>
                  <a:pt x="1383" y="1095"/>
                </a:lnTo>
                <a:lnTo>
                  <a:pt x="1389" y="1075"/>
                </a:lnTo>
                <a:lnTo>
                  <a:pt x="1395" y="1056"/>
                </a:lnTo>
                <a:lnTo>
                  <a:pt x="1401" y="1037"/>
                </a:lnTo>
                <a:lnTo>
                  <a:pt x="1407" y="1018"/>
                </a:lnTo>
                <a:lnTo>
                  <a:pt x="1412" y="1001"/>
                </a:lnTo>
                <a:lnTo>
                  <a:pt x="1418" y="984"/>
                </a:lnTo>
                <a:lnTo>
                  <a:pt x="1424" y="968"/>
                </a:lnTo>
                <a:lnTo>
                  <a:pt x="1430" y="953"/>
                </a:lnTo>
                <a:lnTo>
                  <a:pt x="1435" y="939"/>
                </a:lnTo>
                <a:lnTo>
                  <a:pt x="1441" y="926"/>
                </a:lnTo>
                <a:lnTo>
                  <a:pt x="1447" y="914"/>
                </a:lnTo>
                <a:lnTo>
                  <a:pt x="1453" y="903"/>
                </a:lnTo>
                <a:lnTo>
                  <a:pt x="1458" y="892"/>
                </a:lnTo>
                <a:lnTo>
                  <a:pt x="1464" y="883"/>
                </a:lnTo>
                <a:lnTo>
                  <a:pt x="1470" y="874"/>
                </a:lnTo>
                <a:lnTo>
                  <a:pt x="1476" y="867"/>
                </a:lnTo>
                <a:lnTo>
                  <a:pt x="1481" y="861"/>
                </a:lnTo>
                <a:lnTo>
                  <a:pt x="1487" y="855"/>
                </a:lnTo>
                <a:lnTo>
                  <a:pt x="1493" y="851"/>
                </a:lnTo>
                <a:lnTo>
                  <a:pt x="1499" y="847"/>
                </a:lnTo>
                <a:lnTo>
                  <a:pt x="1505" y="845"/>
                </a:lnTo>
                <a:lnTo>
                  <a:pt x="1510" y="844"/>
                </a:lnTo>
                <a:lnTo>
                  <a:pt x="1516" y="843"/>
                </a:lnTo>
                <a:lnTo>
                  <a:pt x="1522" y="844"/>
                </a:lnTo>
                <a:lnTo>
                  <a:pt x="1528" y="845"/>
                </a:lnTo>
                <a:lnTo>
                  <a:pt x="1533" y="847"/>
                </a:lnTo>
                <a:lnTo>
                  <a:pt x="1539" y="850"/>
                </a:lnTo>
                <a:lnTo>
                  <a:pt x="1545" y="854"/>
                </a:lnTo>
                <a:lnTo>
                  <a:pt x="1551" y="859"/>
                </a:lnTo>
                <a:lnTo>
                  <a:pt x="1556" y="865"/>
                </a:lnTo>
                <a:lnTo>
                  <a:pt x="1562" y="871"/>
                </a:lnTo>
                <a:lnTo>
                  <a:pt x="1568" y="878"/>
                </a:lnTo>
                <a:lnTo>
                  <a:pt x="1574" y="886"/>
                </a:lnTo>
                <a:lnTo>
                  <a:pt x="1579" y="894"/>
                </a:lnTo>
                <a:lnTo>
                  <a:pt x="1585" y="903"/>
                </a:lnTo>
                <a:lnTo>
                  <a:pt x="1591" y="913"/>
                </a:lnTo>
                <a:lnTo>
                  <a:pt x="1597" y="923"/>
                </a:lnTo>
                <a:lnTo>
                  <a:pt x="1603" y="933"/>
                </a:lnTo>
                <a:lnTo>
                  <a:pt x="1608" y="944"/>
                </a:lnTo>
                <a:lnTo>
                  <a:pt x="1614" y="955"/>
                </a:lnTo>
                <a:lnTo>
                  <a:pt x="1620" y="967"/>
                </a:lnTo>
                <a:lnTo>
                  <a:pt x="1626" y="979"/>
                </a:lnTo>
                <a:lnTo>
                  <a:pt x="1631" y="991"/>
                </a:lnTo>
                <a:lnTo>
                  <a:pt x="1637" y="1003"/>
                </a:lnTo>
                <a:lnTo>
                  <a:pt x="1643" y="1015"/>
                </a:lnTo>
                <a:lnTo>
                  <a:pt x="1649" y="1027"/>
                </a:lnTo>
                <a:lnTo>
                  <a:pt x="1654" y="1040"/>
                </a:lnTo>
                <a:lnTo>
                  <a:pt x="1660" y="1052"/>
                </a:lnTo>
                <a:lnTo>
                  <a:pt x="1666" y="1064"/>
                </a:lnTo>
                <a:lnTo>
                  <a:pt x="1672" y="1076"/>
                </a:lnTo>
                <a:lnTo>
                  <a:pt x="1677" y="1088"/>
                </a:lnTo>
                <a:lnTo>
                  <a:pt x="1683" y="1099"/>
                </a:lnTo>
                <a:lnTo>
                  <a:pt x="1689" y="1111"/>
                </a:lnTo>
                <a:lnTo>
                  <a:pt x="1695" y="1122"/>
                </a:lnTo>
                <a:lnTo>
                  <a:pt x="1701" y="1133"/>
                </a:lnTo>
                <a:lnTo>
                  <a:pt x="1706" y="1143"/>
                </a:lnTo>
                <a:lnTo>
                  <a:pt x="1712" y="1153"/>
                </a:lnTo>
                <a:lnTo>
                  <a:pt x="1718" y="1163"/>
                </a:lnTo>
                <a:lnTo>
                  <a:pt x="1724" y="1172"/>
                </a:lnTo>
                <a:lnTo>
                  <a:pt x="1729" y="1180"/>
                </a:lnTo>
                <a:lnTo>
                  <a:pt x="1735" y="1188"/>
                </a:lnTo>
                <a:lnTo>
                  <a:pt x="1741" y="1196"/>
                </a:lnTo>
                <a:lnTo>
                  <a:pt x="1747" y="1203"/>
                </a:lnTo>
                <a:lnTo>
                  <a:pt x="1752" y="1210"/>
                </a:lnTo>
                <a:lnTo>
                  <a:pt x="1758" y="1216"/>
                </a:lnTo>
                <a:lnTo>
                  <a:pt x="1764" y="1221"/>
                </a:lnTo>
                <a:lnTo>
                  <a:pt x="1770" y="1226"/>
                </a:lnTo>
                <a:lnTo>
                  <a:pt x="1775" y="1231"/>
                </a:lnTo>
                <a:lnTo>
                  <a:pt x="1781" y="1235"/>
                </a:lnTo>
                <a:lnTo>
                  <a:pt x="1787" y="1238"/>
                </a:lnTo>
                <a:lnTo>
                  <a:pt x="1793" y="1241"/>
                </a:lnTo>
                <a:lnTo>
                  <a:pt x="1798" y="1244"/>
                </a:lnTo>
                <a:lnTo>
                  <a:pt x="1804" y="1246"/>
                </a:lnTo>
                <a:lnTo>
                  <a:pt x="1810" y="1248"/>
                </a:lnTo>
                <a:lnTo>
                  <a:pt x="1816" y="1249"/>
                </a:lnTo>
                <a:lnTo>
                  <a:pt x="1822" y="1250"/>
                </a:lnTo>
                <a:lnTo>
                  <a:pt x="1827" y="1251"/>
                </a:lnTo>
                <a:lnTo>
                  <a:pt x="1833" y="1251"/>
                </a:lnTo>
                <a:lnTo>
                  <a:pt x="1839" y="1252"/>
                </a:lnTo>
                <a:lnTo>
                  <a:pt x="1845" y="1252"/>
                </a:lnTo>
                <a:lnTo>
                  <a:pt x="1850" y="1252"/>
                </a:lnTo>
                <a:lnTo>
                  <a:pt x="1856" y="1252"/>
                </a:lnTo>
                <a:lnTo>
                  <a:pt x="1862" y="1252"/>
                </a:lnTo>
                <a:lnTo>
                  <a:pt x="1868" y="1252"/>
                </a:lnTo>
                <a:lnTo>
                  <a:pt x="1873" y="1252"/>
                </a:lnTo>
                <a:lnTo>
                  <a:pt x="1879" y="1253"/>
                </a:lnTo>
                <a:lnTo>
                  <a:pt x="1885" y="1253"/>
                </a:lnTo>
                <a:lnTo>
                  <a:pt x="1891" y="1254"/>
                </a:lnTo>
                <a:lnTo>
                  <a:pt x="1896" y="1255"/>
                </a:lnTo>
                <a:lnTo>
                  <a:pt x="1902" y="1256"/>
                </a:lnTo>
                <a:lnTo>
                  <a:pt x="1908" y="1258"/>
                </a:lnTo>
                <a:lnTo>
                  <a:pt x="1914" y="1261"/>
                </a:lnTo>
                <a:lnTo>
                  <a:pt x="1920" y="1263"/>
                </a:lnTo>
                <a:lnTo>
                  <a:pt x="1925" y="1267"/>
                </a:lnTo>
                <a:lnTo>
                  <a:pt x="1931" y="1270"/>
                </a:lnTo>
                <a:lnTo>
                  <a:pt x="1937" y="1275"/>
                </a:lnTo>
                <a:lnTo>
                  <a:pt x="1943" y="1280"/>
                </a:lnTo>
                <a:lnTo>
                  <a:pt x="1948" y="1285"/>
                </a:lnTo>
                <a:lnTo>
                  <a:pt x="1954" y="1291"/>
                </a:lnTo>
                <a:lnTo>
                  <a:pt x="1960" y="1298"/>
                </a:lnTo>
                <a:lnTo>
                  <a:pt x="1966" y="1305"/>
                </a:lnTo>
                <a:lnTo>
                  <a:pt x="1971" y="1313"/>
                </a:lnTo>
                <a:lnTo>
                  <a:pt x="1977" y="1322"/>
                </a:lnTo>
                <a:lnTo>
                  <a:pt x="1983" y="1331"/>
                </a:lnTo>
                <a:lnTo>
                  <a:pt x="1989" y="1340"/>
                </a:lnTo>
                <a:lnTo>
                  <a:pt x="1994" y="1349"/>
                </a:lnTo>
                <a:lnTo>
                  <a:pt x="2000" y="1359"/>
                </a:lnTo>
                <a:lnTo>
                  <a:pt x="2006" y="1370"/>
                </a:lnTo>
                <a:lnTo>
                  <a:pt x="2012" y="1380"/>
                </a:lnTo>
                <a:lnTo>
                  <a:pt x="2018" y="1390"/>
                </a:lnTo>
                <a:lnTo>
                  <a:pt x="2023" y="1400"/>
                </a:lnTo>
                <a:lnTo>
                  <a:pt x="2029" y="1410"/>
                </a:lnTo>
                <a:lnTo>
                  <a:pt x="2035" y="1419"/>
                </a:lnTo>
                <a:lnTo>
                  <a:pt x="2041" y="1428"/>
                </a:lnTo>
                <a:lnTo>
                  <a:pt x="2046" y="1436"/>
                </a:lnTo>
                <a:lnTo>
                  <a:pt x="2052" y="1444"/>
                </a:lnTo>
                <a:lnTo>
                  <a:pt x="2058" y="1450"/>
                </a:lnTo>
                <a:lnTo>
                  <a:pt x="2064" y="1454"/>
                </a:lnTo>
                <a:lnTo>
                  <a:pt x="2069" y="1458"/>
                </a:lnTo>
                <a:lnTo>
                  <a:pt x="2075" y="1459"/>
                </a:lnTo>
                <a:lnTo>
                  <a:pt x="2081" y="1458"/>
                </a:lnTo>
                <a:lnTo>
                  <a:pt x="2087" y="1456"/>
                </a:lnTo>
                <a:lnTo>
                  <a:pt x="2092" y="1450"/>
                </a:lnTo>
                <a:lnTo>
                  <a:pt x="2098" y="1443"/>
                </a:lnTo>
                <a:lnTo>
                  <a:pt x="2104" y="1432"/>
                </a:lnTo>
                <a:lnTo>
                  <a:pt x="2110" y="1418"/>
                </a:lnTo>
                <a:lnTo>
                  <a:pt x="2116" y="1400"/>
                </a:lnTo>
                <a:lnTo>
                  <a:pt x="2121" y="1380"/>
                </a:lnTo>
                <a:lnTo>
                  <a:pt x="2127" y="1355"/>
                </a:lnTo>
                <a:lnTo>
                  <a:pt x="2133" y="1326"/>
                </a:lnTo>
                <a:lnTo>
                  <a:pt x="2139" y="1294"/>
                </a:lnTo>
                <a:lnTo>
                  <a:pt x="2144" y="1257"/>
                </a:lnTo>
                <a:lnTo>
                  <a:pt x="2150" y="1216"/>
                </a:lnTo>
                <a:lnTo>
                  <a:pt x="2156" y="1170"/>
                </a:lnTo>
                <a:lnTo>
                  <a:pt x="2162" y="1120"/>
                </a:lnTo>
                <a:lnTo>
                  <a:pt x="2167" y="1066"/>
                </a:lnTo>
                <a:lnTo>
                  <a:pt x="2173" y="1007"/>
                </a:lnTo>
                <a:lnTo>
                  <a:pt x="2179" y="945"/>
                </a:lnTo>
                <a:lnTo>
                  <a:pt x="2185" y="879"/>
                </a:lnTo>
                <a:lnTo>
                  <a:pt x="2190" y="810"/>
                </a:lnTo>
                <a:lnTo>
                  <a:pt x="2196" y="737"/>
                </a:lnTo>
                <a:lnTo>
                  <a:pt x="2202" y="662"/>
                </a:lnTo>
                <a:lnTo>
                  <a:pt x="2208" y="586"/>
                </a:lnTo>
                <a:lnTo>
                  <a:pt x="2214" y="509"/>
                </a:lnTo>
                <a:lnTo>
                  <a:pt x="2219" y="432"/>
                </a:lnTo>
                <a:lnTo>
                  <a:pt x="2225" y="356"/>
                </a:lnTo>
                <a:lnTo>
                  <a:pt x="2231" y="283"/>
                </a:lnTo>
                <a:lnTo>
                  <a:pt x="2237" y="214"/>
                </a:lnTo>
                <a:lnTo>
                  <a:pt x="2242" y="151"/>
                </a:lnTo>
                <a:lnTo>
                  <a:pt x="2248" y="95"/>
                </a:lnTo>
                <a:lnTo>
                  <a:pt x="2254" y="50"/>
                </a:lnTo>
                <a:lnTo>
                  <a:pt x="2260" y="17"/>
                </a:lnTo>
                <a:lnTo>
                  <a:pt x="2265" y="0"/>
                </a:lnTo>
                <a:lnTo>
                  <a:pt x="2271" y="1"/>
                </a:lnTo>
                <a:lnTo>
                  <a:pt x="2277" y="25"/>
                </a:lnTo>
                <a:lnTo>
                  <a:pt x="2283" y="74"/>
                </a:lnTo>
                <a:lnTo>
                  <a:pt x="2288" y="154"/>
                </a:lnTo>
                <a:lnTo>
                  <a:pt x="2294" y="268"/>
                </a:lnTo>
                <a:lnTo>
                  <a:pt x="2300" y="423"/>
                </a:lnTo>
              </a:path>
            </a:pathLst>
          </a:custGeom>
          <a:noFill/>
          <a:ln w="38100">
            <a:solidFill>
              <a:srgbClr val="C6532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99" name="Oval 98"/>
          <p:cNvSpPr/>
          <p:nvPr/>
        </p:nvSpPr>
        <p:spPr>
          <a:xfrm>
            <a:off x="9139428" y="4364370"/>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00" name="Oval 99"/>
          <p:cNvSpPr/>
          <p:nvPr/>
        </p:nvSpPr>
        <p:spPr>
          <a:xfrm>
            <a:off x="9250118" y="4476415"/>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01" name="Oval 100"/>
          <p:cNvSpPr/>
          <p:nvPr/>
        </p:nvSpPr>
        <p:spPr>
          <a:xfrm>
            <a:off x="9360809" y="4658973"/>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02" name="Oval 101"/>
          <p:cNvSpPr/>
          <p:nvPr/>
        </p:nvSpPr>
        <p:spPr>
          <a:xfrm>
            <a:off x="9471499" y="4568943"/>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03" name="Oval 102"/>
          <p:cNvSpPr/>
          <p:nvPr/>
        </p:nvSpPr>
        <p:spPr>
          <a:xfrm>
            <a:off x="9582190" y="4009857"/>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04" name="Oval 103"/>
          <p:cNvSpPr/>
          <p:nvPr/>
        </p:nvSpPr>
        <p:spPr>
          <a:xfrm>
            <a:off x="9692880" y="5069414"/>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05" name="Oval 104"/>
          <p:cNvSpPr/>
          <p:nvPr/>
        </p:nvSpPr>
        <p:spPr>
          <a:xfrm>
            <a:off x="9803571" y="4311671"/>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06" name="Oval 105"/>
          <p:cNvSpPr/>
          <p:nvPr/>
        </p:nvSpPr>
        <p:spPr>
          <a:xfrm>
            <a:off x="9914261" y="4245053"/>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07" name="Oval 106"/>
          <p:cNvSpPr/>
          <p:nvPr/>
        </p:nvSpPr>
        <p:spPr>
          <a:xfrm>
            <a:off x="10024952" y="4776433"/>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08" name="Oval 107"/>
          <p:cNvSpPr/>
          <p:nvPr/>
        </p:nvSpPr>
        <p:spPr>
          <a:xfrm>
            <a:off x="10135642" y="4876580"/>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09" name="Oval 108"/>
          <p:cNvSpPr/>
          <p:nvPr/>
        </p:nvSpPr>
        <p:spPr>
          <a:xfrm>
            <a:off x="10246333" y="4466570"/>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10" name="Oval 109"/>
          <p:cNvSpPr/>
          <p:nvPr/>
        </p:nvSpPr>
        <p:spPr>
          <a:xfrm>
            <a:off x="10357023" y="4171573"/>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11" name="Oval 110"/>
          <p:cNvSpPr/>
          <p:nvPr/>
        </p:nvSpPr>
        <p:spPr>
          <a:xfrm>
            <a:off x="10467714" y="3789798"/>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12" name="Oval 111"/>
          <p:cNvSpPr/>
          <p:nvPr/>
        </p:nvSpPr>
        <p:spPr>
          <a:xfrm>
            <a:off x="10578404" y="4092063"/>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13" name="Oval 112"/>
          <p:cNvSpPr/>
          <p:nvPr/>
        </p:nvSpPr>
        <p:spPr>
          <a:xfrm>
            <a:off x="10689095" y="3740726"/>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14" name="Oval 113"/>
          <p:cNvSpPr/>
          <p:nvPr/>
        </p:nvSpPr>
        <p:spPr>
          <a:xfrm>
            <a:off x="10799785" y="4247103"/>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15" name="Oval 114"/>
          <p:cNvSpPr/>
          <p:nvPr/>
        </p:nvSpPr>
        <p:spPr>
          <a:xfrm>
            <a:off x="10910476" y="4210708"/>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16" name="Oval 115"/>
          <p:cNvSpPr/>
          <p:nvPr/>
        </p:nvSpPr>
        <p:spPr>
          <a:xfrm>
            <a:off x="11021166" y="4286448"/>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17" name="Oval 116"/>
          <p:cNvSpPr/>
          <p:nvPr/>
        </p:nvSpPr>
        <p:spPr>
          <a:xfrm>
            <a:off x="11131857" y="3886317"/>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18" name="Oval 117"/>
          <p:cNvSpPr/>
          <p:nvPr/>
        </p:nvSpPr>
        <p:spPr>
          <a:xfrm>
            <a:off x="11242548" y="3391176"/>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cxnSp>
        <p:nvCxnSpPr>
          <p:cNvPr id="119" name="Connector 118"/>
          <p:cNvCxnSpPr/>
          <p:nvPr/>
        </p:nvCxnSpPr>
        <p:spPr>
          <a:xfrm>
            <a:off x="10757915" y="2834640"/>
            <a:ext cx="0" cy="2606040"/>
          </a:xfrm>
          <a:prstGeom prst="line">
            <a:avLst/>
          </a:prstGeom>
          <a:ln w="12700">
            <a:solidFill>
              <a:srgbClr val="7963AF"/>
            </a:solidFill>
            <a:prstDash val="dash"/>
          </a:ln>
        </p:spPr>
        <p:style>
          <a:lnRef idx="2">
            <a:schemeClr val="accent1"/>
          </a:lnRef>
          <a:fillRef idx="0">
            <a:schemeClr val="accent1"/>
          </a:fillRef>
          <a:effectRef idx="0">
            <a:schemeClr val="accent1"/>
          </a:effectRef>
          <a:fontRef idx="minor">
            <a:schemeClr val="tx1"/>
          </a:fontRef>
        </p:style>
      </p:cxnSp>
      <p:sp>
        <p:nvSpPr>
          <p:cNvPr id="120" name="Oval 119"/>
          <p:cNvSpPr/>
          <p:nvPr/>
        </p:nvSpPr>
        <p:spPr>
          <a:xfrm>
            <a:off x="10689336" y="4052470"/>
            <a:ext cx="137160" cy="137160"/>
          </a:xfrm>
          <a:prstGeom prst="ellipse">
            <a:avLst/>
          </a:prstGeom>
          <a:solidFill>
            <a:srgbClr val="C65326"/>
          </a:solidFill>
          <a:ln w="19050">
            <a:solidFill>
              <a:srgbClr val="C6532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1" name="TextBox 120"/>
          <p:cNvSpPr txBox="1"/>
          <p:nvPr/>
        </p:nvSpPr>
        <p:spPr>
          <a:xfrm>
            <a:off x="10410443" y="5532120"/>
            <a:ext cx="914400" cy="274320"/>
          </a:xfrm>
          <a:prstGeom prst="rect">
            <a:avLst/>
          </a:prstGeom>
          <a:noFill/>
        </p:spPr>
        <p:txBody>
          <a:bodyPr wrap="square" lIns="0" rIns="0" tIns="0" bIns="0">
            <a:spAutoFit/>
          </a:bodyPr>
          <a:lstStyle/>
          <a:p>
            <a:pPr>
              <a:spcAft>
                <a:spcPts val="0"/>
              </a:spcAft>
              <a:defRPr sz="1400" b="0">
                <a:solidFill>
                  <a:srgbClr val="7963AF"/>
                </a:solidFill>
                <a:latin typeface="Arial"/>
              </a:defRPr>
            </a:pPr>
            <a:r>
              <a:t>x = 0.5</a:t>
            </a:r>
          </a:p>
        </p:txBody>
      </p:sp>
      <p:sp>
        <p:nvSpPr>
          <p:cNvPr id="122" name="Oval 121"/>
          <p:cNvSpPr/>
          <p:nvPr/>
        </p:nvSpPr>
        <p:spPr>
          <a:xfrm>
            <a:off x="864108" y="6103620"/>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3" name="TextBox 122"/>
          <p:cNvSpPr txBox="1"/>
          <p:nvPr/>
        </p:nvSpPr>
        <p:spPr>
          <a:xfrm>
            <a:off x="1197864" y="6025896"/>
            <a:ext cx="2468880" cy="320040"/>
          </a:xfrm>
          <a:prstGeom prst="rect">
            <a:avLst/>
          </a:prstGeom>
          <a:noFill/>
        </p:spPr>
        <p:txBody>
          <a:bodyPr wrap="square" lIns="0" rIns="0" tIns="0" bIns="0">
            <a:spAutoFit/>
          </a:bodyPr>
          <a:lstStyle/>
          <a:p>
            <a:pPr>
              <a:spcAft>
                <a:spcPts val="0"/>
              </a:spcAft>
              <a:defRPr sz="1300" b="0">
                <a:solidFill>
                  <a:srgbClr val="686C66"/>
                </a:solidFill>
                <a:latin typeface="Arial"/>
              </a:defRPr>
            </a:pPr>
            <a:r>
              <a:t>training observations</a:t>
            </a:r>
          </a:p>
        </p:txBody>
      </p:sp>
      <p:cxnSp>
        <p:nvCxnSpPr>
          <p:cNvPr id="124" name="Connector 123"/>
          <p:cNvCxnSpPr/>
          <p:nvPr/>
        </p:nvCxnSpPr>
        <p:spPr>
          <a:xfrm>
            <a:off x="3621024" y="6144768"/>
            <a:ext cx="256032" cy="0"/>
          </a:xfrm>
          <a:prstGeom prst="line">
            <a:avLst/>
          </a:prstGeom>
          <a:ln w="25400">
            <a:solidFill>
              <a:srgbClr val="C65326"/>
            </a:solidFill>
          </a:ln>
        </p:spPr>
        <p:style>
          <a:lnRef idx="2">
            <a:schemeClr val="accent1"/>
          </a:lnRef>
          <a:fillRef idx="0">
            <a:schemeClr val="accent1"/>
          </a:fillRef>
          <a:effectRef idx="0">
            <a:schemeClr val="accent1"/>
          </a:effectRef>
          <a:fontRef idx="minor">
            <a:schemeClr val="tx1"/>
          </a:fontRef>
        </p:style>
      </p:cxnSp>
      <p:sp>
        <p:nvSpPr>
          <p:cNvPr id="125" name="TextBox 124"/>
          <p:cNvSpPr txBox="1"/>
          <p:nvPr/>
        </p:nvSpPr>
        <p:spPr>
          <a:xfrm>
            <a:off x="3977639" y="6025896"/>
            <a:ext cx="2468880" cy="320040"/>
          </a:xfrm>
          <a:prstGeom prst="rect">
            <a:avLst/>
          </a:prstGeom>
          <a:noFill/>
        </p:spPr>
        <p:txBody>
          <a:bodyPr wrap="square" lIns="0" rIns="0" tIns="0" bIns="0">
            <a:spAutoFit/>
          </a:bodyPr>
          <a:lstStyle/>
          <a:p>
            <a:pPr>
              <a:spcAft>
                <a:spcPts val="0"/>
              </a:spcAft>
              <a:defRPr sz="1300" b="0">
                <a:solidFill>
                  <a:srgbClr val="686C66"/>
                </a:solidFill>
                <a:latin typeface="Arial"/>
              </a:defRPr>
            </a:pPr>
            <a:r>
              <a:t>degree-12 polynomial</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5F5F4"/>
        </a:solidFill>
        <a:effectLst/>
      </p:bgPr>
    </p:bg>
    <p:spTree>
      <p:nvGrpSpPr>
        <p:cNvPr id="1" name=""/>
        <p:cNvGrpSpPr/>
        <p:nvPr/>
      </p:nvGrpSpPr>
      <p:grpSpPr/>
      <p:pic>
        <p:nvPicPr>
          <p:cNvPr id="2" name="Picture 1" descr="image.png"/>
          <p:cNvPicPr>
            <a:picLocks noChangeAspect="1"/>
          </p:cNvPicPr>
          <p:nvPr/>
        </p:nvPicPr>
        <p:blipFill>
          <a:blip r:embed="rId2"/>
          <a:stretch>
            <a:fillRect/>
          </a:stretch>
        </p:blipFill>
        <p:spPr>
          <a:xfrm>
            <a:off x="11768328" y="201168"/>
            <a:ext cx="219456" cy="6455664"/>
          </a:xfrm>
          <a:prstGeom prst="rect">
            <a:avLst/>
          </a:prstGeom>
        </p:spPr>
      </p:pic>
      <p:sp>
        <p:nvSpPr>
          <p:cNvPr id="3" name="TextBox 2"/>
          <p:cNvSpPr txBox="1"/>
          <p:nvPr/>
        </p:nvSpPr>
        <p:spPr>
          <a:xfrm>
            <a:off x="566928" y="960120"/>
            <a:ext cx="10972800" cy="731520"/>
          </a:xfrm>
          <a:prstGeom prst="rect">
            <a:avLst/>
          </a:prstGeom>
          <a:noFill/>
        </p:spPr>
        <p:txBody>
          <a:bodyPr wrap="square" lIns="0" rIns="0" tIns="0" bIns="0">
            <a:spAutoFit/>
          </a:bodyPr>
          <a:lstStyle/>
          <a:p>
            <a:pPr>
              <a:spcAft>
                <a:spcPts val="0"/>
              </a:spcAft>
              <a:defRPr sz="3800" b="0">
                <a:solidFill>
                  <a:srgbClr val="181D16"/>
                </a:solidFill>
                <a:latin typeface="Arial"/>
              </a:defRPr>
            </a:pPr>
            <a:r>
              <a:t>High variance: predictions change a lot</a:t>
            </a:r>
          </a:p>
        </p:txBody>
      </p:sp>
      <p:sp>
        <p:nvSpPr>
          <p:cNvPr id="4" name="TextBox 3"/>
          <p:cNvSpPr txBox="1"/>
          <p:nvPr/>
        </p:nvSpPr>
        <p:spPr>
          <a:xfrm>
            <a:off x="10917936" y="6510528"/>
            <a:ext cx="685800" cy="201168"/>
          </a:xfrm>
          <a:prstGeom prst="rect">
            <a:avLst/>
          </a:prstGeom>
          <a:noFill/>
        </p:spPr>
        <p:txBody>
          <a:bodyPr wrap="square" lIns="0" rIns="0" tIns="0" bIns="0">
            <a:spAutoFit/>
          </a:bodyPr>
          <a:lstStyle/>
          <a:p>
            <a:pPr>
              <a:spcAft>
                <a:spcPts val="0"/>
              </a:spcAft>
              <a:defRPr sz="1100" b="0">
                <a:solidFill>
                  <a:srgbClr val="686C66"/>
                </a:solidFill>
                <a:latin typeface="Arial"/>
              </a:defRPr>
            </a:pPr>
            <a:r>
              <a:t>05/09</a:t>
            </a:r>
          </a:p>
        </p:txBody>
      </p:sp>
      <p:sp>
        <p:nvSpPr>
          <p:cNvPr id="5" name="TextBox 4"/>
          <p:cNvSpPr txBox="1"/>
          <p:nvPr/>
        </p:nvSpPr>
        <p:spPr>
          <a:xfrm>
            <a:off x="896112" y="2423160"/>
            <a:ext cx="4572000" cy="274320"/>
          </a:xfrm>
          <a:prstGeom prst="rect">
            <a:avLst/>
          </a:prstGeom>
          <a:noFill/>
        </p:spPr>
        <p:txBody>
          <a:bodyPr wrap="square" lIns="0" rIns="0" tIns="0" bIns="0">
            <a:spAutoFit/>
          </a:bodyPr>
          <a:lstStyle/>
          <a:p>
            <a:pPr>
              <a:spcAft>
                <a:spcPts val="0"/>
              </a:spcAft>
              <a:defRPr sz="1600" b="0">
                <a:solidFill>
                  <a:srgbClr val="181D16"/>
                </a:solidFill>
                <a:latin typeface="Arial"/>
              </a:defRPr>
            </a:pPr>
            <a:r>
              <a:t>Degree 2  /  less variation</a:t>
            </a:r>
          </a:p>
        </p:txBody>
      </p:sp>
      <p:cxnSp>
        <p:nvCxnSpPr>
          <p:cNvPr id="6" name="Connector 5"/>
          <p:cNvCxnSpPr/>
          <p:nvPr/>
        </p:nvCxnSpPr>
        <p:spPr>
          <a:xfrm>
            <a:off x="896112" y="5440680"/>
            <a:ext cx="4572000" cy="0"/>
          </a:xfrm>
          <a:prstGeom prst="line">
            <a:avLst/>
          </a:prstGeom>
          <a:ln w="12700">
            <a:solidFill>
              <a:srgbClr val="D4D6D0"/>
            </a:solidFill>
          </a:ln>
        </p:spPr>
        <p:style>
          <a:lnRef idx="2">
            <a:schemeClr val="accent1"/>
          </a:lnRef>
          <a:fillRef idx="0">
            <a:schemeClr val="accent1"/>
          </a:fillRef>
          <a:effectRef idx="0">
            <a:schemeClr val="accent1"/>
          </a:effectRef>
          <a:fontRef idx="minor">
            <a:schemeClr val="tx1"/>
          </a:fontRef>
        </p:style>
      </p:cxnSp>
      <p:cxnSp>
        <p:nvCxnSpPr>
          <p:cNvPr id="7" name="Connector 6"/>
          <p:cNvCxnSpPr/>
          <p:nvPr/>
        </p:nvCxnSpPr>
        <p:spPr>
          <a:xfrm>
            <a:off x="896112" y="2834640"/>
            <a:ext cx="0" cy="2606040"/>
          </a:xfrm>
          <a:prstGeom prst="line">
            <a:avLst/>
          </a:prstGeom>
          <a:ln w="12700">
            <a:solidFill>
              <a:srgbClr val="D4D6D0"/>
            </a:solidFill>
          </a:ln>
        </p:spPr>
        <p:style>
          <a:lnRef idx="2">
            <a:schemeClr val="accent1"/>
          </a:lnRef>
          <a:fillRef idx="0">
            <a:schemeClr val="accent1"/>
          </a:fillRef>
          <a:effectRef idx="0">
            <a:schemeClr val="accent1"/>
          </a:effectRef>
          <a:fontRef idx="minor">
            <a:schemeClr val="tx1"/>
          </a:fontRef>
        </p:style>
      </p:cxnSp>
      <p:sp>
        <p:nvSpPr>
          <p:cNvPr id="8" name="TextBox 7"/>
          <p:cNvSpPr txBox="1"/>
          <p:nvPr/>
        </p:nvSpPr>
        <p:spPr>
          <a:xfrm>
            <a:off x="5376672" y="5532120"/>
            <a:ext cx="640080" cy="274320"/>
          </a:xfrm>
          <a:prstGeom prst="rect">
            <a:avLst/>
          </a:prstGeom>
          <a:noFill/>
        </p:spPr>
        <p:txBody>
          <a:bodyPr wrap="square" lIns="0" rIns="0" tIns="0" bIns="0">
            <a:spAutoFit/>
          </a:bodyPr>
          <a:lstStyle/>
          <a:p>
            <a:pPr>
              <a:spcAft>
                <a:spcPts val="0"/>
              </a:spcAft>
              <a:defRPr sz="1400" b="0">
                <a:solidFill>
                  <a:srgbClr val="686C66"/>
                </a:solidFill>
                <a:latin typeface="Arial"/>
              </a:defRPr>
            </a:pPr>
            <a:r>
              <a:t>x</a:t>
            </a:r>
          </a:p>
        </p:txBody>
      </p:sp>
      <p:sp>
        <p:nvSpPr>
          <p:cNvPr id="9" name="TextBox 8"/>
          <p:cNvSpPr txBox="1"/>
          <p:nvPr/>
        </p:nvSpPr>
        <p:spPr>
          <a:xfrm>
            <a:off x="621792" y="2651760"/>
            <a:ext cx="914400" cy="274320"/>
          </a:xfrm>
          <a:prstGeom prst="rect">
            <a:avLst/>
          </a:prstGeom>
          <a:noFill/>
        </p:spPr>
        <p:txBody>
          <a:bodyPr wrap="square" lIns="0" rIns="0" tIns="0" bIns="0">
            <a:spAutoFit/>
          </a:bodyPr>
          <a:lstStyle/>
          <a:p>
            <a:pPr>
              <a:spcAft>
                <a:spcPts val="0"/>
              </a:spcAft>
              <a:defRPr sz="1400" b="0">
                <a:solidFill>
                  <a:srgbClr val="686C66"/>
                </a:solidFill>
                <a:latin typeface="Arial"/>
              </a:defRPr>
            </a:pPr>
            <a:r>
              <a:t>y</a:t>
            </a:r>
          </a:p>
        </p:txBody>
      </p:sp>
      <p:sp>
        <p:nvSpPr>
          <p:cNvPr id="10" name="Freeform 9"/>
          <p:cNvSpPr/>
          <p:nvPr/>
        </p:nvSpPr>
        <p:spPr>
          <a:xfrm>
            <a:off x="896112" y="3035808"/>
            <a:ext cx="4572000" cy="1721815"/>
          </a:xfrm>
          <a:custGeom>
            <a:avLst/>
            <a:gdLst/>
            <a:ahLst/>
            <a:cxnLst/>
            <a:rect l="l" t="t" r="r" b="b"/>
            <a:pathLst>
              <a:path w="5000" h="1883">
                <a:moveTo>
                  <a:pt x="0" y="731"/>
                </a:moveTo>
                <a:lnTo>
                  <a:pt x="13" y="744"/>
                </a:lnTo>
                <a:lnTo>
                  <a:pt x="25" y="757"/>
                </a:lnTo>
                <a:lnTo>
                  <a:pt x="38" y="770"/>
                </a:lnTo>
                <a:lnTo>
                  <a:pt x="50" y="783"/>
                </a:lnTo>
                <a:lnTo>
                  <a:pt x="63" y="796"/>
                </a:lnTo>
                <a:lnTo>
                  <a:pt x="75" y="809"/>
                </a:lnTo>
                <a:lnTo>
                  <a:pt x="88" y="821"/>
                </a:lnTo>
                <a:lnTo>
                  <a:pt x="100" y="834"/>
                </a:lnTo>
                <a:lnTo>
                  <a:pt x="113" y="846"/>
                </a:lnTo>
                <a:lnTo>
                  <a:pt x="125" y="859"/>
                </a:lnTo>
                <a:lnTo>
                  <a:pt x="138" y="871"/>
                </a:lnTo>
                <a:lnTo>
                  <a:pt x="150" y="884"/>
                </a:lnTo>
                <a:lnTo>
                  <a:pt x="163" y="896"/>
                </a:lnTo>
                <a:lnTo>
                  <a:pt x="175" y="908"/>
                </a:lnTo>
                <a:lnTo>
                  <a:pt x="188" y="920"/>
                </a:lnTo>
                <a:lnTo>
                  <a:pt x="201" y="932"/>
                </a:lnTo>
                <a:lnTo>
                  <a:pt x="213" y="944"/>
                </a:lnTo>
                <a:lnTo>
                  <a:pt x="226" y="956"/>
                </a:lnTo>
                <a:lnTo>
                  <a:pt x="238" y="968"/>
                </a:lnTo>
                <a:lnTo>
                  <a:pt x="251" y="979"/>
                </a:lnTo>
                <a:lnTo>
                  <a:pt x="263" y="991"/>
                </a:lnTo>
                <a:lnTo>
                  <a:pt x="276" y="1002"/>
                </a:lnTo>
                <a:lnTo>
                  <a:pt x="288" y="1014"/>
                </a:lnTo>
                <a:lnTo>
                  <a:pt x="301" y="1025"/>
                </a:lnTo>
                <a:lnTo>
                  <a:pt x="313" y="1037"/>
                </a:lnTo>
                <a:lnTo>
                  <a:pt x="326" y="1048"/>
                </a:lnTo>
                <a:lnTo>
                  <a:pt x="338" y="1059"/>
                </a:lnTo>
                <a:lnTo>
                  <a:pt x="351" y="1070"/>
                </a:lnTo>
                <a:lnTo>
                  <a:pt x="363" y="1081"/>
                </a:lnTo>
                <a:lnTo>
                  <a:pt x="376" y="1092"/>
                </a:lnTo>
                <a:lnTo>
                  <a:pt x="388" y="1103"/>
                </a:lnTo>
                <a:lnTo>
                  <a:pt x="401" y="1114"/>
                </a:lnTo>
                <a:lnTo>
                  <a:pt x="414" y="1124"/>
                </a:lnTo>
                <a:lnTo>
                  <a:pt x="426" y="1135"/>
                </a:lnTo>
                <a:lnTo>
                  <a:pt x="439" y="1146"/>
                </a:lnTo>
                <a:lnTo>
                  <a:pt x="451" y="1156"/>
                </a:lnTo>
                <a:lnTo>
                  <a:pt x="464" y="1166"/>
                </a:lnTo>
                <a:lnTo>
                  <a:pt x="476" y="1177"/>
                </a:lnTo>
                <a:lnTo>
                  <a:pt x="489" y="1187"/>
                </a:lnTo>
                <a:lnTo>
                  <a:pt x="501" y="1197"/>
                </a:lnTo>
                <a:lnTo>
                  <a:pt x="514" y="1207"/>
                </a:lnTo>
                <a:lnTo>
                  <a:pt x="526" y="1217"/>
                </a:lnTo>
                <a:lnTo>
                  <a:pt x="539" y="1227"/>
                </a:lnTo>
                <a:lnTo>
                  <a:pt x="551" y="1237"/>
                </a:lnTo>
                <a:lnTo>
                  <a:pt x="564" y="1247"/>
                </a:lnTo>
                <a:lnTo>
                  <a:pt x="576" y="1257"/>
                </a:lnTo>
                <a:lnTo>
                  <a:pt x="589" y="1266"/>
                </a:lnTo>
                <a:lnTo>
                  <a:pt x="602" y="1276"/>
                </a:lnTo>
                <a:lnTo>
                  <a:pt x="614" y="1286"/>
                </a:lnTo>
                <a:lnTo>
                  <a:pt x="627" y="1295"/>
                </a:lnTo>
                <a:lnTo>
                  <a:pt x="639" y="1304"/>
                </a:lnTo>
                <a:lnTo>
                  <a:pt x="652" y="1314"/>
                </a:lnTo>
                <a:lnTo>
                  <a:pt x="664" y="1323"/>
                </a:lnTo>
                <a:lnTo>
                  <a:pt x="677" y="1332"/>
                </a:lnTo>
                <a:lnTo>
                  <a:pt x="689" y="1341"/>
                </a:lnTo>
                <a:lnTo>
                  <a:pt x="702" y="1350"/>
                </a:lnTo>
                <a:lnTo>
                  <a:pt x="714" y="1359"/>
                </a:lnTo>
                <a:lnTo>
                  <a:pt x="727" y="1368"/>
                </a:lnTo>
                <a:lnTo>
                  <a:pt x="739" y="1376"/>
                </a:lnTo>
                <a:lnTo>
                  <a:pt x="752" y="1385"/>
                </a:lnTo>
                <a:lnTo>
                  <a:pt x="764" y="1394"/>
                </a:lnTo>
                <a:lnTo>
                  <a:pt x="777" y="1402"/>
                </a:lnTo>
                <a:lnTo>
                  <a:pt x="789" y="1411"/>
                </a:lnTo>
                <a:lnTo>
                  <a:pt x="802" y="1419"/>
                </a:lnTo>
                <a:lnTo>
                  <a:pt x="815" y="1427"/>
                </a:lnTo>
                <a:lnTo>
                  <a:pt x="827" y="1436"/>
                </a:lnTo>
                <a:lnTo>
                  <a:pt x="840" y="1444"/>
                </a:lnTo>
                <a:lnTo>
                  <a:pt x="852" y="1452"/>
                </a:lnTo>
                <a:lnTo>
                  <a:pt x="865" y="1460"/>
                </a:lnTo>
                <a:lnTo>
                  <a:pt x="877" y="1468"/>
                </a:lnTo>
                <a:lnTo>
                  <a:pt x="890" y="1476"/>
                </a:lnTo>
                <a:lnTo>
                  <a:pt x="902" y="1484"/>
                </a:lnTo>
                <a:lnTo>
                  <a:pt x="915" y="1491"/>
                </a:lnTo>
                <a:lnTo>
                  <a:pt x="927" y="1499"/>
                </a:lnTo>
                <a:lnTo>
                  <a:pt x="940" y="1506"/>
                </a:lnTo>
                <a:lnTo>
                  <a:pt x="952" y="1514"/>
                </a:lnTo>
                <a:lnTo>
                  <a:pt x="965" y="1521"/>
                </a:lnTo>
                <a:lnTo>
                  <a:pt x="977" y="1529"/>
                </a:lnTo>
                <a:lnTo>
                  <a:pt x="990" y="1536"/>
                </a:lnTo>
                <a:lnTo>
                  <a:pt x="1003" y="1543"/>
                </a:lnTo>
                <a:lnTo>
                  <a:pt x="1015" y="1550"/>
                </a:lnTo>
                <a:lnTo>
                  <a:pt x="1028" y="1557"/>
                </a:lnTo>
                <a:lnTo>
                  <a:pt x="1040" y="1564"/>
                </a:lnTo>
                <a:lnTo>
                  <a:pt x="1053" y="1571"/>
                </a:lnTo>
                <a:lnTo>
                  <a:pt x="1065" y="1578"/>
                </a:lnTo>
                <a:lnTo>
                  <a:pt x="1078" y="1585"/>
                </a:lnTo>
                <a:lnTo>
                  <a:pt x="1090" y="1591"/>
                </a:lnTo>
                <a:lnTo>
                  <a:pt x="1103" y="1598"/>
                </a:lnTo>
                <a:lnTo>
                  <a:pt x="1115" y="1604"/>
                </a:lnTo>
                <a:lnTo>
                  <a:pt x="1128" y="1611"/>
                </a:lnTo>
                <a:lnTo>
                  <a:pt x="1140" y="1617"/>
                </a:lnTo>
                <a:lnTo>
                  <a:pt x="1153" y="1623"/>
                </a:lnTo>
                <a:lnTo>
                  <a:pt x="1165" y="1630"/>
                </a:lnTo>
                <a:lnTo>
                  <a:pt x="1178" y="1636"/>
                </a:lnTo>
                <a:lnTo>
                  <a:pt x="1190" y="1642"/>
                </a:lnTo>
                <a:lnTo>
                  <a:pt x="1203" y="1648"/>
                </a:lnTo>
                <a:lnTo>
                  <a:pt x="1216" y="1654"/>
                </a:lnTo>
                <a:lnTo>
                  <a:pt x="1228" y="1660"/>
                </a:lnTo>
                <a:lnTo>
                  <a:pt x="1241" y="1665"/>
                </a:lnTo>
                <a:lnTo>
                  <a:pt x="1253" y="1671"/>
                </a:lnTo>
                <a:lnTo>
                  <a:pt x="1266" y="1677"/>
                </a:lnTo>
                <a:lnTo>
                  <a:pt x="1278" y="1682"/>
                </a:lnTo>
                <a:lnTo>
                  <a:pt x="1291" y="1688"/>
                </a:lnTo>
                <a:lnTo>
                  <a:pt x="1303" y="1693"/>
                </a:lnTo>
                <a:lnTo>
                  <a:pt x="1316" y="1698"/>
                </a:lnTo>
                <a:lnTo>
                  <a:pt x="1328" y="1703"/>
                </a:lnTo>
                <a:lnTo>
                  <a:pt x="1341" y="1709"/>
                </a:lnTo>
                <a:lnTo>
                  <a:pt x="1353" y="1714"/>
                </a:lnTo>
                <a:lnTo>
                  <a:pt x="1366" y="1719"/>
                </a:lnTo>
                <a:lnTo>
                  <a:pt x="1378" y="1724"/>
                </a:lnTo>
                <a:lnTo>
                  <a:pt x="1391" y="1728"/>
                </a:lnTo>
                <a:lnTo>
                  <a:pt x="1404" y="1733"/>
                </a:lnTo>
                <a:lnTo>
                  <a:pt x="1416" y="1738"/>
                </a:lnTo>
                <a:lnTo>
                  <a:pt x="1429" y="1743"/>
                </a:lnTo>
                <a:lnTo>
                  <a:pt x="1441" y="1747"/>
                </a:lnTo>
                <a:lnTo>
                  <a:pt x="1454" y="1752"/>
                </a:lnTo>
                <a:lnTo>
                  <a:pt x="1466" y="1756"/>
                </a:lnTo>
                <a:lnTo>
                  <a:pt x="1479" y="1760"/>
                </a:lnTo>
                <a:lnTo>
                  <a:pt x="1491" y="1765"/>
                </a:lnTo>
                <a:lnTo>
                  <a:pt x="1504" y="1769"/>
                </a:lnTo>
                <a:lnTo>
                  <a:pt x="1516" y="1773"/>
                </a:lnTo>
                <a:lnTo>
                  <a:pt x="1529" y="1777"/>
                </a:lnTo>
                <a:lnTo>
                  <a:pt x="1541" y="1781"/>
                </a:lnTo>
                <a:lnTo>
                  <a:pt x="1554" y="1785"/>
                </a:lnTo>
                <a:lnTo>
                  <a:pt x="1566" y="1789"/>
                </a:lnTo>
                <a:lnTo>
                  <a:pt x="1579" y="1792"/>
                </a:lnTo>
                <a:lnTo>
                  <a:pt x="1591" y="1796"/>
                </a:lnTo>
                <a:lnTo>
                  <a:pt x="1604" y="1799"/>
                </a:lnTo>
                <a:lnTo>
                  <a:pt x="1617" y="1803"/>
                </a:lnTo>
                <a:lnTo>
                  <a:pt x="1629" y="1806"/>
                </a:lnTo>
                <a:lnTo>
                  <a:pt x="1642" y="1810"/>
                </a:lnTo>
                <a:lnTo>
                  <a:pt x="1654" y="1813"/>
                </a:lnTo>
                <a:lnTo>
                  <a:pt x="1667" y="1816"/>
                </a:lnTo>
                <a:lnTo>
                  <a:pt x="1679" y="1819"/>
                </a:lnTo>
                <a:lnTo>
                  <a:pt x="1692" y="1822"/>
                </a:lnTo>
                <a:lnTo>
                  <a:pt x="1704" y="1825"/>
                </a:lnTo>
                <a:lnTo>
                  <a:pt x="1717" y="1828"/>
                </a:lnTo>
                <a:lnTo>
                  <a:pt x="1729" y="1831"/>
                </a:lnTo>
                <a:lnTo>
                  <a:pt x="1742" y="1834"/>
                </a:lnTo>
                <a:lnTo>
                  <a:pt x="1754" y="1837"/>
                </a:lnTo>
                <a:lnTo>
                  <a:pt x="1767" y="1839"/>
                </a:lnTo>
                <a:lnTo>
                  <a:pt x="1779" y="1842"/>
                </a:lnTo>
                <a:lnTo>
                  <a:pt x="1792" y="1844"/>
                </a:lnTo>
                <a:lnTo>
                  <a:pt x="1805" y="1846"/>
                </a:lnTo>
                <a:lnTo>
                  <a:pt x="1817" y="1849"/>
                </a:lnTo>
                <a:lnTo>
                  <a:pt x="1830" y="1851"/>
                </a:lnTo>
                <a:lnTo>
                  <a:pt x="1842" y="1853"/>
                </a:lnTo>
                <a:lnTo>
                  <a:pt x="1855" y="1855"/>
                </a:lnTo>
                <a:lnTo>
                  <a:pt x="1867" y="1857"/>
                </a:lnTo>
                <a:lnTo>
                  <a:pt x="1880" y="1859"/>
                </a:lnTo>
                <a:lnTo>
                  <a:pt x="1892" y="1861"/>
                </a:lnTo>
                <a:lnTo>
                  <a:pt x="1905" y="1863"/>
                </a:lnTo>
                <a:lnTo>
                  <a:pt x="1917" y="1864"/>
                </a:lnTo>
                <a:lnTo>
                  <a:pt x="1930" y="1866"/>
                </a:lnTo>
                <a:lnTo>
                  <a:pt x="1942" y="1868"/>
                </a:lnTo>
                <a:lnTo>
                  <a:pt x="1955" y="1869"/>
                </a:lnTo>
                <a:lnTo>
                  <a:pt x="1967" y="1871"/>
                </a:lnTo>
                <a:lnTo>
                  <a:pt x="1980" y="1872"/>
                </a:lnTo>
                <a:lnTo>
                  <a:pt x="1992" y="1873"/>
                </a:lnTo>
                <a:lnTo>
                  <a:pt x="2005" y="1874"/>
                </a:lnTo>
                <a:lnTo>
                  <a:pt x="2018" y="1875"/>
                </a:lnTo>
                <a:lnTo>
                  <a:pt x="2030" y="1876"/>
                </a:lnTo>
                <a:lnTo>
                  <a:pt x="2043" y="1877"/>
                </a:lnTo>
                <a:lnTo>
                  <a:pt x="2055" y="1878"/>
                </a:lnTo>
                <a:lnTo>
                  <a:pt x="2068" y="1879"/>
                </a:lnTo>
                <a:lnTo>
                  <a:pt x="2080" y="1880"/>
                </a:lnTo>
                <a:lnTo>
                  <a:pt x="2093" y="1880"/>
                </a:lnTo>
                <a:lnTo>
                  <a:pt x="2105" y="1881"/>
                </a:lnTo>
                <a:lnTo>
                  <a:pt x="2118" y="1881"/>
                </a:lnTo>
                <a:lnTo>
                  <a:pt x="2130" y="1882"/>
                </a:lnTo>
                <a:lnTo>
                  <a:pt x="2143" y="1882"/>
                </a:lnTo>
                <a:lnTo>
                  <a:pt x="2155" y="1882"/>
                </a:lnTo>
                <a:lnTo>
                  <a:pt x="2168" y="1883"/>
                </a:lnTo>
                <a:lnTo>
                  <a:pt x="2180" y="1883"/>
                </a:lnTo>
                <a:lnTo>
                  <a:pt x="2193" y="1883"/>
                </a:lnTo>
                <a:lnTo>
                  <a:pt x="2206" y="1883"/>
                </a:lnTo>
                <a:lnTo>
                  <a:pt x="2218" y="1883"/>
                </a:lnTo>
                <a:lnTo>
                  <a:pt x="2231" y="1883"/>
                </a:lnTo>
                <a:lnTo>
                  <a:pt x="2243" y="1882"/>
                </a:lnTo>
                <a:lnTo>
                  <a:pt x="2256" y="1882"/>
                </a:lnTo>
                <a:lnTo>
                  <a:pt x="2268" y="1882"/>
                </a:lnTo>
                <a:lnTo>
                  <a:pt x="2281" y="1881"/>
                </a:lnTo>
                <a:lnTo>
                  <a:pt x="2293" y="1880"/>
                </a:lnTo>
                <a:lnTo>
                  <a:pt x="2306" y="1880"/>
                </a:lnTo>
                <a:lnTo>
                  <a:pt x="2318" y="1879"/>
                </a:lnTo>
                <a:lnTo>
                  <a:pt x="2331" y="1878"/>
                </a:lnTo>
                <a:lnTo>
                  <a:pt x="2343" y="1878"/>
                </a:lnTo>
                <a:lnTo>
                  <a:pt x="2356" y="1877"/>
                </a:lnTo>
                <a:lnTo>
                  <a:pt x="2368" y="1876"/>
                </a:lnTo>
                <a:lnTo>
                  <a:pt x="2381" y="1874"/>
                </a:lnTo>
                <a:lnTo>
                  <a:pt x="2393" y="1873"/>
                </a:lnTo>
                <a:lnTo>
                  <a:pt x="2406" y="1872"/>
                </a:lnTo>
                <a:lnTo>
                  <a:pt x="2419" y="1871"/>
                </a:lnTo>
                <a:lnTo>
                  <a:pt x="2431" y="1869"/>
                </a:lnTo>
                <a:lnTo>
                  <a:pt x="2444" y="1868"/>
                </a:lnTo>
                <a:lnTo>
                  <a:pt x="2456" y="1866"/>
                </a:lnTo>
                <a:lnTo>
                  <a:pt x="2469" y="1865"/>
                </a:lnTo>
                <a:lnTo>
                  <a:pt x="2481" y="1863"/>
                </a:lnTo>
                <a:lnTo>
                  <a:pt x="2494" y="1861"/>
                </a:lnTo>
                <a:lnTo>
                  <a:pt x="2506" y="1860"/>
                </a:lnTo>
                <a:lnTo>
                  <a:pt x="2519" y="1858"/>
                </a:lnTo>
                <a:lnTo>
                  <a:pt x="2531" y="1856"/>
                </a:lnTo>
                <a:lnTo>
                  <a:pt x="2544" y="1854"/>
                </a:lnTo>
                <a:lnTo>
                  <a:pt x="2556" y="1851"/>
                </a:lnTo>
                <a:lnTo>
                  <a:pt x="2569" y="1849"/>
                </a:lnTo>
                <a:lnTo>
                  <a:pt x="2581" y="1847"/>
                </a:lnTo>
                <a:lnTo>
                  <a:pt x="2594" y="1845"/>
                </a:lnTo>
                <a:lnTo>
                  <a:pt x="2607" y="1842"/>
                </a:lnTo>
                <a:lnTo>
                  <a:pt x="2619" y="1840"/>
                </a:lnTo>
                <a:lnTo>
                  <a:pt x="2632" y="1837"/>
                </a:lnTo>
                <a:lnTo>
                  <a:pt x="2644" y="1834"/>
                </a:lnTo>
                <a:lnTo>
                  <a:pt x="2657" y="1832"/>
                </a:lnTo>
                <a:lnTo>
                  <a:pt x="2669" y="1829"/>
                </a:lnTo>
                <a:lnTo>
                  <a:pt x="2682" y="1826"/>
                </a:lnTo>
                <a:lnTo>
                  <a:pt x="2694" y="1823"/>
                </a:lnTo>
                <a:lnTo>
                  <a:pt x="2707" y="1820"/>
                </a:lnTo>
                <a:lnTo>
                  <a:pt x="2719" y="1817"/>
                </a:lnTo>
                <a:lnTo>
                  <a:pt x="2732" y="1814"/>
                </a:lnTo>
                <a:lnTo>
                  <a:pt x="2744" y="1810"/>
                </a:lnTo>
                <a:lnTo>
                  <a:pt x="2757" y="1807"/>
                </a:lnTo>
                <a:lnTo>
                  <a:pt x="2769" y="1804"/>
                </a:lnTo>
                <a:lnTo>
                  <a:pt x="2782" y="1800"/>
                </a:lnTo>
                <a:lnTo>
                  <a:pt x="2794" y="1797"/>
                </a:lnTo>
                <a:lnTo>
                  <a:pt x="2807" y="1793"/>
                </a:lnTo>
                <a:lnTo>
                  <a:pt x="2820" y="1789"/>
                </a:lnTo>
                <a:lnTo>
                  <a:pt x="2832" y="1786"/>
                </a:lnTo>
                <a:lnTo>
                  <a:pt x="2845" y="1782"/>
                </a:lnTo>
                <a:lnTo>
                  <a:pt x="2857" y="1778"/>
                </a:lnTo>
                <a:lnTo>
                  <a:pt x="2870" y="1774"/>
                </a:lnTo>
                <a:lnTo>
                  <a:pt x="2882" y="1770"/>
                </a:lnTo>
                <a:lnTo>
                  <a:pt x="2895" y="1765"/>
                </a:lnTo>
                <a:lnTo>
                  <a:pt x="2907" y="1761"/>
                </a:lnTo>
                <a:lnTo>
                  <a:pt x="2920" y="1757"/>
                </a:lnTo>
                <a:lnTo>
                  <a:pt x="2932" y="1753"/>
                </a:lnTo>
                <a:lnTo>
                  <a:pt x="2945" y="1748"/>
                </a:lnTo>
                <a:lnTo>
                  <a:pt x="2957" y="1744"/>
                </a:lnTo>
                <a:lnTo>
                  <a:pt x="2970" y="1739"/>
                </a:lnTo>
                <a:lnTo>
                  <a:pt x="2982" y="1734"/>
                </a:lnTo>
                <a:lnTo>
                  <a:pt x="2995" y="1729"/>
                </a:lnTo>
                <a:lnTo>
                  <a:pt x="3008" y="1725"/>
                </a:lnTo>
                <a:lnTo>
                  <a:pt x="3020" y="1720"/>
                </a:lnTo>
                <a:lnTo>
                  <a:pt x="3033" y="1715"/>
                </a:lnTo>
                <a:lnTo>
                  <a:pt x="3045" y="1710"/>
                </a:lnTo>
                <a:lnTo>
                  <a:pt x="3058" y="1705"/>
                </a:lnTo>
                <a:lnTo>
                  <a:pt x="3070" y="1699"/>
                </a:lnTo>
                <a:lnTo>
                  <a:pt x="3083" y="1694"/>
                </a:lnTo>
                <a:lnTo>
                  <a:pt x="3095" y="1689"/>
                </a:lnTo>
                <a:lnTo>
                  <a:pt x="3108" y="1683"/>
                </a:lnTo>
                <a:lnTo>
                  <a:pt x="3120" y="1678"/>
                </a:lnTo>
                <a:lnTo>
                  <a:pt x="3133" y="1672"/>
                </a:lnTo>
                <a:lnTo>
                  <a:pt x="3145" y="1666"/>
                </a:lnTo>
                <a:lnTo>
                  <a:pt x="3158" y="1661"/>
                </a:lnTo>
                <a:lnTo>
                  <a:pt x="3170" y="1655"/>
                </a:lnTo>
                <a:lnTo>
                  <a:pt x="3183" y="1649"/>
                </a:lnTo>
                <a:lnTo>
                  <a:pt x="3195" y="1643"/>
                </a:lnTo>
                <a:lnTo>
                  <a:pt x="3208" y="1637"/>
                </a:lnTo>
                <a:lnTo>
                  <a:pt x="3221" y="1631"/>
                </a:lnTo>
                <a:lnTo>
                  <a:pt x="3233" y="1625"/>
                </a:lnTo>
                <a:lnTo>
                  <a:pt x="3246" y="1618"/>
                </a:lnTo>
                <a:lnTo>
                  <a:pt x="3258" y="1612"/>
                </a:lnTo>
                <a:lnTo>
                  <a:pt x="3271" y="1606"/>
                </a:lnTo>
                <a:lnTo>
                  <a:pt x="3283" y="1599"/>
                </a:lnTo>
                <a:lnTo>
                  <a:pt x="3296" y="1593"/>
                </a:lnTo>
                <a:lnTo>
                  <a:pt x="3308" y="1586"/>
                </a:lnTo>
                <a:lnTo>
                  <a:pt x="3321" y="1579"/>
                </a:lnTo>
                <a:lnTo>
                  <a:pt x="3333" y="1573"/>
                </a:lnTo>
                <a:lnTo>
                  <a:pt x="3346" y="1566"/>
                </a:lnTo>
                <a:lnTo>
                  <a:pt x="3358" y="1559"/>
                </a:lnTo>
                <a:lnTo>
                  <a:pt x="3371" y="1552"/>
                </a:lnTo>
                <a:lnTo>
                  <a:pt x="3383" y="1545"/>
                </a:lnTo>
                <a:lnTo>
                  <a:pt x="3396" y="1537"/>
                </a:lnTo>
                <a:lnTo>
                  <a:pt x="3409" y="1530"/>
                </a:lnTo>
                <a:lnTo>
                  <a:pt x="3421" y="1523"/>
                </a:lnTo>
                <a:lnTo>
                  <a:pt x="3434" y="1515"/>
                </a:lnTo>
                <a:lnTo>
                  <a:pt x="3446" y="1508"/>
                </a:lnTo>
                <a:lnTo>
                  <a:pt x="3459" y="1500"/>
                </a:lnTo>
                <a:lnTo>
                  <a:pt x="3471" y="1493"/>
                </a:lnTo>
                <a:lnTo>
                  <a:pt x="3484" y="1485"/>
                </a:lnTo>
                <a:lnTo>
                  <a:pt x="3496" y="1477"/>
                </a:lnTo>
                <a:lnTo>
                  <a:pt x="3509" y="1470"/>
                </a:lnTo>
                <a:lnTo>
                  <a:pt x="3521" y="1462"/>
                </a:lnTo>
                <a:lnTo>
                  <a:pt x="3534" y="1454"/>
                </a:lnTo>
                <a:lnTo>
                  <a:pt x="3546" y="1446"/>
                </a:lnTo>
                <a:lnTo>
                  <a:pt x="3559" y="1437"/>
                </a:lnTo>
                <a:lnTo>
                  <a:pt x="3571" y="1429"/>
                </a:lnTo>
                <a:lnTo>
                  <a:pt x="3584" y="1421"/>
                </a:lnTo>
                <a:lnTo>
                  <a:pt x="3596" y="1413"/>
                </a:lnTo>
                <a:lnTo>
                  <a:pt x="3609" y="1404"/>
                </a:lnTo>
                <a:lnTo>
                  <a:pt x="3622" y="1396"/>
                </a:lnTo>
                <a:lnTo>
                  <a:pt x="3634" y="1387"/>
                </a:lnTo>
                <a:lnTo>
                  <a:pt x="3647" y="1378"/>
                </a:lnTo>
                <a:lnTo>
                  <a:pt x="3659" y="1370"/>
                </a:lnTo>
                <a:lnTo>
                  <a:pt x="3672" y="1361"/>
                </a:lnTo>
                <a:lnTo>
                  <a:pt x="3684" y="1352"/>
                </a:lnTo>
                <a:lnTo>
                  <a:pt x="3697" y="1343"/>
                </a:lnTo>
                <a:lnTo>
                  <a:pt x="3709" y="1334"/>
                </a:lnTo>
                <a:lnTo>
                  <a:pt x="3722" y="1325"/>
                </a:lnTo>
                <a:lnTo>
                  <a:pt x="3734" y="1316"/>
                </a:lnTo>
                <a:lnTo>
                  <a:pt x="3747" y="1306"/>
                </a:lnTo>
                <a:lnTo>
                  <a:pt x="3759" y="1297"/>
                </a:lnTo>
                <a:lnTo>
                  <a:pt x="3772" y="1288"/>
                </a:lnTo>
                <a:lnTo>
                  <a:pt x="3784" y="1278"/>
                </a:lnTo>
                <a:lnTo>
                  <a:pt x="3797" y="1268"/>
                </a:lnTo>
                <a:lnTo>
                  <a:pt x="3810" y="1259"/>
                </a:lnTo>
                <a:lnTo>
                  <a:pt x="3822" y="1249"/>
                </a:lnTo>
                <a:lnTo>
                  <a:pt x="3835" y="1239"/>
                </a:lnTo>
                <a:lnTo>
                  <a:pt x="3847" y="1229"/>
                </a:lnTo>
                <a:lnTo>
                  <a:pt x="3860" y="1219"/>
                </a:lnTo>
                <a:lnTo>
                  <a:pt x="3872" y="1209"/>
                </a:lnTo>
                <a:lnTo>
                  <a:pt x="3885" y="1199"/>
                </a:lnTo>
                <a:lnTo>
                  <a:pt x="3897" y="1189"/>
                </a:lnTo>
                <a:lnTo>
                  <a:pt x="3910" y="1179"/>
                </a:lnTo>
                <a:lnTo>
                  <a:pt x="3922" y="1169"/>
                </a:lnTo>
                <a:lnTo>
                  <a:pt x="3935" y="1158"/>
                </a:lnTo>
                <a:lnTo>
                  <a:pt x="3947" y="1148"/>
                </a:lnTo>
                <a:lnTo>
                  <a:pt x="3960" y="1137"/>
                </a:lnTo>
                <a:lnTo>
                  <a:pt x="3972" y="1127"/>
                </a:lnTo>
                <a:lnTo>
                  <a:pt x="3985" y="1116"/>
                </a:lnTo>
                <a:lnTo>
                  <a:pt x="3997" y="1105"/>
                </a:lnTo>
                <a:lnTo>
                  <a:pt x="4010" y="1094"/>
                </a:lnTo>
                <a:lnTo>
                  <a:pt x="4023" y="1083"/>
                </a:lnTo>
                <a:lnTo>
                  <a:pt x="4035" y="1072"/>
                </a:lnTo>
                <a:lnTo>
                  <a:pt x="4048" y="1061"/>
                </a:lnTo>
                <a:lnTo>
                  <a:pt x="4060" y="1050"/>
                </a:lnTo>
                <a:lnTo>
                  <a:pt x="4073" y="1039"/>
                </a:lnTo>
                <a:lnTo>
                  <a:pt x="4085" y="1028"/>
                </a:lnTo>
                <a:lnTo>
                  <a:pt x="4098" y="1016"/>
                </a:lnTo>
                <a:lnTo>
                  <a:pt x="4110" y="1005"/>
                </a:lnTo>
                <a:lnTo>
                  <a:pt x="4123" y="993"/>
                </a:lnTo>
                <a:lnTo>
                  <a:pt x="4135" y="982"/>
                </a:lnTo>
                <a:lnTo>
                  <a:pt x="4148" y="970"/>
                </a:lnTo>
                <a:lnTo>
                  <a:pt x="4160" y="958"/>
                </a:lnTo>
                <a:lnTo>
                  <a:pt x="4173" y="946"/>
                </a:lnTo>
                <a:lnTo>
                  <a:pt x="4185" y="935"/>
                </a:lnTo>
                <a:lnTo>
                  <a:pt x="4198" y="923"/>
                </a:lnTo>
                <a:lnTo>
                  <a:pt x="4211" y="911"/>
                </a:lnTo>
                <a:lnTo>
                  <a:pt x="4223" y="898"/>
                </a:lnTo>
                <a:lnTo>
                  <a:pt x="4236" y="886"/>
                </a:lnTo>
                <a:lnTo>
                  <a:pt x="4248" y="874"/>
                </a:lnTo>
                <a:lnTo>
                  <a:pt x="4261" y="862"/>
                </a:lnTo>
                <a:lnTo>
                  <a:pt x="4273" y="849"/>
                </a:lnTo>
                <a:lnTo>
                  <a:pt x="4286" y="837"/>
                </a:lnTo>
                <a:lnTo>
                  <a:pt x="4298" y="824"/>
                </a:lnTo>
                <a:lnTo>
                  <a:pt x="4311" y="811"/>
                </a:lnTo>
                <a:lnTo>
                  <a:pt x="4323" y="799"/>
                </a:lnTo>
                <a:lnTo>
                  <a:pt x="4336" y="786"/>
                </a:lnTo>
                <a:lnTo>
                  <a:pt x="4348" y="773"/>
                </a:lnTo>
                <a:lnTo>
                  <a:pt x="4361" y="760"/>
                </a:lnTo>
                <a:lnTo>
                  <a:pt x="4373" y="747"/>
                </a:lnTo>
                <a:lnTo>
                  <a:pt x="4386" y="734"/>
                </a:lnTo>
                <a:lnTo>
                  <a:pt x="4398" y="721"/>
                </a:lnTo>
                <a:lnTo>
                  <a:pt x="4411" y="708"/>
                </a:lnTo>
                <a:lnTo>
                  <a:pt x="4424" y="694"/>
                </a:lnTo>
                <a:lnTo>
                  <a:pt x="4436" y="681"/>
                </a:lnTo>
                <a:lnTo>
                  <a:pt x="4449" y="667"/>
                </a:lnTo>
                <a:lnTo>
                  <a:pt x="4461" y="654"/>
                </a:lnTo>
                <a:lnTo>
                  <a:pt x="4474" y="640"/>
                </a:lnTo>
                <a:lnTo>
                  <a:pt x="4486" y="626"/>
                </a:lnTo>
                <a:lnTo>
                  <a:pt x="4499" y="613"/>
                </a:lnTo>
                <a:lnTo>
                  <a:pt x="4511" y="599"/>
                </a:lnTo>
                <a:lnTo>
                  <a:pt x="4524" y="585"/>
                </a:lnTo>
                <a:lnTo>
                  <a:pt x="4536" y="571"/>
                </a:lnTo>
                <a:lnTo>
                  <a:pt x="4549" y="557"/>
                </a:lnTo>
                <a:lnTo>
                  <a:pt x="4561" y="543"/>
                </a:lnTo>
                <a:lnTo>
                  <a:pt x="4574" y="528"/>
                </a:lnTo>
                <a:lnTo>
                  <a:pt x="4586" y="514"/>
                </a:lnTo>
                <a:lnTo>
                  <a:pt x="4599" y="500"/>
                </a:lnTo>
                <a:lnTo>
                  <a:pt x="4612" y="485"/>
                </a:lnTo>
                <a:lnTo>
                  <a:pt x="4624" y="471"/>
                </a:lnTo>
                <a:lnTo>
                  <a:pt x="4637" y="456"/>
                </a:lnTo>
                <a:lnTo>
                  <a:pt x="4649" y="441"/>
                </a:lnTo>
                <a:lnTo>
                  <a:pt x="4662" y="427"/>
                </a:lnTo>
                <a:lnTo>
                  <a:pt x="4674" y="412"/>
                </a:lnTo>
                <a:lnTo>
                  <a:pt x="4687" y="397"/>
                </a:lnTo>
                <a:lnTo>
                  <a:pt x="4699" y="382"/>
                </a:lnTo>
                <a:lnTo>
                  <a:pt x="4712" y="367"/>
                </a:lnTo>
                <a:lnTo>
                  <a:pt x="4724" y="352"/>
                </a:lnTo>
                <a:lnTo>
                  <a:pt x="4737" y="337"/>
                </a:lnTo>
                <a:lnTo>
                  <a:pt x="4749" y="321"/>
                </a:lnTo>
                <a:lnTo>
                  <a:pt x="4762" y="306"/>
                </a:lnTo>
                <a:lnTo>
                  <a:pt x="4774" y="291"/>
                </a:lnTo>
                <a:lnTo>
                  <a:pt x="4787" y="275"/>
                </a:lnTo>
                <a:lnTo>
                  <a:pt x="4799" y="259"/>
                </a:lnTo>
                <a:lnTo>
                  <a:pt x="4812" y="244"/>
                </a:lnTo>
                <a:lnTo>
                  <a:pt x="4825" y="228"/>
                </a:lnTo>
                <a:lnTo>
                  <a:pt x="4837" y="212"/>
                </a:lnTo>
                <a:lnTo>
                  <a:pt x="4850" y="196"/>
                </a:lnTo>
                <a:lnTo>
                  <a:pt x="4862" y="180"/>
                </a:lnTo>
                <a:lnTo>
                  <a:pt x="4875" y="164"/>
                </a:lnTo>
                <a:lnTo>
                  <a:pt x="4887" y="148"/>
                </a:lnTo>
                <a:lnTo>
                  <a:pt x="4900" y="132"/>
                </a:lnTo>
                <a:lnTo>
                  <a:pt x="4912" y="116"/>
                </a:lnTo>
                <a:lnTo>
                  <a:pt x="4925" y="100"/>
                </a:lnTo>
                <a:lnTo>
                  <a:pt x="4937" y="83"/>
                </a:lnTo>
                <a:lnTo>
                  <a:pt x="4950" y="67"/>
                </a:lnTo>
                <a:lnTo>
                  <a:pt x="4962" y="50"/>
                </a:lnTo>
                <a:lnTo>
                  <a:pt x="4975" y="33"/>
                </a:lnTo>
                <a:lnTo>
                  <a:pt x="4987" y="17"/>
                </a:lnTo>
                <a:lnTo>
                  <a:pt x="5000" y="0"/>
                </a:lnTo>
              </a:path>
            </a:pathLst>
          </a:custGeom>
          <a:noFill/>
          <a:ln w="19050">
            <a:solidFill>
              <a:srgbClr val="C4B8DC"/>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1" name="Freeform 10"/>
          <p:cNvSpPr/>
          <p:nvPr/>
        </p:nvSpPr>
        <p:spPr>
          <a:xfrm>
            <a:off x="896112" y="3359506"/>
            <a:ext cx="4572000" cy="1462126"/>
          </a:xfrm>
          <a:custGeom>
            <a:avLst/>
            <a:gdLst/>
            <a:ahLst/>
            <a:cxnLst/>
            <a:rect l="l" t="t" r="r" b="b"/>
            <a:pathLst>
              <a:path w="5000" h="1599">
                <a:moveTo>
                  <a:pt x="0" y="397"/>
                </a:moveTo>
                <a:lnTo>
                  <a:pt x="13" y="410"/>
                </a:lnTo>
                <a:lnTo>
                  <a:pt x="25" y="423"/>
                </a:lnTo>
                <a:lnTo>
                  <a:pt x="38" y="436"/>
                </a:lnTo>
                <a:lnTo>
                  <a:pt x="50" y="448"/>
                </a:lnTo>
                <a:lnTo>
                  <a:pt x="63" y="461"/>
                </a:lnTo>
                <a:lnTo>
                  <a:pt x="75" y="474"/>
                </a:lnTo>
                <a:lnTo>
                  <a:pt x="88" y="486"/>
                </a:lnTo>
                <a:lnTo>
                  <a:pt x="100" y="499"/>
                </a:lnTo>
                <a:lnTo>
                  <a:pt x="113" y="511"/>
                </a:lnTo>
                <a:lnTo>
                  <a:pt x="125" y="523"/>
                </a:lnTo>
                <a:lnTo>
                  <a:pt x="138" y="535"/>
                </a:lnTo>
                <a:lnTo>
                  <a:pt x="150" y="548"/>
                </a:lnTo>
                <a:lnTo>
                  <a:pt x="163" y="560"/>
                </a:lnTo>
                <a:lnTo>
                  <a:pt x="175" y="572"/>
                </a:lnTo>
                <a:lnTo>
                  <a:pt x="188" y="584"/>
                </a:lnTo>
                <a:lnTo>
                  <a:pt x="201" y="596"/>
                </a:lnTo>
                <a:lnTo>
                  <a:pt x="213" y="607"/>
                </a:lnTo>
                <a:lnTo>
                  <a:pt x="226" y="619"/>
                </a:lnTo>
                <a:lnTo>
                  <a:pt x="238" y="631"/>
                </a:lnTo>
                <a:lnTo>
                  <a:pt x="251" y="643"/>
                </a:lnTo>
                <a:lnTo>
                  <a:pt x="263" y="654"/>
                </a:lnTo>
                <a:lnTo>
                  <a:pt x="276" y="666"/>
                </a:lnTo>
                <a:lnTo>
                  <a:pt x="288" y="677"/>
                </a:lnTo>
                <a:lnTo>
                  <a:pt x="301" y="688"/>
                </a:lnTo>
                <a:lnTo>
                  <a:pt x="313" y="700"/>
                </a:lnTo>
                <a:lnTo>
                  <a:pt x="326" y="711"/>
                </a:lnTo>
                <a:lnTo>
                  <a:pt x="338" y="722"/>
                </a:lnTo>
                <a:lnTo>
                  <a:pt x="351" y="733"/>
                </a:lnTo>
                <a:lnTo>
                  <a:pt x="363" y="744"/>
                </a:lnTo>
                <a:lnTo>
                  <a:pt x="376" y="755"/>
                </a:lnTo>
                <a:lnTo>
                  <a:pt x="388" y="766"/>
                </a:lnTo>
                <a:lnTo>
                  <a:pt x="401" y="776"/>
                </a:lnTo>
                <a:lnTo>
                  <a:pt x="414" y="787"/>
                </a:lnTo>
                <a:lnTo>
                  <a:pt x="426" y="798"/>
                </a:lnTo>
                <a:lnTo>
                  <a:pt x="439" y="808"/>
                </a:lnTo>
                <a:lnTo>
                  <a:pt x="451" y="819"/>
                </a:lnTo>
                <a:lnTo>
                  <a:pt x="464" y="829"/>
                </a:lnTo>
                <a:lnTo>
                  <a:pt x="476" y="840"/>
                </a:lnTo>
                <a:lnTo>
                  <a:pt x="489" y="850"/>
                </a:lnTo>
                <a:lnTo>
                  <a:pt x="501" y="860"/>
                </a:lnTo>
                <a:lnTo>
                  <a:pt x="514" y="870"/>
                </a:lnTo>
                <a:lnTo>
                  <a:pt x="526" y="880"/>
                </a:lnTo>
                <a:lnTo>
                  <a:pt x="539" y="890"/>
                </a:lnTo>
                <a:lnTo>
                  <a:pt x="551" y="900"/>
                </a:lnTo>
                <a:lnTo>
                  <a:pt x="564" y="910"/>
                </a:lnTo>
                <a:lnTo>
                  <a:pt x="576" y="920"/>
                </a:lnTo>
                <a:lnTo>
                  <a:pt x="589" y="930"/>
                </a:lnTo>
                <a:lnTo>
                  <a:pt x="602" y="939"/>
                </a:lnTo>
                <a:lnTo>
                  <a:pt x="614" y="949"/>
                </a:lnTo>
                <a:lnTo>
                  <a:pt x="627" y="958"/>
                </a:lnTo>
                <a:lnTo>
                  <a:pt x="639" y="968"/>
                </a:lnTo>
                <a:lnTo>
                  <a:pt x="652" y="977"/>
                </a:lnTo>
                <a:lnTo>
                  <a:pt x="664" y="986"/>
                </a:lnTo>
                <a:lnTo>
                  <a:pt x="677" y="996"/>
                </a:lnTo>
                <a:lnTo>
                  <a:pt x="689" y="1005"/>
                </a:lnTo>
                <a:lnTo>
                  <a:pt x="702" y="1014"/>
                </a:lnTo>
                <a:lnTo>
                  <a:pt x="714" y="1023"/>
                </a:lnTo>
                <a:lnTo>
                  <a:pt x="727" y="1032"/>
                </a:lnTo>
                <a:lnTo>
                  <a:pt x="739" y="1041"/>
                </a:lnTo>
                <a:lnTo>
                  <a:pt x="752" y="1050"/>
                </a:lnTo>
                <a:lnTo>
                  <a:pt x="764" y="1058"/>
                </a:lnTo>
                <a:lnTo>
                  <a:pt x="777" y="1067"/>
                </a:lnTo>
                <a:lnTo>
                  <a:pt x="789" y="1076"/>
                </a:lnTo>
                <a:lnTo>
                  <a:pt x="802" y="1084"/>
                </a:lnTo>
                <a:lnTo>
                  <a:pt x="815" y="1093"/>
                </a:lnTo>
                <a:lnTo>
                  <a:pt x="827" y="1101"/>
                </a:lnTo>
                <a:lnTo>
                  <a:pt x="840" y="1109"/>
                </a:lnTo>
                <a:lnTo>
                  <a:pt x="852" y="1118"/>
                </a:lnTo>
                <a:lnTo>
                  <a:pt x="865" y="1126"/>
                </a:lnTo>
                <a:lnTo>
                  <a:pt x="877" y="1134"/>
                </a:lnTo>
                <a:lnTo>
                  <a:pt x="890" y="1142"/>
                </a:lnTo>
                <a:lnTo>
                  <a:pt x="902" y="1150"/>
                </a:lnTo>
                <a:lnTo>
                  <a:pt x="915" y="1158"/>
                </a:lnTo>
                <a:lnTo>
                  <a:pt x="927" y="1166"/>
                </a:lnTo>
                <a:lnTo>
                  <a:pt x="940" y="1173"/>
                </a:lnTo>
                <a:lnTo>
                  <a:pt x="952" y="1181"/>
                </a:lnTo>
                <a:lnTo>
                  <a:pt x="965" y="1189"/>
                </a:lnTo>
                <a:lnTo>
                  <a:pt x="977" y="1196"/>
                </a:lnTo>
                <a:lnTo>
                  <a:pt x="990" y="1204"/>
                </a:lnTo>
                <a:lnTo>
                  <a:pt x="1003" y="1211"/>
                </a:lnTo>
                <a:lnTo>
                  <a:pt x="1015" y="1218"/>
                </a:lnTo>
                <a:lnTo>
                  <a:pt x="1028" y="1226"/>
                </a:lnTo>
                <a:lnTo>
                  <a:pt x="1040" y="1233"/>
                </a:lnTo>
                <a:lnTo>
                  <a:pt x="1053" y="1240"/>
                </a:lnTo>
                <a:lnTo>
                  <a:pt x="1065" y="1247"/>
                </a:lnTo>
                <a:lnTo>
                  <a:pt x="1078" y="1254"/>
                </a:lnTo>
                <a:lnTo>
                  <a:pt x="1090" y="1261"/>
                </a:lnTo>
                <a:lnTo>
                  <a:pt x="1103" y="1268"/>
                </a:lnTo>
                <a:lnTo>
                  <a:pt x="1115" y="1275"/>
                </a:lnTo>
                <a:lnTo>
                  <a:pt x="1128" y="1281"/>
                </a:lnTo>
                <a:lnTo>
                  <a:pt x="1140" y="1288"/>
                </a:lnTo>
                <a:lnTo>
                  <a:pt x="1153" y="1295"/>
                </a:lnTo>
                <a:lnTo>
                  <a:pt x="1165" y="1301"/>
                </a:lnTo>
                <a:lnTo>
                  <a:pt x="1178" y="1307"/>
                </a:lnTo>
                <a:lnTo>
                  <a:pt x="1190" y="1314"/>
                </a:lnTo>
                <a:lnTo>
                  <a:pt x="1203" y="1320"/>
                </a:lnTo>
                <a:lnTo>
                  <a:pt x="1216" y="1326"/>
                </a:lnTo>
                <a:lnTo>
                  <a:pt x="1228" y="1333"/>
                </a:lnTo>
                <a:lnTo>
                  <a:pt x="1241" y="1339"/>
                </a:lnTo>
                <a:lnTo>
                  <a:pt x="1253" y="1345"/>
                </a:lnTo>
                <a:lnTo>
                  <a:pt x="1266" y="1351"/>
                </a:lnTo>
                <a:lnTo>
                  <a:pt x="1278" y="1356"/>
                </a:lnTo>
                <a:lnTo>
                  <a:pt x="1291" y="1362"/>
                </a:lnTo>
                <a:lnTo>
                  <a:pt x="1303" y="1368"/>
                </a:lnTo>
                <a:lnTo>
                  <a:pt x="1316" y="1374"/>
                </a:lnTo>
                <a:lnTo>
                  <a:pt x="1328" y="1379"/>
                </a:lnTo>
                <a:lnTo>
                  <a:pt x="1341" y="1385"/>
                </a:lnTo>
                <a:lnTo>
                  <a:pt x="1353" y="1390"/>
                </a:lnTo>
                <a:lnTo>
                  <a:pt x="1366" y="1396"/>
                </a:lnTo>
                <a:lnTo>
                  <a:pt x="1378" y="1401"/>
                </a:lnTo>
                <a:lnTo>
                  <a:pt x="1391" y="1406"/>
                </a:lnTo>
                <a:lnTo>
                  <a:pt x="1404" y="1411"/>
                </a:lnTo>
                <a:lnTo>
                  <a:pt x="1416" y="1416"/>
                </a:lnTo>
                <a:lnTo>
                  <a:pt x="1429" y="1421"/>
                </a:lnTo>
                <a:lnTo>
                  <a:pt x="1441" y="1426"/>
                </a:lnTo>
                <a:lnTo>
                  <a:pt x="1454" y="1431"/>
                </a:lnTo>
                <a:lnTo>
                  <a:pt x="1466" y="1436"/>
                </a:lnTo>
                <a:lnTo>
                  <a:pt x="1479" y="1441"/>
                </a:lnTo>
                <a:lnTo>
                  <a:pt x="1491" y="1445"/>
                </a:lnTo>
                <a:lnTo>
                  <a:pt x="1504" y="1450"/>
                </a:lnTo>
                <a:lnTo>
                  <a:pt x="1516" y="1455"/>
                </a:lnTo>
                <a:lnTo>
                  <a:pt x="1529" y="1459"/>
                </a:lnTo>
                <a:lnTo>
                  <a:pt x="1541" y="1463"/>
                </a:lnTo>
                <a:lnTo>
                  <a:pt x="1554" y="1468"/>
                </a:lnTo>
                <a:lnTo>
                  <a:pt x="1566" y="1472"/>
                </a:lnTo>
                <a:lnTo>
                  <a:pt x="1579" y="1476"/>
                </a:lnTo>
                <a:lnTo>
                  <a:pt x="1591" y="1480"/>
                </a:lnTo>
                <a:lnTo>
                  <a:pt x="1604" y="1484"/>
                </a:lnTo>
                <a:lnTo>
                  <a:pt x="1617" y="1488"/>
                </a:lnTo>
                <a:lnTo>
                  <a:pt x="1629" y="1492"/>
                </a:lnTo>
                <a:lnTo>
                  <a:pt x="1642" y="1496"/>
                </a:lnTo>
                <a:lnTo>
                  <a:pt x="1654" y="1500"/>
                </a:lnTo>
                <a:lnTo>
                  <a:pt x="1667" y="1504"/>
                </a:lnTo>
                <a:lnTo>
                  <a:pt x="1679" y="1507"/>
                </a:lnTo>
                <a:lnTo>
                  <a:pt x="1692" y="1511"/>
                </a:lnTo>
                <a:lnTo>
                  <a:pt x="1704" y="1514"/>
                </a:lnTo>
                <a:lnTo>
                  <a:pt x="1717" y="1518"/>
                </a:lnTo>
                <a:lnTo>
                  <a:pt x="1729" y="1521"/>
                </a:lnTo>
                <a:lnTo>
                  <a:pt x="1742" y="1524"/>
                </a:lnTo>
                <a:lnTo>
                  <a:pt x="1754" y="1528"/>
                </a:lnTo>
                <a:lnTo>
                  <a:pt x="1767" y="1531"/>
                </a:lnTo>
                <a:lnTo>
                  <a:pt x="1779" y="1534"/>
                </a:lnTo>
                <a:lnTo>
                  <a:pt x="1792" y="1537"/>
                </a:lnTo>
                <a:lnTo>
                  <a:pt x="1805" y="1540"/>
                </a:lnTo>
                <a:lnTo>
                  <a:pt x="1817" y="1543"/>
                </a:lnTo>
                <a:lnTo>
                  <a:pt x="1830" y="1545"/>
                </a:lnTo>
                <a:lnTo>
                  <a:pt x="1842" y="1548"/>
                </a:lnTo>
                <a:lnTo>
                  <a:pt x="1855" y="1551"/>
                </a:lnTo>
                <a:lnTo>
                  <a:pt x="1867" y="1553"/>
                </a:lnTo>
                <a:lnTo>
                  <a:pt x="1880" y="1556"/>
                </a:lnTo>
                <a:lnTo>
                  <a:pt x="1892" y="1558"/>
                </a:lnTo>
                <a:lnTo>
                  <a:pt x="1905" y="1561"/>
                </a:lnTo>
                <a:lnTo>
                  <a:pt x="1917" y="1563"/>
                </a:lnTo>
                <a:lnTo>
                  <a:pt x="1930" y="1565"/>
                </a:lnTo>
                <a:lnTo>
                  <a:pt x="1942" y="1567"/>
                </a:lnTo>
                <a:lnTo>
                  <a:pt x="1955" y="1569"/>
                </a:lnTo>
                <a:lnTo>
                  <a:pt x="1967" y="1571"/>
                </a:lnTo>
                <a:lnTo>
                  <a:pt x="1980" y="1573"/>
                </a:lnTo>
                <a:lnTo>
                  <a:pt x="1992" y="1575"/>
                </a:lnTo>
                <a:lnTo>
                  <a:pt x="2005" y="1577"/>
                </a:lnTo>
                <a:lnTo>
                  <a:pt x="2018" y="1579"/>
                </a:lnTo>
                <a:lnTo>
                  <a:pt x="2030" y="1580"/>
                </a:lnTo>
                <a:lnTo>
                  <a:pt x="2043" y="1582"/>
                </a:lnTo>
                <a:lnTo>
                  <a:pt x="2055" y="1583"/>
                </a:lnTo>
                <a:lnTo>
                  <a:pt x="2068" y="1585"/>
                </a:lnTo>
                <a:lnTo>
                  <a:pt x="2080" y="1586"/>
                </a:lnTo>
                <a:lnTo>
                  <a:pt x="2093" y="1588"/>
                </a:lnTo>
                <a:lnTo>
                  <a:pt x="2105" y="1589"/>
                </a:lnTo>
                <a:lnTo>
                  <a:pt x="2118" y="1590"/>
                </a:lnTo>
                <a:lnTo>
                  <a:pt x="2130" y="1591"/>
                </a:lnTo>
                <a:lnTo>
                  <a:pt x="2143" y="1592"/>
                </a:lnTo>
                <a:lnTo>
                  <a:pt x="2155" y="1593"/>
                </a:lnTo>
                <a:lnTo>
                  <a:pt x="2168" y="1594"/>
                </a:lnTo>
                <a:lnTo>
                  <a:pt x="2180" y="1595"/>
                </a:lnTo>
                <a:lnTo>
                  <a:pt x="2193" y="1596"/>
                </a:lnTo>
                <a:lnTo>
                  <a:pt x="2206" y="1596"/>
                </a:lnTo>
                <a:lnTo>
                  <a:pt x="2218" y="1597"/>
                </a:lnTo>
                <a:lnTo>
                  <a:pt x="2231" y="1597"/>
                </a:lnTo>
                <a:lnTo>
                  <a:pt x="2243" y="1598"/>
                </a:lnTo>
                <a:lnTo>
                  <a:pt x="2256" y="1598"/>
                </a:lnTo>
                <a:lnTo>
                  <a:pt x="2268" y="1599"/>
                </a:lnTo>
                <a:lnTo>
                  <a:pt x="2281" y="1599"/>
                </a:lnTo>
                <a:lnTo>
                  <a:pt x="2293" y="1599"/>
                </a:lnTo>
                <a:lnTo>
                  <a:pt x="2306" y="1599"/>
                </a:lnTo>
                <a:lnTo>
                  <a:pt x="2318" y="1599"/>
                </a:lnTo>
                <a:lnTo>
                  <a:pt x="2331" y="1599"/>
                </a:lnTo>
                <a:lnTo>
                  <a:pt x="2343" y="1599"/>
                </a:lnTo>
                <a:lnTo>
                  <a:pt x="2356" y="1599"/>
                </a:lnTo>
                <a:lnTo>
                  <a:pt x="2368" y="1599"/>
                </a:lnTo>
                <a:lnTo>
                  <a:pt x="2381" y="1599"/>
                </a:lnTo>
                <a:lnTo>
                  <a:pt x="2393" y="1598"/>
                </a:lnTo>
                <a:lnTo>
                  <a:pt x="2406" y="1598"/>
                </a:lnTo>
                <a:lnTo>
                  <a:pt x="2419" y="1597"/>
                </a:lnTo>
                <a:lnTo>
                  <a:pt x="2431" y="1597"/>
                </a:lnTo>
                <a:lnTo>
                  <a:pt x="2444" y="1596"/>
                </a:lnTo>
                <a:lnTo>
                  <a:pt x="2456" y="1595"/>
                </a:lnTo>
                <a:lnTo>
                  <a:pt x="2469" y="1595"/>
                </a:lnTo>
                <a:lnTo>
                  <a:pt x="2481" y="1594"/>
                </a:lnTo>
                <a:lnTo>
                  <a:pt x="2494" y="1593"/>
                </a:lnTo>
                <a:lnTo>
                  <a:pt x="2506" y="1592"/>
                </a:lnTo>
                <a:lnTo>
                  <a:pt x="2519" y="1591"/>
                </a:lnTo>
                <a:lnTo>
                  <a:pt x="2531" y="1590"/>
                </a:lnTo>
                <a:lnTo>
                  <a:pt x="2544" y="1588"/>
                </a:lnTo>
                <a:lnTo>
                  <a:pt x="2556" y="1587"/>
                </a:lnTo>
                <a:lnTo>
                  <a:pt x="2569" y="1586"/>
                </a:lnTo>
                <a:lnTo>
                  <a:pt x="2581" y="1584"/>
                </a:lnTo>
                <a:lnTo>
                  <a:pt x="2594" y="1583"/>
                </a:lnTo>
                <a:lnTo>
                  <a:pt x="2607" y="1581"/>
                </a:lnTo>
                <a:lnTo>
                  <a:pt x="2619" y="1580"/>
                </a:lnTo>
                <a:lnTo>
                  <a:pt x="2632" y="1578"/>
                </a:lnTo>
                <a:lnTo>
                  <a:pt x="2644" y="1576"/>
                </a:lnTo>
                <a:lnTo>
                  <a:pt x="2657" y="1574"/>
                </a:lnTo>
                <a:lnTo>
                  <a:pt x="2669" y="1572"/>
                </a:lnTo>
                <a:lnTo>
                  <a:pt x="2682" y="1570"/>
                </a:lnTo>
                <a:lnTo>
                  <a:pt x="2694" y="1568"/>
                </a:lnTo>
                <a:lnTo>
                  <a:pt x="2707" y="1566"/>
                </a:lnTo>
                <a:lnTo>
                  <a:pt x="2719" y="1564"/>
                </a:lnTo>
                <a:lnTo>
                  <a:pt x="2732" y="1562"/>
                </a:lnTo>
                <a:lnTo>
                  <a:pt x="2744" y="1560"/>
                </a:lnTo>
                <a:lnTo>
                  <a:pt x="2757" y="1557"/>
                </a:lnTo>
                <a:lnTo>
                  <a:pt x="2769" y="1555"/>
                </a:lnTo>
                <a:lnTo>
                  <a:pt x="2782" y="1552"/>
                </a:lnTo>
                <a:lnTo>
                  <a:pt x="2794" y="1550"/>
                </a:lnTo>
                <a:lnTo>
                  <a:pt x="2807" y="1547"/>
                </a:lnTo>
                <a:lnTo>
                  <a:pt x="2820" y="1544"/>
                </a:lnTo>
                <a:lnTo>
                  <a:pt x="2832" y="1541"/>
                </a:lnTo>
                <a:lnTo>
                  <a:pt x="2845" y="1538"/>
                </a:lnTo>
                <a:lnTo>
                  <a:pt x="2857" y="1535"/>
                </a:lnTo>
                <a:lnTo>
                  <a:pt x="2870" y="1532"/>
                </a:lnTo>
                <a:lnTo>
                  <a:pt x="2882" y="1529"/>
                </a:lnTo>
                <a:lnTo>
                  <a:pt x="2895" y="1526"/>
                </a:lnTo>
                <a:lnTo>
                  <a:pt x="2907" y="1523"/>
                </a:lnTo>
                <a:lnTo>
                  <a:pt x="2920" y="1520"/>
                </a:lnTo>
                <a:lnTo>
                  <a:pt x="2932" y="1516"/>
                </a:lnTo>
                <a:lnTo>
                  <a:pt x="2945" y="1513"/>
                </a:lnTo>
                <a:lnTo>
                  <a:pt x="2957" y="1509"/>
                </a:lnTo>
                <a:lnTo>
                  <a:pt x="2970" y="1506"/>
                </a:lnTo>
                <a:lnTo>
                  <a:pt x="2982" y="1502"/>
                </a:lnTo>
                <a:lnTo>
                  <a:pt x="2995" y="1498"/>
                </a:lnTo>
                <a:lnTo>
                  <a:pt x="3008" y="1494"/>
                </a:lnTo>
                <a:lnTo>
                  <a:pt x="3020" y="1491"/>
                </a:lnTo>
                <a:lnTo>
                  <a:pt x="3033" y="1487"/>
                </a:lnTo>
                <a:lnTo>
                  <a:pt x="3045" y="1483"/>
                </a:lnTo>
                <a:lnTo>
                  <a:pt x="3058" y="1479"/>
                </a:lnTo>
                <a:lnTo>
                  <a:pt x="3070" y="1474"/>
                </a:lnTo>
                <a:lnTo>
                  <a:pt x="3083" y="1470"/>
                </a:lnTo>
                <a:lnTo>
                  <a:pt x="3095" y="1466"/>
                </a:lnTo>
                <a:lnTo>
                  <a:pt x="3108" y="1462"/>
                </a:lnTo>
                <a:lnTo>
                  <a:pt x="3120" y="1457"/>
                </a:lnTo>
                <a:lnTo>
                  <a:pt x="3133" y="1453"/>
                </a:lnTo>
                <a:lnTo>
                  <a:pt x="3145" y="1448"/>
                </a:lnTo>
                <a:lnTo>
                  <a:pt x="3158" y="1443"/>
                </a:lnTo>
                <a:lnTo>
                  <a:pt x="3170" y="1439"/>
                </a:lnTo>
                <a:lnTo>
                  <a:pt x="3183" y="1434"/>
                </a:lnTo>
                <a:lnTo>
                  <a:pt x="3195" y="1429"/>
                </a:lnTo>
                <a:lnTo>
                  <a:pt x="3208" y="1424"/>
                </a:lnTo>
                <a:lnTo>
                  <a:pt x="3221" y="1419"/>
                </a:lnTo>
                <a:lnTo>
                  <a:pt x="3233" y="1414"/>
                </a:lnTo>
                <a:lnTo>
                  <a:pt x="3246" y="1409"/>
                </a:lnTo>
                <a:lnTo>
                  <a:pt x="3258" y="1404"/>
                </a:lnTo>
                <a:lnTo>
                  <a:pt x="3271" y="1399"/>
                </a:lnTo>
                <a:lnTo>
                  <a:pt x="3283" y="1393"/>
                </a:lnTo>
                <a:lnTo>
                  <a:pt x="3296" y="1388"/>
                </a:lnTo>
                <a:lnTo>
                  <a:pt x="3308" y="1382"/>
                </a:lnTo>
                <a:lnTo>
                  <a:pt x="3321" y="1377"/>
                </a:lnTo>
                <a:lnTo>
                  <a:pt x="3333" y="1371"/>
                </a:lnTo>
                <a:lnTo>
                  <a:pt x="3346" y="1365"/>
                </a:lnTo>
                <a:lnTo>
                  <a:pt x="3358" y="1360"/>
                </a:lnTo>
                <a:lnTo>
                  <a:pt x="3371" y="1354"/>
                </a:lnTo>
                <a:lnTo>
                  <a:pt x="3383" y="1348"/>
                </a:lnTo>
                <a:lnTo>
                  <a:pt x="3396" y="1342"/>
                </a:lnTo>
                <a:lnTo>
                  <a:pt x="3409" y="1336"/>
                </a:lnTo>
                <a:lnTo>
                  <a:pt x="3421" y="1330"/>
                </a:lnTo>
                <a:lnTo>
                  <a:pt x="3434" y="1324"/>
                </a:lnTo>
                <a:lnTo>
                  <a:pt x="3446" y="1317"/>
                </a:lnTo>
                <a:lnTo>
                  <a:pt x="3459" y="1311"/>
                </a:lnTo>
                <a:lnTo>
                  <a:pt x="3471" y="1305"/>
                </a:lnTo>
                <a:lnTo>
                  <a:pt x="3484" y="1298"/>
                </a:lnTo>
                <a:lnTo>
                  <a:pt x="3496" y="1292"/>
                </a:lnTo>
                <a:lnTo>
                  <a:pt x="3509" y="1285"/>
                </a:lnTo>
                <a:lnTo>
                  <a:pt x="3521" y="1278"/>
                </a:lnTo>
                <a:lnTo>
                  <a:pt x="3534" y="1272"/>
                </a:lnTo>
                <a:lnTo>
                  <a:pt x="3546" y="1265"/>
                </a:lnTo>
                <a:lnTo>
                  <a:pt x="3559" y="1258"/>
                </a:lnTo>
                <a:lnTo>
                  <a:pt x="3571" y="1251"/>
                </a:lnTo>
                <a:lnTo>
                  <a:pt x="3584" y="1244"/>
                </a:lnTo>
                <a:lnTo>
                  <a:pt x="3596" y="1237"/>
                </a:lnTo>
                <a:lnTo>
                  <a:pt x="3609" y="1230"/>
                </a:lnTo>
                <a:lnTo>
                  <a:pt x="3622" y="1223"/>
                </a:lnTo>
                <a:lnTo>
                  <a:pt x="3634" y="1215"/>
                </a:lnTo>
                <a:lnTo>
                  <a:pt x="3647" y="1208"/>
                </a:lnTo>
                <a:lnTo>
                  <a:pt x="3659" y="1200"/>
                </a:lnTo>
                <a:lnTo>
                  <a:pt x="3672" y="1193"/>
                </a:lnTo>
                <a:lnTo>
                  <a:pt x="3684" y="1185"/>
                </a:lnTo>
                <a:lnTo>
                  <a:pt x="3697" y="1178"/>
                </a:lnTo>
                <a:lnTo>
                  <a:pt x="3709" y="1170"/>
                </a:lnTo>
                <a:lnTo>
                  <a:pt x="3722" y="1162"/>
                </a:lnTo>
                <a:lnTo>
                  <a:pt x="3734" y="1154"/>
                </a:lnTo>
                <a:lnTo>
                  <a:pt x="3747" y="1146"/>
                </a:lnTo>
                <a:lnTo>
                  <a:pt x="3759" y="1138"/>
                </a:lnTo>
                <a:lnTo>
                  <a:pt x="3772" y="1130"/>
                </a:lnTo>
                <a:lnTo>
                  <a:pt x="3784" y="1122"/>
                </a:lnTo>
                <a:lnTo>
                  <a:pt x="3797" y="1114"/>
                </a:lnTo>
                <a:lnTo>
                  <a:pt x="3810" y="1106"/>
                </a:lnTo>
                <a:lnTo>
                  <a:pt x="3822" y="1097"/>
                </a:lnTo>
                <a:lnTo>
                  <a:pt x="3835" y="1089"/>
                </a:lnTo>
                <a:lnTo>
                  <a:pt x="3847" y="1080"/>
                </a:lnTo>
                <a:lnTo>
                  <a:pt x="3860" y="1072"/>
                </a:lnTo>
                <a:lnTo>
                  <a:pt x="3872" y="1063"/>
                </a:lnTo>
                <a:lnTo>
                  <a:pt x="3885" y="1055"/>
                </a:lnTo>
                <a:lnTo>
                  <a:pt x="3897" y="1046"/>
                </a:lnTo>
                <a:lnTo>
                  <a:pt x="3910" y="1037"/>
                </a:lnTo>
                <a:lnTo>
                  <a:pt x="3922" y="1028"/>
                </a:lnTo>
                <a:lnTo>
                  <a:pt x="3935" y="1019"/>
                </a:lnTo>
                <a:lnTo>
                  <a:pt x="3947" y="1010"/>
                </a:lnTo>
                <a:lnTo>
                  <a:pt x="3960" y="1001"/>
                </a:lnTo>
                <a:lnTo>
                  <a:pt x="3972" y="992"/>
                </a:lnTo>
                <a:lnTo>
                  <a:pt x="3985" y="982"/>
                </a:lnTo>
                <a:lnTo>
                  <a:pt x="3997" y="973"/>
                </a:lnTo>
                <a:lnTo>
                  <a:pt x="4010" y="964"/>
                </a:lnTo>
                <a:lnTo>
                  <a:pt x="4023" y="954"/>
                </a:lnTo>
                <a:lnTo>
                  <a:pt x="4035" y="945"/>
                </a:lnTo>
                <a:lnTo>
                  <a:pt x="4048" y="935"/>
                </a:lnTo>
                <a:lnTo>
                  <a:pt x="4060" y="925"/>
                </a:lnTo>
                <a:lnTo>
                  <a:pt x="4073" y="916"/>
                </a:lnTo>
                <a:lnTo>
                  <a:pt x="4085" y="906"/>
                </a:lnTo>
                <a:lnTo>
                  <a:pt x="4098" y="896"/>
                </a:lnTo>
                <a:lnTo>
                  <a:pt x="4110" y="886"/>
                </a:lnTo>
                <a:lnTo>
                  <a:pt x="4123" y="876"/>
                </a:lnTo>
                <a:lnTo>
                  <a:pt x="4135" y="866"/>
                </a:lnTo>
                <a:lnTo>
                  <a:pt x="4148" y="856"/>
                </a:lnTo>
                <a:lnTo>
                  <a:pt x="4160" y="845"/>
                </a:lnTo>
                <a:lnTo>
                  <a:pt x="4173" y="835"/>
                </a:lnTo>
                <a:lnTo>
                  <a:pt x="4185" y="825"/>
                </a:lnTo>
                <a:lnTo>
                  <a:pt x="4198" y="814"/>
                </a:lnTo>
                <a:lnTo>
                  <a:pt x="4211" y="804"/>
                </a:lnTo>
                <a:lnTo>
                  <a:pt x="4223" y="793"/>
                </a:lnTo>
                <a:lnTo>
                  <a:pt x="4236" y="782"/>
                </a:lnTo>
                <a:lnTo>
                  <a:pt x="4248" y="772"/>
                </a:lnTo>
                <a:lnTo>
                  <a:pt x="4261" y="761"/>
                </a:lnTo>
                <a:lnTo>
                  <a:pt x="4273" y="750"/>
                </a:lnTo>
                <a:lnTo>
                  <a:pt x="4286" y="739"/>
                </a:lnTo>
                <a:lnTo>
                  <a:pt x="4298" y="728"/>
                </a:lnTo>
                <a:lnTo>
                  <a:pt x="4311" y="717"/>
                </a:lnTo>
                <a:lnTo>
                  <a:pt x="4323" y="706"/>
                </a:lnTo>
                <a:lnTo>
                  <a:pt x="4336" y="695"/>
                </a:lnTo>
                <a:lnTo>
                  <a:pt x="4348" y="683"/>
                </a:lnTo>
                <a:lnTo>
                  <a:pt x="4361" y="672"/>
                </a:lnTo>
                <a:lnTo>
                  <a:pt x="4373" y="661"/>
                </a:lnTo>
                <a:lnTo>
                  <a:pt x="4386" y="649"/>
                </a:lnTo>
                <a:lnTo>
                  <a:pt x="4398" y="637"/>
                </a:lnTo>
                <a:lnTo>
                  <a:pt x="4411" y="626"/>
                </a:lnTo>
                <a:lnTo>
                  <a:pt x="4424" y="614"/>
                </a:lnTo>
                <a:lnTo>
                  <a:pt x="4436" y="602"/>
                </a:lnTo>
                <a:lnTo>
                  <a:pt x="4449" y="590"/>
                </a:lnTo>
                <a:lnTo>
                  <a:pt x="4461" y="579"/>
                </a:lnTo>
                <a:lnTo>
                  <a:pt x="4474" y="567"/>
                </a:lnTo>
                <a:lnTo>
                  <a:pt x="4486" y="554"/>
                </a:lnTo>
                <a:lnTo>
                  <a:pt x="4499" y="542"/>
                </a:lnTo>
                <a:lnTo>
                  <a:pt x="4511" y="530"/>
                </a:lnTo>
                <a:lnTo>
                  <a:pt x="4524" y="518"/>
                </a:lnTo>
                <a:lnTo>
                  <a:pt x="4536" y="506"/>
                </a:lnTo>
                <a:lnTo>
                  <a:pt x="4549" y="493"/>
                </a:lnTo>
                <a:lnTo>
                  <a:pt x="4561" y="481"/>
                </a:lnTo>
                <a:lnTo>
                  <a:pt x="4574" y="468"/>
                </a:lnTo>
                <a:lnTo>
                  <a:pt x="4586" y="455"/>
                </a:lnTo>
                <a:lnTo>
                  <a:pt x="4599" y="443"/>
                </a:lnTo>
                <a:lnTo>
                  <a:pt x="4612" y="430"/>
                </a:lnTo>
                <a:lnTo>
                  <a:pt x="4624" y="417"/>
                </a:lnTo>
                <a:lnTo>
                  <a:pt x="4637" y="404"/>
                </a:lnTo>
                <a:lnTo>
                  <a:pt x="4649" y="391"/>
                </a:lnTo>
                <a:lnTo>
                  <a:pt x="4662" y="378"/>
                </a:lnTo>
                <a:lnTo>
                  <a:pt x="4674" y="365"/>
                </a:lnTo>
                <a:lnTo>
                  <a:pt x="4687" y="352"/>
                </a:lnTo>
                <a:lnTo>
                  <a:pt x="4699" y="339"/>
                </a:lnTo>
                <a:lnTo>
                  <a:pt x="4712" y="325"/>
                </a:lnTo>
                <a:lnTo>
                  <a:pt x="4724" y="312"/>
                </a:lnTo>
                <a:lnTo>
                  <a:pt x="4737" y="299"/>
                </a:lnTo>
                <a:lnTo>
                  <a:pt x="4749" y="285"/>
                </a:lnTo>
                <a:lnTo>
                  <a:pt x="4762" y="271"/>
                </a:lnTo>
                <a:lnTo>
                  <a:pt x="4774" y="258"/>
                </a:lnTo>
                <a:lnTo>
                  <a:pt x="4787" y="244"/>
                </a:lnTo>
                <a:lnTo>
                  <a:pt x="4799" y="230"/>
                </a:lnTo>
                <a:lnTo>
                  <a:pt x="4812" y="216"/>
                </a:lnTo>
                <a:lnTo>
                  <a:pt x="4825" y="202"/>
                </a:lnTo>
                <a:lnTo>
                  <a:pt x="4837" y="188"/>
                </a:lnTo>
                <a:lnTo>
                  <a:pt x="4850" y="174"/>
                </a:lnTo>
                <a:lnTo>
                  <a:pt x="4862" y="160"/>
                </a:lnTo>
                <a:lnTo>
                  <a:pt x="4875" y="146"/>
                </a:lnTo>
                <a:lnTo>
                  <a:pt x="4887" y="131"/>
                </a:lnTo>
                <a:lnTo>
                  <a:pt x="4900" y="117"/>
                </a:lnTo>
                <a:lnTo>
                  <a:pt x="4912" y="103"/>
                </a:lnTo>
                <a:lnTo>
                  <a:pt x="4925" y="88"/>
                </a:lnTo>
                <a:lnTo>
                  <a:pt x="4937" y="74"/>
                </a:lnTo>
                <a:lnTo>
                  <a:pt x="4950" y="59"/>
                </a:lnTo>
                <a:lnTo>
                  <a:pt x="4962" y="44"/>
                </a:lnTo>
                <a:lnTo>
                  <a:pt x="4975" y="29"/>
                </a:lnTo>
                <a:lnTo>
                  <a:pt x="4987" y="14"/>
                </a:lnTo>
                <a:lnTo>
                  <a:pt x="5000" y="0"/>
                </a:lnTo>
              </a:path>
            </a:pathLst>
          </a:custGeom>
          <a:noFill/>
          <a:ln w="19050">
            <a:solidFill>
              <a:srgbClr val="C4B8DC"/>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 name="Freeform 11"/>
          <p:cNvSpPr/>
          <p:nvPr/>
        </p:nvSpPr>
        <p:spPr>
          <a:xfrm>
            <a:off x="896112" y="2940710"/>
            <a:ext cx="4572000" cy="1826971"/>
          </a:xfrm>
          <a:custGeom>
            <a:avLst/>
            <a:gdLst/>
            <a:ahLst/>
            <a:cxnLst/>
            <a:rect l="l" t="t" r="r" b="b"/>
            <a:pathLst>
              <a:path w="5000" h="1998">
                <a:moveTo>
                  <a:pt x="0" y="963"/>
                </a:moveTo>
                <a:lnTo>
                  <a:pt x="13" y="976"/>
                </a:lnTo>
                <a:lnTo>
                  <a:pt x="25" y="988"/>
                </a:lnTo>
                <a:lnTo>
                  <a:pt x="38" y="1000"/>
                </a:lnTo>
                <a:lnTo>
                  <a:pt x="50" y="1012"/>
                </a:lnTo>
                <a:lnTo>
                  <a:pt x="63" y="1024"/>
                </a:lnTo>
                <a:lnTo>
                  <a:pt x="75" y="1036"/>
                </a:lnTo>
                <a:lnTo>
                  <a:pt x="88" y="1048"/>
                </a:lnTo>
                <a:lnTo>
                  <a:pt x="100" y="1060"/>
                </a:lnTo>
                <a:lnTo>
                  <a:pt x="113" y="1072"/>
                </a:lnTo>
                <a:lnTo>
                  <a:pt x="125" y="1083"/>
                </a:lnTo>
                <a:lnTo>
                  <a:pt x="138" y="1095"/>
                </a:lnTo>
                <a:lnTo>
                  <a:pt x="150" y="1107"/>
                </a:lnTo>
                <a:lnTo>
                  <a:pt x="163" y="1118"/>
                </a:lnTo>
                <a:lnTo>
                  <a:pt x="175" y="1130"/>
                </a:lnTo>
                <a:lnTo>
                  <a:pt x="188" y="1141"/>
                </a:lnTo>
                <a:lnTo>
                  <a:pt x="201" y="1152"/>
                </a:lnTo>
                <a:lnTo>
                  <a:pt x="213" y="1163"/>
                </a:lnTo>
                <a:lnTo>
                  <a:pt x="226" y="1174"/>
                </a:lnTo>
                <a:lnTo>
                  <a:pt x="238" y="1185"/>
                </a:lnTo>
                <a:lnTo>
                  <a:pt x="251" y="1196"/>
                </a:lnTo>
                <a:lnTo>
                  <a:pt x="263" y="1207"/>
                </a:lnTo>
                <a:lnTo>
                  <a:pt x="276" y="1218"/>
                </a:lnTo>
                <a:lnTo>
                  <a:pt x="288" y="1229"/>
                </a:lnTo>
                <a:lnTo>
                  <a:pt x="301" y="1239"/>
                </a:lnTo>
                <a:lnTo>
                  <a:pt x="313" y="1250"/>
                </a:lnTo>
                <a:lnTo>
                  <a:pt x="326" y="1260"/>
                </a:lnTo>
                <a:lnTo>
                  <a:pt x="338" y="1271"/>
                </a:lnTo>
                <a:lnTo>
                  <a:pt x="351" y="1281"/>
                </a:lnTo>
                <a:lnTo>
                  <a:pt x="363" y="1291"/>
                </a:lnTo>
                <a:lnTo>
                  <a:pt x="376" y="1302"/>
                </a:lnTo>
                <a:lnTo>
                  <a:pt x="388" y="1312"/>
                </a:lnTo>
                <a:lnTo>
                  <a:pt x="401" y="1322"/>
                </a:lnTo>
                <a:lnTo>
                  <a:pt x="414" y="1332"/>
                </a:lnTo>
                <a:lnTo>
                  <a:pt x="426" y="1342"/>
                </a:lnTo>
                <a:lnTo>
                  <a:pt x="439" y="1352"/>
                </a:lnTo>
                <a:lnTo>
                  <a:pt x="451" y="1361"/>
                </a:lnTo>
                <a:lnTo>
                  <a:pt x="464" y="1371"/>
                </a:lnTo>
                <a:lnTo>
                  <a:pt x="476" y="1381"/>
                </a:lnTo>
                <a:lnTo>
                  <a:pt x="489" y="1390"/>
                </a:lnTo>
                <a:lnTo>
                  <a:pt x="501" y="1400"/>
                </a:lnTo>
                <a:lnTo>
                  <a:pt x="514" y="1409"/>
                </a:lnTo>
                <a:lnTo>
                  <a:pt x="526" y="1418"/>
                </a:lnTo>
                <a:lnTo>
                  <a:pt x="539" y="1428"/>
                </a:lnTo>
                <a:lnTo>
                  <a:pt x="551" y="1437"/>
                </a:lnTo>
                <a:lnTo>
                  <a:pt x="564" y="1446"/>
                </a:lnTo>
                <a:lnTo>
                  <a:pt x="576" y="1455"/>
                </a:lnTo>
                <a:lnTo>
                  <a:pt x="589" y="1464"/>
                </a:lnTo>
                <a:lnTo>
                  <a:pt x="602" y="1473"/>
                </a:lnTo>
                <a:lnTo>
                  <a:pt x="614" y="1481"/>
                </a:lnTo>
                <a:lnTo>
                  <a:pt x="627" y="1490"/>
                </a:lnTo>
                <a:lnTo>
                  <a:pt x="639" y="1499"/>
                </a:lnTo>
                <a:lnTo>
                  <a:pt x="652" y="1507"/>
                </a:lnTo>
                <a:lnTo>
                  <a:pt x="664" y="1516"/>
                </a:lnTo>
                <a:lnTo>
                  <a:pt x="677" y="1524"/>
                </a:lnTo>
                <a:lnTo>
                  <a:pt x="689" y="1533"/>
                </a:lnTo>
                <a:lnTo>
                  <a:pt x="702" y="1541"/>
                </a:lnTo>
                <a:lnTo>
                  <a:pt x="714" y="1549"/>
                </a:lnTo>
                <a:lnTo>
                  <a:pt x="727" y="1557"/>
                </a:lnTo>
                <a:lnTo>
                  <a:pt x="739" y="1565"/>
                </a:lnTo>
                <a:lnTo>
                  <a:pt x="752" y="1573"/>
                </a:lnTo>
                <a:lnTo>
                  <a:pt x="764" y="1581"/>
                </a:lnTo>
                <a:lnTo>
                  <a:pt x="777" y="1589"/>
                </a:lnTo>
                <a:lnTo>
                  <a:pt x="789" y="1597"/>
                </a:lnTo>
                <a:lnTo>
                  <a:pt x="802" y="1604"/>
                </a:lnTo>
                <a:lnTo>
                  <a:pt x="815" y="1612"/>
                </a:lnTo>
                <a:lnTo>
                  <a:pt x="827" y="1620"/>
                </a:lnTo>
                <a:lnTo>
                  <a:pt x="840" y="1627"/>
                </a:lnTo>
                <a:lnTo>
                  <a:pt x="852" y="1634"/>
                </a:lnTo>
                <a:lnTo>
                  <a:pt x="865" y="1642"/>
                </a:lnTo>
                <a:lnTo>
                  <a:pt x="877" y="1649"/>
                </a:lnTo>
                <a:lnTo>
                  <a:pt x="890" y="1656"/>
                </a:lnTo>
                <a:lnTo>
                  <a:pt x="902" y="1663"/>
                </a:lnTo>
                <a:lnTo>
                  <a:pt x="915" y="1670"/>
                </a:lnTo>
                <a:lnTo>
                  <a:pt x="927" y="1677"/>
                </a:lnTo>
                <a:lnTo>
                  <a:pt x="940" y="1684"/>
                </a:lnTo>
                <a:lnTo>
                  <a:pt x="952" y="1691"/>
                </a:lnTo>
                <a:lnTo>
                  <a:pt x="965" y="1698"/>
                </a:lnTo>
                <a:lnTo>
                  <a:pt x="977" y="1704"/>
                </a:lnTo>
                <a:lnTo>
                  <a:pt x="990" y="1711"/>
                </a:lnTo>
                <a:lnTo>
                  <a:pt x="1003" y="1717"/>
                </a:lnTo>
                <a:lnTo>
                  <a:pt x="1015" y="1724"/>
                </a:lnTo>
                <a:lnTo>
                  <a:pt x="1028" y="1730"/>
                </a:lnTo>
                <a:lnTo>
                  <a:pt x="1040" y="1736"/>
                </a:lnTo>
                <a:lnTo>
                  <a:pt x="1053" y="1742"/>
                </a:lnTo>
                <a:lnTo>
                  <a:pt x="1065" y="1749"/>
                </a:lnTo>
                <a:lnTo>
                  <a:pt x="1078" y="1755"/>
                </a:lnTo>
                <a:lnTo>
                  <a:pt x="1090" y="1761"/>
                </a:lnTo>
                <a:lnTo>
                  <a:pt x="1103" y="1767"/>
                </a:lnTo>
                <a:lnTo>
                  <a:pt x="1115" y="1772"/>
                </a:lnTo>
                <a:lnTo>
                  <a:pt x="1128" y="1778"/>
                </a:lnTo>
                <a:lnTo>
                  <a:pt x="1140" y="1784"/>
                </a:lnTo>
                <a:lnTo>
                  <a:pt x="1153" y="1789"/>
                </a:lnTo>
                <a:lnTo>
                  <a:pt x="1165" y="1795"/>
                </a:lnTo>
                <a:lnTo>
                  <a:pt x="1178" y="1800"/>
                </a:lnTo>
                <a:lnTo>
                  <a:pt x="1190" y="1806"/>
                </a:lnTo>
                <a:lnTo>
                  <a:pt x="1203" y="1811"/>
                </a:lnTo>
                <a:lnTo>
                  <a:pt x="1216" y="1816"/>
                </a:lnTo>
                <a:lnTo>
                  <a:pt x="1228" y="1821"/>
                </a:lnTo>
                <a:lnTo>
                  <a:pt x="1241" y="1827"/>
                </a:lnTo>
                <a:lnTo>
                  <a:pt x="1253" y="1832"/>
                </a:lnTo>
                <a:lnTo>
                  <a:pt x="1266" y="1836"/>
                </a:lnTo>
                <a:lnTo>
                  <a:pt x="1278" y="1841"/>
                </a:lnTo>
                <a:lnTo>
                  <a:pt x="1291" y="1846"/>
                </a:lnTo>
                <a:lnTo>
                  <a:pt x="1303" y="1851"/>
                </a:lnTo>
                <a:lnTo>
                  <a:pt x="1316" y="1855"/>
                </a:lnTo>
                <a:lnTo>
                  <a:pt x="1328" y="1860"/>
                </a:lnTo>
                <a:lnTo>
                  <a:pt x="1341" y="1864"/>
                </a:lnTo>
                <a:lnTo>
                  <a:pt x="1353" y="1869"/>
                </a:lnTo>
                <a:lnTo>
                  <a:pt x="1366" y="1873"/>
                </a:lnTo>
                <a:lnTo>
                  <a:pt x="1378" y="1878"/>
                </a:lnTo>
                <a:lnTo>
                  <a:pt x="1391" y="1882"/>
                </a:lnTo>
                <a:lnTo>
                  <a:pt x="1404" y="1886"/>
                </a:lnTo>
                <a:lnTo>
                  <a:pt x="1416" y="1890"/>
                </a:lnTo>
                <a:lnTo>
                  <a:pt x="1429" y="1894"/>
                </a:lnTo>
                <a:lnTo>
                  <a:pt x="1441" y="1898"/>
                </a:lnTo>
                <a:lnTo>
                  <a:pt x="1454" y="1902"/>
                </a:lnTo>
                <a:lnTo>
                  <a:pt x="1466" y="1905"/>
                </a:lnTo>
                <a:lnTo>
                  <a:pt x="1479" y="1909"/>
                </a:lnTo>
                <a:lnTo>
                  <a:pt x="1491" y="1913"/>
                </a:lnTo>
                <a:lnTo>
                  <a:pt x="1504" y="1916"/>
                </a:lnTo>
                <a:lnTo>
                  <a:pt x="1516" y="1920"/>
                </a:lnTo>
                <a:lnTo>
                  <a:pt x="1529" y="1923"/>
                </a:lnTo>
                <a:lnTo>
                  <a:pt x="1541" y="1926"/>
                </a:lnTo>
                <a:lnTo>
                  <a:pt x="1554" y="1929"/>
                </a:lnTo>
                <a:lnTo>
                  <a:pt x="1566" y="1933"/>
                </a:lnTo>
                <a:lnTo>
                  <a:pt x="1579" y="1936"/>
                </a:lnTo>
                <a:lnTo>
                  <a:pt x="1591" y="1939"/>
                </a:lnTo>
                <a:lnTo>
                  <a:pt x="1604" y="1942"/>
                </a:lnTo>
                <a:lnTo>
                  <a:pt x="1617" y="1944"/>
                </a:lnTo>
                <a:lnTo>
                  <a:pt x="1629" y="1947"/>
                </a:lnTo>
                <a:lnTo>
                  <a:pt x="1642" y="1950"/>
                </a:lnTo>
                <a:lnTo>
                  <a:pt x="1654" y="1953"/>
                </a:lnTo>
                <a:lnTo>
                  <a:pt x="1667" y="1955"/>
                </a:lnTo>
                <a:lnTo>
                  <a:pt x="1679" y="1958"/>
                </a:lnTo>
                <a:lnTo>
                  <a:pt x="1692" y="1960"/>
                </a:lnTo>
                <a:lnTo>
                  <a:pt x="1704" y="1962"/>
                </a:lnTo>
                <a:lnTo>
                  <a:pt x="1717" y="1965"/>
                </a:lnTo>
                <a:lnTo>
                  <a:pt x="1729" y="1967"/>
                </a:lnTo>
                <a:lnTo>
                  <a:pt x="1742" y="1969"/>
                </a:lnTo>
                <a:lnTo>
                  <a:pt x="1754" y="1971"/>
                </a:lnTo>
                <a:lnTo>
                  <a:pt x="1767" y="1973"/>
                </a:lnTo>
                <a:lnTo>
                  <a:pt x="1779" y="1975"/>
                </a:lnTo>
                <a:lnTo>
                  <a:pt x="1792" y="1977"/>
                </a:lnTo>
                <a:lnTo>
                  <a:pt x="1805" y="1978"/>
                </a:lnTo>
                <a:lnTo>
                  <a:pt x="1817" y="1980"/>
                </a:lnTo>
                <a:lnTo>
                  <a:pt x="1830" y="1982"/>
                </a:lnTo>
                <a:lnTo>
                  <a:pt x="1842" y="1983"/>
                </a:lnTo>
                <a:lnTo>
                  <a:pt x="1855" y="1985"/>
                </a:lnTo>
                <a:lnTo>
                  <a:pt x="1867" y="1986"/>
                </a:lnTo>
                <a:lnTo>
                  <a:pt x="1880" y="1987"/>
                </a:lnTo>
                <a:lnTo>
                  <a:pt x="1892" y="1989"/>
                </a:lnTo>
                <a:lnTo>
                  <a:pt x="1905" y="1990"/>
                </a:lnTo>
                <a:lnTo>
                  <a:pt x="1917" y="1991"/>
                </a:lnTo>
                <a:lnTo>
                  <a:pt x="1930" y="1992"/>
                </a:lnTo>
                <a:lnTo>
                  <a:pt x="1942" y="1993"/>
                </a:lnTo>
                <a:lnTo>
                  <a:pt x="1955" y="1994"/>
                </a:lnTo>
                <a:lnTo>
                  <a:pt x="1967" y="1994"/>
                </a:lnTo>
                <a:lnTo>
                  <a:pt x="1980" y="1995"/>
                </a:lnTo>
                <a:lnTo>
                  <a:pt x="1992" y="1996"/>
                </a:lnTo>
                <a:lnTo>
                  <a:pt x="2005" y="1996"/>
                </a:lnTo>
                <a:lnTo>
                  <a:pt x="2018" y="1997"/>
                </a:lnTo>
                <a:lnTo>
                  <a:pt x="2030" y="1997"/>
                </a:lnTo>
                <a:lnTo>
                  <a:pt x="2043" y="1997"/>
                </a:lnTo>
                <a:lnTo>
                  <a:pt x="2055" y="1998"/>
                </a:lnTo>
                <a:lnTo>
                  <a:pt x="2068" y="1998"/>
                </a:lnTo>
                <a:lnTo>
                  <a:pt x="2080" y="1998"/>
                </a:lnTo>
                <a:lnTo>
                  <a:pt x="2093" y="1998"/>
                </a:lnTo>
                <a:lnTo>
                  <a:pt x="2105" y="1998"/>
                </a:lnTo>
                <a:lnTo>
                  <a:pt x="2118" y="1998"/>
                </a:lnTo>
                <a:lnTo>
                  <a:pt x="2130" y="1998"/>
                </a:lnTo>
                <a:lnTo>
                  <a:pt x="2143" y="1997"/>
                </a:lnTo>
                <a:lnTo>
                  <a:pt x="2155" y="1997"/>
                </a:lnTo>
                <a:lnTo>
                  <a:pt x="2168" y="1997"/>
                </a:lnTo>
                <a:lnTo>
                  <a:pt x="2180" y="1996"/>
                </a:lnTo>
                <a:lnTo>
                  <a:pt x="2193" y="1996"/>
                </a:lnTo>
                <a:lnTo>
                  <a:pt x="2206" y="1995"/>
                </a:lnTo>
                <a:lnTo>
                  <a:pt x="2218" y="1994"/>
                </a:lnTo>
                <a:lnTo>
                  <a:pt x="2231" y="1994"/>
                </a:lnTo>
                <a:lnTo>
                  <a:pt x="2243" y="1993"/>
                </a:lnTo>
                <a:lnTo>
                  <a:pt x="2256" y="1992"/>
                </a:lnTo>
                <a:lnTo>
                  <a:pt x="2268" y="1991"/>
                </a:lnTo>
                <a:lnTo>
                  <a:pt x="2281" y="1990"/>
                </a:lnTo>
                <a:lnTo>
                  <a:pt x="2293" y="1988"/>
                </a:lnTo>
                <a:lnTo>
                  <a:pt x="2306" y="1987"/>
                </a:lnTo>
                <a:lnTo>
                  <a:pt x="2318" y="1986"/>
                </a:lnTo>
                <a:lnTo>
                  <a:pt x="2331" y="1985"/>
                </a:lnTo>
                <a:lnTo>
                  <a:pt x="2343" y="1983"/>
                </a:lnTo>
                <a:lnTo>
                  <a:pt x="2356" y="1982"/>
                </a:lnTo>
                <a:lnTo>
                  <a:pt x="2368" y="1980"/>
                </a:lnTo>
                <a:lnTo>
                  <a:pt x="2381" y="1978"/>
                </a:lnTo>
                <a:lnTo>
                  <a:pt x="2393" y="1977"/>
                </a:lnTo>
                <a:lnTo>
                  <a:pt x="2406" y="1975"/>
                </a:lnTo>
                <a:lnTo>
                  <a:pt x="2419" y="1973"/>
                </a:lnTo>
                <a:lnTo>
                  <a:pt x="2431" y="1971"/>
                </a:lnTo>
                <a:lnTo>
                  <a:pt x="2444" y="1969"/>
                </a:lnTo>
                <a:lnTo>
                  <a:pt x="2456" y="1967"/>
                </a:lnTo>
                <a:lnTo>
                  <a:pt x="2469" y="1965"/>
                </a:lnTo>
                <a:lnTo>
                  <a:pt x="2481" y="1962"/>
                </a:lnTo>
                <a:lnTo>
                  <a:pt x="2494" y="1960"/>
                </a:lnTo>
                <a:lnTo>
                  <a:pt x="2506" y="1958"/>
                </a:lnTo>
                <a:lnTo>
                  <a:pt x="2519" y="1955"/>
                </a:lnTo>
                <a:lnTo>
                  <a:pt x="2531" y="1953"/>
                </a:lnTo>
                <a:lnTo>
                  <a:pt x="2544" y="1950"/>
                </a:lnTo>
                <a:lnTo>
                  <a:pt x="2556" y="1947"/>
                </a:lnTo>
                <a:lnTo>
                  <a:pt x="2569" y="1944"/>
                </a:lnTo>
                <a:lnTo>
                  <a:pt x="2581" y="1942"/>
                </a:lnTo>
                <a:lnTo>
                  <a:pt x="2594" y="1939"/>
                </a:lnTo>
                <a:lnTo>
                  <a:pt x="2607" y="1936"/>
                </a:lnTo>
                <a:lnTo>
                  <a:pt x="2619" y="1933"/>
                </a:lnTo>
                <a:lnTo>
                  <a:pt x="2632" y="1929"/>
                </a:lnTo>
                <a:lnTo>
                  <a:pt x="2644" y="1926"/>
                </a:lnTo>
                <a:lnTo>
                  <a:pt x="2657" y="1923"/>
                </a:lnTo>
                <a:lnTo>
                  <a:pt x="2669" y="1919"/>
                </a:lnTo>
                <a:lnTo>
                  <a:pt x="2682" y="1916"/>
                </a:lnTo>
                <a:lnTo>
                  <a:pt x="2694" y="1912"/>
                </a:lnTo>
                <a:lnTo>
                  <a:pt x="2707" y="1909"/>
                </a:lnTo>
                <a:lnTo>
                  <a:pt x="2719" y="1905"/>
                </a:lnTo>
                <a:lnTo>
                  <a:pt x="2732" y="1901"/>
                </a:lnTo>
                <a:lnTo>
                  <a:pt x="2744" y="1898"/>
                </a:lnTo>
                <a:lnTo>
                  <a:pt x="2757" y="1894"/>
                </a:lnTo>
                <a:lnTo>
                  <a:pt x="2769" y="1890"/>
                </a:lnTo>
                <a:lnTo>
                  <a:pt x="2782" y="1886"/>
                </a:lnTo>
                <a:lnTo>
                  <a:pt x="2794" y="1882"/>
                </a:lnTo>
                <a:lnTo>
                  <a:pt x="2807" y="1877"/>
                </a:lnTo>
                <a:lnTo>
                  <a:pt x="2820" y="1873"/>
                </a:lnTo>
                <a:lnTo>
                  <a:pt x="2832" y="1869"/>
                </a:lnTo>
                <a:lnTo>
                  <a:pt x="2845" y="1864"/>
                </a:lnTo>
                <a:lnTo>
                  <a:pt x="2857" y="1860"/>
                </a:lnTo>
                <a:lnTo>
                  <a:pt x="2870" y="1855"/>
                </a:lnTo>
                <a:lnTo>
                  <a:pt x="2882" y="1851"/>
                </a:lnTo>
                <a:lnTo>
                  <a:pt x="2895" y="1846"/>
                </a:lnTo>
                <a:lnTo>
                  <a:pt x="2907" y="1841"/>
                </a:lnTo>
                <a:lnTo>
                  <a:pt x="2920" y="1836"/>
                </a:lnTo>
                <a:lnTo>
                  <a:pt x="2932" y="1831"/>
                </a:lnTo>
                <a:lnTo>
                  <a:pt x="2945" y="1826"/>
                </a:lnTo>
                <a:lnTo>
                  <a:pt x="2957" y="1821"/>
                </a:lnTo>
                <a:lnTo>
                  <a:pt x="2970" y="1816"/>
                </a:lnTo>
                <a:lnTo>
                  <a:pt x="2982" y="1811"/>
                </a:lnTo>
                <a:lnTo>
                  <a:pt x="2995" y="1806"/>
                </a:lnTo>
                <a:lnTo>
                  <a:pt x="3008" y="1800"/>
                </a:lnTo>
                <a:lnTo>
                  <a:pt x="3020" y="1795"/>
                </a:lnTo>
                <a:lnTo>
                  <a:pt x="3033" y="1789"/>
                </a:lnTo>
                <a:lnTo>
                  <a:pt x="3045" y="1784"/>
                </a:lnTo>
                <a:lnTo>
                  <a:pt x="3058" y="1778"/>
                </a:lnTo>
                <a:lnTo>
                  <a:pt x="3070" y="1772"/>
                </a:lnTo>
                <a:lnTo>
                  <a:pt x="3083" y="1766"/>
                </a:lnTo>
                <a:lnTo>
                  <a:pt x="3095" y="1760"/>
                </a:lnTo>
                <a:lnTo>
                  <a:pt x="3108" y="1754"/>
                </a:lnTo>
                <a:lnTo>
                  <a:pt x="3120" y="1748"/>
                </a:lnTo>
                <a:lnTo>
                  <a:pt x="3133" y="1742"/>
                </a:lnTo>
                <a:lnTo>
                  <a:pt x="3145" y="1736"/>
                </a:lnTo>
                <a:lnTo>
                  <a:pt x="3158" y="1730"/>
                </a:lnTo>
                <a:lnTo>
                  <a:pt x="3170" y="1723"/>
                </a:lnTo>
                <a:lnTo>
                  <a:pt x="3183" y="1717"/>
                </a:lnTo>
                <a:lnTo>
                  <a:pt x="3195" y="1711"/>
                </a:lnTo>
                <a:lnTo>
                  <a:pt x="3208" y="1704"/>
                </a:lnTo>
                <a:lnTo>
                  <a:pt x="3221" y="1697"/>
                </a:lnTo>
                <a:lnTo>
                  <a:pt x="3233" y="1691"/>
                </a:lnTo>
                <a:lnTo>
                  <a:pt x="3246" y="1684"/>
                </a:lnTo>
                <a:lnTo>
                  <a:pt x="3258" y="1677"/>
                </a:lnTo>
                <a:lnTo>
                  <a:pt x="3271" y="1670"/>
                </a:lnTo>
                <a:lnTo>
                  <a:pt x="3283" y="1663"/>
                </a:lnTo>
                <a:lnTo>
                  <a:pt x="3296" y="1656"/>
                </a:lnTo>
                <a:lnTo>
                  <a:pt x="3308" y="1649"/>
                </a:lnTo>
                <a:lnTo>
                  <a:pt x="3321" y="1641"/>
                </a:lnTo>
                <a:lnTo>
                  <a:pt x="3333" y="1634"/>
                </a:lnTo>
                <a:lnTo>
                  <a:pt x="3346" y="1627"/>
                </a:lnTo>
                <a:lnTo>
                  <a:pt x="3358" y="1619"/>
                </a:lnTo>
                <a:lnTo>
                  <a:pt x="3371" y="1612"/>
                </a:lnTo>
                <a:lnTo>
                  <a:pt x="3383" y="1604"/>
                </a:lnTo>
                <a:lnTo>
                  <a:pt x="3396" y="1597"/>
                </a:lnTo>
                <a:lnTo>
                  <a:pt x="3409" y="1589"/>
                </a:lnTo>
                <a:lnTo>
                  <a:pt x="3421" y="1581"/>
                </a:lnTo>
                <a:lnTo>
                  <a:pt x="3434" y="1573"/>
                </a:lnTo>
                <a:lnTo>
                  <a:pt x="3446" y="1565"/>
                </a:lnTo>
                <a:lnTo>
                  <a:pt x="3459" y="1557"/>
                </a:lnTo>
                <a:lnTo>
                  <a:pt x="3471" y="1549"/>
                </a:lnTo>
                <a:lnTo>
                  <a:pt x="3484" y="1541"/>
                </a:lnTo>
                <a:lnTo>
                  <a:pt x="3496" y="1532"/>
                </a:lnTo>
                <a:lnTo>
                  <a:pt x="3509" y="1524"/>
                </a:lnTo>
                <a:lnTo>
                  <a:pt x="3521" y="1516"/>
                </a:lnTo>
                <a:lnTo>
                  <a:pt x="3534" y="1507"/>
                </a:lnTo>
                <a:lnTo>
                  <a:pt x="3546" y="1499"/>
                </a:lnTo>
                <a:lnTo>
                  <a:pt x="3559" y="1490"/>
                </a:lnTo>
                <a:lnTo>
                  <a:pt x="3571" y="1481"/>
                </a:lnTo>
                <a:lnTo>
                  <a:pt x="3584" y="1472"/>
                </a:lnTo>
                <a:lnTo>
                  <a:pt x="3596" y="1463"/>
                </a:lnTo>
                <a:lnTo>
                  <a:pt x="3609" y="1455"/>
                </a:lnTo>
                <a:lnTo>
                  <a:pt x="3622" y="1446"/>
                </a:lnTo>
                <a:lnTo>
                  <a:pt x="3634" y="1436"/>
                </a:lnTo>
                <a:lnTo>
                  <a:pt x="3647" y="1427"/>
                </a:lnTo>
                <a:lnTo>
                  <a:pt x="3659" y="1418"/>
                </a:lnTo>
                <a:lnTo>
                  <a:pt x="3672" y="1409"/>
                </a:lnTo>
                <a:lnTo>
                  <a:pt x="3684" y="1399"/>
                </a:lnTo>
                <a:lnTo>
                  <a:pt x="3697" y="1390"/>
                </a:lnTo>
                <a:lnTo>
                  <a:pt x="3709" y="1380"/>
                </a:lnTo>
                <a:lnTo>
                  <a:pt x="3722" y="1371"/>
                </a:lnTo>
                <a:lnTo>
                  <a:pt x="3734" y="1361"/>
                </a:lnTo>
                <a:lnTo>
                  <a:pt x="3747" y="1351"/>
                </a:lnTo>
                <a:lnTo>
                  <a:pt x="3759" y="1341"/>
                </a:lnTo>
                <a:lnTo>
                  <a:pt x="3772" y="1332"/>
                </a:lnTo>
                <a:lnTo>
                  <a:pt x="3784" y="1322"/>
                </a:lnTo>
                <a:lnTo>
                  <a:pt x="3797" y="1311"/>
                </a:lnTo>
                <a:lnTo>
                  <a:pt x="3810" y="1301"/>
                </a:lnTo>
                <a:lnTo>
                  <a:pt x="3822" y="1291"/>
                </a:lnTo>
                <a:lnTo>
                  <a:pt x="3835" y="1281"/>
                </a:lnTo>
                <a:lnTo>
                  <a:pt x="3847" y="1270"/>
                </a:lnTo>
                <a:lnTo>
                  <a:pt x="3860" y="1260"/>
                </a:lnTo>
                <a:lnTo>
                  <a:pt x="3872" y="1250"/>
                </a:lnTo>
                <a:lnTo>
                  <a:pt x="3885" y="1239"/>
                </a:lnTo>
                <a:lnTo>
                  <a:pt x="3897" y="1228"/>
                </a:lnTo>
                <a:lnTo>
                  <a:pt x="3910" y="1218"/>
                </a:lnTo>
                <a:lnTo>
                  <a:pt x="3922" y="1207"/>
                </a:lnTo>
                <a:lnTo>
                  <a:pt x="3935" y="1196"/>
                </a:lnTo>
                <a:lnTo>
                  <a:pt x="3947" y="1185"/>
                </a:lnTo>
                <a:lnTo>
                  <a:pt x="3960" y="1174"/>
                </a:lnTo>
                <a:lnTo>
                  <a:pt x="3972" y="1163"/>
                </a:lnTo>
                <a:lnTo>
                  <a:pt x="3985" y="1152"/>
                </a:lnTo>
                <a:lnTo>
                  <a:pt x="3997" y="1140"/>
                </a:lnTo>
                <a:lnTo>
                  <a:pt x="4010" y="1129"/>
                </a:lnTo>
                <a:lnTo>
                  <a:pt x="4023" y="1118"/>
                </a:lnTo>
                <a:lnTo>
                  <a:pt x="4035" y="1106"/>
                </a:lnTo>
                <a:lnTo>
                  <a:pt x="4048" y="1095"/>
                </a:lnTo>
                <a:lnTo>
                  <a:pt x="4060" y="1083"/>
                </a:lnTo>
                <a:lnTo>
                  <a:pt x="4073" y="1071"/>
                </a:lnTo>
                <a:lnTo>
                  <a:pt x="4085" y="1060"/>
                </a:lnTo>
                <a:lnTo>
                  <a:pt x="4098" y="1048"/>
                </a:lnTo>
                <a:lnTo>
                  <a:pt x="4110" y="1036"/>
                </a:lnTo>
                <a:lnTo>
                  <a:pt x="4123" y="1024"/>
                </a:lnTo>
                <a:lnTo>
                  <a:pt x="4135" y="1012"/>
                </a:lnTo>
                <a:lnTo>
                  <a:pt x="4148" y="1000"/>
                </a:lnTo>
                <a:lnTo>
                  <a:pt x="4160" y="987"/>
                </a:lnTo>
                <a:lnTo>
                  <a:pt x="4173" y="975"/>
                </a:lnTo>
                <a:lnTo>
                  <a:pt x="4185" y="963"/>
                </a:lnTo>
                <a:lnTo>
                  <a:pt x="4198" y="950"/>
                </a:lnTo>
                <a:lnTo>
                  <a:pt x="4211" y="938"/>
                </a:lnTo>
                <a:lnTo>
                  <a:pt x="4223" y="925"/>
                </a:lnTo>
                <a:lnTo>
                  <a:pt x="4236" y="913"/>
                </a:lnTo>
                <a:lnTo>
                  <a:pt x="4248" y="900"/>
                </a:lnTo>
                <a:lnTo>
                  <a:pt x="4261" y="887"/>
                </a:lnTo>
                <a:lnTo>
                  <a:pt x="4273" y="874"/>
                </a:lnTo>
                <a:lnTo>
                  <a:pt x="4286" y="861"/>
                </a:lnTo>
                <a:lnTo>
                  <a:pt x="4298" y="848"/>
                </a:lnTo>
                <a:lnTo>
                  <a:pt x="4311" y="835"/>
                </a:lnTo>
                <a:lnTo>
                  <a:pt x="4323" y="822"/>
                </a:lnTo>
                <a:lnTo>
                  <a:pt x="4336" y="809"/>
                </a:lnTo>
                <a:lnTo>
                  <a:pt x="4348" y="795"/>
                </a:lnTo>
                <a:lnTo>
                  <a:pt x="4361" y="782"/>
                </a:lnTo>
                <a:lnTo>
                  <a:pt x="4373" y="769"/>
                </a:lnTo>
                <a:lnTo>
                  <a:pt x="4386" y="755"/>
                </a:lnTo>
                <a:lnTo>
                  <a:pt x="4398" y="741"/>
                </a:lnTo>
                <a:lnTo>
                  <a:pt x="4411" y="728"/>
                </a:lnTo>
                <a:lnTo>
                  <a:pt x="4424" y="714"/>
                </a:lnTo>
                <a:lnTo>
                  <a:pt x="4436" y="700"/>
                </a:lnTo>
                <a:lnTo>
                  <a:pt x="4449" y="686"/>
                </a:lnTo>
                <a:lnTo>
                  <a:pt x="4461" y="672"/>
                </a:lnTo>
                <a:lnTo>
                  <a:pt x="4474" y="658"/>
                </a:lnTo>
                <a:lnTo>
                  <a:pt x="4486" y="644"/>
                </a:lnTo>
                <a:lnTo>
                  <a:pt x="4499" y="630"/>
                </a:lnTo>
                <a:lnTo>
                  <a:pt x="4511" y="615"/>
                </a:lnTo>
                <a:lnTo>
                  <a:pt x="4524" y="601"/>
                </a:lnTo>
                <a:lnTo>
                  <a:pt x="4536" y="587"/>
                </a:lnTo>
                <a:lnTo>
                  <a:pt x="4549" y="572"/>
                </a:lnTo>
                <a:lnTo>
                  <a:pt x="4561" y="558"/>
                </a:lnTo>
                <a:lnTo>
                  <a:pt x="4574" y="543"/>
                </a:lnTo>
                <a:lnTo>
                  <a:pt x="4586" y="528"/>
                </a:lnTo>
                <a:lnTo>
                  <a:pt x="4599" y="513"/>
                </a:lnTo>
                <a:lnTo>
                  <a:pt x="4612" y="498"/>
                </a:lnTo>
                <a:lnTo>
                  <a:pt x="4624" y="484"/>
                </a:lnTo>
                <a:lnTo>
                  <a:pt x="4637" y="468"/>
                </a:lnTo>
                <a:lnTo>
                  <a:pt x="4649" y="453"/>
                </a:lnTo>
                <a:lnTo>
                  <a:pt x="4662" y="438"/>
                </a:lnTo>
                <a:lnTo>
                  <a:pt x="4674" y="423"/>
                </a:lnTo>
                <a:lnTo>
                  <a:pt x="4687" y="408"/>
                </a:lnTo>
                <a:lnTo>
                  <a:pt x="4699" y="392"/>
                </a:lnTo>
                <a:lnTo>
                  <a:pt x="4712" y="377"/>
                </a:lnTo>
                <a:lnTo>
                  <a:pt x="4724" y="361"/>
                </a:lnTo>
                <a:lnTo>
                  <a:pt x="4737" y="346"/>
                </a:lnTo>
                <a:lnTo>
                  <a:pt x="4749" y="330"/>
                </a:lnTo>
                <a:lnTo>
                  <a:pt x="4762" y="314"/>
                </a:lnTo>
                <a:lnTo>
                  <a:pt x="4774" y="298"/>
                </a:lnTo>
                <a:lnTo>
                  <a:pt x="4787" y="282"/>
                </a:lnTo>
                <a:lnTo>
                  <a:pt x="4799" y="266"/>
                </a:lnTo>
                <a:lnTo>
                  <a:pt x="4812" y="250"/>
                </a:lnTo>
                <a:lnTo>
                  <a:pt x="4825" y="234"/>
                </a:lnTo>
                <a:lnTo>
                  <a:pt x="4837" y="218"/>
                </a:lnTo>
                <a:lnTo>
                  <a:pt x="4850" y="202"/>
                </a:lnTo>
                <a:lnTo>
                  <a:pt x="4862" y="185"/>
                </a:lnTo>
                <a:lnTo>
                  <a:pt x="4875" y="169"/>
                </a:lnTo>
                <a:lnTo>
                  <a:pt x="4887" y="152"/>
                </a:lnTo>
                <a:lnTo>
                  <a:pt x="4900" y="136"/>
                </a:lnTo>
                <a:lnTo>
                  <a:pt x="4912" y="119"/>
                </a:lnTo>
                <a:lnTo>
                  <a:pt x="4925" y="102"/>
                </a:lnTo>
                <a:lnTo>
                  <a:pt x="4937" y="85"/>
                </a:lnTo>
                <a:lnTo>
                  <a:pt x="4950" y="69"/>
                </a:lnTo>
                <a:lnTo>
                  <a:pt x="4962" y="52"/>
                </a:lnTo>
                <a:lnTo>
                  <a:pt x="4975" y="35"/>
                </a:lnTo>
                <a:lnTo>
                  <a:pt x="4987" y="18"/>
                </a:lnTo>
                <a:lnTo>
                  <a:pt x="5000" y="0"/>
                </a:lnTo>
              </a:path>
            </a:pathLst>
          </a:custGeom>
          <a:noFill/>
          <a:ln w="19050">
            <a:solidFill>
              <a:srgbClr val="C4B8DC"/>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3" name="Freeform 12"/>
          <p:cNvSpPr/>
          <p:nvPr/>
        </p:nvSpPr>
        <p:spPr>
          <a:xfrm>
            <a:off x="896112" y="3723437"/>
            <a:ext cx="4572000" cy="834847"/>
          </a:xfrm>
          <a:custGeom>
            <a:avLst/>
            <a:gdLst/>
            <a:ahLst/>
            <a:cxnLst/>
            <a:rect l="l" t="t" r="r" b="b"/>
            <a:pathLst>
              <a:path w="5000" h="913">
                <a:moveTo>
                  <a:pt x="0" y="846"/>
                </a:moveTo>
                <a:lnTo>
                  <a:pt x="13" y="848"/>
                </a:lnTo>
                <a:lnTo>
                  <a:pt x="25" y="850"/>
                </a:lnTo>
                <a:lnTo>
                  <a:pt x="38" y="851"/>
                </a:lnTo>
                <a:lnTo>
                  <a:pt x="50" y="853"/>
                </a:lnTo>
                <a:lnTo>
                  <a:pt x="63" y="854"/>
                </a:lnTo>
                <a:lnTo>
                  <a:pt x="75" y="856"/>
                </a:lnTo>
                <a:lnTo>
                  <a:pt x="88" y="857"/>
                </a:lnTo>
                <a:lnTo>
                  <a:pt x="100" y="858"/>
                </a:lnTo>
                <a:lnTo>
                  <a:pt x="113" y="860"/>
                </a:lnTo>
                <a:lnTo>
                  <a:pt x="125" y="861"/>
                </a:lnTo>
                <a:lnTo>
                  <a:pt x="138" y="863"/>
                </a:lnTo>
                <a:lnTo>
                  <a:pt x="150" y="864"/>
                </a:lnTo>
                <a:lnTo>
                  <a:pt x="163" y="865"/>
                </a:lnTo>
                <a:lnTo>
                  <a:pt x="175" y="867"/>
                </a:lnTo>
                <a:lnTo>
                  <a:pt x="188" y="868"/>
                </a:lnTo>
                <a:lnTo>
                  <a:pt x="201" y="869"/>
                </a:lnTo>
                <a:lnTo>
                  <a:pt x="213" y="870"/>
                </a:lnTo>
                <a:lnTo>
                  <a:pt x="226" y="872"/>
                </a:lnTo>
                <a:lnTo>
                  <a:pt x="238" y="873"/>
                </a:lnTo>
                <a:lnTo>
                  <a:pt x="251" y="874"/>
                </a:lnTo>
                <a:lnTo>
                  <a:pt x="263" y="875"/>
                </a:lnTo>
                <a:lnTo>
                  <a:pt x="276" y="877"/>
                </a:lnTo>
                <a:lnTo>
                  <a:pt x="288" y="878"/>
                </a:lnTo>
                <a:lnTo>
                  <a:pt x="301" y="879"/>
                </a:lnTo>
                <a:lnTo>
                  <a:pt x="313" y="880"/>
                </a:lnTo>
                <a:lnTo>
                  <a:pt x="326" y="881"/>
                </a:lnTo>
                <a:lnTo>
                  <a:pt x="338" y="882"/>
                </a:lnTo>
                <a:lnTo>
                  <a:pt x="351" y="883"/>
                </a:lnTo>
                <a:lnTo>
                  <a:pt x="363" y="884"/>
                </a:lnTo>
                <a:lnTo>
                  <a:pt x="376" y="885"/>
                </a:lnTo>
                <a:lnTo>
                  <a:pt x="388" y="886"/>
                </a:lnTo>
                <a:lnTo>
                  <a:pt x="401" y="887"/>
                </a:lnTo>
                <a:lnTo>
                  <a:pt x="414" y="888"/>
                </a:lnTo>
                <a:lnTo>
                  <a:pt x="426" y="889"/>
                </a:lnTo>
                <a:lnTo>
                  <a:pt x="439" y="890"/>
                </a:lnTo>
                <a:lnTo>
                  <a:pt x="451" y="891"/>
                </a:lnTo>
                <a:lnTo>
                  <a:pt x="464" y="892"/>
                </a:lnTo>
                <a:lnTo>
                  <a:pt x="476" y="893"/>
                </a:lnTo>
                <a:lnTo>
                  <a:pt x="489" y="894"/>
                </a:lnTo>
                <a:lnTo>
                  <a:pt x="501" y="894"/>
                </a:lnTo>
                <a:lnTo>
                  <a:pt x="514" y="895"/>
                </a:lnTo>
                <a:lnTo>
                  <a:pt x="526" y="896"/>
                </a:lnTo>
                <a:lnTo>
                  <a:pt x="539" y="897"/>
                </a:lnTo>
                <a:lnTo>
                  <a:pt x="551" y="898"/>
                </a:lnTo>
                <a:lnTo>
                  <a:pt x="564" y="898"/>
                </a:lnTo>
                <a:lnTo>
                  <a:pt x="576" y="899"/>
                </a:lnTo>
                <a:lnTo>
                  <a:pt x="589" y="900"/>
                </a:lnTo>
                <a:lnTo>
                  <a:pt x="602" y="900"/>
                </a:lnTo>
                <a:lnTo>
                  <a:pt x="614" y="901"/>
                </a:lnTo>
                <a:lnTo>
                  <a:pt x="627" y="902"/>
                </a:lnTo>
                <a:lnTo>
                  <a:pt x="639" y="902"/>
                </a:lnTo>
                <a:lnTo>
                  <a:pt x="652" y="903"/>
                </a:lnTo>
                <a:lnTo>
                  <a:pt x="664" y="904"/>
                </a:lnTo>
                <a:lnTo>
                  <a:pt x="677" y="904"/>
                </a:lnTo>
                <a:lnTo>
                  <a:pt x="689" y="905"/>
                </a:lnTo>
                <a:lnTo>
                  <a:pt x="702" y="905"/>
                </a:lnTo>
                <a:lnTo>
                  <a:pt x="714" y="906"/>
                </a:lnTo>
                <a:lnTo>
                  <a:pt x="727" y="906"/>
                </a:lnTo>
                <a:lnTo>
                  <a:pt x="739" y="907"/>
                </a:lnTo>
                <a:lnTo>
                  <a:pt x="752" y="907"/>
                </a:lnTo>
                <a:lnTo>
                  <a:pt x="764" y="908"/>
                </a:lnTo>
                <a:lnTo>
                  <a:pt x="777" y="908"/>
                </a:lnTo>
                <a:lnTo>
                  <a:pt x="789" y="909"/>
                </a:lnTo>
                <a:lnTo>
                  <a:pt x="802" y="909"/>
                </a:lnTo>
                <a:lnTo>
                  <a:pt x="815" y="909"/>
                </a:lnTo>
                <a:lnTo>
                  <a:pt x="827" y="910"/>
                </a:lnTo>
                <a:lnTo>
                  <a:pt x="840" y="910"/>
                </a:lnTo>
                <a:lnTo>
                  <a:pt x="852" y="910"/>
                </a:lnTo>
                <a:lnTo>
                  <a:pt x="865" y="911"/>
                </a:lnTo>
                <a:lnTo>
                  <a:pt x="877" y="911"/>
                </a:lnTo>
                <a:lnTo>
                  <a:pt x="890" y="911"/>
                </a:lnTo>
                <a:lnTo>
                  <a:pt x="902" y="911"/>
                </a:lnTo>
                <a:lnTo>
                  <a:pt x="915" y="912"/>
                </a:lnTo>
                <a:lnTo>
                  <a:pt x="927" y="912"/>
                </a:lnTo>
                <a:lnTo>
                  <a:pt x="940" y="912"/>
                </a:lnTo>
                <a:lnTo>
                  <a:pt x="952" y="912"/>
                </a:lnTo>
                <a:lnTo>
                  <a:pt x="965" y="912"/>
                </a:lnTo>
                <a:lnTo>
                  <a:pt x="977" y="913"/>
                </a:lnTo>
                <a:lnTo>
                  <a:pt x="990" y="913"/>
                </a:lnTo>
                <a:lnTo>
                  <a:pt x="1003" y="913"/>
                </a:lnTo>
                <a:lnTo>
                  <a:pt x="1015" y="913"/>
                </a:lnTo>
                <a:lnTo>
                  <a:pt x="1028" y="913"/>
                </a:lnTo>
                <a:lnTo>
                  <a:pt x="1040" y="913"/>
                </a:lnTo>
                <a:lnTo>
                  <a:pt x="1053" y="913"/>
                </a:lnTo>
                <a:lnTo>
                  <a:pt x="1065" y="913"/>
                </a:lnTo>
                <a:lnTo>
                  <a:pt x="1078" y="913"/>
                </a:lnTo>
                <a:lnTo>
                  <a:pt x="1090" y="913"/>
                </a:lnTo>
                <a:lnTo>
                  <a:pt x="1103" y="913"/>
                </a:lnTo>
                <a:lnTo>
                  <a:pt x="1115" y="913"/>
                </a:lnTo>
                <a:lnTo>
                  <a:pt x="1128" y="913"/>
                </a:lnTo>
                <a:lnTo>
                  <a:pt x="1140" y="913"/>
                </a:lnTo>
                <a:lnTo>
                  <a:pt x="1153" y="913"/>
                </a:lnTo>
                <a:lnTo>
                  <a:pt x="1165" y="912"/>
                </a:lnTo>
                <a:lnTo>
                  <a:pt x="1178" y="912"/>
                </a:lnTo>
                <a:lnTo>
                  <a:pt x="1190" y="912"/>
                </a:lnTo>
                <a:lnTo>
                  <a:pt x="1203" y="912"/>
                </a:lnTo>
                <a:lnTo>
                  <a:pt x="1216" y="912"/>
                </a:lnTo>
                <a:lnTo>
                  <a:pt x="1228" y="911"/>
                </a:lnTo>
                <a:lnTo>
                  <a:pt x="1241" y="911"/>
                </a:lnTo>
                <a:lnTo>
                  <a:pt x="1253" y="911"/>
                </a:lnTo>
                <a:lnTo>
                  <a:pt x="1266" y="911"/>
                </a:lnTo>
                <a:lnTo>
                  <a:pt x="1278" y="910"/>
                </a:lnTo>
                <a:lnTo>
                  <a:pt x="1291" y="910"/>
                </a:lnTo>
                <a:lnTo>
                  <a:pt x="1303" y="910"/>
                </a:lnTo>
                <a:lnTo>
                  <a:pt x="1316" y="909"/>
                </a:lnTo>
                <a:lnTo>
                  <a:pt x="1328" y="909"/>
                </a:lnTo>
                <a:lnTo>
                  <a:pt x="1341" y="908"/>
                </a:lnTo>
                <a:lnTo>
                  <a:pt x="1353" y="908"/>
                </a:lnTo>
                <a:lnTo>
                  <a:pt x="1366" y="908"/>
                </a:lnTo>
                <a:lnTo>
                  <a:pt x="1378" y="907"/>
                </a:lnTo>
                <a:lnTo>
                  <a:pt x="1391" y="907"/>
                </a:lnTo>
                <a:lnTo>
                  <a:pt x="1404" y="906"/>
                </a:lnTo>
                <a:lnTo>
                  <a:pt x="1416" y="906"/>
                </a:lnTo>
                <a:lnTo>
                  <a:pt x="1429" y="905"/>
                </a:lnTo>
                <a:lnTo>
                  <a:pt x="1441" y="905"/>
                </a:lnTo>
                <a:lnTo>
                  <a:pt x="1454" y="904"/>
                </a:lnTo>
                <a:lnTo>
                  <a:pt x="1466" y="903"/>
                </a:lnTo>
                <a:lnTo>
                  <a:pt x="1479" y="903"/>
                </a:lnTo>
                <a:lnTo>
                  <a:pt x="1491" y="902"/>
                </a:lnTo>
                <a:lnTo>
                  <a:pt x="1504" y="902"/>
                </a:lnTo>
                <a:lnTo>
                  <a:pt x="1516" y="901"/>
                </a:lnTo>
                <a:lnTo>
                  <a:pt x="1529" y="900"/>
                </a:lnTo>
                <a:lnTo>
                  <a:pt x="1541" y="900"/>
                </a:lnTo>
                <a:lnTo>
                  <a:pt x="1554" y="899"/>
                </a:lnTo>
                <a:lnTo>
                  <a:pt x="1566" y="898"/>
                </a:lnTo>
                <a:lnTo>
                  <a:pt x="1579" y="897"/>
                </a:lnTo>
                <a:lnTo>
                  <a:pt x="1591" y="897"/>
                </a:lnTo>
                <a:lnTo>
                  <a:pt x="1604" y="896"/>
                </a:lnTo>
                <a:lnTo>
                  <a:pt x="1617" y="895"/>
                </a:lnTo>
                <a:lnTo>
                  <a:pt x="1629" y="894"/>
                </a:lnTo>
                <a:lnTo>
                  <a:pt x="1642" y="893"/>
                </a:lnTo>
                <a:lnTo>
                  <a:pt x="1654" y="892"/>
                </a:lnTo>
                <a:lnTo>
                  <a:pt x="1667" y="892"/>
                </a:lnTo>
                <a:lnTo>
                  <a:pt x="1679" y="891"/>
                </a:lnTo>
                <a:lnTo>
                  <a:pt x="1692" y="890"/>
                </a:lnTo>
                <a:lnTo>
                  <a:pt x="1704" y="889"/>
                </a:lnTo>
                <a:lnTo>
                  <a:pt x="1717" y="888"/>
                </a:lnTo>
                <a:lnTo>
                  <a:pt x="1729" y="887"/>
                </a:lnTo>
                <a:lnTo>
                  <a:pt x="1742" y="886"/>
                </a:lnTo>
                <a:lnTo>
                  <a:pt x="1754" y="885"/>
                </a:lnTo>
                <a:lnTo>
                  <a:pt x="1767" y="884"/>
                </a:lnTo>
                <a:lnTo>
                  <a:pt x="1779" y="883"/>
                </a:lnTo>
                <a:lnTo>
                  <a:pt x="1792" y="882"/>
                </a:lnTo>
                <a:lnTo>
                  <a:pt x="1805" y="881"/>
                </a:lnTo>
                <a:lnTo>
                  <a:pt x="1817" y="880"/>
                </a:lnTo>
                <a:lnTo>
                  <a:pt x="1830" y="878"/>
                </a:lnTo>
                <a:lnTo>
                  <a:pt x="1842" y="877"/>
                </a:lnTo>
                <a:lnTo>
                  <a:pt x="1855" y="876"/>
                </a:lnTo>
                <a:lnTo>
                  <a:pt x="1867" y="875"/>
                </a:lnTo>
                <a:lnTo>
                  <a:pt x="1880" y="874"/>
                </a:lnTo>
                <a:lnTo>
                  <a:pt x="1892" y="873"/>
                </a:lnTo>
                <a:lnTo>
                  <a:pt x="1905" y="871"/>
                </a:lnTo>
                <a:lnTo>
                  <a:pt x="1917" y="870"/>
                </a:lnTo>
                <a:lnTo>
                  <a:pt x="1930" y="869"/>
                </a:lnTo>
                <a:lnTo>
                  <a:pt x="1942" y="867"/>
                </a:lnTo>
                <a:lnTo>
                  <a:pt x="1955" y="866"/>
                </a:lnTo>
                <a:lnTo>
                  <a:pt x="1967" y="865"/>
                </a:lnTo>
                <a:lnTo>
                  <a:pt x="1980" y="864"/>
                </a:lnTo>
                <a:lnTo>
                  <a:pt x="1992" y="862"/>
                </a:lnTo>
                <a:lnTo>
                  <a:pt x="2005" y="861"/>
                </a:lnTo>
                <a:lnTo>
                  <a:pt x="2018" y="859"/>
                </a:lnTo>
                <a:lnTo>
                  <a:pt x="2030" y="858"/>
                </a:lnTo>
                <a:lnTo>
                  <a:pt x="2043" y="857"/>
                </a:lnTo>
                <a:lnTo>
                  <a:pt x="2055" y="855"/>
                </a:lnTo>
                <a:lnTo>
                  <a:pt x="2068" y="854"/>
                </a:lnTo>
                <a:lnTo>
                  <a:pt x="2080" y="852"/>
                </a:lnTo>
                <a:lnTo>
                  <a:pt x="2093" y="851"/>
                </a:lnTo>
                <a:lnTo>
                  <a:pt x="2105" y="849"/>
                </a:lnTo>
                <a:lnTo>
                  <a:pt x="2118" y="848"/>
                </a:lnTo>
                <a:lnTo>
                  <a:pt x="2130" y="846"/>
                </a:lnTo>
                <a:lnTo>
                  <a:pt x="2143" y="844"/>
                </a:lnTo>
                <a:lnTo>
                  <a:pt x="2155" y="843"/>
                </a:lnTo>
                <a:lnTo>
                  <a:pt x="2168" y="841"/>
                </a:lnTo>
                <a:lnTo>
                  <a:pt x="2180" y="840"/>
                </a:lnTo>
                <a:lnTo>
                  <a:pt x="2193" y="838"/>
                </a:lnTo>
                <a:lnTo>
                  <a:pt x="2206" y="836"/>
                </a:lnTo>
                <a:lnTo>
                  <a:pt x="2218" y="834"/>
                </a:lnTo>
                <a:lnTo>
                  <a:pt x="2231" y="833"/>
                </a:lnTo>
                <a:lnTo>
                  <a:pt x="2243" y="831"/>
                </a:lnTo>
                <a:lnTo>
                  <a:pt x="2256" y="829"/>
                </a:lnTo>
                <a:lnTo>
                  <a:pt x="2268" y="828"/>
                </a:lnTo>
                <a:lnTo>
                  <a:pt x="2281" y="826"/>
                </a:lnTo>
                <a:lnTo>
                  <a:pt x="2293" y="824"/>
                </a:lnTo>
                <a:lnTo>
                  <a:pt x="2306" y="822"/>
                </a:lnTo>
                <a:lnTo>
                  <a:pt x="2318" y="820"/>
                </a:lnTo>
                <a:lnTo>
                  <a:pt x="2331" y="818"/>
                </a:lnTo>
                <a:lnTo>
                  <a:pt x="2343" y="817"/>
                </a:lnTo>
                <a:lnTo>
                  <a:pt x="2356" y="815"/>
                </a:lnTo>
                <a:lnTo>
                  <a:pt x="2368" y="813"/>
                </a:lnTo>
                <a:lnTo>
                  <a:pt x="2381" y="811"/>
                </a:lnTo>
                <a:lnTo>
                  <a:pt x="2393" y="809"/>
                </a:lnTo>
                <a:lnTo>
                  <a:pt x="2406" y="807"/>
                </a:lnTo>
                <a:lnTo>
                  <a:pt x="2419" y="805"/>
                </a:lnTo>
                <a:lnTo>
                  <a:pt x="2431" y="803"/>
                </a:lnTo>
                <a:lnTo>
                  <a:pt x="2444" y="801"/>
                </a:lnTo>
                <a:lnTo>
                  <a:pt x="2456" y="799"/>
                </a:lnTo>
                <a:lnTo>
                  <a:pt x="2469" y="797"/>
                </a:lnTo>
                <a:lnTo>
                  <a:pt x="2481" y="795"/>
                </a:lnTo>
                <a:lnTo>
                  <a:pt x="2494" y="793"/>
                </a:lnTo>
                <a:lnTo>
                  <a:pt x="2506" y="790"/>
                </a:lnTo>
                <a:lnTo>
                  <a:pt x="2519" y="788"/>
                </a:lnTo>
                <a:lnTo>
                  <a:pt x="2531" y="786"/>
                </a:lnTo>
                <a:lnTo>
                  <a:pt x="2544" y="784"/>
                </a:lnTo>
                <a:lnTo>
                  <a:pt x="2556" y="782"/>
                </a:lnTo>
                <a:lnTo>
                  <a:pt x="2569" y="780"/>
                </a:lnTo>
                <a:lnTo>
                  <a:pt x="2581" y="777"/>
                </a:lnTo>
                <a:lnTo>
                  <a:pt x="2594" y="775"/>
                </a:lnTo>
                <a:lnTo>
                  <a:pt x="2607" y="773"/>
                </a:lnTo>
                <a:lnTo>
                  <a:pt x="2619" y="770"/>
                </a:lnTo>
                <a:lnTo>
                  <a:pt x="2632" y="768"/>
                </a:lnTo>
                <a:lnTo>
                  <a:pt x="2644" y="766"/>
                </a:lnTo>
                <a:lnTo>
                  <a:pt x="2657" y="763"/>
                </a:lnTo>
                <a:lnTo>
                  <a:pt x="2669" y="761"/>
                </a:lnTo>
                <a:lnTo>
                  <a:pt x="2682" y="759"/>
                </a:lnTo>
                <a:lnTo>
                  <a:pt x="2694" y="756"/>
                </a:lnTo>
                <a:lnTo>
                  <a:pt x="2707" y="754"/>
                </a:lnTo>
                <a:lnTo>
                  <a:pt x="2719" y="752"/>
                </a:lnTo>
                <a:lnTo>
                  <a:pt x="2732" y="749"/>
                </a:lnTo>
                <a:lnTo>
                  <a:pt x="2744" y="747"/>
                </a:lnTo>
                <a:lnTo>
                  <a:pt x="2757" y="744"/>
                </a:lnTo>
                <a:lnTo>
                  <a:pt x="2769" y="742"/>
                </a:lnTo>
                <a:lnTo>
                  <a:pt x="2782" y="739"/>
                </a:lnTo>
                <a:lnTo>
                  <a:pt x="2794" y="737"/>
                </a:lnTo>
                <a:lnTo>
                  <a:pt x="2807" y="734"/>
                </a:lnTo>
                <a:lnTo>
                  <a:pt x="2820" y="731"/>
                </a:lnTo>
                <a:lnTo>
                  <a:pt x="2832" y="729"/>
                </a:lnTo>
                <a:lnTo>
                  <a:pt x="2845" y="726"/>
                </a:lnTo>
                <a:lnTo>
                  <a:pt x="2857" y="724"/>
                </a:lnTo>
                <a:lnTo>
                  <a:pt x="2870" y="721"/>
                </a:lnTo>
                <a:lnTo>
                  <a:pt x="2882" y="718"/>
                </a:lnTo>
                <a:lnTo>
                  <a:pt x="2895" y="715"/>
                </a:lnTo>
                <a:lnTo>
                  <a:pt x="2907" y="713"/>
                </a:lnTo>
                <a:lnTo>
                  <a:pt x="2920" y="710"/>
                </a:lnTo>
                <a:lnTo>
                  <a:pt x="2932" y="707"/>
                </a:lnTo>
                <a:lnTo>
                  <a:pt x="2945" y="705"/>
                </a:lnTo>
                <a:lnTo>
                  <a:pt x="2957" y="702"/>
                </a:lnTo>
                <a:lnTo>
                  <a:pt x="2970" y="699"/>
                </a:lnTo>
                <a:lnTo>
                  <a:pt x="2982" y="696"/>
                </a:lnTo>
                <a:lnTo>
                  <a:pt x="2995" y="693"/>
                </a:lnTo>
                <a:lnTo>
                  <a:pt x="3008" y="690"/>
                </a:lnTo>
                <a:lnTo>
                  <a:pt x="3020" y="688"/>
                </a:lnTo>
                <a:lnTo>
                  <a:pt x="3033" y="685"/>
                </a:lnTo>
                <a:lnTo>
                  <a:pt x="3045" y="682"/>
                </a:lnTo>
                <a:lnTo>
                  <a:pt x="3058" y="679"/>
                </a:lnTo>
                <a:lnTo>
                  <a:pt x="3070" y="676"/>
                </a:lnTo>
                <a:lnTo>
                  <a:pt x="3083" y="673"/>
                </a:lnTo>
                <a:lnTo>
                  <a:pt x="3095" y="670"/>
                </a:lnTo>
                <a:lnTo>
                  <a:pt x="3108" y="667"/>
                </a:lnTo>
                <a:lnTo>
                  <a:pt x="3120" y="664"/>
                </a:lnTo>
                <a:lnTo>
                  <a:pt x="3133" y="661"/>
                </a:lnTo>
                <a:lnTo>
                  <a:pt x="3145" y="658"/>
                </a:lnTo>
                <a:lnTo>
                  <a:pt x="3158" y="655"/>
                </a:lnTo>
                <a:lnTo>
                  <a:pt x="3170" y="652"/>
                </a:lnTo>
                <a:lnTo>
                  <a:pt x="3183" y="648"/>
                </a:lnTo>
                <a:lnTo>
                  <a:pt x="3195" y="645"/>
                </a:lnTo>
                <a:lnTo>
                  <a:pt x="3208" y="642"/>
                </a:lnTo>
                <a:lnTo>
                  <a:pt x="3221" y="639"/>
                </a:lnTo>
                <a:lnTo>
                  <a:pt x="3233" y="636"/>
                </a:lnTo>
                <a:lnTo>
                  <a:pt x="3246" y="633"/>
                </a:lnTo>
                <a:lnTo>
                  <a:pt x="3258" y="629"/>
                </a:lnTo>
                <a:lnTo>
                  <a:pt x="3271" y="626"/>
                </a:lnTo>
                <a:lnTo>
                  <a:pt x="3283" y="623"/>
                </a:lnTo>
                <a:lnTo>
                  <a:pt x="3296" y="620"/>
                </a:lnTo>
                <a:lnTo>
                  <a:pt x="3308" y="616"/>
                </a:lnTo>
                <a:lnTo>
                  <a:pt x="3321" y="613"/>
                </a:lnTo>
                <a:lnTo>
                  <a:pt x="3333" y="610"/>
                </a:lnTo>
                <a:lnTo>
                  <a:pt x="3346" y="606"/>
                </a:lnTo>
                <a:lnTo>
                  <a:pt x="3358" y="603"/>
                </a:lnTo>
                <a:lnTo>
                  <a:pt x="3371" y="599"/>
                </a:lnTo>
                <a:lnTo>
                  <a:pt x="3383" y="596"/>
                </a:lnTo>
                <a:lnTo>
                  <a:pt x="3396" y="593"/>
                </a:lnTo>
                <a:lnTo>
                  <a:pt x="3409" y="589"/>
                </a:lnTo>
                <a:lnTo>
                  <a:pt x="3421" y="586"/>
                </a:lnTo>
                <a:lnTo>
                  <a:pt x="3434" y="582"/>
                </a:lnTo>
                <a:lnTo>
                  <a:pt x="3446" y="579"/>
                </a:lnTo>
                <a:lnTo>
                  <a:pt x="3459" y="575"/>
                </a:lnTo>
                <a:lnTo>
                  <a:pt x="3471" y="572"/>
                </a:lnTo>
                <a:lnTo>
                  <a:pt x="3484" y="568"/>
                </a:lnTo>
                <a:lnTo>
                  <a:pt x="3496" y="564"/>
                </a:lnTo>
                <a:lnTo>
                  <a:pt x="3509" y="561"/>
                </a:lnTo>
                <a:lnTo>
                  <a:pt x="3521" y="557"/>
                </a:lnTo>
                <a:lnTo>
                  <a:pt x="3534" y="554"/>
                </a:lnTo>
                <a:lnTo>
                  <a:pt x="3546" y="550"/>
                </a:lnTo>
                <a:lnTo>
                  <a:pt x="3559" y="546"/>
                </a:lnTo>
                <a:lnTo>
                  <a:pt x="3571" y="543"/>
                </a:lnTo>
                <a:lnTo>
                  <a:pt x="3584" y="539"/>
                </a:lnTo>
                <a:lnTo>
                  <a:pt x="3596" y="535"/>
                </a:lnTo>
                <a:lnTo>
                  <a:pt x="3609" y="531"/>
                </a:lnTo>
                <a:lnTo>
                  <a:pt x="3622" y="528"/>
                </a:lnTo>
                <a:lnTo>
                  <a:pt x="3634" y="524"/>
                </a:lnTo>
                <a:lnTo>
                  <a:pt x="3647" y="520"/>
                </a:lnTo>
                <a:lnTo>
                  <a:pt x="3659" y="516"/>
                </a:lnTo>
                <a:lnTo>
                  <a:pt x="3672" y="512"/>
                </a:lnTo>
                <a:lnTo>
                  <a:pt x="3684" y="508"/>
                </a:lnTo>
                <a:lnTo>
                  <a:pt x="3697" y="505"/>
                </a:lnTo>
                <a:lnTo>
                  <a:pt x="3709" y="501"/>
                </a:lnTo>
                <a:lnTo>
                  <a:pt x="3722" y="497"/>
                </a:lnTo>
                <a:lnTo>
                  <a:pt x="3734" y="493"/>
                </a:lnTo>
                <a:lnTo>
                  <a:pt x="3747" y="489"/>
                </a:lnTo>
                <a:lnTo>
                  <a:pt x="3759" y="485"/>
                </a:lnTo>
                <a:lnTo>
                  <a:pt x="3772" y="481"/>
                </a:lnTo>
                <a:lnTo>
                  <a:pt x="3784" y="477"/>
                </a:lnTo>
                <a:lnTo>
                  <a:pt x="3797" y="473"/>
                </a:lnTo>
                <a:lnTo>
                  <a:pt x="3810" y="469"/>
                </a:lnTo>
                <a:lnTo>
                  <a:pt x="3822" y="465"/>
                </a:lnTo>
                <a:lnTo>
                  <a:pt x="3835" y="461"/>
                </a:lnTo>
                <a:lnTo>
                  <a:pt x="3847" y="457"/>
                </a:lnTo>
                <a:lnTo>
                  <a:pt x="3860" y="453"/>
                </a:lnTo>
                <a:lnTo>
                  <a:pt x="3872" y="448"/>
                </a:lnTo>
                <a:lnTo>
                  <a:pt x="3885" y="444"/>
                </a:lnTo>
                <a:lnTo>
                  <a:pt x="3897" y="440"/>
                </a:lnTo>
                <a:lnTo>
                  <a:pt x="3910" y="436"/>
                </a:lnTo>
                <a:lnTo>
                  <a:pt x="3922" y="432"/>
                </a:lnTo>
                <a:lnTo>
                  <a:pt x="3935" y="427"/>
                </a:lnTo>
                <a:lnTo>
                  <a:pt x="3947" y="423"/>
                </a:lnTo>
                <a:lnTo>
                  <a:pt x="3960" y="419"/>
                </a:lnTo>
                <a:lnTo>
                  <a:pt x="3972" y="415"/>
                </a:lnTo>
                <a:lnTo>
                  <a:pt x="3985" y="410"/>
                </a:lnTo>
                <a:lnTo>
                  <a:pt x="3997" y="406"/>
                </a:lnTo>
                <a:lnTo>
                  <a:pt x="4010" y="402"/>
                </a:lnTo>
                <a:lnTo>
                  <a:pt x="4023" y="397"/>
                </a:lnTo>
                <a:lnTo>
                  <a:pt x="4035" y="393"/>
                </a:lnTo>
                <a:lnTo>
                  <a:pt x="4048" y="389"/>
                </a:lnTo>
                <a:lnTo>
                  <a:pt x="4060" y="384"/>
                </a:lnTo>
                <a:lnTo>
                  <a:pt x="4073" y="380"/>
                </a:lnTo>
                <a:lnTo>
                  <a:pt x="4085" y="375"/>
                </a:lnTo>
                <a:lnTo>
                  <a:pt x="4098" y="371"/>
                </a:lnTo>
                <a:lnTo>
                  <a:pt x="4110" y="366"/>
                </a:lnTo>
                <a:lnTo>
                  <a:pt x="4123" y="362"/>
                </a:lnTo>
                <a:lnTo>
                  <a:pt x="4135" y="357"/>
                </a:lnTo>
                <a:lnTo>
                  <a:pt x="4148" y="353"/>
                </a:lnTo>
                <a:lnTo>
                  <a:pt x="4160" y="348"/>
                </a:lnTo>
                <a:lnTo>
                  <a:pt x="4173" y="344"/>
                </a:lnTo>
                <a:lnTo>
                  <a:pt x="4185" y="339"/>
                </a:lnTo>
                <a:lnTo>
                  <a:pt x="4198" y="334"/>
                </a:lnTo>
                <a:lnTo>
                  <a:pt x="4211" y="330"/>
                </a:lnTo>
                <a:lnTo>
                  <a:pt x="4223" y="325"/>
                </a:lnTo>
                <a:lnTo>
                  <a:pt x="4236" y="320"/>
                </a:lnTo>
                <a:lnTo>
                  <a:pt x="4248" y="316"/>
                </a:lnTo>
                <a:lnTo>
                  <a:pt x="4261" y="311"/>
                </a:lnTo>
                <a:lnTo>
                  <a:pt x="4273" y="306"/>
                </a:lnTo>
                <a:lnTo>
                  <a:pt x="4286" y="302"/>
                </a:lnTo>
                <a:lnTo>
                  <a:pt x="4298" y="297"/>
                </a:lnTo>
                <a:lnTo>
                  <a:pt x="4311" y="292"/>
                </a:lnTo>
                <a:lnTo>
                  <a:pt x="4323" y="287"/>
                </a:lnTo>
                <a:lnTo>
                  <a:pt x="4336" y="282"/>
                </a:lnTo>
                <a:lnTo>
                  <a:pt x="4348" y="278"/>
                </a:lnTo>
                <a:lnTo>
                  <a:pt x="4361" y="273"/>
                </a:lnTo>
                <a:lnTo>
                  <a:pt x="4373" y="268"/>
                </a:lnTo>
                <a:lnTo>
                  <a:pt x="4386" y="263"/>
                </a:lnTo>
                <a:lnTo>
                  <a:pt x="4398" y="258"/>
                </a:lnTo>
                <a:lnTo>
                  <a:pt x="4411" y="253"/>
                </a:lnTo>
                <a:lnTo>
                  <a:pt x="4424" y="248"/>
                </a:lnTo>
                <a:lnTo>
                  <a:pt x="4436" y="243"/>
                </a:lnTo>
                <a:lnTo>
                  <a:pt x="4449" y="238"/>
                </a:lnTo>
                <a:lnTo>
                  <a:pt x="4461" y="233"/>
                </a:lnTo>
                <a:lnTo>
                  <a:pt x="4474" y="228"/>
                </a:lnTo>
                <a:lnTo>
                  <a:pt x="4486" y="223"/>
                </a:lnTo>
                <a:lnTo>
                  <a:pt x="4499" y="218"/>
                </a:lnTo>
                <a:lnTo>
                  <a:pt x="4511" y="213"/>
                </a:lnTo>
                <a:lnTo>
                  <a:pt x="4524" y="208"/>
                </a:lnTo>
                <a:lnTo>
                  <a:pt x="4536" y="203"/>
                </a:lnTo>
                <a:lnTo>
                  <a:pt x="4549" y="198"/>
                </a:lnTo>
                <a:lnTo>
                  <a:pt x="4561" y="192"/>
                </a:lnTo>
                <a:lnTo>
                  <a:pt x="4574" y="187"/>
                </a:lnTo>
                <a:lnTo>
                  <a:pt x="4586" y="182"/>
                </a:lnTo>
                <a:lnTo>
                  <a:pt x="4599" y="177"/>
                </a:lnTo>
                <a:lnTo>
                  <a:pt x="4612" y="172"/>
                </a:lnTo>
                <a:lnTo>
                  <a:pt x="4624" y="166"/>
                </a:lnTo>
                <a:lnTo>
                  <a:pt x="4637" y="161"/>
                </a:lnTo>
                <a:lnTo>
                  <a:pt x="4649" y="156"/>
                </a:lnTo>
                <a:lnTo>
                  <a:pt x="4662" y="151"/>
                </a:lnTo>
                <a:lnTo>
                  <a:pt x="4674" y="145"/>
                </a:lnTo>
                <a:lnTo>
                  <a:pt x="4687" y="140"/>
                </a:lnTo>
                <a:lnTo>
                  <a:pt x="4699" y="135"/>
                </a:lnTo>
                <a:lnTo>
                  <a:pt x="4712" y="129"/>
                </a:lnTo>
                <a:lnTo>
                  <a:pt x="4724" y="124"/>
                </a:lnTo>
                <a:lnTo>
                  <a:pt x="4737" y="118"/>
                </a:lnTo>
                <a:lnTo>
                  <a:pt x="4749" y="113"/>
                </a:lnTo>
                <a:lnTo>
                  <a:pt x="4762" y="107"/>
                </a:lnTo>
                <a:lnTo>
                  <a:pt x="4774" y="102"/>
                </a:lnTo>
                <a:lnTo>
                  <a:pt x="4787" y="97"/>
                </a:lnTo>
                <a:lnTo>
                  <a:pt x="4799" y="91"/>
                </a:lnTo>
                <a:lnTo>
                  <a:pt x="4812" y="85"/>
                </a:lnTo>
                <a:lnTo>
                  <a:pt x="4825" y="80"/>
                </a:lnTo>
                <a:lnTo>
                  <a:pt x="4837" y="74"/>
                </a:lnTo>
                <a:lnTo>
                  <a:pt x="4850" y="69"/>
                </a:lnTo>
                <a:lnTo>
                  <a:pt x="4862" y="63"/>
                </a:lnTo>
                <a:lnTo>
                  <a:pt x="4875" y="58"/>
                </a:lnTo>
                <a:lnTo>
                  <a:pt x="4887" y="52"/>
                </a:lnTo>
                <a:lnTo>
                  <a:pt x="4900" y="46"/>
                </a:lnTo>
                <a:lnTo>
                  <a:pt x="4912" y="41"/>
                </a:lnTo>
                <a:lnTo>
                  <a:pt x="4925" y="35"/>
                </a:lnTo>
                <a:lnTo>
                  <a:pt x="4937" y="29"/>
                </a:lnTo>
                <a:lnTo>
                  <a:pt x="4950" y="24"/>
                </a:lnTo>
                <a:lnTo>
                  <a:pt x="4962" y="18"/>
                </a:lnTo>
                <a:lnTo>
                  <a:pt x="4975" y="12"/>
                </a:lnTo>
                <a:lnTo>
                  <a:pt x="4987" y="6"/>
                </a:lnTo>
                <a:lnTo>
                  <a:pt x="5000" y="0"/>
                </a:lnTo>
              </a:path>
            </a:pathLst>
          </a:custGeom>
          <a:noFill/>
          <a:ln w="19050">
            <a:solidFill>
              <a:srgbClr val="C4B8DC"/>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4" name="Freeform 13"/>
          <p:cNvSpPr/>
          <p:nvPr/>
        </p:nvSpPr>
        <p:spPr>
          <a:xfrm>
            <a:off x="896112" y="3405226"/>
            <a:ext cx="4572000" cy="1280160"/>
          </a:xfrm>
          <a:custGeom>
            <a:avLst/>
            <a:gdLst/>
            <a:ahLst/>
            <a:cxnLst/>
            <a:rect l="l" t="t" r="r" b="b"/>
            <a:pathLst>
              <a:path w="5000" h="1400">
                <a:moveTo>
                  <a:pt x="0" y="706"/>
                </a:moveTo>
                <a:lnTo>
                  <a:pt x="13" y="715"/>
                </a:lnTo>
                <a:lnTo>
                  <a:pt x="25" y="723"/>
                </a:lnTo>
                <a:lnTo>
                  <a:pt x="38" y="731"/>
                </a:lnTo>
                <a:lnTo>
                  <a:pt x="50" y="739"/>
                </a:lnTo>
                <a:lnTo>
                  <a:pt x="63" y="748"/>
                </a:lnTo>
                <a:lnTo>
                  <a:pt x="75" y="756"/>
                </a:lnTo>
                <a:lnTo>
                  <a:pt x="88" y="764"/>
                </a:lnTo>
                <a:lnTo>
                  <a:pt x="100" y="772"/>
                </a:lnTo>
                <a:lnTo>
                  <a:pt x="113" y="780"/>
                </a:lnTo>
                <a:lnTo>
                  <a:pt x="125" y="788"/>
                </a:lnTo>
                <a:lnTo>
                  <a:pt x="138" y="796"/>
                </a:lnTo>
                <a:lnTo>
                  <a:pt x="150" y="804"/>
                </a:lnTo>
                <a:lnTo>
                  <a:pt x="163" y="811"/>
                </a:lnTo>
                <a:lnTo>
                  <a:pt x="175" y="819"/>
                </a:lnTo>
                <a:lnTo>
                  <a:pt x="188" y="827"/>
                </a:lnTo>
                <a:lnTo>
                  <a:pt x="201" y="834"/>
                </a:lnTo>
                <a:lnTo>
                  <a:pt x="213" y="842"/>
                </a:lnTo>
                <a:lnTo>
                  <a:pt x="226" y="849"/>
                </a:lnTo>
                <a:lnTo>
                  <a:pt x="238" y="857"/>
                </a:lnTo>
                <a:lnTo>
                  <a:pt x="251" y="864"/>
                </a:lnTo>
                <a:lnTo>
                  <a:pt x="263" y="872"/>
                </a:lnTo>
                <a:lnTo>
                  <a:pt x="276" y="879"/>
                </a:lnTo>
                <a:lnTo>
                  <a:pt x="288" y="886"/>
                </a:lnTo>
                <a:lnTo>
                  <a:pt x="301" y="894"/>
                </a:lnTo>
                <a:lnTo>
                  <a:pt x="313" y="901"/>
                </a:lnTo>
                <a:lnTo>
                  <a:pt x="326" y="908"/>
                </a:lnTo>
                <a:lnTo>
                  <a:pt x="338" y="915"/>
                </a:lnTo>
                <a:lnTo>
                  <a:pt x="351" y="922"/>
                </a:lnTo>
                <a:lnTo>
                  <a:pt x="363" y="929"/>
                </a:lnTo>
                <a:lnTo>
                  <a:pt x="376" y="936"/>
                </a:lnTo>
                <a:lnTo>
                  <a:pt x="388" y="943"/>
                </a:lnTo>
                <a:lnTo>
                  <a:pt x="401" y="950"/>
                </a:lnTo>
                <a:lnTo>
                  <a:pt x="414" y="956"/>
                </a:lnTo>
                <a:lnTo>
                  <a:pt x="426" y="963"/>
                </a:lnTo>
                <a:lnTo>
                  <a:pt x="439" y="970"/>
                </a:lnTo>
                <a:lnTo>
                  <a:pt x="451" y="976"/>
                </a:lnTo>
                <a:lnTo>
                  <a:pt x="464" y="983"/>
                </a:lnTo>
                <a:lnTo>
                  <a:pt x="476" y="989"/>
                </a:lnTo>
                <a:lnTo>
                  <a:pt x="489" y="996"/>
                </a:lnTo>
                <a:lnTo>
                  <a:pt x="501" y="1002"/>
                </a:lnTo>
                <a:lnTo>
                  <a:pt x="514" y="1009"/>
                </a:lnTo>
                <a:lnTo>
                  <a:pt x="526" y="1015"/>
                </a:lnTo>
                <a:lnTo>
                  <a:pt x="539" y="1021"/>
                </a:lnTo>
                <a:lnTo>
                  <a:pt x="551" y="1027"/>
                </a:lnTo>
                <a:lnTo>
                  <a:pt x="564" y="1033"/>
                </a:lnTo>
                <a:lnTo>
                  <a:pt x="576" y="1040"/>
                </a:lnTo>
                <a:lnTo>
                  <a:pt x="589" y="1046"/>
                </a:lnTo>
                <a:lnTo>
                  <a:pt x="602" y="1052"/>
                </a:lnTo>
                <a:lnTo>
                  <a:pt x="614" y="1057"/>
                </a:lnTo>
                <a:lnTo>
                  <a:pt x="627" y="1063"/>
                </a:lnTo>
                <a:lnTo>
                  <a:pt x="639" y="1069"/>
                </a:lnTo>
                <a:lnTo>
                  <a:pt x="652" y="1075"/>
                </a:lnTo>
                <a:lnTo>
                  <a:pt x="664" y="1081"/>
                </a:lnTo>
                <a:lnTo>
                  <a:pt x="677" y="1086"/>
                </a:lnTo>
                <a:lnTo>
                  <a:pt x="689" y="1092"/>
                </a:lnTo>
                <a:lnTo>
                  <a:pt x="702" y="1098"/>
                </a:lnTo>
                <a:lnTo>
                  <a:pt x="714" y="1103"/>
                </a:lnTo>
                <a:lnTo>
                  <a:pt x="727" y="1109"/>
                </a:lnTo>
                <a:lnTo>
                  <a:pt x="739" y="1114"/>
                </a:lnTo>
                <a:lnTo>
                  <a:pt x="752" y="1119"/>
                </a:lnTo>
                <a:lnTo>
                  <a:pt x="764" y="1125"/>
                </a:lnTo>
                <a:lnTo>
                  <a:pt x="777" y="1130"/>
                </a:lnTo>
                <a:lnTo>
                  <a:pt x="789" y="1135"/>
                </a:lnTo>
                <a:lnTo>
                  <a:pt x="802" y="1141"/>
                </a:lnTo>
                <a:lnTo>
                  <a:pt x="815" y="1146"/>
                </a:lnTo>
                <a:lnTo>
                  <a:pt x="827" y="1151"/>
                </a:lnTo>
                <a:lnTo>
                  <a:pt x="840" y="1156"/>
                </a:lnTo>
                <a:lnTo>
                  <a:pt x="852" y="1161"/>
                </a:lnTo>
                <a:lnTo>
                  <a:pt x="865" y="1166"/>
                </a:lnTo>
                <a:lnTo>
                  <a:pt x="877" y="1170"/>
                </a:lnTo>
                <a:lnTo>
                  <a:pt x="890" y="1175"/>
                </a:lnTo>
                <a:lnTo>
                  <a:pt x="902" y="1180"/>
                </a:lnTo>
                <a:lnTo>
                  <a:pt x="915" y="1185"/>
                </a:lnTo>
                <a:lnTo>
                  <a:pt x="927" y="1189"/>
                </a:lnTo>
                <a:lnTo>
                  <a:pt x="940" y="1194"/>
                </a:lnTo>
                <a:lnTo>
                  <a:pt x="952" y="1199"/>
                </a:lnTo>
                <a:lnTo>
                  <a:pt x="965" y="1203"/>
                </a:lnTo>
                <a:lnTo>
                  <a:pt x="977" y="1208"/>
                </a:lnTo>
                <a:lnTo>
                  <a:pt x="990" y="1212"/>
                </a:lnTo>
                <a:lnTo>
                  <a:pt x="1003" y="1216"/>
                </a:lnTo>
                <a:lnTo>
                  <a:pt x="1015" y="1221"/>
                </a:lnTo>
                <a:lnTo>
                  <a:pt x="1028" y="1225"/>
                </a:lnTo>
                <a:lnTo>
                  <a:pt x="1040" y="1229"/>
                </a:lnTo>
                <a:lnTo>
                  <a:pt x="1053" y="1233"/>
                </a:lnTo>
                <a:lnTo>
                  <a:pt x="1065" y="1237"/>
                </a:lnTo>
                <a:lnTo>
                  <a:pt x="1078" y="1241"/>
                </a:lnTo>
                <a:lnTo>
                  <a:pt x="1090" y="1245"/>
                </a:lnTo>
                <a:lnTo>
                  <a:pt x="1103" y="1249"/>
                </a:lnTo>
                <a:lnTo>
                  <a:pt x="1115" y="1253"/>
                </a:lnTo>
                <a:lnTo>
                  <a:pt x="1128" y="1257"/>
                </a:lnTo>
                <a:lnTo>
                  <a:pt x="1140" y="1261"/>
                </a:lnTo>
                <a:lnTo>
                  <a:pt x="1153" y="1265"/>
                </a:lnTo>
                <a:lnTo>
                  <a:pt x="1165" y="1268"/>
                </a:lnTo>
                <a:lnTo>
                  <a:pt x="1178" y="1272"/>
                </a:lnTo>
                <a:lnTo>
                  <a:pt x="1190" y="1276"/>
                </a:lnTo>
                <a:lnTo>
                  <a:pt x="1203" y="1279"/>
                </a:lnTo>
                <a:lnTo>
                  <a:pt x="1216" y="1283"/>
                </a:lnTo>
                <a:lnTo>
                  <a:pt x="1228" y="1286"/>
                </a:lnTo>
                <a:lnTo>
                  <a:pt x="1241" y="1290"/>
                </a:lnTo>
                <a:lnTo>
                  <a:pt x="1253" y="1293"/>
                </a:lnTo>
                <a:lnTo>
                  <a:pt x="1266" y="1296"/>
                </a:lnTo>
                <a:lnTo>
                  <a:pt x="1278" y="1299"/>
                </a:lnTo>
                <a:lnTo>
                  <a:pt x="1291" y="1303"/>
                </a:lnTo>
                <a:lnTo>
                  <a:pt x="1303" y="1306"/>
                </a:lnTo>
                <a:lnTo>
                  <a:pt x="1316" y="1309"/>
                </a:lnTo>
                <a:lnTo>
                  <a:pt x="1328" y="1312"/>
                </a:lnTo>
                <a:lnTo>
                  <a:pt x="1341" y="1315"/>
                </a:lnTo>
                <a:lnTo>
                  <a:pt x="1353" y="1318"/>
                </a:lnTo>
                <a:lnTo>
                  <a:pt x="1366" y="1321"/>
                </a:lnTo>
                <a:lnTo>
                  <a:pt x="1378" y="1323"/>
                </a:lnTo>
                <a:lnTo>
                  <a:pt x="1391" y="1326"/>
                </a:lnTo>
                <a:lnTo>
                  <a:pt x="1404" y="1329"/>
                </a:lnTo>
                <a:lnTo>
                  <a:pt x="1416" y="1332"/>
                </a:lnTo>
                <a:lnTo>
                  <a:pt x="1429" y="1334"/>
                </a:lnTo>
                <a:lnTo>
                  <a:pt x="1441" y="1337"/>
                </a:lnTo>
                <a:lnTo>
                  <a:pt x="1454" y="1339"/>
                </a:lnTo>
                <a:lnTo>
                  <a:pt x="1466" y="1342"/>
                </a:lnTo>
                <a:lnTo>
                  <a:pt x="1479" y="1344"/>
                </a:lnTo>
                <a:lnTo>
                  <a:pt x="1491" y="1347"/>
                </a:lnTo>
                <a:lnTo>
                  <a:pt x="1504" y="1349"/>
                </a:lnTo>
                <a:lnTo>
                  <a:pt x="1516" y="1351"/>
                </a:lnTo>
                <a:lnTo>
                  <a:pt x="1529" y="1353"/>
                </a:lnTo>
                <a:lnTo>
                  <a:pt x="1541" y="1356"/>
                </a:lnTo>
                <a:lnTo>
                  <a:pt x="1554" y="1358"/>
                </a:lnTo>
                <a:lnTo>
                  <a:pt x="1566" y="1360"/>
                </a:lnTo>
                <a:lnTo>
                  <a:pt x="1579" y="1362"/>
                </a:lnTo>
                <a:lnTo>
                  <a:pt x="1591" y="1364"/>
                </a:lnTo>
                <a:lnTo>
                  <a:pt x="1604" y="1366"/>
                </a:lnTo>
                <a:lnTo>
                  <a:pt x="1617" y="1367"/>
                </a:lnTo>
                <a:lnTo>
                  <a:pt x="1629" y="1369"/>
                </a:lnTo>
                <a:lnTo>
                  <a:pt x="1642" y="1371"/>
                </a:lnTo>
                <a:lnTo>
                  <a:pt x="1654" y="1373"/>
                </a:lnTo>
                <a:lnTo>
                  <a:pt x="1667" y="1374"/>
                </a:lnTo>
                <a:lnTo>
                  <a:pt x="1679" y="1376"/>
                </a:lnTo>
                <a:lnTo>
                  <a:pt x="1692" y="1378"/>
                </a:lnTo>
                <a:lnTo>
                  <a:pt x="1704" y="1379"/>
                </a:lnTo>
                <a:lnTo>
                  <a:pt x="1717" y="1380"/>
                </a:lnTo>
                <a:lnTo>
                  <a:pt x="1729" y="1382"/>
                </a:lnTo>
                <a:lnTo>
                  <a:pt x="1742" y="1383"/>
                </a:lnTo>
                <a:lnTo>
                  <a:pt x="1754" y="1384"/>
                </a:lnTo>
                <a:lnTo>
                  <a:pt x="1767" y="1386"/>
                </a:lnTo>
                <a:lnTo>
                  <a:pt x="1779" y="1387"/>
                </a:lnTo>
                <a:lnTo>
                  <a:pt x="1792" y="1388"/>
                </a:lnTo>
                <a:lnTo>
                  <a:pt x="1805" y="1389"/>
                </a:lnTo>
                <a:lnTo>
                  <a:pt x="1817" y="1390"/>
                </a:lnTo>
                <a:lnTo>
                  <a:pt x="1830" y="1391"/>
                </a:lnTo>
                <a:lnTo>
                  <a:pt x="1842" y="1392"/>
                </a:lnTo>
                <a:lnTo>
                  <a:pt x="1855" y="1393"/>
                </a:lnTo>
                <a:lnTo>
                  <a:pt x="1867" y="1394"/>
                </a:lnTo>
                <a:lnTo>
                  <a:pt x="1880" y="1395"/>
                </a:lnTo>
                <a:lnTo>
                  <a:pt x="1892" y="1395"/>
                </a:lnTo>
                <a:lnTo>
                  <a:pt x="1905" y="1396"/>
                </a:lnTo>
                <a:lnTo>
                  <a:pt x="1917" y="1397"/>
                </a:lnTo>
                <a:lnTo>
                  <a:pt x="1930" y="1397"/>
                </a:lnTo>
                <a:lnTo>
                  <a:pt x="1942" y="1398"/>
                </a:lnTo>
                <a:lnTo>
                  <a:pt x="1955" y="1398"/>
                </a:lnTo>
                <a:lnTo>
                  <a:pt x="1967" y="1399"/>
                </a:lnTo>
                <a:lnTo>
                  <a:pt x="1980" y="1399"/>
                </a:lnTo>
                <a:lnTo>
                  <a:pt x="1992" y="1399"/>
                </a:lnTo>
                <a:lnTo>
                  <a:pt x="2005" y="1400"/>
                </a:lnTo>
                <a:lnTo>
                  <a:pt x="2018" y="1400"/>
                </a:lnTo>
                <a:lnTo>
                  <a:pt x="2030" y="1400"/>
                </a:lnTo>
                <a:lnTo>
                  <a:pt x="2043" y="1400"/>
                </a:lnTo>
                <a:lnTo>
                  <a:pt x="2055" y="1400"/>
                </a:lnTo>
                <a:lnTo>
                  <a:pt x="2068" y="1400"/>
                </a:lnTo>
                <a:lnTo>
                  <a:pt x="2080" y="1400"/>
                </a:lnTo>
                <a:lnTo>
                  <a:pt x="2093" y="1400"/>
                </a:lnTo>
                <a:lnTo>
                  <a:pt x="2105" y="1400"/>
                </a:lnTo>
                <a:lnTo>
                  <a:pt x="2118" y="1400"/>
                </a:lnTo>
                <a:lnTo>
                  <a:pt x="2130" y="1400"/>
                </a:lnTo>
                <a:lnTo>
                  <a:pt x="2143" y="1399"/>
                </a:lnTo>
                <a:lnTo>
                  <a:pt x="2155" y="1399"/>
                </a:lnTo>
                <a:lnTo>
                  <a:pt x="2168" y="1399"/>
                </a:lnTo>
                <a:lnTo>
                  <a:pt x="2180" y="1398"/>
                </a:lnTo>
                <a:lnTo>
                  <a:pt x="2193" y="1398"/>
                </a:lnTo>
                <a:lnTo>
                  <a:pt x="2206" y="1397"/>
                </a:lnTo>
                <a:lnTo>
                  <a:pt x="2218" y="1396"/>
                </a:lnTo>
                <a:lnTo>
                  <a:pt x="2231" y="1396"/>
                </a:lnTo>
                <a:lnTo>
                  <a:pt x="2243" y="1395"/>
                </a:lnTo>
                <a:lnTo>
                  <a:pt x="2256" y="1394"/>
                </a:lnTo>
                <a:lnTo>
                  <a:pt x="2268" y="1394"/>
                </a:lnTo>
                <a:lnTo>
                  <a:pt x="2281" y="1393"/>
                </a:lnTo>
                <a:lnTo>
                  <a:pt x="2293" y="1392"/>
                </a:lnTo>
                <a:lnTo>
                  <a:pt x="2306" y="1391"/>
                </a:lnTo>
                <a:lnTo>
                  <a:pt x="2318" y="1390"/>
                </a:lnTo>
                <a:lnTo>
                  <a:pt x="2331" y="1389"/>
                </a:lnTo>
                <a:lnTo>
                  <a:pt x="2343" y="1388"/>
                </a:lnTo>
                <a:lnTo>
                  <a:pt x="2356" y="1387"/>
                </a:lnTo>
                <a:lnTo>
                  <a:pt x="2368" y="1385"/>
                </a:lnTo>
                <a:lnTo>
                  <a:pt x="2381" y="1384"/>
                </a:lnTo>
                <a:lnTo>
                  <a:pt x="2393" y="1383"/>
                </a:lnTo>
                <a:lnTo>
                  <a:pt x="2406" y="1381"/>
                </a:lnTo>
                <a:lnTo>
                  <a:pt x="2419" y="1380"/>
                </a:lnTo>
                <a:lnTo>
                  <a:pt x="2431" y="1379"/>
                </a:lnTo>
                <a:lnTo>
                  <a:pt x="2444" y="1377"/>
                </a:lnTo>
                <a:lnTo>
                  <a:pt x="2456" y="1375"/>
                </a:lnTo>
                <a:lnTo>
                  <a:pt x="2469" y="1374"/>
                </a:lnTo>
                <a:lnTo>
                  <a:pt x="2481" y="1372"/>
                </a:lnTo>
                <a:lnTo>
                  <a:pt x="2494" y="1370"/>
                </a:lnTo>
                <a:lnTo>
                  <a:pt x="2506" y="1369"/>
                </a:lnTo>
                <a:lnTo>
                  <a:pt x="2519" y="1367"/>
                </a:lnTo>
                <a:lnTo>
                  <a:pt x="2531" y="1365"/>
                </a:lnTo>
                <a:lnTo>
                  <a:pt x="2544" y="1363"/>
                </a:lnTo>
                <a:lnTo>
                  <a:pt x="2556" y="1361"/>
                </a:lnTo>
                <a:lnTo>
                  <a:pt x="2569" y="1359"/>
                </a:lnTo>
                <a:lnTo>
                  <a:pt x="2581" y="1357"/>
                </a:lnTo>
                <a:lnTo>
                  <a:pt x="2594" y="1355"/>
                </a:lnTo>
                <a:lnTo>
                  <a:pt x="2607" y="1353"/>
                </a:lnTo>
                <a:lnTo>
                  <a:pt x="2619" y="1350"/>
                </a:lnTo>
                <a:lnTo>
                  <a:pt x="2632" y="1348"/>
                </a:lnTo>
                <a:lnTo>
                  <a:pt x="2644" y="1346"/>
                </a:lnTo>
                <a:lnTo>
                  <a:pt x="2657" y="1343"/>
                </a:lnTo>
                <a:lnTo>
                  <a:pt x="2669" y="1341"/>
                </a:lnTo>
                <a:lnTo>
                  <a:pt x="2682" y="1339"/>
                </a:lnTo>
                <a:lnTo>
                  <a:pt x="2694" y="1336"/>
                </a:lnTo>
                <a:lnTo>
                  <a:pt x="2707" y="1333"/>
                </a:lnTo>
                <a:lnTo>
                  <a:pt x="2719" y="1331"/>
                </a:lnTo>
                <a:lnTo>
                  <a:pt x="2732" y="1328"/>
                </a:lnTo>
                <a:lnTo>
                  <a:pt x="2744" y="1325"/>
                </a:lnTo>
                <a:lnTo>
                  <a:pt x="2757" y="1323"/>
                </a:lnTo>
                <a:lnTo>
                  <a:pt x="2769" y="1320"/>
                </a:lnTo>
                <a:lnTo>
                  <a:pt x="2782" y="1317"/>
                </a:lnTo>
                <a:lnTo>
                  <a:pt x="2794" y="1314"/>
                </a:lnTo>
                <a:lnTo>
                  <a:pt x="2807" y="1311"/>
                </a:lnTo>
                <a:lnTo>
                  <a:pt x="2820" y="1308"/>
                </a:lnTo>
                <a:lnTo>
                  <a:pt x="2832" y="1305"/>
                </a:lnTo>
                <a:lnTo>
                  <a:pt x="2845" y="1302"/>
                </a:lnTo>
                <a:lnTo>
                  <a:pt x="2857" y="1298"/>
                </a:lnTo>
                <a:lnTo>
                  <a:pt x="2870" y="1295"/>
                </a:lnTo>
                <a:lnTo>
                  <a:pt x="2882" y="1292"/>
                </a:lnTo>
                <a:lnTo>
                  <a:pt x="2895" y="1289"/>
                </a:lnTo>
                <a:lnTo>
                  <a:pt x="2907" y="1285"/>
                </a:lnTo>
                <a:lnTo>
                  <a:pt x="2920" y="1282"/>
                </a:lnTo>
                <a:lnTo>
                  <a:pt x="2932" y="1278"/>
                </a:lnTo>
                <a:lnTo>
                  <a:pt x="2945" y="1275"/>
                </a:lnTo>
                <a:lnTo>
                  <a:pt x="2957" y="1271"/>
                </a:lnTo>
                <a:lnTo>
                  <a:pt x="2970" y="1267"/>
                </a:lnTo>
                <a:lnTo>
                  <a:pt x="2982" y="1264"/>
                </a:lnTo>
                <a:lnTo>
                  <a:pt x="2995" y="1260"/>
                </a:lnTo>
                <a:lnTo>
                  <a:pt x="3008" y="1256"/>
                </a:lnTo>
                <a:lnTo>
                  <a:pt x="3020" y="1252"/>
                </a:lnTo>
                <a:lnTo>
                  <a:pt x="3033" y="1248"/>
                </a:lnTo>
                <a:lnTo>
                  <a:pt x="3045" y="1244"/>
                </a:lnTo>
                <a:lnTo>
                  <a:pt x="3058" y="1240"/>
                </a:lnTo>
                <a:lnTo>
                  <a:pt x="3070" y="1236"/>
                </a:lnTo>
                <a:lnTo>
                  <a:pt x="3083" y="1232"/>
                </a:lnTo>
                <a:lnTo>
                  <a:pt x="3095" y="1228"/>
                </a:lnTo>
                <a:lnTo>
                  <a:pt x="3108" y="1224"/>
                </a:lnTo>
                <a:lnTo>
                  <a:pt x="3120" y="1219"/>
                </a:lnTo>
                <a:lnTo>
                  <a:pt x="3133" y="1215"/>
                </a:lnTo>
                <a:lnTo>
                  <a:pt x="3145" y="1211"/>
                </a:lnTo>
                <a:lnTo>
                  <a:pt x="3158" y="1206"/>
                </a:lnTo>
                <a:lnTo>
                  <a:pt x="3170" y="1202"/>
                </a:lnTo>
                <a:lnTo>
                  <a:pt x="3183" y="1197"/>
                </a:lnTo>
                <a:lnTo>
                  <a:pt x="3195" y="1193"/>
                </a:lnTo>
                <a:lnTo>
                  <a:pt x="3208" y="1188"/>
                </a:lnTo>
                <a:lnTo>
                  <a:pt x="3221" y="1183"/>
                </a:lnTo>
                <a:lnTo>
                  <a:pt x="3233" y="1179"/>
                </a:lnTo>
                <a:lnTo>
                  <a:pt x="3246" y="1174"/>
                </a:lnTo>
                <a:lnTo>
                  <a:pt x="3258" y="1169"/>
                </a:lnTo>
                <a:lnTo>
                  <a:pt x="3271" y="1164"/>
                </a:lnTo>
                <a:lnTo>
                  <a:pt x="3283" y="1159"/>
                </a:lnTo>
                <a:lnTo>
                  <a:pt x="3296" y="1154"/>
                </a:lnTo>
                <a:lnTo>
                  <a:pt x="3308" y="1149"/>
                </a:lnTo>
                <a:lnTo>
                  <a:pt x="3321" y="1144"/>
                </a:lnTo>
                <a:lnTo>
                  <a:pt x="3333" y="1139"/>
                </a:lnTo>
                <a:lnTo>
                  <a:pt x="3346" y="1134"/>
                </a:lnTo>
                <a:lnTo>
                  <a:pt x="3358" y="1129"/>
                </a:lnTo>
                <a:lnTo>
                  <a:pt x="3371" y="1123"/>
                </a:lnTo>
                <a:lnTo>
                  <a:pt x="3383" y="1118"/>
                </a:lnTo>
                <a:lnTo>
                  <a:pt x="3396" y="1112"/>
                </a:lnTo>
                <a:lnTo>
                  <a:pt x="3409" y="1107"/>
                </a:lnTo>
                <a:lnTo>
                  <a:pt x="3421" y="1102"/>
                </a:lnTo>
                <a:lnTo>
                  <a:pt x="3434" y="1096"/>
                </a:lnTo>
                <a:lnTo>
                  <a:pt x="3446" y="1090"/>
                </a:lnTo>
                <a:lnTo>
                  <a:pt x="3459" y="1085"/>
                </a:lnTo>
                <a:lnTo>
                  <a:pt x="3471" y="1079"/>
                </a:lnTo>
                <a:lnTo>
                  <a:pt x="3484" y="1073"/>
                </a:lnTo>
                <a:lnTo>
                  <a:pt x="3496" y="1067"/>
                </a:lnTo>
                <a:lnTo>
                  <a:pt x="3509" y="1062"/>
                </a:lnTo>
                <a:lnTo>
                  <a:pt x="3521" y="1056"/>
                </a:lnTo>
                <a:lnTo>
                  <a:pt x="3534" y="1050"/>
                </a:lnTo>
                <a:lnTo>
                  <a:pt x="3546" y="1044"/>
                </a:lnTo>
                <a:lnTo>
                  <a:pt x="3559" y="1038"/>
                </a:lnTo>
                <a:lnTo>
                  <a:pt x="3571" y="1032"/>
                </a:lnTo>
                <a:lnTo>
                  <a:pt x="3584" y="1025"/>
                </a:lnTo>
                <a:lnTo>
                  <a:pt x="3596" y="1019"/>
                </a:lnTo>
                <a:lnTo>
                  <a:pt x="3609" y="1013"/>
                </a:lnTo>
                <a:lnTo>
                  <a:pt x="3622" y="1007"/>
                </a:lnTo>
                <a:lnTo>
                  <a:pt x="3634" y="1000"/>
                </a:lnTo>
                <a:lnTo>
                  <a:pt x="3647" y="994"/>
                </a:lnTo>
                <a:lnTo>
                  <a:pt x="3659" y="987"/>
                </a:lnTo>
                <a:lnTo>
                  <a:pt x="3672" y="981"/>
                </a:lnTo>
                <a:lnTo>
                  <a:pt x="3684" y="974"/>
                </a:lnTo>
                <a:lnTo>
                  <a:pt x="3697" y="968"/>
                </a:lnTo>
                <a:lnTo>
                  <a:pt x="3709" y="961"/>
                </a:lnTo>
                <a:lnTo>
                  <a:pt x="3722" y="954"/>
                </a:lnTo>
                <a:lnTo>
                  <a:pt x="3734" y="947"/>
                </a:lnTo>
                <a:lnTo>
                  <a:pt x="3747" y="941"/>
                </a:lnTo>
                <a:lnTo>
                  <a:pt x="3759" y="934"/>
                </a:lnTo>
                <a:lnTo>
                  <a:pt x="3772" y="927"/>
                </a:lnTo>
                <a:lnTo>
                  <a:pt x="3784" y="920"/>
                </a:lnTo>
                <a:lnTo>
                  <a:pt x="3797" y="913"/>
                </a:lnTo>
                <a:lnTo>
                  <a:pt x="3810" y="906"/>
                </a:lnTo>
                <a:lnTo>
                  <a:pt x="3822" y="899"/>
                </a:lnTo>
                <a:lnTo>
                  <a:pt x="3835" y="891"/>
                </a:lnTo>
                <a:lnTo>
                  <a:pt x="3847" y="884"/>
                </a:lnTo>
                <a:lnTo>
                  <a:pt x="3860" y="877"/>
                </a:lnTo>
                <a:lnTo>
                  <a:pt x="3872" y="870"/>
                </a:lnTo>
                <a:lnTo>
                  <a:pt x="3885" y="862"/>
                </a:lnTo>
                <a:lnTo>
                  <a:pt x="3897" y="855"/>
                </a:lnTo>
                <a:lnTo>
                  <a:pt x="3910" y="847"/>
                </a:lnTo>
                <a:lnTo>
                  <a:pt x="3922" y="840"/>
                </a:lnTo>
                <a:lnTo>
                  <a:pt x="3935" y="832"/>
                </a:lnTo>
                <a:lnTo>
                  <a:pt x="3947" y="824"/>
                </a:lnTo>
                <a:lnTo>
                  <a:pt x="3960" y="817"/>
                </a:lnTo>
                <a:lnTo>
                  <a:pt x="3972" y="809"/>
                </a:lnTo>
                <a:lnTo>
                  <a:pt x="3985" y="801"/>
                </a:lnTo>
                <a:lnTo>
                  <a:pt x="3997" y="793"/>
                </a:lnTo>
                <a:lnTo>
                  <a:pt x="4010" y="785"/>
                </a:lnTo>
                <a:lnTo>
                  <a:pt x="4023" y="778"/>
                </a:lnTo>
                <a:lnTo>
                  <a:pt x="4035" y="770"/>
                </a:lnTo>
                <a:lnTo>
                  <a:pt x="4048" y="761"/>
                </a:lnTo>
                <a:lnTo>
                  <a:pt x="4060" y="753"/>
                </a:lnTo>
                <a:lnTo>
                  <a:pt x="4073" y="745"/>
                </a:lnTo>
                <a:lnTo>
                  <a:pt x="4085" y="737"/>
                </a:lnTo>
                <a:lnTo>
                  <a:pt x="4098" y="729"/>
                </a:lnTo>
                <a:lnTo>
                  <a:pt x="4110" y="720"/>
                </a:lnTo>
                <a:lnTo>
                  <a:pt x="4123" y="712"/>
                </a:lnTo>
                <a:lnTo>
                  <a:pt x="4135" y="704"/>
                </a:lnTo>
                <a:lnTo>
                  <a:pt x="4148" y="695"/>
                </a:lnTo>
                <a:lnTo>
                  <a:pt x="4160" y="687"/>
                </a:lnTo>
                <a:lnTo>
                  <a:pt x="4173" y="678"/>
                </a:lnTo>
                <a:lnTo>
                  <a:pt x="4185" y="670"/>
                </a:lnTo>
                <a:lnTo>
                  <a:pt x="4198" y="661"/>
                </a:lnTo>
                <a:lnTo>
                  <a:pt x="4211" y="652"/>
                </a:lnTo>
                <a:lnTo>
                  <a:pt x="4223" y="643"/>
                </a:lnTo>
                <a:lnTo>
                  <a:pt x="4236" y="635"/>
                </a:lnTo>
                <a:lnTo>
                  <a:pt x="4248" y="626"/>
                </a:lnTo>
                <a:lnTo>
                  <a:pt x="4261" y="617"/>
                </a:lnTo>
                <a:lnTo>
                  <a:pt x="4273" y="608"/>
                </a:lnTo>
                <a:lnTo>
                  <a:pt x="4286" y="599"/>
                </a:lnTo>
                <a:lnTo>
                  <a:pt x="4298" y="590"/>
                </a:lnTo>
                <a:lnTo>
                  <a:pt x="4311" y="581"/>
                </a:lnTo>
                <a:lnTo>
                  <a:pt x="4323" y="571"/>
                </a:lnTo>
                <a:lnTo>
                  <a:pt x="4336" y="562"/>
                </a:lnTo>
                <a:lnTo>
                  <a:pt x="4348" y="553"/>
                </a:lnTo>
                <a:lnTo>
                  <a:pt x="4361" y="544"/>
                </a:lnTo>
                <a:lnTo>
                  <a:pt x="4373" y="534"/>
                </a:lnTo>
                <a:lnTo>
                  <a:pt x="4386" y="525"/>
                </a:lnTo>
                <a:lnTo>
                  <a:pt x="4398" y="515"/>
                </a:lnTo>
                <a:lnTo>
                  <a:pt x="4411" y="506"/>
                </a:lnTo>
                <a:lnTo>
                  <a:pt x="4424" y="496"/>
                </a:lnTo>
                <a:lnTo>
                  <a:pt x="4436" y="487"/>
                </a:lnTo>
                <a:lnTo>
                  <a:pt x="4449" y="477"/>
                </a:lnTo>
                <a:lnTo>
                  <a:pt x="4461" y="467"/>
                </a:lnTo>
                <a:lnTo>
                  <a:pt x="4474" y="457"/>
                </a:lnTo>
                <a:lnTo>
                  <a:pt x="4486" y="447"/>
                </a:lnTo>
                <a:lnTo>
                  <a:pt x="4499" y="438"/>
                </a:lnTo>
                <a:lnTo>
                  <a:pt x="4511" y="428"/>
                </a:lnTo>
                <a:lnTo>
                  <a:pt x="4524" y="418"/>
                </a:lnTo>
                <a:lnTo>
                  <a:pt x="4536" y="408"/>
                </a:lnTo>
                <a:lnTo>
                  <a:pt x="4549" y="397"/>
                </a:lnTo>
                <a:lnTo>
                  <a:pt x="4561" y="387"/>
                </a:lnTo>
                <a:lnTo>
                  <a:pt x="4574" y="377"/>
                </a:lnTo>
                <a:lnTo>
                  <a:pt x="4586" y="367"/>
                </a:lnTo>
                <a:lnTo>
                  <a:pt x="4599" y="357"/>
                </a:lnTo>
                <a:lnTo>
                  <a:pt x="4612" y="346"/>
                </a:lnTo>
                <a:lnTo>
                  <a:pt x="4624" y="336"/>
                </a:lnTo>
                <a:lnTo>
                  <a:pt x="4637" y="325"/>
                </a:lnTo>
                <a:lnTo>
                  <a:pt x="4649" y="315"/>
                </a:lnTo>
                <a:lnTo>
                  <a:pt x="4662" y="304"/>
                </a:lnTo>
                <a:lnTo>
                  <a:pt x="4674" y="294"/>
                </a:lnTo>
                <a:lnTo>
                  <a:pt x="4687" y="283"/>
                </a:lnTo>
                <a:lnTo>
                  <a:pt x="4699" y="272"/>
                </a:lnTo>
                <a:lnTo>
                  <a:pt x="4712" y="262"/>
                </a:lnTo>
                <a:lnTo>
                  <a:pt x="4724" y="251"/>
                </a:lnTo>
                <a:lnTo>
                  <a:pt x="4737" y="240"/>
                </a:lnTo>
                <a:lnTo>
                  <a:pt x="4749" y="229"/>
                </a:lnTo>
                <a:lnTo>
                  <a:pt x="4762" y="218"/>
                </a:lnTo>
                <a:lnTo>
                  <a:pt x="4774" y="207"/>
                </a:lnTo>
                <a:lnTo>
                  <a:pt x="4787" y="196"/>
                </a:lnTo>
                <a:lnTo>
                  <a:pt x="4799" y="185"/>
                </a:lnTo>
                <a:lnTo>
                  <a:pt x="4812" y="174"/>
                </a:lnTo>
                <a:lnTo>
                  <a:pt x="4825" y="162"/>
                </a:lnTo>
                <a:lnTo>
                  <a:pt x="4837" y="151"/>
                </a:lnTo>
                <a:lnTo>
                  <a:pt x="4850" y="140"/>
                </a:lnTo>
                <a:lnTo>
                  <a:pt x="4862" y="128"/>
                </a:lnTo>
                <a:lnTo>
                  <a:pt x="4875" y="117"/>
                </a:lnTo>
                <a:lnTo>
                  <a:pt x="4887" y="106"/>
                </a:lnTo>
                <a:lnTo>
                  <a:pt x="4900" y="94"/>
                </a:lnTo>
                <a:lnTo>
                  <a:pt x="4912" y="82"/>
                </a:lnTo>
                <a:lnTo>
                  <a:pt x="4925" y="71"/>
                </a:lnTo>
                <a:lnTo>
                  <a:pt x="4937" y="59"/>
                </a:lnTo>
                <a:lnTo>
                  <a:pt x="4950" y="47"/>
                </a:lnTo>
                <a:lnTo>
                  <a:pt x="4962" y="36"/>
                </a:lnTo>
                <a:lnTo>
                  <a:pt x="4975" y="24"/>
                </a:lnTo>
                <a:lnTo>
                  <a:pt x="4987" y="12"/>
                </a:lnTo>
                <a:lnTo>
                  <a:pt x="5000" y="0"/>
                </a:lnTo>
              </a:path>
            </a:pathLst>
          </a:custGeom>
          <a:noFill/>
          <a:ln w="19050">
            <a:solidFill>
              <a:srgbClr val="C4B8DC"/>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5" name="Freeform 14"/>
          <p:cNvSpPr/>
          <p:nvPr/>
        </p:nvSpPr>
        <p:spPr>
          <a:xfrm>
            <a:off x="896112" y="3281782"/>
            <a:ext cx="4572000" cy="1431950"/>
          </a:xfrm>
          <a:custGeom>
            <a:avLst/>
            <a:gdLst/>
            <a:ahLst/>
            <a:cxnLst/>
            <a:rect l="l" t="t" r="r" b="b"/>
            <a:pathLst>
              <a:path w="5000" h="1566">
                <a:moveTo>
                  <a:pt x="0" y="690"/>
                </a:moveTo>
                <a:lnTo>
                  <a:pt x="13" y="701"/>
                </a:lnTo>
                <a:lnTo>
                  <a:pt x="25" y="711"/>
                </a:lnTo>
                <a:lnTo>
                  <a:pt x="38" y="721"/>
                </a:lnTo>
                <a:lnTo>
                  <a:pt x="50" y="731"/>
                </a:lnTo>
                <a:lnTo>
                  <a:pt x="63" y="741"/>
                </a:lnTo>
                <a:lnTo>
                  <a:pt x="75" y="751"/>
                </a:lnTo>
                <a:lnTo>
                  <a:pt x="88" y="761"/>
                </a:lnTo>
                <a:lnTo>
                  <a:pt x="100" y="770"/>
                </a:lnTo>
                <a:lnTo>
                  <a:pt x="113" y="780"/>
                </a:lnTo>
                <a:lnTo>
                  <a:pt x="125" y="790"/>
                </a:lnTo>
                <a:lnTo>
                  <a:pt x="138" y="800"/>
                </a:lnTo>
                <a:lnTo>
                  <a:pt x="150" y="809"/>
                </a:lnTo>
                <a:lnTo>
                  <a:pt x="163" y="819"/>
                </a:lnTo>
                <a:lnTo>
                  <a:pt x="175" y="828"/>
                </a:lnTo>
                <a:lnTo>
                  <a:pt x="188" y="837"/>
                </a:lnTo>
                <a:lnTo>
                  <a:pt x="201" y="847"/>
                </a:lnTo>
                <a:lnTo>
                  <a:pt x="213" y="856"/>
                </a:lnTo>
                <a:lnTo>
                  <a:pt x="226" y="865"/>
                </a:lnTo>
                <a:lnTo>
                  <a:pt x="238" y="874"/>
                </a:lnTo>
                <a:lnTo>
                  <a:pt x="251" y="884"/>
                </a:lnTo>
                <a:lnTo>
                  <a:pt x="263" y="893"/>
                </a:lnTo>
                <a:lnTo>
                  <a:pt x="276" y="902"/>
                </a:lnTo>
                <a:lnTo>
                  <a:pt x="288" y="910"/>
                </a:lnTo>
                <a:lnTo>
                  <a:pt x="301" y="919"/>
                </a:lnTo>
                <a:lnTo>
                  <a:pt x="313" y="928"/>
                </a:lnTo>
                <a:lnTo>
                  <a:pt x="326" y="937"/>
                </a:lnTo>
                <a:lnTo>
                  <a:pt x="338" y="945"/>
                </a:lnTo>
                <a:lnTo>
                  <a:pt x="351" y="954"/>
                </a:lnTo>
                <a:lnTo>
                  <a:pt x="363" y="963"/>
                </a:lnTo>
                <a:lnTo>
                  <a:pt x="376" y="971"/>
                </a:lnTo>
                <a:lnTo>
                  <a:pt x="388" y="980"/>
                </a:lnTo>
                <a:lnTo>
                  <a:pt x="401" y="988"/>
                </a:lnTo>
                <a:lnTo>
                  <a:pt x="414" y="996"/>
                </a:lnTo>
                <a:lnTo>
                  <a:pt x="426" y="1004"/>
                </a:lnTo>
                <a:lnTo>
                  <a:pt x="439" y="1013"/>
                </a:lnTo>
                <a:lnTo>
                  <a:pt x="451" y="1021"/>
                </a:lnTo>
                <a:lnTo>
                  <a:pt x="464" y="1029"/>
                </a:lnTo>
                <a:lnTo>
                  <a:pt x="476" y="1037"/>
                </a:lnTo>
                <a:lnTo>
                  <a:pt x="489" y="1045"/>
                </a:lnTo>
                <a:lnTo>
                  <a:pt x="501" y="1053"/>
                </a:lnTo>
                <a:lnTo>
                  <a:pt x="514" y="1060"/>
                </a:lnTo>
                <a:lnTo>
                  <a:pt x="526" y="1068"/>
                </a:lnTo>
                <a:lnTo>
                  <a:pt x="539" y="1076"/>
                </a:lnTo>
                <a:lnTo>
                  <a:pt x="551" y="1084"/>
                </a:lnTo>
                <a:lnTo>
                  <a:pt x="564" y="1091"/>
                </a:lnTo>
                <a:lnTo>
                  <a:pt x="576" y="1099"/>
                </a:lnTo>
                <a:lnTo>
                  <a:pt x="589" y="1106"/>
                </a:lnTo>
                <a:lnTo>
                  <a:pt x="602" y="1114"/>
                </a:lnTo>
                <a:lnTo>
                  <a:pt x="614" y="1121"/>
                </a:lnTo>
                <a:lnTo>
                  <a:pt x="627" y="1128"/>
                </a:lnTo>
                <a:lnTo>
                  <a:pt x="639" y="1135"/>
                </a:lnTo>
                <a:lnTo>
                  <a:pt x="652" y="1143"/>
                </a:lnTo>
                <a:lnTo>
                  <a:pt x="664" y="1150"/>
                </a:lnTo>
                <a:lnTo>
                  <a:pt x="677" y="1157"/>
                </a:lnTo>
                <a:lnTo>
                  <a:pt x="689" y="1164"/>
                </a:lnTo>
                <a:lnTo>
                  <a:pt x="702" y="1171"/>
                </a:lnTo>
                <a:lnTo>
                  <a:pt x="714" y="1178"/>
                </a:lnTo>
                <a:lnTo>
                  <a:pt x="727" y="1184"/>
                </a:lnTo>
                <a:lnTo>
                  <a:pt x="739" y="1191"/>
                </a:lnTo>
                <a:lnTo>
                  <a:pt x="752" y="1198"/>
                </a:lnTo>
                <a:lnTo>
                  <a:pt x="764" y="1204"/>
                </a:lnTo>
                <a:lnTo>
                  <a:pt x="777" y="1211"/>
                </a:lnTo>
                <a:lnTo>
                  <a:pt x="789" y="1217"/>
                </a:lnTo>
                <a:lnTo>
                  <a:pt x="802" y="1224"/>
                </a:lnTo>
                <a:lnTo>
                  <a:pt x="815" y="1230"/>
                </a:lnTo>
                <a:lnTo>
                  <a:pt x="827" y="1237"/>
                </a:lnTo>
                <a:lnTo>
                  <a:pt x="840" y="1243"/>
                </a:lnTo>
                <a:lnTo>
                  <a:pt x="852" y="1249"/>
                </a:lnTo>
                <a:lnTo>
                  <a:pt x="865" y="1255"/>
                </a:lnTo>
                <a:lnTo>
                  <a:pt x="877" y="1261"/>
                </a:lnTo>
                <a:lnTo>
                  <a:pt x="890" y="1267"/>
                </a:lnTo>
                <a:lnTo>
                  <a:pt x="902" y="1273"/>
                </a:lnTo>
                <a:lnTo>
                  <a:pt x="915" y="1279"/>
                </a:lnTo>
                <a:lnTo>
                  <a:pt x="927" y="1285"/>
                </a:lnTo>
                <a:lnTo>
                  <a:pt x="940" y="1291"/>
                </a:lnTo>
                <a:lnTo>
                  <a:pt x="952" y="1296"/>
                </a:lnTo>
                <a:lnTo>
                  <a:pt x="965" y="1302"/>
                </a:lnTo>
                <a:lnTo>
                  <a:pt x="977" y="1308"/>
                </a:lnTo>
                <a:lnTo>
                  <a:pt x="990" y="1313"/>
                </a:lnTo>
                <a:lnTo>
                  <a:pt x="1003" y="1319"/>
                </a:lnTo>
                <a:lnTo>
                  <a:pt x="1015" y="1324"/>
                </a:lnTo>
                <a:lnTo>
                  <a:pt x="1028" y="1330"/>
                </a:lnTo>
                <a:lnTo>
                  <a:pt x="1040" y="1335"/>
                </a:lnTo>
                <a:lnTo>
                  <a:pt x="1053" y="1340"/>
                </a:lnTo>
                <a:lnTo>
                  <a:pt x="1065" y="1345"/>
                </a:lnTo>
                <a:lnTo>
                  <a:pt x="1078" y="1350"/>
                </a:lnTo>
                <a:lnTo>
                  <a:pt x="1090" y="1355"/>
                </a:lnTo>
                <a:lnTo>
                  <a:pt x="1103" y="1360"/>
                </a:lnTo>
                <a:lnTo>
                  <a:pt x="1115" y="1365"/>
                </a:lnTo>
                <a:lnTo>
                  <a:pt x="1128" y="1370"/>
                </a:lnTo>
                <a:lnTo>
                  <a:pt x="1140" y="1375"/>
                </a:lnTo>
                <a:lnTo>
                  <a:pt x="1153" y="1380"/>
                </a:lnTo>
                <a:lnTo>
                  <a:pt x="1165" y="1385"/>
                </a:lnTo>
                <a:lnTo>
                  <a:pt x="1178" y="1389"/>
                </a:lnTo>
                <a:lnTo>
                  <a:pt x="1190" y="1394"/>
                </a:lnTo>
                <a:lnTo>
                  <a:pt x="1203" y="1398"/>
                </a:lnTo>
                <a:lnTo>
                  <a:pt x="1216" y="1403"/>
                </a:lnTo>
                <a:lnTo>
                  <a:pt x="1228" y="1407"/>
                </a:lnTo>
                <a:lnTo>
                  <a:pt x="1241" y="1412"/>
                </a:lnTo>
                <a:lnTo>
                  <a:pt x="1253" y="1416"/>
                </a:lnTo>
                <a:lnTo>
                  <a:pt x="1266" y="1420"/>
                </a:lnTo>
                <a:lnTo>
                  <a:pt x="1278" y="1424"/>
                </a:lnTo>
                <a:lnTo>
                  <a:pt x="1291" y="1428"/>
                </a:lnTo>
                <a:lnTo>
                  <a:pt x="1303" y="1432"/>
                </a:lnTo>
                <a:lnTo>
                  <a:pt x="1316" y="1436"/>
                </a:lnTo>
                <a:lnTo>
                  <a:pt x="1328" y="1440"/>
                </a:lnTo>
                <a:lnTo>
                  <a:pt x="1341" y="1444"/>
                </a:lnTo>
                <a:lnTo>
                  <a:pt x="1353" y="1448"/>
                </a:lnTo>
                <a:lnTo>
                  <a:pt x="1366" y="1452"/>
                </a:lnTo>
                <a:lnTo>
                  <a:pt x="1378" y="1455"/>
                </a:lnTo>
                <a:lnTo>
                  <a:pt x="1391" y="1459"/>
                </a:lnTo>
                <a:lnTo>
                  <a:pt x="1404" y="1462"/>
                </a:lnTo>
                <a:lnTo>
                  <a:pt x="1416" y="1466"/>
                </a:lnTo>
                <a:lnTo>
                  <a:pt x="1429" y="1469"/>
                </a:lnTo>
                <a:lnTo>
                  <a:pt x="1441" y="1473"/>
                </a:lnTo>
                <a:lnTo>
                  <a:pt x="1454" y="1476"/>
                </a:lnTo>
                <a:lnTo>
                  <a:pt x="1466" y="1479"/>
                </a:lnTo>
                <a:lnTo>
                  <a:pt x="1479" y="1483"/>
                </a:lnTo>
                <a:lnTo>
                  <a:pt x="1491" y="1486"/>
                </a:lnTo>
                <a:lnTo>
                  <a:pt x="1504" y="1489"/>
                </a:lnTo>
                <a:lnTo>
                  <a:pt x="1516" y="1492"/>
                </a:lnTo>
                <a:lnTo>
                  <a:pt x="1529" y="1495"/>
                </a:lnTo>
                <a:lnTo>
                  <a:pt x="1541" y="1498"/>
                </a:lnTo>
                <a:lnTo>
                  <a:pt x="1554" y="1500"/>
                </a:lnTo>
                <a:lnTo>
                  <a:pt x="1566" y="1503"/>
                </a:lnTo>
                <a:lnTo>
                  <a:pt x="1579" y="1506"/>
                </a:lnTo>
                <a:lnTo>
                  <a:pt x="1591" y="1509"/>
                </a:lnTo>
                <a:lnTo>
                  <a:pt x="1604" y="1511"/>
                </a:lnTo>
                <a:lnTo>
                  <a:pt x="1617" y="1514"/>
                </a:lnTo>
                <a:lnTo>
                  <a:pt x="1629" y="1516"/>
                </a:lnTo>
                <a:lnTo>
                  <a:pt x="1642" y="1519"/>
                </a:lnTo>
                <a:lnTo>
                  <a:pt x="1654" y="1521"/>
                </a:lnTo>
                <a:lnTo>
                  <a:pt x="1667" y="1523"/>
                </a:lnTo>
                <a:lnTo>
                  <a:pt x="1679" y="1526"/>
                </a:lnTo>
                <a:lnTo>
                  <a:pt x="1692" y="1528"/>
                </a:lnTo>
                <a:lnTo>
                  <a:pt x="1704" y="1530"/>
                </a:lnTo>
                <a:lnTo>
                  <a:pt x="1717" y="1532"/>
                </a:lnTo>
                <a:lnTo>
                  <a:pt x="1729" y="1534"/>
                </a:lnTo>
                <a:lnTo>
                  <a:pt x="1742" y="1536"/>
                </a:lnTo>
                <a:lnTo>
                  <a:pt x="1754" y="1538"/>
                </a:lnTo>
                <a:lnTo>
                  <a:pt x="1767" y="1539"/>
                </a:lnTo>
                <a:lnTo>
                  <a:pt x="1779" y="1541"/>
                </a:lnTo>
                <a:lnTo>
                  <a:pt x="1792" y="1543"/>
                </a:lnTo>
                <a:lnTo>
                  <a:pt x="1805" y="1545"/>
                </a:lnTo>
                <a:lnTo>
                  <a:pt x="1817" y="1546"/>
                </a:lnTo>
                <a:lnTo>
                  <a:pt x="1830" y="1548"/>
                </a:lnTo>
                <a:lnTo>
                  <a:pt x="1842" y="1549"/>
                </a:lnTo>
                <a:lnTo>
                  <a:pt x="1855" y="1551"/>
                </a:lnTo>
                <a:lnTo>
                  <a:pt x="1867" y="1552"/>
                </a:lnTo>
                <a:lnTo>
                  <a:pt x="1880" y="1553"/>
                </a:lnTo>
                <a:lnTo>
                  <a:pt x="1892" y="1554"/>
                </a:lnTo>
                <a:lnTo>
                  <a:pt x="1905" y="1555"/>
                </a:lnTo>
                <a:lnTo>
                  <a:pt x="1917" y="1557"/>
                </a:lnTo>
                <a:lnTo>
                  <a:pt x="1930" y="1558"/>
                </a:lnTo>
                <a:lnTo>
                  <a:pt x="1942" y="1559"/>
                </a:lnTo>
                <a:lnTo>
                  <a:pt x="1955" y="1560"/>
                </a:lnTo>
                <a:lnTo>
                  <a:pt x="1967" y="1560"/>
                </a:lnTo>
                <a:lnTo>
                  <a:pt x="1980" y="1561"/>
                </a:lnTo>
                <a:lnTo>
                  <a:pt x="1992" y="1562"/>
                </a:lnTo>
                <a:lnTo>
                  <a:pt x="2005" y="1563"/>
                </a:lnTo>
                <a:lnTo>
                  <a:pt x="2018" y="1563"/>
                </a:lnTo>
                <a:lnTo>
                  <a:pt x="2030" y="1564"/>
                </a:lnTo>
                <a:lnTo>
                  <a:pt x="2043" y="1564"/>
                </a:lnTo>
                <a:lnTo>
                  <a:pt x="2055" y="1565"/>
                </a:lnTo>
                <a:lnTo>
                  <a:pt x="2068" y="1565"/>
                </a:lnTo>
                <a:lnTo>
                  <a:pt x="2080" y="1565"/>
                </a:lnTo>
                <a:lnTo>
                  <a:pt x="2093" y="1566"/>
                </a:lnTo>
                <a:lnTo>
                  <a:pt x="2105" y="1566"/>
                </a:lnTo>
                <a:lnTo>
                  <a:pt x="2118" y="1566"/>
                </a:lnTo>
                <a:lnTo>
                  <a:pt x="2130" y="1566"/>
                </a:lnTo>
                <a:lnTo>
                  <a:pt x="2143" y="1566"/>
                </a:lnTo>
                <a:lnTo>
                  <a:pt x="2155" y="1566"/>
                </a:lnTo>
                <a:lnTo>
                  <a:pt x="2168" y="1566"/>
                </a:lnTo>
                <a:lnTo>
                  <a:pt x="2180" y="1566"/>
                </a:lnTo>
                <a:lnTo>
                  <a:pt x="2193" y="1565"/>
                </a:lnTo>
                <a:lnTo>
                  <a:pt x="2206" y="1565"/>
                </a:lnTo>
                <a:lnTo>
                  <a:pt x="2218" y="1565"/>
                </a:lnTo>
                <a:lnTo>
                  <a:pt x="2231" y="1564"/>
                </a:lnTo>
                <a:lnTo>
                  <a:pt x="2243" y="1564"/>
                </a:lnTo>
                <a:lnTo>
                  <a:pt x="2256" y="1563"/>
                </a:lnTo>
                <a:lnTo>
                  <a:pt x="2268" y="1563"/>
                </a:lnTo>
                <a:lnTo>
                  <a:pt x="2281" y="1562"/>
                </a:lnTo>
                <a:lnTo>
                  <a:pt x="2293" y="1561"/>
                </a:lnTo>
                <a:lnTo>
                  <a:pt x="2306" y="1561"/>
                </a:lnTo>
                <a:lnTo>
                  <a:pt x="2318" y="1560"/>
                </a:lnTo>
                <a:lnTo>
                  <a:pt x="2331" y="1559"/>
                </a:lnTo>
                <a:lnTo>
                  <a:pt x="2343" y="1558"/>
                </a:lnTo>
                <a:lnTo>
                  <a:pt x="2356" y="1557"/>
                </a:lnTo>
                <a:lnTo>
                  <a:pt x="2368" y="1556"/>
                </a:lnTo>
                <a:lnTo>
                  <a:pt x="2381" y="1555"/>
                </a:lnTo>
                <a:lnTo>
                  <a:pt x="2393" y="1554"/>
                </a:lnTo>
                <a:lnTo>
                  <a:pt x="2406" y="1552"/>
                </a:lnTo>
                <a:lnTo>
                  <a:pt x="2419" y="1551"/>
                </a:lnTo>
                <a:lnTo>
                  <a:pt x="2431" y="1550"/>
                </a:lnTo>
                <a:lnTo>
                  <a:pt x="2444" y="1548"/>
                </a:lnTo>
                <a:lnTo>
                  <a:pt x="2456" y="1547"/>
                </a:lnTo>
                <a:lnTo>
                  <a:pt x="2469" y="1545"/>
                </a:lnTo>
                <a:lnTo>
                  <a:pt x="2481" y="1544"/>
                </a:lnTo>
                <a:lnTo>
                  <a:pt x="2494" y="1542"/>
                </a:lnTo>
                <a:lnTo>
                  <a:pt x="2506" y="1540"/>
                </a:lnTo>
                <a:lnTo>
                  <a:pt x="2519" y="1538"/>
                </a:lnTo>
                <a:lnTo>
                  <a:pt x="2531" y="1537"/>
                </a:lnTo>
                <a:lnTo>
                  <a:pt x="2544" y="1535"/>
                </a:lnTo>
                <a:lnTo>
                  <a:pt x="2556" y="1533"/>
                </a:lnTo>
                <a:lnTo>
                  <a:pt x="2569" y="1531"/>
                </a:lnTo>
                <a:lnTo>
                  <a:pt x="2581" y="1529"/>
                </a:lnTo>
                <a:lnTo>
                  <a:pt x="2594" y="1526"/>
                </a:lnTo>
                <a:lnTo>
                  <a:pt x="2607" y="1524"/>
                </a:lnTo>
                <a:lnTo>
                  <a:pt x="2619" y="1522"/>
                </a:lnTo>
                <a:lnTo>
                  <a:pt x="2632" y="1520"/>
                </a:lnTo>
                <a:lnTo>
                  <a:pt x="2644" y="1517"/>
                </a:lnTo>
                <a:lnTo>
                  <a:pt x="2657" y="1515"/>
                </a:lnTo>
                <a:lnTo>
                  <a:pt x="2669" y="1512"/>
                </a:lnTo>
                <a:lnTo>
                  <a:pt x="2682" y="1510"/>
                </a:lnTo>
                <a:lnTo>
                  <a:pt x="2694" y="1507"/>
                </a:lnTo>
                <a:lnTo>
                  <a:pt x="2707" y="1504"/>
                </a:lnTo>
                <a:lnTo>
                  <a:pt x="2719" y="1502"/>
                </a:lnTo>
                <a:lnTo>
                  <a:pt x="2732" y="1499"/>
                </a:lnTo>
                <a:lnTo>
                  <a:pt x="2744" y="1496"/>
                </a:lnTo>
                <a:lnTo>
                  <a:pt x="2757" y="1493"/>
                </a:lnTo>
                <a:lnTo>
                  <a:pt x="2769" y="1490"/>
                </a:lnTo>
                <a:lnTo>
                  <a:pt x="2782" y="1487"/>
                </a:lnTo>
                <a:lnTo>
                  <a:pt x="2794" y="1484"/>
                </a:lnTo>
                <a:lnTo>
                  <a:pt x="2807" y="1481"/>
                </a:lnTo>
                <a:lnTo>
                  <a:pt x="2820" y="1477"/>
                </a:lnTo>
                <a:lnTo>
                  <a:pt x="2832" y="1474"/>
                </a:lnTo>
                <a:lnTo>
                  <a:pt x="2845" y="1471"/>
                </a:lnTo>
                <a:lnTo>
                  <a:pt x="2857" y="1467"/>
                </a:lnTo>
                <a:lnTo>
                  <a:pt x="2870" y="1464"/>
                </a:lnTo>
                <a:lnTo>
                  <a:pt x="2882" y="1460"/>
                </a:lnTo>
                <a:lnTo>
                  <a:pt x="2895" y="1457"/>
                </a:lnTo>
                <a:lnTo>
                  <a:pt x="2907" y="1453"/>
                </a:lnTo>
                <a:lnTo>
                  <a:pt x="2920" y="1449"/>
                </a:lnTo>
                <a:lnTo>
                  <a:pt x="2932" y="1446"/>
                </a:lnTo>
                <a:lnTo>
                  <a:pt x="2945" y="1442"/>
                </a:lnTo>
                <a:lnTo>
                  <a:pt x="2957" y="1438"/>
                </a:lnTo>
                <a:lnTo>
                  <a:pt x="2970" y="1434"/>
                </a:lnTo>
                <a:lnTo>
                  <a:pt x="2982" y="1430"/>
                </a:lnTo>
                <a:lnTo>
                  <a:pt x="2995" y="1426"/>
                </a:lnTo>
                <a:lnTo>
                  <a:pt x="3008" y="1422"/>
                </a:lnTo>
                <a:lnTo>
                  <a:pt x="3020" y="1417"/>
                </a:lnTo>
                <a:lnTo>
                  <a:pt x="3033" y="1413"/>
                </a:lnTo>
                <a:lnTo>
                  <a:pt x="3045" y="1409"/>
                </a:lnTo>
                <a:lnTo>
                  <a:pt x="3058" y="1405"/>
                </a:lnTo>
                <a:lnTo>
                  <a:pt x="3070" y="1400"/>
                </a:lnTo>
                <a:lnTo>
                  <a:pt x="3083" y="1396"/>
                </a:lnTo>
                <a:lnTo>
                  <a:pt x="3095" y="1391"/>
                </a:lnTo>
                <a:lnTo>
                  <a:pt x="3108" y="1386"/>
                </a:lnTo>
                <a:lnTo>
                  <a:pt x="3120" y="1382"/>
                </a:lnTo>
                <a:lnTo>
                  <a:pt x="3133" y="1377"/>
                </a:lnTo>
                <a:lnTo>
                  <a:pt x="3145" y="1372"/>
                </a:lnTo>
                <a:lnTo>
                  <a:pt x="3158" y="1367"/>
                </a:lnTo>
                <a:lnTo>
                  <a:pt x="3170" y="1362"/>
                </a:lnTo>
                <a:lnTo>
                  <a:pt x="3183" y="1357"/>
                </a:lnTo>
                <a:lnTo>
                  <a:pt x="3195" y="1352"/>
                </a:lnTo>
                <a:lnTo>
                  <a:pt x="3208" y="1347"/>
                </a:lnTo>
                <a:lnTo>
                  <a:pt x="3221" y="1342"/>
                </a:lnTo>
                <a:lnTo>
                  <a:pt x="3233" y="1337"/>
                </a:lnTo>
                <a:lnTo>
                  <a:pt x="3246" y="1332"/>
                </a:lnTo>
                <a:lnTo>
                  <a:pt x="3258" y="1326"/>
                </a:lnTo>
                <a:lnTo>
                  <a:pt x="3271" y="1321"/>
                </a:lnTo>
                <a:lnTo>
                  <a:pt x="3283" y="1315"/>
                </a:lnTo>
                <a:lnTo>
                  <a:pt x="3296" y="1310"/>
                </a:lnTo>
                <a:lnTo>
                  <a:pt x="3308" y="1304"/>
                </a:lnTo>
                <a:lnTo>
                  <a:pt x="3321" y="1299"/>
                </a:lnTo>
                <a:lnTo>
                  <a:pt x="3333" y="1293"/>
                </a:lnTo>
                <a:lnTo>
                  <a:pt x="3346" y="1287"/>
                </a:lnTo>
                <a:lnTo>
                  <a:pt x="3358" y="1281"/>
                </a:lnTo>
                <a:lnTo>
                  <a:pt x="3371" y="1276"/>
                </a:lnTo>
                <a:lnTo>
                  <a:pt x="3383" y="1270"/>
                </a:lnTo>
                <a:lnTo>
                  <a:pt x="3396" y="1264"/>
                </a:lnTo>
                <a:lnTo>
                  <a:pt x="3409" y="1258"/>
                </a:lnTo>
                <a:lnTo>
                  <a:pt x="3421" y="1251"/>
                </a:lnTo>
                <a:lnTo>
                  <a:pt x="3434" y="1245"/>
                </a:lnTo>
                <a:lnTo>
                  <a:pt x="3446" y="1239"/>
                </a:lnTo>
                <a:lnTo>
                  <a:pt x="3459" y="1233"/>
                </a:lnTo>
                <a:lnTo>
                  <a:pt x="3471" y="1226"/>
                </a:lnTo>
                <a:lnTo>
                  <a:pt x="3484" y="1220"/>
                </a:lnTo>
                <a:lnTo>
                  <a:pt x="3496" y="1213"/>
                </a:lnTo>
                <a:lnTo>
                  <a:pt x="3509" y="1207"/>
                </a:lnTo>
                <a:lnTo>
                  <a:pt x="3521" y="1200"/>
                </a:lnTo>
                <a:lnTo>
                  <a:pt x="3534" y="1194"/>
                </a:lnTo>
                <a:lnTo>
                  <a:pt x="3546" y="1187"/>
                </a:lnTo>
                <a:lnTo>
                  <a:pt x="3559" y="1180"/>
                </a:lnTo>
                <a:lnTo>
                  <a:pt x="3571" y="1173"/>
                </a:lnTo>
                <a:lnTo>
                  <a:pt x="3584" y="1166"/>
                </a:lnTo>
                <a:lnTo>
                  <a:pt x="3596" y="1159"/>
                </a:lnTo>
                <a:lnTo>
                  <a:pt x="3609" y="1152"/>
                </a:lnTo>
                <a:lnTo>
                  <a:pt x="3622" y="1145"/>
                </a:lnTo>
                <a:lnTo>
                  <a:pt x="3634" y="1138"/>
                </a:lnTo>
                <a:lnTo>
                  <a:pt x="3647" y="1131"/>
                </a:lnTo>
                <a:lnTo>
                  <a:pt x="3659" y="1124"/>
                </a:lnTo>
                <a:lnTo>
                  <a:pt x="3672" y="1116"/>
                </a:lnTo>
                <a:lnTo>
                  <a:pt x="3684" y="1109"/>
                </a:lnTo>
                <a:lnTo>
                  <a:pt x="3697" y="1102"/>
                </a:lnTo>
                <a:lnTo>
                  <a:pt x="3709" y="1094"/>
                </a:lnTo>
                <a:lnTo>
                  <a:pt x="3722" y="1087"/>
                </a:lnTo>
                <a:lnTo>
                  <a:pt x="3734" y="1079"/>
                </a:lnTo>
                <a:lnTo>
                  <a:pt x="3747" y="1071"/>
                </a:lnTo>
                <a:lnTo>
                  <a:pt x="3759" y="1064"/>
                </a:lnTo>
                <a:lnTo>
                  <a:pt x="3772" y="1056"/>
                </a:lnTo>
                <a:lnTo>
                  <a:pt x="3784" y="1048"/>
                </a:lnTo>
                <a:lnTo>
                  <a:pt x="3797" y="1040"/>
                </a:lnTo>
                <a:lnTo>
                  <a:pt x="3810" y="1032"/>
                </a:lnTo>
                <a:lnTo>
                  <a:pt x="3822" y="1024"/>
                </a:lnTo>
                <a:lnTo>
                  <a:pt x="3835" y="1016"/>
                </a:lnTo>
                <a:lnTo>
                  <a:pt x="3847" y="1008"/>
                </a:lnTo>
                <a:lnTo>
                  <a:pt x="3860" y="999"/>
                </a:lnTo>
                <a:lnTo>
                  <a:pt x="3872" y="991"/>
                </a:lnTo>
                <a:lnTo>
                  <a:pt x="3885" y="983"/>
                </a:lnTo>
                <a:lnTo>
                  <a:pt x="3897" y="974"/>
                </a:lnTo>
                <a:lnTo>
                  <a:pt x="3910" y="966"/>
                </a:lnTo>
                <a:lnTo>
                  <a:pt x="3922" y="957"/>
                </a:lnTo>
                <a:lnTo>
                  <a:pt x="3935" y="949"/>
                </a:lnTo>
                <a:lnTo>
                  <a:pt x="3947" y="940"/>
                </a:lnTo>
                <a:lnTo>
                  <a:pt x="3960" y="931"/>
                </a:lnTo>
                <a:lnTo>
                  <a:pt x="3972" y="923"/>
                </a:lnTo>
                <a:lnTo>
                  <a:pt x="3985" y="914"/>
                </a:lnTo>
                <a:lnTo>
                  <a:pt x="3997" y="905"/>
                </a:lnTo>
                <a:lnTo>
                  <a:pt x="4010" y="896"/>
                </a:lnTo>
                <a:lnTo>
                  <a:pt x="4023" y="887"/>
                </a:lnTo>
                <a:lnTo>
                  <a:pt x="4035" y="878"/>
                </a:lnTo>
                <a:lnTo>
                  <a:pt x="4048" y="869"/>
                </a:lnTo>
                <a:lnTo>
                  <a:pt x="4060" y="860"/>
                </a:lnTo>
                <a:lnTo>
                  <a:pt x="4073" y="850"/>
                </a:lnTo>
                <a:lnTo>
                  <a:pt x="4085" y="841"/>
                </a:lnTo>
                <a:lnTo>
                  <a:pt x="4098" y="832"/>
                </a:lnTo>
                <a:lnTo>
                  <a:pt x="4110" y="822"/>
                </a:lnTo>
                <a:lnTo>
                  <a:pt x="4123" y="813"/>
                </a:lnTo>
                <a:lnTo>
                  <a:pt x="4135" y="803"/>
                </a:lnTo>
                <a:lnTo>
                  <a:pt x="4148" y="794"/>
                </a:lnTo>
                <a:lnTo>
                  <a:pt x="4160" y="784"/>
                </a:lnTo>
                <a:lnTo>
                  <a:pt x="4173" y="774"/>
                </a:lnTo>
                <a:lnTo>
                  <a:pt x="4185" y="765"/>
                </a:lnTo>
                <a:lnTo>
                  <a:pt x="4198" y="755"/>
                </a:lnTo>
                <a:lnTo>
                  <a:pt x="4211" y="745"/>
                </a:lnTo>
                <a:lnTo>
                  <a:pt x="4223" y="735"/>
                </a:lnTo>
                <a:lnTo>
                  <a:pt x="4236" y="725"/>
                </a:lnTo>
                <a:lnTo>
                  <a:pt x="4248" y="715"/>
                </a:lnTo>
                <a:lnTo>
                  <a:pt x="4261" y="705"/>
                </a:lnTo>
                <a:lnTo>
                  <a:pt x="4273" y="694"/>
                </a:lnTo>
                <a:lnTo>
                  <a:pt x="4286" y="684"/>
                </a:lnTo>
                <a:lnTo>
                  <a:pt x="4298" y="674"/>
                </a:lnTo>
                <a:lnTo>
                  <a:pt x="4311" y="663"/>
                </a:lnTo>
                <a:lnTo>
                  <a:pt x="4323" y="653"/>
                </a:lnTo>
                <a:lnTo>
                  <a:pt x="4336" y="642"/>
                </a:lnTo>
                <a:lnTo>
                  <a:pt x="4348" y="632"/>
                </a:lnTo>
                <a:lnTo>
                  <a:pt x="4361" y="621"/>
                </a:lnTo>
                <a:lnTo>
                  <a:pt x="4373" y="611"/>
                </a:lnTo>
                <a:lnTo>
                  <a:pt x="4386" y="600"/>
                </a:lnTo>
                <a:lnTo>
                  <a:pt x="4398" y="589"/>
                </a:lnTo>
                <a:lnTo>
                  <a:pt x="4411" y="578"/>
                </a:lnTo>
                <a:lnTo>
                  <a:pt x="4424" y="567"/>
                </a:lnTo>
                <a:lnTo>
                  <a:pt x="4436" y="556"/>
                </a:lnTo>
                <a:lnTo>
                  <a:pt x="4449" y="545"/>
                </a:lnTo>
                <a:lnTo>
                  <a:pt x="4461" y="534"/>
                </a:lnTo>
                <a:lnTo>
                  <a:pt x="4474" y="523"/>
                </a:lnTo>
                <a:lnTo>
                  <a:pt x="4486" y="512"/>
                </a:lnTo>
                <a:lnTo>
                  <a:pt x="4499" y="500"/>
                </a:lnTo>
                <a:lnTo>
                  <a:pt x="4511" y="489"/>
                </a:lnTo>
                <a:lnTo>
                  <a:pt x="4524" y="478"/>
                </a:lnTo>
                <a:lnTo>
                  <a:pt x="4536" y="466"/>
                </a:lnTo>
                <a:lnTo>
                  <a:pt x="4549" y="455"/>
                </a:lnTo>
                <a:lnTo>
                  <a:pt x="4561" y="443"/>
                </a:lnTo>
                <a:lnTo>
                  <a:pt x="4574" y="431"/>
                </a:lnTo>
                <a:lnTo>
                  <a:pt x="4586" y="420"/>
                </a:lnTo>
                <a:lnTo>
                  <a:pt x="4599" y="408"/>
                </a:lnTo>
                <a:lnTo>
                  <a:pt x="4612" y="396"/>
                </a:lnTo>
                <a:lnTo>
                  <a:pt x="4624" y="384"/>
                </a:lnTo>
                <a:lnTo>
                  <a:pt x="4637" y="372"/>
                </a:lnTo>
                <a:lnTo>
                  <a:pt x="4649" y="360"/>
                </a:lnTo>
                <a:lnTo>
                  <a:pt x="4662" y="348"/>
                </a:lnTo>
                <a:lnTo>
                  <a:pt x="4674" y="336"/>
                </a:lnTo>
                <a:lnTo>
                  <a:pt x="4687" y="324"/>
                </a:lnTo>
                <a:lnTo>
                  <a:pt x="4699" y="312"/>
                </a:lnTo>
                <a:lnTo>
                  <a:pt x="4712" y="299"/>
                </a:lnTo>
                <a:lnTo>
                  <a:pt x="4724" y="287"/>
                </a:lnTo>
                <a:lnTo>
                  <a:pt x="4737" y="274"/>
                </a:lnTo>
                <a:lnTo>
                  <a:pt x="4749" y="262"/>
                </a:lnTo>
                <a:lnTo>
                  <a:pt x="4762" y="249"/>
                </a:lnTo>
                <a:lnTo>
                  <a:pt x="4774" y="237"/>
                </a:lnTo>
                <a:lnTo>
                  <a:pt x="4787" y="224"/>
                </a:lnTo>
                <a:lnTo>
                  <a:pt x="4799" y="211"/>
                </a:lnTo>
                <a:lnTo>
                  <a:pt x="4812" y="199"/>
                </a:lnTo>
                <a:lnTo>
                  <a:pt x="4825" y="186"/>
                </a:lnTo>
                <a:lnTo>
                  <a:pt x="4837" y="173"/>
                </a:lnTo>
                <a:lnTo>
                  <a:pt x="4850" y="160"/>
                </a:lnTo>
                <a:lnTo>
                  <a:pt x="4862" y="147"/>
                </a:lnTo>
                <a:lnTo>
                  <a:pt x="4875" y="134"/>
                </a:lnTo>
                <a:lnTo>
                  <a:pt x="4887" y="121"/>
                </a:lnTo>
                <a:lnTo>
                  <a:pt x="4900" y="107"/>
                </a:lnTo>
                <a:lnTo>
                  <a:pt x="4912" y="94"/>
                </a:lnTo>
                <a:lnTo>
                  <a:pt x="4925" y="81"/>
                </a:lnTo>
                <a:lnTo>
                  <a:pt x="4937" y="67"/>
                </a:lnTo>
                <a:lnTo>
                  <a:pt x="4950" y="54"/>
                </a:lnTo>
                <a:lnTo>
                  <a:pt x="4962" y="40"/>
                </a:lnTo>
                <a:lnTo>
                  <a:pt x="4975" y="27"/>
                </a:lnTo>
                <a:lnTo>
                  <a:pt x="4987" y="13"/>
                </a:lnTo>
                <a:lnTo>
                  <a:pt x="5000" y="0"/>
                </a:lnTo>
              </a:path>
            </a:pathLst>
          </a:custGeom>
          <a:noFill/>
          <a:ln w="19050">
            <a:solidFill>
              <a:srgbClr val="C4B8DC"/>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6" name="Freeform 15"/>
          <p:cNvSpPr/>
          <p:nvPr/>
        </p:nvSpPr>
        <p:spPr>
          <a:xfrm>
            <a:off x="896112" y="3445459"/>
            <a:ext cx="4572000" cy="1068019"/>
          </a:xfrm>
          <a:custGeom>
            <a:avLst/>
            <a:gdLst/>
            <a:ahLst/>
            <a:cxnLst/>
            <a:rect l="l" t="t" r="r" b="b"/>
            <a:pathLst>
              <a:path w="5000" h="1168">
                <a:moveTo>
                  <a:pt x="0" y="783"/>
                </a:moveTo>
                <a:lnTo>
                  <a:pt x="13" y="788"/>
                </a:lnTo>
                <a:lnTo>
                  <a:pt x="25" y="793"/>
                </a:lnTo>
                <a:lnTo>
                  <a:pt x="38" y="798"/>
                </a:lnTo>
                <a:lnTo>
                  <a:pt x="50" y="804"/>
                </a:lnTo>
                <a:lnTo>
                  <a:pt x="63" y="809"/>
                </a:lnTo>
                <a:lnTo>
                  <a:pt x="75" y="814"/>
                </a:lnTo>
                <a:lnTo>
                  <a:pt x="88" y="819"/>
                </a:lnTo>
                <a:lnTo>
                  <a:pt x="100" y="824"/>
                </a:lnTo>
                <a:lnTo>
                  <a:pt x="113" y="829"/>
                </a:lnTo>
                <a:lnTo>
                  <a:pt x="125" y="834"/>
                </a:lnTo>
                <a:lnTo>
                  <a:pt x="138" y="839"/>
                </a:lnTo>
                <a:lnTo>
                  <a:pt x="150" y="844"/>
                </a:lnTo>
                <a:lnTo>
                  <a:pt x="163" y="849"/>
                </a:lnTo>
                <a:lnTo>
                  <a:pt x="175" y="853"/>
                </a:lnTo>
                <a:lnTo>
                  <a:pt x="188" y="858"/>
                </a:lnTo>
                <a:lnTo>
                  <a:pt x="201" y="863"/>
                </a:lnTo>
                <a:lnTo>
                  <a:pt x="213" y="868"/>
                </a:lnTo>
                <a:lnTo>
                  <a:pt x="226" y="872"/>
                </a:lnTo>
                <a:lnTo>
                  <a:pt x="238" y="877"/>
                </a:lnTo>
                <a:lnTo>
                  <a:pt x="251" y="881"/>
                </a:lnTo>
                <a:lnTo>
                  <a:pt x="263" y="886"/>
                </a:lnTo>
                <a:lnTo>
                  <a:pt x="276" y="890"/>
                </a:lnTo>
                <a:lnTo>
                  <a:pt x="288" y="895"/>
                </a:lnTo>
                <a:lnTo>
                  <a:pt x="301" y="899"/>
                </a:lnTo>
                <a:lnTo>
                  <a:pt x="313" y="904"/>
                </a:lnTo>
                <a:lnTo>
                  <a:pt x="326" y="908"/>
                </a:lnTo>
                <a:lnTo>
                  <a:pt x="338" y="912"/>
                </a:lnTo>
                <a:lnTo>
                  <a:pt x="351" y="917"/>
                </a:lnTo>
                <a:lnTo>
                  <a:pt x="363" y="921"/>
                </a:lnTo>
                <a:lnTo>
                  <a:pt x="376" y="925"/>
                </a:lnTo>
                <a:lnTo>
                  <a:pt x="388" y="929"/>
                </a:lnTo>
                <a:lnTo>
                  <a:pt x="401" y="934"/>
                </a:lnTo>
                <a:lnTo>
                  <a:pt x="414" y="938"/>
                </a:lnTo>
                <a:lnTo>
                  <a:pt x="426" y="942"/>
                </a:lnTo>
                <a:lnTo>
                  <a:pt x="439" y="946"/>
                </a:lnTo>
                <a:lnTo>
                  <a:pt x="451" y="950"/>
                </a:lnTo>
                <a:lnTo>
                  <a:pt x="464" y="954"/>
                </a:lnTo>
                <a:lnTo>
                  <a:pt x="476" y="958"/>
                </a:lnTo>
                <a:lnTo>
                  <a:pt x="489" y="962"/>
                </a:lnTo>
                <a:lnTo>
                  <a:pt x="501" y="965"/>
                </a:lnTo>
                <a:lnTo>
                  <a:pt x="514" y="969"/>
                </a:lnTo>
                <a:lnTo>
                  <a:pt x="526" y="973"/>
                </a:lnTo>
                <a:lnTo>
                  <a:pt x="539" y="977"/>
                </a:lnTo>
                <a:lnTo>
                  <a:pt x="551" y="980"/>
                </a:lnTo>
                <a:lnTo>
                  <a:pt x="564" y="984"/>
                </a:lnTo>
                <a:lnTo>
                  <a:pt x="576" y="988"/>
                </a:lnTo>
                <a:lnTo>
                  <a:pt x="589" y="991"/>
                </a:lnTo>
                <a:lnTo>
                  <a:pt x="602" y="995"/>
                </a:lnTo>
                <a:lnTo>
                  <a:pt x="614" y="998"/>
                </a:lnTo>
                <a:lnTo>
                  <a:pt x="627" y="1002"/>
                </a:lnTo>
                <a:lnTo>
                  <a:pt x="639" y="1005"/>
                </a:lnTo>
                <a:lnTo>
                  <a:pt x="652" y="1009"/>
                </a:lnTo>
                <a:lnTo>
                  <a:pt x="664" y="1012"/>
                </a:lnTo>
                <a:lnTo>
                  <a:pt x="677" y="1016"/>
                </a:lnTo>
                <a:lnTo>
                  <a:pt x="689" y="1019"/>
                </a:lnTo>
                <a:lnTo>
                  <a:pt x="702" y="1022"/>
                </a:lnTo>
                <a:lnTo>
                  <a:pt x="714" y="1025"/>
                </a:lnTo>
                <a:lnTo>
                  <a:pt x="727" y="1029"/>
                </a:lnTo>
                <a:lnTo>
                  <a:pt x="739" y="1032"/>
                </a:lnTo>
                <a:lnTo>
                  <a:pt x="752" y="1035"/>
                </a:lnTo>
                <a:lnTo>
                  <a:pt x="764" y="1038"/>
                </a:lnTo>
                <a:lnTo>
                  <a:pt x="777" y="1041"/>
                </a:lnTo>
                <a:lnTo>
                  <a:pt x="789" y="1044"/>
                </a:lnTo>
                <a:lnTo>
                  <a:pt x="802" y="1047"/>
                </a:lnTo>
                <a:lnTo>
                  <a:pt x="815" y="1050"/>
                </a:lnTo>
                <a:lnTo>
                  <a:pt x="827" y="1053"/>
                </a:lnTo>
                <a:lnTo>
                  <a:pt x="840" y="1056"/>
                </a:lnTo>
                <a:lnTo>
                  <a:pt x="852" y="1059"/>
                </a:lnTo>
                <a:lnTo>
                  <a:pt x="865" y="1061"/>
                </a:lnTo>
                <a:lnTo>
                  <a:pt x="877" y="1064"/>
                </a:lnTo>
                <a:lnTo>
                  <a:pt x="890" y="1067"/>
                </a:lnTo>
                <a:lnTo>
                  <a:pt x="902" y="1070"/>
                </a:lnTo>
                <a:lnTo>
                  <a:pt x="915" y="1072"/>
                </a:lnTo>
                <a:lnTo>
                  <a:pt x="927" y="1075"/>
                </a:lnTo>
                <a:lnTo>
                  <a:pt x="940" y="1078"/>
                </a:lnTo>
                <a:lnTo>
                  <a:pt x="952" y="1080"/>
                </a:lnTo>
                <a:lnTo>
                  <a:pt x="965" y="1083"/>
                </a:lnTo>
                <a:lnTo>
                  <a:pt x="977" y="1085"/>
                </a:lnTo>
                <a:lnTo>
                  <a:pt x="990" y="1087"/>
                </a:lnTo>
                <a:lnTo>
                  <a:pt x="1003" y="1090"/>
                </a:lnTo>
                <a:lnTo>
                  <a:pt x="1015" y="1092"/>
                </a:lnTo>
                <a:lnTo>
                  <a:pt x="1028" y="1095"/>
                </a:lnTo>
                <a:lnTo>
                  <a:pt x="1040" y="1097"/>
                </a:lnTo>
                <a:lnTo>
                  <a:pt x="1053" y="1099"/>
                </a:lnTo>
                <a:lnTo>
                  <a:pt x="1065" y="1101"/>
                </a:lnTo>
                <a:lnTo>
                  <a:pt x="1078" y="1104"/>
                </a:lnTo>
                <a:lnTo>
                  <a:pt x="1090" y="1106"/>
                </a:lnTo>
                <a:lnTo>
                  <a:pt x="1103" y="1108"/>
                </a:lnTo>
                <a:lnTo>
                  <a:pt x="1115" y="1110"/>
                </a:lnTo>
                <a:lnTo>
                  <a:pt x="1128" y="1112"/>
                </a:lnTo>
                <a:lnTo>
                  <a:pt x="1140" y="1114"/>
                </a:lnTo>
                <a:lnTo>
                  <a:pt x="1153" y="1116"/>
                </a:lnTo>
                <a:lnTo>
                  <a:pt x="1165" y="1118"/>
                </a:lnTo>
                <a:lnTo>
                  <a:pt x="1178" y="1120"/>
                </a:lnTo>
                <a:lnTo>
                  <a:pt x="1190" y="1122"/>
                </a:lnTo>
                <a:lnTo>
                  <a:pt x="1203" y="1123"/>
                </a:lnTo>
                <a:lnTo>
                  <a:pt x="1216" y="1125"/>
                </a:lnTo>
                <a:lnTo>
                  <a:pt x="1228" y="1127"/>
                </a:lnTo>
                <a:lnTo>
                  <a:pt x="1241" y="1129"/>
                </a:lnTo>
                <a:lnTo>
                  <a:pt x="1253" y="1130"/>
                </a:lnTo>
                <a:lnTo>
                  <a:pt x="1266" y="1132"/>
                </a:lnTo>
                <a:lnTo>
                  <a:pt x="1278" y="1134"/>
                </a:lnTo>
                <a:lnTo>
                  <a:pt x="1291" y="1135"/>
                </a:lnTo>
                <a:lnTo>
                  <a:pt x="1303" y="1137"/>
                </a:lnTo>
                <a:lnTo>
                  <a:pt x="1316" y="1138"/>
                </a:lnTo>
                <a:lnTo>
                  <a:pt x="1328" y="1140"/>
                </a:lnTo>
                <a:lnTo>
                  <a:pt x="1341" y="1141"/>
                </a:lnTo>
                <a:lnTo>
                  <a:pt x="1353" y="1142"/>
                </a:lnTo>
                <a:lnTo>
                  <a:pt x="1366" y="1144"/>
                </a:lnTo>
                <a:lnTo>
                  <a:pt x="1378" y="1145"/>
                </a:lnTo>
                <a:lnTo>
                  <a:pt x="1391" y="1146"/>
                </a:lnTo>
                <a:lnTo>
                  <a:pt x="1404" y="1148"/>
                </a:lnTo>
                <a:lnTo>
                  <a:pt x="1416" y="1149"/>
                </a:lnTo>
                <a:lnTo>
                  <a:pt x="1429" y="1150"/>
                </a:lnTo>
                <a:lnTo>
                  <a:pt x="1441" y="1151"/>
                </a:lnTo>
                <a:lnTo>
                  <a:pt x="1454" y="1152"/>
                </a:lnTo>
                <a:lnTo>
                  <a:pt x="1466" y="1153"/>
                </a:lnTo>
                <a:lnTo>
                  <a:pt x="1479" y="1154"/>
                </a:lnTo>
                <a:lnTo>
                  <a:pt x="1491" y="1155"/>
                </a:lnTo>
                <a:lnTo>
                  <a:pt x="1504" y="1156"/>
                </a:lnTo>
                <a:lnTo>
                  <a:pt x="1516" y="1157"/>
                </a:lnTo>
                <a:lnTo>
                  <a:pt x="1529" y="1158"/>
                </a:lnTo>
                <a:lnTo>
                  <a:pt x="1541" y="1159"/>
                </a:lnTo>
                <a:lnTo>
                  <a:pt x="1554" y="1160"/>
                </a:lnTo>
                <a:lnTo>
                  <a:pt x="1566" y="1160"/>
                </a:lnTo>
                <a:lnTo>
                  <a:pt x="1579" y="1161"/>
                </a:lnTo>
                <a:lnTo>
                  <a:pt x="1591" y="1162"/>
                </a:lnTo>
                <a:lnTo>
                  <a:pt x="1604" y="1162"/>
                </a:lnTo>
                <a:lnTo>
                  <a:pt x="1617" y="1163"/>
                </a:lnTo>
                <a:lnTo>
                  <a:pt x="1629" y="1164"/>
                </a:lnTo>
                <a:lnTo>
                  <a:pt x="1642" y="1164"/>
                </a:lnTo>
                <a:lnTo>
                  <a:pt x="1654" y="1165"/>
                </a:lnTo>
                <a:lnTo>
                  <a:pt x="1667" y="1165"/>
                </a:lnTo>
                <a:lnTo>
                  <a:pt x="1679" y="1166"/>
                </a:lnTo>
                <a:lnTo>
                  <a:pt x="1692" y="1166"/>
                </a:lnTo>
                <a:lnTo>
                  <a:pt x="1704" y="1166"/>
                </a:lnTo>
                <a:lnTo>
                  <a:pt x="1717" y="1167"/>
                </a:lnTo>
                <a:lnTo>
                  <a:pt x="1729" y="1167"/>
                </a:lnTo>
                <a:lnTo>
                  <a:pt x="1742" y="1167"/>
                </a:lnTo>
                <a:lnTo>
                  <a:pt x="1754" y="1167"/>
                </a:lnTo>
                <a:lnTo>
                  <a:pt x="1767" y="1168"/>
                </a:lnTo>
                <a:lnTo>
                  <a:pt x="1779" y="1168"/>
                </a:lnTo>
                <a:lnTo>
                  <a:pt x="1792" y="1168"/>
                </a:lnTo>
                <a:lnTo>
                  <a:pt x="1805" y="1168"/>
                </a:lnTo>
                <a:lnTo>
                  <a:pt x="1817" y="1168"/>
                </a:lnTo>
                <a:lnTo>
                  <a:pt x="1830" y="1168"/>
                </a:lnTo>
                <a:lnTo>
                  <a:pt x="1842" y="1168"/>
                </a:lnTo>
                <a:lnTo>
                  <a:pt x="1855" y="1168"/>
                </a:lnTo>
                <a:lnTo>
                  <a:pt x="1867" y="1168"/>
                </a:lnTo>
                <a:lnTo>
                  <a:pt x="1880" y="1168"/>
                </a:lnTo>
                <a:lnTo>
                  <a:pt x="1892" y="1167"/>
                </a:lnTo>
                <a:lnTo>
                  <a:pt x="1905" y="1167"/>
                </a:lnTo>
                <a:lnTo>
                  <a:pt x="1917" y="1167"/>
                </a:lnTo>
                <a:lnTo>
                  <a:pt x="1930" y="1167"/>
                </a:lnTo>
                <a:lnTo>
                  <a:pt x="1942" y="1166"/>
                </a:lnTo>
                <a:lnTo>
                  <a:pt x="1955" y="1166"/>
                </a:lnTo>
                <a:lnTo>
                  <a:pt x="1967" y="1166"/>
                </a:lnTo>
                <a:lnTo>
                  <a:pt x="1980" y="1165"/>
                </a:lnTo>
                <a:lnTo>
                  <a:pt x="1992" y="1165"/>
                </a:lnTo>
                <a:lnTo>
                  <a:pt x="2005" y="1164"/>
                </a:lnTo>
                <a:lnTo>
                  <a:pt x="2018" y="1164"/>
                </a:lnTo>
                <a:lnTo>
                  <a:pt x="2030" y="1163"/>
                </a:lnTo>
                <a:lnTo>
                  <a:pt x="2043" y="1162"/>
                </a:lnTo>
                <a:lnTo>
                  <a:pt x="2055" y="1162"/>
                </a:lnTo>
                <a:lnTo>
                  <a:pt x="2068" y="1161"/>
                </a:lnTo>
                <a:lnTo>
                  <a:pt x="2080" y="1160"/>
                </a:lnTo>
                <a:lnTo>
                  <a:pt x="2093" y="1160"/>
                </a:lnTo>
                <a:lnTo>
                  <a:pt x="2105" y="1159"/>
                </a:lnTo>
                <a:lnTo>
                  <a:pt x="2118" y="1158"/>
                </a:lnTo>
                <a:lnTo>
                  <a:pt x="2130" y="1157"/>
                </a:lnTo>
                <a:lnTo>
                  <a:pt x="2143" y="1156"/>
                </a:lnTo>
                <a:lnTo>
                  <a:pt x="2155" y="1155"/>
                </a:lnTo>
                <a:lnTo>
                  <a:pt x="2168" y="1154"/>
                </a:lnTo>
                <a:lnTo>
                  <a:pt x="2180" y="1153"/>
                </a:lnTo>
                <a:lnTo>
                  <a:pt x="2193" y="1152"/>
                </a:lnTo>
                <a:lnTo>
                  <a:pt x="2206" y="1151"/>
                </a:lnTo>
                <a:lnTo>
                  <a:pt x="2218" y="1150"/>
                </a:lnTo>
                <a:lnTo>
                  <a:pt x="2231" y="1149"/>
                </a:lnTo>
                <a:lnTo>
                  <a:pt x="2243" y="1148"/>
                </a:lnTo>
                <a:lnTo>
                  <a:pt x="2256" y="1146"/>
                </a:lnTo>
                <a:lnTo>
                  <a:pt x="2268" y="1145"/>
                </a:lnTo>
                <a:lnTo>
                  <a:pt x="2281" y="1144"/>
                </a:lnTo>
                <a:lnTo>
                  <a:pt x="2293" y="1143"/>
                </a:lnTo>
                <a:lnTo>
                  <a:pt x="2306" y="1141"/>
                </a:lnTo>
                <a:lnTo>
                  <a:pt x="2318" y="1140"/>
                </a:lnTo>
                <a:lnTo>
                  <a:pt x="2331" y="1138"/>
                </a:lnTo>
                <a:lnTo>
                  <a:pt x="2343" y="1137"/>
                </a:lnTo>
                <a:lnTo>
                  <a:pt x="2356" y="1135"/>
                </a:lnTo>
                <a:lnTo>
                  <a:pt x="2368" y="1134"/>
                </a:lnTo>
                <a:lnTo>
                  <a:pt x="2381" y="1132"/>
                </a:lnTo>
                <a:lnTo>
                  <a:pt x="2393" y="1130"/>
                </a:lnTo>
                <a:lnTo>
                  <a:pt x="2406" y="1129"/>
                </a:lnTo>
                <a:lnTo>
                  <a:pt x="2419" y="1127"/>
                </a:lnTo>
                <a:lnTo>
                  <a:pt x="2431" y="1125"/>
                </a:lnTo>
                <a:lnTo>
                  <a:pt x="2444" y="1124"/>
                </a:lnTo>
                <a:lnTo>
                  <a:pt x="2456" y="1122"/>
                </a:lnTo>
                <a:lnTo>
                  <a:pt x="2469" y="1120"/>
                </a:lnTo>
                <a:lnTo>
                  <a:pt x="2481" y="1118"/>
                </a:lnTo>
                <a:lnTo>
                  <a:pt x="2494" y="1116"/>
                </a:lnTo>
                <a:lnTo>
                  <a:pt x="2506" y="1114"/>
                </a:lnTo>
                <a:lnTo>
                  <a:pt x="2519" y="1112"/>
                </a:lnTo>
                <a:lnTo>
                  <a:pt x="2531" y="1110"/>
                </a:lnTo>
                <a:lnTo>
                  <a:pt x="2544" y="1108"/>
                </a:lnTo>
                <a:lnTo>
                  <a:pt x="2556" y="1106"/>
                </a:lnTo>
                <a:lnTo>
                  <a:pt x="2569" y="1104"/>
                </a:lnTo>
                <a:lnTo>
                  <a:pt x="2581" y="1102"/>
                </a:lnTo>
                <a:lnTo>
                  <a:pt x="2594" y="1099"/>
                </a:lnTo>
                <a:lnTo>
                  <a:pt x="2607" y="1097"/>
                </a:lnTo>
                <a:lnTo>
                  <a:pt x="2619" y="1095"/>
                </a:lnTo>
                <a:lnTo>
                  <a:pt x="2632" y="1092"/>
                </a:lnTo>
                <a:lnTo>
                  <a:pt x="2644" y="1090"/>
                </a:lnTo>
                <a:lnTo>
                  <a:pt x="2657" y="1088"/>
                </a:lnTo>
                <a:lnTo>
                  <a:pt x="2669" y="1085"/>
                </a:lnTo>
                <a:lnTo>
                  <a:pt x="2682" y="1083"/>
                </a:lnTo>
                <a:lnTo>
                  <a:pt x="2694" y="1080"/>
                </a:lnTo>
                <a:lnTo>
                  <a:pt x="2707" y="1078"/>
                </a:lnTo>
                <a:lnTo>
                  <a:pt x="2719" y="1075"/>
                </a:lnTo>
                <a:lnTo>
                  <a:pt x="2732" y="1073"/>
                </a:lnTo>
                <a:lnTo>
                  <a:pt x="2744" y="1070"/>
                </a:lnTo>
                <a:lnTo>
                  <a:pt x="2757" y="1067"/>
                </a:lnTo>
                <a:lnTo>
                  <a:pt x="2769" y="1065"/>
                </a:lnTo>
                <a:lnTo>
                  <a:pt x="2782" y="1062"/>
                </a:lnTo>
                <a:lnTo>
                  <a:pt x="2794" y="1059"/>
                </a:lnTo>
                <a:lnTo>
                  <a:pt x="2807" y="1056"/>
                </a:lnTo>
                <a:lnTo>
                  <a:pt x="2820" y="1053"/>
                </a:lnTo>
                <a:lnTo>
                  <a:pt x="2832" y="1050"/>
                </a:lnTo>
                <a:lnTo>
                  <a:pt x="2845" y="1047"/>
                </a:lnTo>
                <a:lnTo>
                  <a:pt x="2857" y="1044"/>
                </a:lnTo>
                <a:lnTo>
                  <a:pt x="2870" y="1041"/>
                </a:lnTo>
                <a:lnTo>
                  <a:pt x="2882" y="1038"/>
                </a:lnTo>
                <a:lnTo>
                  <a:pt x="2895" y="1035"/>
                </a:lnTo>
                <a:lnTo>
                  <a:pt x="2907" y="1032"/>
                </a:lnTo>
                <a:lnTo>
                  <a:pt x="2920" y="1029"/>
                </a:lnTo>
                <a:lnTo>
                  <a:pt x="2932" y="1026"/>
                </a:lnTo>
                <a:lnTo>
                  <a:pt x="2945" y="1023"/>
                </a:lnTo>
                <a:lnTo>
                  <a:pt x="2957" y="1019"/>
                </a:lnTo>
                <a:lnTo>
                  <a:pt x="2970" y="1016"/>
                </a:lnTo>
                <a:lnTo>
                  <a:pt x="2982" y="1013"/>
                </a:lnTo>
                <a:lnTo>
                  <a:pt x="2995" y="1009"/>
                </a:lnTo>
                <a:lnTo>
                  <a:pt x="3008" y="1006"/>
                </a:lnTo>
                <a:lnTo>
                  <a:pt x="3020" y="1002"/>
                </a:lnTo>
                <a:lnTo>
                  <a:pt x="3033" y="999"/>
                </a:lnTo>
                <a:lnTo>
                  <a:pt x="3045" y="995"/>
                </a:lnTo>
                <a:lnTo>
                  <a:pt x="3058" y="992"/>
                </a:lnTo>
                <a:lnTo>
                  <a:pt x="3070" y="988"/>
                </a:lnTo>
                <a:lnTo>
                  <a:pt x="3083" y="985"/>
                </a:lnTo>
                <a:lnTo>
                  <a:pt x="3095" y="981"/>
                </a:lnTo>
                <a:lnTo>
                  <a:pt x="3108" y="977"/>
                </a:lnTo>
                <a:lnTo>
                  <a:pt x="3120" y="973"/>
                </a:lnTo>
                <a:lnTo>
                  <a:pt x="3133" y="970"/>
                </a:lnTo>
                <a:lnTo>
                  <a:pt x="3145" y="966"/>
                </a:lnTo>
                <a:lnTo>
                  <a:pt x="3158" y="962"/>
                </a:lnTo>
                <a:lnTo>
                  <a:pt x="3170" y="958"/>
                </a:lnTo>
                <a:lnTo>
                  <a:pt x="3183" y="954"/>
                </a:lnTo>
                <a:lnTo>
                  <a:pt x="3195" y="950"/>
                </a:lnTo>
                <a:lnTo>
                  <a:pt x="3208" y="946"/>
                </a:lnTo>
                <a:lnTo>
                  <a:pt x="3221" y="942"/>
                </a:lnTo>
                <a:lnTo>
                  <a:pt x="3233" y="938"/>
                </a:lnTo>
                <a:lnTo>
                  <a:pt x="3246" y="934"/>
                </a:lnTo>
                <a:lnTo>
                  <a:pt x="3258" y="930"/>
                </a:lnTo>
                <a:lnTo>
                  <a:pt x="3271" y="926"/>
                </a:lnTo>
                <a:lnTo>
                  <a:pt x="3283" y="921"/>
                </a:lnTo>
                <a:lnTo>
                  <a:pt x="3296" y="917"/>
                </a:lnTo>
                <a:lnTo>
                  <a:pt x="3308" y="913"/>
                </a:lnTo>
                <a:lnTo>
                  <a:pt x="3321" y="909"/>
                </a:lnTo>
                <a:lnTo>
                  <a:pt x="3333" y="904"/>
                </a:lnTo>
                <a:lnTo>
                  <a:pt x="3346" y="900"/>
                </a:lnTo>
                <a:lnTo>
                  <a:pt x="3358" y="895"/>
                </a:lnTo>
                <a:lnTo>
                  <a:pt x="3371" y="891"/>
                </a:lnTo>
                <a:lnTo>
                  <a:pt x="3383" y="886"/>
                </a:lnTo>
                <a:lnTo>
                  <a:pt x="3396" y="882"/>
                </a:lnTo>
                <a:lnTo>
                  <a:pt x="3409" y="877"/>
                </a:lnTo>
                <a:lnTo>
                  <a:pt x="3421" y="873"/>
                </a:lnTo>
                <a:lnTo>
                  <a:pt x="3434" y="868"/>
                </a:lnTo>
                <a:lnTo>
                  <a:pt x="3446" y="863"/>
                </a:lnTo>
                <a:lnTo>
                  <a:pt x="3459" y="859"/>
                </a:lnTo>
                <a:lnTo>
                  <a:pt x="3471" y="854"/>
                </a:lnTo>
                <a:lnTo>
                  <a:pt x="3484" y="849"/>
                </a:lnTo>
                <a:lnTo>
                  <a:pt x="3496" y="844"/>
                </a:lnTo>
                <a:lnTo>
                  <a:pt x="3509" y="839"/>
                </a:lnTo>
                <a:lnTo>
                  <a:pt x="3521" y="834"/>
                </a:lnTo>
                <a:lnTo>
                  <a:pt x="3534" y="829"/>
                </a:lnTo>
                <a:lnTo>
                  <a:pt x="3546" y="824"/>
                </a:lnTo>
                <a:lnTo>
                  <a:pt x="3559" y="819"/>
                </a:lnTo>
                <a:lnTo>
                  <a:pt x="3571" y="814"/>
                </a:lnTo>
                <a:lnTo>
                  <a:pt x="3584" y="809"/>
                </a:lnTo>
                <a:lnTo>
                  <a:pt x="3596" y="804"/>
                </a:lnTo>
                <a:lnTo>
                  <a:pt x="3609" y="799"/>
                </a:lnTo>
                <a:lnTo>
                  <a:pt x="3622" y="794"/>
                </a:lnTo>
                <a:lnTo>
                  <a:pt x="3634" y="789"/>
                </a:lnTo>
                <a:lnTo>
                  <a:pt x="3647" y="783"/>
                </a:lnTo>
                <a:lnTo>
                  <a:pt x="3659" y="778"/>
                </a:lnTo>
                <a:lnTo>
                  <a:pt x="3672" y="773"/>
                </a:lnTo>
                <a:lnTo>
                  <a:pt x="3684" y="767"/>
                </a:lnTo>
                <a:lnTo>
                  <a:pt x="3697" y="762"/>
                </a:lnTo>
                <a:lnTo>
                  <a:pt x="3709" y="756"/>
                </a:lnTo>
                <a:lnTo>
                  <a:pt x="3722" y="751"/>
                </a:lnTo>
                <a:lnTo>
                  <a:pt x="3734" y="745"/>
                </a:lnTo>
                <a:lnTo>
                  <a:pt x="3747" y="740"/>
                </a:lnTo>
                <a:lnTo>
                  <a:pt x="3759" y="734"/>
                </a:lnTo>
                <a:lnTo>
                  <a:pt x="3772" y="729"/>
                </a:lnTo>
                <a:lnTo>
                  <a:pt x="3784" y="723"/>
                </a:lnTo>
                <a:lnTo>
                  <a:pt x="3797" y="717"/>
                </a:lnTo>
                <a:lnTo>
                  <a:pt x="3810" y="711"/>
                </a:lnTo>
                <a:lnTo>
                  <a:pt x="3822" y="706"/>
                </a:lnTo>
                <a:lnTo>
                  <a:pt x="3835" y="700"/>
                </a:lnTo>
                <a:lnTo>
                  <a:pt x="3847" y="694"/>
                </a:lnTo>
                <a:lnTo>
                  <a:pt x="3860" y="688"/>
                </a:lnTo>
                <a:lnTo>
                  <a:pt x="3872" y="682"/>
                </a:lnTo>
                <a:lnTo>
                  <a:pt x="3885" y="676"/>
                </a:lnTo>
                <a:lnTo>
                  <a:pt x="3897" y="670"/>
                </a:lnTo>
                <a:lnTo>
                  <a:pt x="3910" y="664"/>
                </a:lnTo>
                <a:lnTo>
                  <a:pt x="3922" y="658"/>
                </a:lnTo>
                <a:lnTo>
                  <a:pt x="3935" y="652"/>
                </a:lnTo>
                <a:lnTo>
                  <a:pt x="3947" y="646"/>
                </a:lnTo>
                <a:lnTo>
                  <a:pt x="3960" y="640"/>
                </a:lnTo>
                <a:lnTo>
                  <a:pt x="3972" y="634"/>
                </a:lnTo>
                <a:lnTo>
                  <a:pt x="3985" y="627"/>
                </a:lnTo>
                <a:lnTo>
                  <a:pt x="3997" y="621"/>
                </a:lnTo>
                <a:lnTo>
                  <a:pt x="4010" y="615"/>
                </a:lnTo>
                <a:lnTo>
                  <a:pt x="4023" y="608"/>
                </a:lnTo>
                <a:lnTo>
                  <a:pt x="4035" y="602"/>
                </a:lnTo>
                <a:lnTo>
                  <a:pt x="4048" y="595"/>
                </a:lnTo>
                <a:lnTo>
                  <a:pt x="4060" y="589"/>
                </a:lnTo>
                <a:lnTo>
                  <a:pt x="4073" y="582"/>
                </a:lnTo>
                <a:lnTo>
                  <a:pt x="4085" y="576"/>
                </a:lnTo>
                <a:lnTo>
                  <a:pt x="4098" y="569"/>
                </a:lnTo>
                <a:lnTo>
                  <a:pt x="4110" y="563"/>
                </a:lnTo>
                <a:lnTo>
                  <a:pt x="4123" y="556"/>
                </a:lnTo>
                <a:lnTo>
                  <a:pt x="4135" y="549"/>
                </a:lnTo>
                <a:lnTo>
                  <a:pt x="4148" y="543"/>
                </a:lnTo>
                <a:lnTo>
                  <a:pt x="4160" y="536"/>
                </a:lnTo>
                <a:lnTo>
                  <a:pt x="4173" y="529"/>
                </a:lnTo>
                <a:lnTo>
                  <a:pt x="4185" y="522"/>
                </a:lnTo>
                <a:lnTo>
                  <a:pt x="4198" y="515"/>
                </a:lnTo>
                <a:lnTo>
                  <a:pt x="4211" y="508"/>
                </a:lnTo>
                <a:lnTo>
                  <a:pt x="4223" y="502"/>
                </a:lnTo>
                <a:lnTo>
                  <a:pt x="4236" y="495"/>
                </a:lnTo>
                <a:lnTo>
                  <a:pt x="4248" y="488"/>
                </a:lnTo>
                <a:lnTo>
                  <a:pt x="4261" y="480"/>
                </a:lnTo>
                <a:lnTo>
                  <a:pt x="4273" y="473"/>
                </a:lnTo>
                <a:lnTo>
                  <a:pt x="4286" y="466"/>
                </a:lnTo>
                <a:lnTo>
                  <a:pt x="4298" y="459"/>
                </a:lnTo>
                <a:lnTo>
                  <a:pt x="4311" y="452"/>
                </a:lnTo>
                <a:lnTo>
                  <a:pt x="4323" y="445"/>
                </a:lnTo>
                <a:lnTo>
                  <a:pt x="4336" y="437"/>
                </a:lnTo>
                <a:lnTo>
                  <a:pt x="4348" y="430"/>
                </a:lnTo>
                <a:lnTo>
                  <a:pt x="4361" y="423"/>
                </a:lnTo>
                <a:lnTo>
                  <a:pt x="4373" y="415"/>
                </a:lnTo>
                <a:lnTo>
                  <a:pt x="4386" y="408"/>
                </a:lnTo>
                <a:lnTo>
                  <a:pt x="4398" y="400"/>
                </a:lnTo>
                <a:lnTo>
                  <a:pt x="4411" y="393"/>
                </a:lnTo>
                <a:lnTo>
                  <a:pt x="4424" y="385"/>
                </a:lnTo>
                <a:lnTo>
                  <a:pt x="4436" y="378"/>
                </a:lnTo>
                <a:lnTo>
                  <a:pt x="4449" y="370"/>
                </a:lnTo>
                <a:lnTo>
                  <a:pt x="4461" y="363"/>
                </a:lnTo>
                <a:lnTo>
                  <a:pt x="4474" y="355"/>
                </a:lnTo>
                <a:lnTo>
                  <a:pt x="4486" y="347"/>
                </a:lnTo>
                <a:lnTo>
                  <a:pt x="4499" y="340"/>
                </a:lnTo>
                <a:lnTo>
                  <a:pt x="4511" y="332"/>
                </a:lnTo>
                <a:lnTo>
                  <a:pt x="4524" y="324"/>
                </a:lnTo>
                <a:lnTo>
                  <a:pt x="4536" y="316"/>
                </a:lnTo>
                <a:lnTo>
                  <a:pt x="4549" y="308"/>
                </a:lnTo>
                <a:lnTo>
                  <a:pt x="4561" y="300"/>
                </a:lnTo>
                <a:lnTo>
                  <a:pt x="4574" y="292"/>
                </a:lnTo>
                <a:lnTo>
                  <a:pt x="4586" y="284"/>
                </a:lnTo>
                <a:lnTo>
                  <a:pt x="4599" y="276"/>
                </a:lnTo>
                <a:lnTo>
                  <a:pt x="4612" y="268"/>
                </a:lnTo>
                <a:lnTo>
                  <a:pt x="4624" y="260"/>
                </a:lnTo>
                <a:lnTo>
                  <a:pt x="4637" y="252"/>
                </a:lnTo>
                <a:lnTo>
                  <a:pt x="4649" y="244"/>
                </a:lnTo>
                <a:lnTo>
                  <a:pt x="4662" y="236"/>
                </a:lnTo>
                <a:lnTo>
                  <a:pt x="4674" y="227"/>
                </a:lnTo>
                <a:lnTo>
                  <a:pt x="4687" y="219"/>
                </a:lnTo>
                <a:lnTo>
                  <a:pt x="4699" y="211"/>
                </a:lnTo>
                <a:lnTo>
                  <a:pt x="4712" y="202"/>
                </a:lnTo>
                <a:lnTo>
                  <a:pt x="4724" y="194"/>
                </a:lnTo>
                <a:lnTo>
                  <a:pt x="4737" y="185"/>
                </a:lnTo>
                <a:lnTo>
                  <a:pt x="4749" y="177"/>
                </a:lnTo>
                <a:lnTo>
                  <a:pt x="4762" y="169"/>
                </a:lnTo>
                <a:lnTo>
                  <a:pt x="4774" y="160"/>
                </a:lnTo>
                <a:lnTo>
                  <a:pt x="4787" y="151"/>
                </a:lnTo>
                <a:lnTo>
                  <a:pt x="4799" y="143"/>
                </a:lnTo>
                <a:lnTo>
                  <a:pt x="4812" y="134"/>
                </a:lnTo>
                <a:lnTo>
                  <a:pt x="4825" y="125"/>
                </a:lnTo>
                <a:lnTo>
                  <a:pt x="4837" y="117"/>
                </a:lnTo>
                <a:lnTo>
                  <a:pt x="4850" y="108"/>
                </a:lnTo>
                <a:lnTo>
                  <a:pt x="4862" y="99"/>
                </a:lnTo>
                <a:lnTo>
                  <a:pt x="4875" y="90"/>
                </a:lnTo>
                <a:lnTo>
                  <a:pt x="4887" y="81"/>
                </a:lnTo>
                <a:lnTo>
                  <a:pt x="4900" y="73"/>
                </a:lnTo>
                <a:lnTo>
                  <a:pt x="4912" y="64"/>
                </a:lnTo>
                <a:lnTo>
                  <a:pt x="4925" y="55"/>
                </a:lnTo>
                <a:lnTo>
                  <a:pt x="4937" y="46"/>
                </a:lnTo>
                <a:lnTo>
                  <a:pt x="4950" y="37"/>
                </a:lnTo>
                <a:lnTo>
                  <a:pt x="4962" y="27"/>
                </a:lnTo>
                <a:lnTo>
                  <a:pt x="4975" y="18"/>
                </a:lnTo>
                <a:lnTo>
                  <a:pt x="4987" y="9"/>
                </a:lnTo>
                <a:lnTo>
                  <a:pt x="5000" y="0"/>
                </a:lnTo>
              </a:path>
            </a:pathLst>
          </a:custGeom>
          <a:noFill/>
          <a:ln w="19050">
            <a:solidFill>
              <a:srgbClr val="C4B8DC"/>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7" name="Freeform 16"/>
          <p:cNvSpPr/>
          <p:nvPr/>
        </p:nvSpPr>
        <p:spPr>
          <a:xfrm>
            <a:off x="896112" y="3833165"/>
            <a:ext cx="4572000" cy="676656"/>
          </a:xfrm>
          <a:custGeom>
            <a:avLst/>
            <a:gdLst/>
            <a:ahLst/>
            <a:cxnLst/>
            <a:rect l="l" t="t" r="r" b="b"/>
            <a:pathLst>
              <a:path w="5000" h="740">
                <a:moveTo>
                  <a:pt x="0" y="582"/>
                </a:moveTo>
                <a:lnTo>
                  <a:pt x="13" y="584"/>
                </a:lnTo>
                <a:lnTo>
                  <a:pt x="25" y="587"/>
                </a:lnTo>
                <a:lnTo>
                  <a:pt x="38" y="589"/>
                </a:lnTo>
                <a:lnTo>
                  <a:pt x="50" y="592"/>
                </a:lnTo>
                <a:lnTo>
                  <a:pt x="63" y="594"/>
                </a:lnTo>
                <a:lnTo>
                  <a:pt x="75" y="596"/>
                </a:lnTo>
                <a:lnTo>
                  <a:pt x="88" y="599"/>
                </a:lnTo>
                <a:lnTo>
                  <a:pt x="100" y="601"/>
                </a:lnTo>
                <a:lnTo>
                  <a:pt x="113" y="603"/>
                </a:lnTo>
                <a:lnTo>
                  <a:pt x="125" y="606"/>
                </a:lnTo>
                <a:lnTo>
                  <a:pt x="138" y="608"/>
                </a:lnTo>
                <a:lnTo>
                  <a:pt x="150" y="610"/>
                </a:lnTo>
                <a:lnTo>
                  <a:pt x="163" y="613"/>
                </a:lnTo>
                <a:lnTo>
                  <a:pt x="175" y="615"/>
                </a:lnTo>
                <a:lnTo>
                  <a:pt x="188" y="617"/>
                </a:lnTo>
                <a:lnTo>
                  <a:pt x="201" y="619"/>
                </a:lnTo>
                <a:lnTo>
                  <a:pt x="213" y="621"/>
                </a:lnTo>
                <a:lnTo>
                  <a:pt x="226" y="624"/>
                </a:lnTo>
                <a:lnTo>
                  <a:pt x="238" y="626"/>
                </a:lnTo>
                <a:lnTo>
                  <a:pt x="251" y="628"/>
                </a:lnTo>
                <a:lnTo>
                  <a:pt x="263" y="630"/>
                </a:lnTo>
                <a:lnTo>
                  <a:pt x="276" y="632"/>
                </a:lnTo>
                <a:lnTo>
                  <a:pt x="288" y="634"/>
                </a:lnTo>
                <a:lnTo>
                  <a:pt x="301" y="636"/>
                </a:lnTo>
                <a:lnTo>
                  <a:pt x="313" y="638"/>
                </a:lnTo>
                <a:lnTo>
                  <a:pt x="326" y="640"/>
                </a:lnTo>
                <a:lnTo>
                  <a:pt x="338" y="642"/>
                </a:lnTo>
                <a:lnTo>
                  <a:pt x="351" y="644"/>
                </a:lnTo>
                <a:lnTo>
                  <a:pt x="363" y="646"/>
                </a:lnTo>
                <a:lnTo>
                  <a:pt x="376" y="648"/>
                </a:lnTo>
                <a:lnTo>
                  <a:pt x="388" y="650"/>
                </a:lnTo>
                <a:lnTo>
                  <a:pt x="401" y="652"/>
                </a:lnTo>
                <a:lnTo>
                  <a:pt x="414" y="654"/>
                </a:lnTo>
                <a:lnTo>
                  <a:pt x="426" y="655"/>
                </a:lnTo>
                <a:lnTo>
                  <a:pt x="439" y="657"/>
                </a:lnTo>
                <a:lnTo>
                  <a:pt x="451" y="659"/>
                </a:lnTo>
                <a:lnTo>
                  <a:pt x="464" y="661"/>
                </a:lnTo>
                <a:lnTo>
                  <a:pt x="476" y="663"/>
                </a:lnTo>
                <a:lnTo>
                  <a:pt x="489" y="664"/>
                </a:lnTo>
                <a:lnTo>
                  <a:pt x="501" y="666"/>
                </a:lnTo>
                <a:lnTo>
                  <a:pt x="514" y="668"/>
                </a:lnTo>
                <a:lnTo>
                  <a:pt x="526" y="669"/>
                </a:lnTo>
                <a:lnTo>
                  <a:pt x="539" y="671"/>
                </a:lnTo>
                <a:lnTo>
                  <a:pt x="551" y="673"/>
                </a:lnTo>
                <a:lnTo>
                  <a:pt x="564" y="674"/>
                </a:lnTo>
                <a:lnTo>
                  <a:pt x="576" y="676"/>
                </a:lnTo>
                <a:lnTo>
                  <a:pt x="589" y="677"/>
                </a:lnTo>
                <a:lnTo>
                  <a:pt x="602" y="679"/>
                </a:lnTo>
                <a:lnTo>
                  <a:pt x="614" y="681"/>
                </a:lnTo>
                <a:lnTo>
                  <a:pt x="627" y="682"/>
                </a:lnTo>
                <a:lnTo>
                  <a:pt x="639" y="684"/>
                </a:lnTo>
                <a:lnTo>
                  <a:pt x="652" y="685"/>
                </a:lnTo>
                <a:lnTo>
                  <a:pt x="664" y="687"/>
                </a:lnTo>
                <a:lnTo>
                  <a:pt x="677" y="688"/>
                </a:lnTo>
                <a:lnTo>
                  <a:pt x="689" y="689"/>
                </a:lnTo>
                <a:lnTo>
                  <a:pt x="702" y="691"/>
                </a:lnTo>
                <a:lnTo>
                  <a:pt x="714" y="692"/>
                </a:lnTo>
                <a:lnTo>
                  <a:pt x="727" y="694"/>
                </a:lnTo>
                <a:lnTo>
                  <a:pt x="739" y="695"/>
                </a:lnTo>
                <a:lnTo>
                  <a:pt x="752" y="696"/>
                </a:lnTo>
                <a:lnTo>
                  <a:pt x="764" y="698"/>
                </a:lnTo>
                <a:lnTo>
                  <a:pt x="777" y="699"/>
                </a:lnTo>
                <a:lnTo>
                  <a:pt x="789" y="700"/>
                </a:lnTo>
                <a:lnTo>
                  <a:pt x="802" y="701"/>
                </a:lnTo>
                <a:lnTo>
                  <a:pt x="815" y="703"/>
                </a:lnTo>
                <a:lnTo>
                  <a:pt x="827" y="704"/>
                </a:lnTo>
                <a:lnTo>
                  <a:pt x="840" y="705"/>
                </a:lnTo>
                <a:lnTo>
                  <a:pt x="852" y="706"/>
                </a:lnTo>
                <a:lnTo>
                  <a:pt x="865" y="707"/>
                </a:lnTo>
                <a:lnTo>
                  <a:pt x="877" y="708"/>
                </a:lnTo>
                <a:lnTo>
                  <a:pt x="890" y="709"/>
                </a:lnTo>
                <a:lnTo>
                  <a:pt x="902" y="711"/>
                </a:lnTo>
                <a:lnTo>
                  <a:pt x="915" y="712"/>
                </a:lnTo>
                <a:lnTo>
                  <a:pt x="927" y="713"/>
                </a:lnTo>
                <a:lnTo>
                  <a:pt x="940" y="714"/>
                </a:lnTo>
                <a:lnTo>
                  <a:pt x="952" y="715"/>
                </a:lnTo>
                <a:lnTo>
                  <a:pt x="965" y="716"/>
                </a:lnTo>
                <a:lnTo>
                  <a:pt x="977" y="717"/>
                </a:lnTo>
                <a:lnTo>
                  <a:pt x="990" y="718"/>
                </a:lnTo>
                <a:lnTo>
                  <a:pt x="1003" y="719"/>
                </a:lnTo>
                <a:lnTo>
                  <a:pt x="1015" y="719"/>
                </a:lnTo>
                <a:lnTo>
                  <a:pt x="1028" y="720"/>
                </a:lnTo>
                <a:lnTo>
                  <a:pt x="1040" y="721"/>
                </a:lnTo>
                <a:lnTo>
                  <a:pt x="1053" y="722"/>
                </a:lnTo>
                <a:lnTo>
                  <a:pt x="1065" y="723"/>
                </a:lnTo>
                <a:lnTo>
                  <a:pt x="1078" y="724"/>
                </a:lnTo>
                <a:lnTo>
                  <a:pt x="1090" y="724"/>
                </a:lnTo>
                <a:lnTo>
                  <a:pt x="1103" y="725"/>
                </a:lnTo>
                <a:lnTo>
                  <a:pt x="1115" y="726"/>
                </a:lnTo>
                <a:lnTo>
                  <a:pt x="1128" y="727"/>
                </a:lnTo>
                <a:lnTo>
                  <a:pt x="1140" y="727"/>
                </a:lnTo>
                <a:lnTo>
                  <a:pt x="1153" y="728"/>
                </a:lnTo>
                <a:lnTo>
                  <a:pt x="1165" y="729"/>
                </a:lnTo>
                <a:lnTo>
                  <a:pt x="1178" y="729"/>
                </a:lnTo>
                <a:lnTo>
                  <a:pt x="1190" y="730"/>
                </a:lnTo>
                <a:lnTo>
                  <a:pt x="1203" y="731"/>
                </a:lnTo>
                <a:lnTo>
                  <a:pt x="1216" y="731"/>
                </a:lnTo>
                <a:lnTo>
                  <a:pt x="1228" y="732"/>
                </a:lnTo>
                <a:lnTo>
                  <a:pt x="1241" y="732"/>
                </a:lnTo>
                <a:lnTo>
                  <a:pt x="1253" y="733"/>
                </a:lnTo>
                <a:lnTo>
                  <a:pt x="1266" y="733"/>
                </a:lnTo>
                <a:lnTo>
                  <a:pt x="1278" y="734"/>
                </a:lnTo>
                <a:lnTo>
                  <a:pt x="1291" y="734"/>
                </a:lnTo>
                <a:lnTo>
                  <a:pt x="1303" y="735"/>
                </a:lnTo>
                <a:lnTo>
                  <a:pt x="1316" y="735"/>
                </a:lnTo>
                <a:lnTo>
                  <a:pt x="1328" y="736"/>
                </a:lnTo>
                <a:lnTo>
                  <a:pt x="1341" y="736"/>
                </a:lnTo>
                <a:lnTo>
                  <a:pt x="1353" y="736"/>
                </a:lnTo>
                <a:lnTo>
                  <a:pt x="1366" y="737"/>
                </a:lnTo>
                <a:lnTo>
                  <a:pt x="1378" y="737"/>
                </a:lnTo>
                <a:lnTo>
                  <a:pt x="1391" y="737"/>
                </a:lnTo>
                <a:lnTo>
                  <a:pt x="1404" y="738"/>
                </a:lnTo>
                <a:lnTo>
                  <a:pt x="1416" y="738"/>
                </a:lnTo>
                <a:lnTo>
                  <a:pt x="1429" y="738"/>
                </a:lnTo>
                <a:lnTo>
                  <a:pt x="1441" y="738"/>
                </a:lnTo>
                <a:lnTo>
                  <a:pt x="1454" y="739"/>
                </a:lnTo>
                <a:lnTo>
                  <a:pt x="1466" y="739"/>
                </a:lnTo>
                <a:lnTo>
                  <a:pt x="1479" y="739"/>
                </a:lnTo>
                <a:lnTo>
                  <a:pt x="1491" y="739"/>
                </a:lnTo>
                <a:lnTo>
                  <a:pt x="1504" y="739"/>
                </a:lnTo>
                <a:lnTo>
                  <a:pt x="1516" y="739"/>
                </a:lnTo>
                <a:lnTo>
                  <a:pt x="1529" y="739"/>
                </a:lnTo>
                <a:lnTo>
                  <a:pt x="1541" y="740"/>
                </a:lnTo>
                <a:lnTo>
                  <a:pt x="1554" y="740"/>
                </a:lnTo>
                <a:lnTo>
                  <a:pt x="1566" y="740"/>
                </a:lnTo>
                <a:lnTo>
                  <a:pt x="1579" y="740"/>
                </a:lnTo>
                <a:lnTo>
                  <a:pt x="1591" y="740"/>
                </a:lnTo>
                <a:lnTo>
                  <a:pt x="1604" y="740"/>
                </a:lnTo>
                <a:lnTo>
                  <a:pt x="1617" y="740"/>
                </a:lnTo>
                <a:lnTo>
                  <a:pt x="1629" y="739"/>
                </a:lnTo>
                <a:lnTo>
                  <a:pt x="1642" y="739"/>
                </a:lnTo>
                <a:lnTo>
                  <a:pt x="1654" y="739"/>
                </a:lnTo>
                <a:lnTo>
                  <a:pt x="1667" y="739"/>
                </a:lnTo>
                <a:lnTo>
                  <a:pt x="1679" y="739"/>
                </a:lnTo>
                <a:lnTo>
                  <a:pt x="1692" y="739"/>
                </a:lnTo>
                <a:lnTo>
                  <a:pt x="1704" y="739"/>
                </a:lnTo>
                <a:lnTo>
                  <a:pt x="1717" y="738"/>
                </a:lnTo>
                <a:lnTo>
                  <a:pt x="1729" y="738"/>
                </a:lnTo>
                <a:lnTo>
                  <a:pt x="1742" y="738"/>
                </a:lnTo>
                <a:lnTo>
                  <a:pt x="1754" y="738"/>
                </a:lnTo>
                <a:lnTo>
                  <a:pt x="1767" y="737"/>
                </a:lnTo>
                <a:lnTo>
                  <a:pt x="1779" y="737"/>
                </a:lnTo>
                <a:lnTo>
                  <a:pt x="1792" y="737"/>
                </a:lnTo>
                <a:lnTo>
                  <a:pt x="1805" y="736"/>
                </a:lnTo>
                <a:lnTo>
                  <a:pt x="1817" y="736"/>
                </a:lnTo>
                <a:lnTo>
                  <a:pt x="1830" y="736"/>
                </a:lnTo>
                <a:lnTo>
                  <a:pt x="1842" y="735"/>
                </a:lnTo>
                <a:lnTo>
                  <a:pt x="1855" y="735"/>
                </a:lnTo>
                <a:lnTo>
                  <a:pt x="1867" y="734"/>
                </a:lnTo>
                <a:lnTo>
                  <a:pt x="1880" y="734"/>
                </a:lnTo>
                <a:lnTo>
                  <a:pt x="1892" y="733"/>
                </a:lnTo>
                <a:lnTo>
                  <a:pt x="1905" y="733"/>
                </a:lnTo>
                <a:lnTo>
                  <a:pt x="1917" y="732"/>
                </a:lnTo>
                <a:lnTo>
                  <a:pt x="1930" y="732"/>
                </a:lnTo>
                <a:lnTo>
                  <a:pt x="1942" y="731"/>
                </a:lnTo>
                <a:lnTo>
                  <a:pt x="1955" y="731"/>
                </a:lnTo>
                <a:lnTo>
                  <a:pt x="1967" y="730"/>
                </a:lnTo>
                <a:lnTo>
                  <a:pt x="1980" y="730"/>
                </a:lnTo>
                <a:lnTo>
                  <a:pt x="1992" y="729"/>
                </a:lnTo>
                <a:lnTo>
                  <a:pt x="2005" y="728"/>
                </a:lnTo>
                <a:lnTo>
                  <a:pt x="2018" y="728"/>
                </a:lnTo>
                <a:lnTo>
                  <a:pt x="2030" y="727"/>
                </a:lnTo>
                <a:lnTo>
                  <a:pt x="2043" y="726"/>
                </a:lnTo>
                <a:lnTo>
                  <a:pt x="2055" y="725"/>
                </a:lnTo>
                <a:lnTo>
                  <a:pt x="2068" y="725"/>
                </a:lnTo>
                <a:lnTo>
                  <a:pt x="2080" y="724"/>
                </a:lnTo>
                <a:lnTo>
                  <a:pt x="2093" y="723"/>
                </a:lnTo>
                <a:lnTo>
                  <a:pt x="2105" y="722"/>
                </a:lnTo>
                <a:lnTo>
                  <a:pt x="2118" y="721"/>
                </a:lnTo>
                <a:lnTo>
                  <a:pt x="2130" y="720"/>
                </a:lnTo>
                <a:lnTo>
                  <a:pt x="2143" y="720"/>
                </a:lnTo>
                <a:lnTo>
                  <a:pt x="2155" y="719"/>
                </a:lnTo>
                <a:lnTo>
                  <a:pt x="2168" y="718"/>
                </a:lnTo>
                <a:lnTo>
                  <a:pt x="2180" y="717"/>
                </a:lnTo>
                <a:lnTo>
                  <a:pt x="2193" y="716"/>
                </a:lnTo>
                <a:lnTo>
                  <a:pt x="2206" y="715"/>
                </a:lnTo>
                <a:lnTo>
                  <a:pt x="2218" y="714"/>
                </a:lnTo>
                <a:lnTo>
                  <a:pt x="2231" y="713"/>
                </a:lnTo>
                <a:lnTo>
                  <a:pt x="2243" y="712"/>
                </a:lnTo>
                <a:lnTo>
                  <a:pt x="2256" y="711"/>
                </a:lnTo>
                <a:lnTo>
                  <a:pt x="2268" y="710"/>
                </a:lnTo>
                <a:lnTo>
                  <a:pt x="2281" y="709"/>
                </a:lnTo>
                <a:lnTo>
                  <a:pt x="2293" y="707"/>
                </a:lnTo>
                <a:lnTo>
                  <a:pt x="2306" y="706"/>
                </a:lnTo>
                <a:lnTo>
                  <a:pt x="2318" y="705"/>
                </a:lnTo>
                <a:lnTo>
                  <a:pt x="2331" y="704"/>
                </a:lnTo>
                <a:lnTo>
                  <a:pt x="2343" y="703"/>
                </a:lnTo>
                <a:lnTo>
                  <a:pt x="2356" y="702"/>
                </a:lnTo>
                <a:lnTo>
                  <a:pt x="2368" y="700"/>
                </a:lnTo>
                <a:lnTo>
                  <a:pt x="2381" y="699"/>
                </a:lnTo>
                <a:lnTo>
                  <a:pt x="2393" y="698"/>
                </a:lnTo>
                <a:lnTo>
                  <a:pt x="2406" y="696"/>
                </a:lnTo>
                <a:lnTo>
                  <a:pt x="2419" y="695"/>
                </a:lnTo>
                <a:lnTo>
                  <a:pt x="2431" y="694"/>
                </a:lnTo>
                <a:lnTo>
                  <a:pt x="2444" y="692"/>
                </a:lnTo>
                <a:lnTo>
                  <a:pt x="2456" y="691"/>
                </a:lnTo>
                <a:lnTo>
                  <a:pt x="2469" y="690"/>
                </a:lnTo>
                <a:lnTo>
                  <a:pt x="2481" y="688"/>
                </a:lnTo>
                <a:lnTo>
                  <a:pt x="2494" y="687"/>
                </a:lnTo>
                <a:lnTo>
                  <a:pt x="2506" y="685"/>
                </a:lnTo>
                <a:lnTo>
                  <a:pt x="2519" y="684"/>
                </a:lnTo>
                <a:lnTo>
                  <a:pt x="2531" y="682"/>
                </a:lnTo>
                <a:lnTo>
                  <a:pt x="2544" y="681"/>
                </a:lnTo>
                <a:lnTo>
                  <a:pt x="2556" y="679"/>
                </a:lnTo>
                <a:lnTo>
                  <a:pt x="2569" y="678"/>
                </a:lnTo>
                <a:lnTo>
                  <a:pt x="2581" y="676"/>
                </a:lnTo>
                <a:lnTo>
                  <a:pt x="2594" y="675"/>
                </a:lnTo>
                <a:lnTo>
                  <a:pt x="2607" y="673"/>
                </a:lnTo>
                <a:lnTo>
                  <a:pt x="2619" y="671"/>
                </a:lnTo>
                <a:lnTo>
                  <a:pt x="2632" y="670"/>
                </a:lnTo>
                <a:lnTo>
                  <a:pt x="2644" y="668"/>
                </a:lnTo>
                <a:lnTo>
                  <a:pt x="2657" y="666"/>
                </a:lnTo>
                <a:lnTo>
                  <a:pt x="2669" y="665"/>
                </a:lnTo>
                <a:lnTo>
                  <a:pt x="2682" y="663"/>
                </a:lnTo>
                <a:lnTo>
                  <a:pt x="2694" y="661"/>
                </a:lnTo>
                <a:lnTo>
                  <a:pt x="2707" y="659"/>
                </a:lnTo>
                <a:lnTo>
                  <a:pt x="2719" y="658"/>
                </a:lnTo>
                <a:lnTo>
                  <a:pt x="2732" y="656"/>
                </a:lnTo>
                <a:lnTo>
                  <a:pt x="2744" y="654"/>
                </a:lnTo>
                <a:lnTo>
                  <a:pt x="2757" y="652"/>
                </a:lnTo>
                <a:lnTo>
                  <a:pt x="2769" y="650"/>
                </a:lnTo>
                <a:lnTo>
                  <a:pt x="2782" y="648"/>
                </a:lnTo>
                <a:lnTo>
                  <a:pt x="2794" y="646"/>
                </a:lnTo>
                <a:lnTo>
                  <a:pt x="2807" y="644"/>
                </a:lnTo>
                <a:lnTo>
                  <a:pt x="2820" y="642"/>
                </a:lnTo>
                <a:lnTo>
                  <a:pt x="2832" y="640"/>
                </a:lnTo>
                <a:lnTo>
                  <a:pt x="2845" y="638"/>
                </a:lnTo>
                <a:lnTo>
                  <a:pt x="2857" y="636"/>
                </a:lnTo>
                <a:lnTo>
                  <a:pt x="2870" y="634"/>
                </a:lnTo>
                <a:lnTo>
                  <a:pt x="2882" y="632"/>
                </a:lnTo>
                <a:lnTo>
                  <a:pt x="2895" y="630"/>
                </a:lnTo>
                <a:lnTo>
                  <a:pt x="2907" y="628"/>
                </a:lnTo>
                <a:lnTo>
                  <a:pt x="2920" y="626"/>
                </a:lnTo>
                <a:lnTo>
                  <a:pt x="2932" y="624"/>
                </a:lnTo>
                <a:lnTo>
                  <a:pt x="2945" y="622"/>
                </a:lnTo>
                <a:lnTo>
                  <a:pt x="2957" y="620"/>
                </a:lnTo>
                <a:lnTo>
                  <a:pt x="2970" y="617"/>
                </a:lnTo>
                <a:lnTo>
                  <a:pt x="2982" y="615"/>
                </a:lnTo>
                <a:lnTo>
                  <a:pt x="2995" y="613"/>
                </a:lnTo>
                <a:lnTo>
                  <a:pt x="3008" y="611"/>
                </a:lnTo>
                <a:lnTo>
                  <a:pt x="3020" y="608"/>
                </a:lnTo>
                <a:lnTo>
                  <a:pt x="3033" y="606"/>
                </a:lnTo>
                <a:lnTo>
                  <a:pt x="3045" y="604"/>
                </a:lnTo>
                <a:lnTo>
                  <a:pt x="3058" y="602"/>
                </a:lnTo>
                <a:lnTo>
                  <a:pt x="3070" y="599"/>
                </a:lnTo>
                <a:lnTo>
                  <a:pt x="3083" y="597"/>
                </a:lnTo>
                <a:lnTo>
                  <a:pt x="3095" y="594"/>
                </a:lnTo>
                <a:lnTo>
                  <a:pt x="3108" y="592"/>
                </a:lnTo>
                <a:lnTo>
                  <a:pt x="3120" y="590"/>
                </a:lnTo>
                <a:lnTo>
                  <a:pt x="3133" y="587"/>
                </a:lnTo>
                <a:lnTo>
                  <a:pt x="3145" y="585"/>
                </a:lnTo>
                <a:lnTo>
                  <a:pt x="3158" y="582"/>
                </a:lnTo>
                <a:lnTo>
                  <a:pt x="3170" y="580"/>
                </a:lnTo>
                <a:lnTo>
                  <a:pt x="3183" y="577"/>
                </a:lnTo>
                <a:lnTo>
                  <a:pt x="3195" y="575"/>
                </a:lnTo>
                <a:lnTo>
                  <a:pt x="3208" y="572"/>
                </a:lnTo>
                <a:lnTo>
                  <a:pt x="3221" y="569"/>
                </a:lnTo>
                <a:lnTo>
                  <a:pt x="3233" y="567"/>
                </a:lnTo>
                <a:lnTo>
                  <a:pt x="3246" y="564"/>
                </a:lnTo>
                <a:lnTo>
                  <a:pt x="3258" y="562"/>
                </a:lnTo>
                <a:lnTo>
                  <a:pt x="3271" y="559"/>
                </a:lnTo>
                <a:lnTo>
                  <a:pt x="3283" y="556"/>
                </a:lnTo>
                <a:lnTo>
                  <a:pt x="3296" y="553"/>
                </a:lnTo>
                <a:lnTo>
                  <a:pt x="3308" y="551"/>
                </a:lnTo>
                <a:lnTo>
                  <a:pt x="3321" y="548"/>
                </a:lnTo>
                <a:lnTo>
                  <a:pt x="3333" y="545"/>
                </a:lnTo>
                <a:lnTo>
                  <a:pt x="3346" y="542"/>
                </a:lnTo>
                <a:lnTo>
                  <a:pt x="3358" y="540"/>
                </a:lnTo>
                <a:lnTo>
                  <a:pt x="3371" y="537"/>
                </a:lnTo>
                <a:lnTo>
                  <a:pt x="3383" y="534"/>
                </a:lnTo>
                <a:lnTo>
                  <a:pt x="3396" y="531"/>
                </a:lnTo>
                <a:lnTo>
                  <a:pt x="3409" y="528"/>
                </a:lnTo>
                <a:lnTo>
                  <a:pt x="3421" y="525"/>
                </a:lnTo>
                <a:lnTo>
                  <a:pt x="3434" y="522"/>
                </a:lnTo>
                <a:lnTo>
                  <a:pt x="3446" y="519"/>
                </a:lnTo>
                <a:lnTo>
                  <a:pt x="3459" y="516"/>
                </a:lnTo>
                <a:lnTo>
                  <a:pt x="3471" y="513"/>
                </a:lnTo>
                <a:lnTo>
                  <a:pt x="3484" y="510"/>
                </a:lnTo>
                <a:lnTo>
                  <a:pt x="3496" y="507"/>
                </a:lnTo>
                <a:lnTo>
                  <a:pt x="3509" y="504"/>
                </a:lnTo>
                <a:lnTo>
                  <a:pt x="3521" y="501"/>
                </a:lnTo>
                <a:lnTo>
                  <a:pt x="3534" y="498"/>
                </a:lnTo>
                <a:lnTo>
                  <a:pt x="3546" y="495"/>
                </a:lnTo>
                <a:lnTo>
                  <a:pt x="3559" y="492"/>
                </a:lnTo>
                <a:lnTo>
                  <a:pt x="3571" y="489"/>
                </a:lnTo>
                <a:lnTo>
                  <a:pt x="3584" y="486"/>
                </a:lnTo>
                <a:lnTo>
                  <a:pt x="3596" y="482"/>
                </a:lnTo>
                <a:lnTo>
                  <a:pt x="3609" y="479"/>
                </a:lnTo>
                <a:lnTo>
                  <a:pt x="3622" y="476"/>
                </a:lnTo>
                <a:lnTo>
                  <a:pt x="3634" y="473"/>
                </a:lnTo>
                <a:lnTo>
                  <a:pt x="3647" y="469"/>
                </a:lnTo>
                <a:lnTo>
                  <a:pt x="3659" y="466"/>
                </a:lnTo>
                <a:lnTo>
                  <a:pt x="3672" y="463"/>
                </a:lnTo>
                <a:lnTo>
                  <a:pt x="3684" y="460"/>
                </a:lnTo>
                <a:lnTo>
                  <a:pt x="3697" y="456"/>
                </a:lnTo>
                <a:lnTo>
                  <a:pt x="3709" y="453"/>
                </a:lnTo>
                <a:lnTo>
                  <a:pt x="3722" y="449"/>
                </a:lnTo>
                <a:lnTo>
                  <a:pt x="3734" y="446"/>
                </a:lnTo>
                <a:lnTo>
                  <a:pt x="3747" y="443"/>
                </a:lnTo>
                <a:lnTo>
                  <a:pt x="3759" y="439"/>
                </a:lnTo>
                <a:lnTo>
                  <a:pt x="3772" y="436"/>
                </a:lnTo>
                <a:lnTo>
                  <a:pt x="3784" y="432"/>
                </a:lnTo>
                <a:lnTo>
                  <a:pt x="3797" y="429"/>
                </a:lnTo>
                <a:lnTo>
                  <a:pt x="3810" y="425"/>
                </a:lnTo>
                <a:lnTo>
                  <a:pt x="3822" y="422"/>
                </a:lnTo>
                <a:lnTo>
                  <a:pt x="3835" y="418"/>
                </a:lnTo>
                <a:lnTo>
                  <a:pt x="3847" y="415"/>
                </a:lnTo>
                <a:lnTo>
                  <a:pt x="3860" y="411"/>
                </a:lnTo>
                <a:lnTo>
                  <a:pt x="3872" y="407"/>
                </a:lnTo>
                <a:lnTo>
                  <a:pt x="3885" y="404"/>
                </a:lnTo>
                <a:lnTo>
                  <a:pt x="3897" y="400"/>
                </a:lnTo>
                <a:lnTo>
                  <a:pt x="3910" y="396"/>
                </a:lnTo>
                <a:lnTo>
                  <a:pt x="3922" y="393"/>
                </a:lnTo>
                <a:lnTo>
                  <a:pt x="3935" y="389"/>
                </a:lnTo>
                <a:lnTo>
                  <a:pt x="3947" y="385"/>
                </a:lnTo>
                <a:lnTo>
                  <a:pt x="3960" y="381"/>
                </a:lnTo>
                <a:lnTo>
                  <a:pt x="3972" y="378"/>
                </a:lnTo>
                <a:lnTo>
                  <a:pt x="3985" y="374"/>
                </a:lnTo>
                <a:lnTo>
                  <a:pt x="3997" y="370"/>
                </a:lnTo>
                <a:lnTo>
                  <a:pt x="4010" y="366"/>
                </a:lnTo>
                <a:lnTo>
                  <a:pt x="4023" y="362"/>
                </a:lnTo>
                <a:lnTo>
                  <a:pt x="4035" y="358"/>
                </a:lnTo>
                <a:lnTo>
                  <a:pt x="4048" y="354"/>
                </a:lnTo>
                <a:lnTo>
                  <a:pt x="4060" y="351"/>
                </a:lnTo>
                <a:lnTo>
                  <a:pt x="4073" y="347"/>
                </a:lnTo>
                <a:lnTo>
                  <a:pt x="4085" y="343"/>
                </a:lnTo>
                <a:lnTo>
                  <a:pt x="4098" y="339"/>
                </a:lnTo>
                <a:lnTo>
                  <a:pt x="4110" y="335"/>
                </a:lnTo>
                <a:lnTo>
                  <a:pt x="4123" y="331"/>
                </a:lnTo>
                <a:lnTo>
                  <a:pt x="4135" y="327"/>
                </a:lnTo>
                <a:lnTo>
                  <a:pt x="4148" y="323"/>
                </a:lnTo>
                <a:lnTo>
                  <a:pt x="4160" y="318"/>
                </a:lnTo>
                <a:lnTo>
                  <a:pt x="4173" y="314"/>
                </a:lnTo>
                <a:lnTo>
                  <a:pt x="4185" y="310"/>
                </a:lnTo>
                <a:lnTo>
                  <a:pt x="4198" y="306"/>
                </a:lnTo>
                <a:lnTo>
                  <a:pt x="4211" y="302"/>
                </a:lnTo>
                <a:lnTo>
                  <a:pt x="4223" y="298"/>
                </a:lnTo>
                <a:lnTo>
                  <a:pt x="4236" y="294"/>
                </a:lnTo>
                <a:lnTo>
                  <a:pt x="4248" y="289"/>
                </a:lnTo>
                <a:lnTo>
                  <a:pt x="4261" y="285"/>
                </a:lnTo>
                <a:lnTo>
                  <a:pt x="4273" y="281"/>
                </a:lnTo>
                <a:lnTo>
                  <a:pt x="4286" y="277"/>
                </a:lnTo>
                <a:lnTo>
                  <a:pt x="4298" y="272"/>
                </a:lnTo>
                <a:lnTo>
                  <a:pt x="4311" y="268"/>
                </a:lnTo>
                <a:lnTo>
                  <a:pt x="4323" y="264"/>
                </a:lnTo>
                <a:lnTo>
                  <a:pt x="4336" y="259"/>
                </a:lnTo>
                <a:lnTo>
                  <a:pt x="4348" y="255"/>
                </a:lnTo>
                <a:lnTo>
                  <a:pt x="4361" y="250"/>
                </a:lnTo>
                <a:lnTo>
                  <a:pt x="4373" y="246"/>
                </a:lnTo>
                <a:lnTo>
                  <a:pt x="4386" y="242"/>
                </a:lnTo>
                <a:lnTo>
                  <a:pt x="4398" y="237"/>
                </a:lnTo>
                <a:lnTo>
                  <a:pt x="4411" y="233"/>
                </a:lnTo>
                <a:lnTo>
                  <a:pt x="4424" y="228"/>
                </a:lnTo>
                <a:lnTo>
                  <a:pt x="4436" y="224"/>
                </a:lnTo>
                <a:lnTo>
                  <a:pt x="4449" y="219"/>
                </a:lnTo>
                <a:lnTo>
                  <a:pt x="4461" y="215"/>
                </a:lnTo>
                <a:lnTo>
                  <a:pt x="4474" y="210"/>
                </a:lnTo>
                <a:lnTo>
                  <a:pt x="4486" y="205"/>
                </a:lnTo>
                <a:lnTo>
                  <a:pt x="4499" y="201"/>
                </a:lnTo>
                <a:lnTo>
                  <a:pt x="4511" y="196"/>
                </a:lnTo>
                <a:lnTo>
                  <a:pt x="4524" y="191"/>
                </a:lnTo>
                <a:lnTo>
                  <a:pt x="4536" y="187"/>
                </a:lnTo>
                <a:lnTo>
                  <a:pt x="4549" y="182"/>
                </a:lnTo>
                <a:lnTo>
                  <a:pt x="4561" y="177"/>
                </a:lnTo>
                <a:lnTo>
                  <a:pt x="4574" y="173"/>
                </a:lnTo>
                <a:lnTo>
                  <a:pt x="4586" y="168"/>
                </a:lnTo>
                <a:lnTo>
                  <a:pt x="4599" y="163"/>
                </a:lnTo>
                <a:lnTo>
                  <a:pt x="4612" y="158"/>
                </a:lnTo>
                <a:lnTo>
                  <a:pt x="4624" y="153"/>
                </a:lnTo>
                <a:lnTo>
                  <a:pt x="4637" y="149"/>
                </a:lnTo>
                <a:lnTo>
                  <a:pt x="4649" y="144"/>
                </a:lnTo>
                <a:lnTo>
                  <a:pt x="4662" y="139"/>
                </a:lnTo>
                <a:lnTo>
                  <a:pt x="4674" y="134"/>
                </a:lnTo>
                <a:lnTo>
                  <a:pt x="4687" y="129"/>
                </a:lnTo>
                <a:lnTo>
                  <a:pt x="4699" y="124"/>
                </a:lnTo>
                <a:lnTo>
                  <a:pt x="4712" y="119"/>
                </a:lnTo>
                <a:lnTo>
                  <a:pt x="4724" y="114"/>
                </a:lnTo>
                <a:lnTo>
                  <a:pt x="4737" y="109"/>
                </a:lnTo>
                <a:lnTo>
                  <a:pt x="4749" y="104"/>
                </a:lnTo>
                <a:lnTo>
                  <a:pt x="4762" y="99"/>
                </a:lnTo>
                <a:lnTo>
                  <a:pt x="4774" y="94"/>
                </a:lnTo>
                <a:lnTo>
                  <a:pt x="4787" y="89"/>
                </a:lnTo>
                <a:lnTo>
                  <a:pt x="4799" y="84"/>
                </a:lnTo>
                <a:lnTo>
                  <a:pt x="4812" y="79"/>
                </a:lnTo>
                <a:lnTo>
                  <a:pt x="4825" y="74"/>
                </a:lnTo>
                <a:lnTo>
                  <a:pt x="4837" y="69"/>
                </a:lnTo>
                <a:lnTo>
                  <a:pt x="4850" y="63"/>
                </a:lnTo>
                <a:lnTo>
                  <a:pt x="4862" y="58"/>
                </a:lnTo>
                <a:lnTo>
                  <a:pt x="4875" y="53"/>
                </a:lnTo>
                <a:lnTo>
                  <a:pt x="4887" y="48"/>
                </a:lnTo>
                <a:lnTo>
                  <a:pt x="4900" y="43"/>
                </a:lnTo>
                <a:lnTo>
                  <a:pt x="4912" y="37"/>
                </a:lnTo>
                <a:lnTo>
                  <a:pt x="4925" y="32"/>
                </a:lnTo>
                <a:lnTo>
                  <a:pt x="4937" y="27"/>
                </a:lnTo>
                <a:lnTo>
                  <a:pt x="4950" y="21"/>
                </a:lnTo>
                <a:lnTo>
                  <a:pt x="4962" y="16"/>
                </a:lnTo>
                <a:lnTo>
                  <a:pt x="4975" y="11"/>
                </a:lnTo>
                <a:lnTo>
                  <a:pt x="4987" y="5"/>
                </a:lnTo>
                <a:lnTo>
                  <a:pt x="5000" y="0"/>
                </a:lnTo>
              </a:path>
            </a:pathLst>
          </a:custGeom>
          <a:noFill/>
          <a:ln w="19050">
            <a:solidFill>
              <a:srgbClr val="C4B8DC"/>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8" name="Freeform 17"/>
          <p:cNvSpPr/>
          <p:nvPr/>
        </p:nvSpPr>
        <p:spPr>
          <a:xfrm>
            <a:off x="896112" y="3377794"/>
            <a:ext cx="4572000" cy="1276502"/>
          </a:xfrm>
          <a:custGeom>
            <a:avLst/>
            <a:gdLst/>
            <a:ahLst/>
            <a:cxnLst/>
            <a:rect l="l" t="t" r="r" b="b"/>
            <a:pathLst>
              <a:path w="5000" h="1396">
                <a:moveTo>
                  <a:pt x="0" y="713"/>
                </a:moveTo>
                <a:lnTo>
                  <a:pt x="13" y="721"/>
                </a:lnTo>
                <a:lnTo>
                  <a:pt x="25" y="729"/>
                </a:lnTo>
                <a:lnTo>
                  <a:pt x="38" y="737"/>
                </a:lnTo>
                <a:lnTo>
                  <a:pt x="50" y="746"/>
                </a:lnTo>
                <a:lnTo>
                  <a:pt x="63" y="754"/>
                </a:lnTo>
                <a:lnTo>
                  <a:pt x="75" y="762"/>
                </a:lnTo>
                <a:lnTo>
                  <a:pt x="88" y="770"/>
                </a:lnTo>
                <a:lnTo>
                  <a:pt x="100" y="778"/>
                </a:lnTo>
                <a:lnTo>
                  <a:pt x="113" y="786"/>
                </a:lnTo>
                <a:lnTo>
                  <a:pt x="125" y="793"/>
                </a:lnTo>
                <a:lnTo>
                  <a:pt x="138" y="801"/>
                </a:lnTo>
                <a:lnTo>
                  <a:pt x="150" y="809"/>
                </a:lnTo>
                <a:lnTo>
                  <a:pt x="163" y="817"/>
                </a:lnTo>
                <a:lnTo>
                  <a:pt x="175" y="824"/>
                </a:lnTo>
                <a:lnTo>
                  <a:pt x="188" y="832"/>
                </a:lnTo>
                <a:lnTo>
                  <a:pt x="201" y="839"/>
                </a:lnTo>
                <a:lnTo>
                  <a:pt x="213" y="847"/>
                </a:lnTo>
                <a:lnTo>
                  <a:pt x="226" y="854"/>
                </a:lnTo>
                <a:lnTo>
                  <a:pt x="238" y="862"/>
                </a:lnTo>
                <a:lnTo>
                  <a:pt x="251" y="869"/>
                </a:lnTo>
                <a:lnTo>
                  <a:pt x="263" y="876"/>
                </a:lnTo>
                <a:lnTo>
                  <a:pt x="276" y="884"/>
                </a:lnTo>
                <a:lnTo>
                  <a:pt x="288" y="891"/>
                </a:lnTo>
                <a:lnTo>
                  <a:pt x="301" y="898"/>
                </a:lnTo>
                <a:lnTo>
                  <a:pt x="313" y="905"/>
                </a:lnTo>
                <a:lnTo>
                  <a:pt x="326" y="912"/>
                </a:lnTo>
                <a:lnTo>
                  <a:pt x="338" y="919"/>
                </a:lnTo>
                <a:lnTo>
                  <a:pt x="351" y="926"/>
                </a:lnTo>
                <a:lnTo>
                  <a:pt x="363" y="933"/>
                </a:lnTo>
                <a:lnTo>
                  <a:pt x="376" y="940"/>
                </a:lnTo>
                <a:lnTo>
                  <a:pt x="388" y="946"/>
                </a:lnTo>
                <a:lnTo>
                  <a:pt x="401" y="953"/>
                </a:lnTo>
                <a:lnTo>
                  <a:pt x="414" y="960"/>
                </a:lnTo>
                <a:lnTo>
                  <a:pt x="426" y="966"/>
                </a:lnTo>
                <a:lnTo>
                  <a:pt x="439" y="973"/>
                </a:lnTo>
                <a:lnTo>
                  <a:pt x="451" y="979"/>
                </a:lnTo>
                <a:lnTo>
                  <a:pt x="464" y="986"/>
                </a:lnTo>
                <a:lnTo>
                  <a:pt x="476" y="992"/>
                </a:lnTo>
                <a:lnTo>
                  <a:pt x="489" y="999"/>
                </a:lnTo>
                <a:lnTo>
                  <a:pt x="501" y="1005"/>
                </a:lnTo>
                <a:lnTo>
                  <a:pt x="514" y="1011"/>
                </a:lnTo>
                <a:lnTo>
                  <a:pt x="526" y="1018"/>
                </a:lnTo>
                <a:lnTo>
                  <a:pt x="539" y="1024"/>
                </a:lnTo>
                <a:lnTo>
                  <a:pt x="551" y="1030"/>
                </a:lnTo>
                <a:lnTo>
                  <a:pt x="564" y="1036"/>
                </a:lnTo>
                <a:lnTo>
                  <a:pt x="576" y="1042"/>
                </a:lnTo>
                <a:lnTo>
                  <a:pt x="589" y="1048"/>
                </a:lnTo>
                <a:lnTo>
                  <a:pt x="602" y="1054"/>
                </a:lnTo>
                <a:lnTo>
                  <a:pt x="614" y="1060"/>
                </a:lnTo>
                <a:lnTo>
                  <a:pt x="627" y="1065"/>
                </a:lnTo>
                <a:lnTo>
                  <a:pt x="639" y="1071"/>
                </a:lnTo>
                <a:lnTo>
                  <a:pt x="652" y="1077"/>
                </a:lnTo>
                <a:lnTo>
                  <a:pt x="664" y="1083"/>
                </a:lnTo>
                <a:lnTo>
                  <a:pt x="677" y="1088"/>
                </a:lnTo>
                <a:lnTo>
                  <a:pt x="689" y="1094"/>
                </a:lnTo>
                <a:lnTo>
                  <a:pt x="702" y="1099"/>
                </a:lnTo>
                <a:lnTo>
                  <a:pt x="714" y="1105"/>
                </a:lnTo>
                <a:lnTo>
                  <a:pt x="727" y="1110"/>
                </a:lnTo>
                <a:lnTo>
                  <a:pt x="739" y="1116"/>
                </a:lnTo>
                <a:lnTo>
                  <a:pt x="752" y="1121"/>
                </a:lnTo>
                <a:lnTo>
                  <a:pt x="764" y="1126"/>
                </a:lnTo>
                <a:lnTo>
                  <a:pt x="777" y="1131"/>
                </a:lnTo>
                <a:lnTo>
                  <a:pt x="789" y="1136"/>
                </a:lnTo>
                <a:lnTo>
                  <a:pt x="802" y="1142"/>
                </a:lnTo>
                <a:lnTo>
                  <a:pt x="815" y="1147"/>
                </a:lnTo>
                <a:lnTo>
                  <a:pt x="827" y="1152"/>
                </a:lnTo>
                <a:lnTo>
                  <a:pt x="840" y="1157"/>
                </a:lnTo>
                <a:lnTo>
                  <a:pt x="852" y="1161"/>
                </a:lnTo>
                <a:lnTo>
                  <a:pt x="865" y="1166"/>
                </a:lnTo>
                <a:lnTo>
                  <a:pt x="877" y="1171"/>
                </a:lnTo>
                <a:lnTo>
                  <a:pt x="890" y="1176"/>
                </a:lnTo>
                <a:lnTo>
                  <a:pt x="902" y="1181"/>
                </a:lnTo>
                <a:lnTo>
                  <a:pt x="915" y="1185"/>
                </a:lnTo>
                <a:lnTo>
                  <a:pt x="927" y="1190"/>
                </a:lnTo>
                <a:lnTo>
                  <a:pt x="940" y="1194"/>
                </a:lnTo>
                <a:lnTo>
                  <a:pt x="952" y="1199"/>
                </a:lnTo>
                <a:lnTo>
                  <a:pt x="965" y="1203"/>
                </a:lnTo>
                <a:lnTo>
                  <a:pt x="977" y="1208"/>
                </a:lnTo>
                <a:lnTo>
                  <a:pt x="990" y="1212"/>
                </a:lnTo>
                <a:lnTo>
                  <a:pt x="1003" y="1216"/>
                </a:lnTo>
                <a:lnTo>
                  <a:pt x="1015" y="1221"/>
                </a:lnTo>
                <a:lnTo>
                  <a:pt x="1028" y="1225"/>
                </a:lnTo>
                <a:lnTo>
                  <a:pt x="1040" y="1229"/>
                </a:lnTo>
                <a:lnTo>
                  <a:pt x="1053" y="1233"/>
                </a:lnTo>
                <a:lnTo>
                  <a:pt x="1065" y="1237"/>
                </a:lnTo>
                <a:lnTo>
                  <a:pt x="1078" y="1241"/>
                </a:lnTo>
                <a:lnTo>
                  <a:pt x="1090" y="1245"/>
                </a:lnTo>
                <a:lnTo>
                  <a:pt x="1103" y="1249"/>
                </a:lnTo>
                <a:lnTo>
                  <a:pt x="1115" y="1253"/>
                </a:lnTo>
                <a:lnTo>
                  <a:pt x="1128" y="1257"/>
                </a:lnTo>
                <a:lnTo>
                  <a:pt x="1140" y="1260"/>
                </a:lnTo>
                <a:lnTo>
                  <a:pt x="1153" y="1264"/>
                </a:lnTo>
                <a:lnTo>
                  <a:pt x="1165" y="1268"/>
                </a:lnTo>
                <a:lnTo>
                  <a:pt x="1178" y="1271"/>
                </a:lnTo>
                <a:lnTo>
                  <a:pt x="1190" y="1275"/>
                </a:lnTo>
                <a:lnTo>
                  <a:pt x="1203" y="1278"/>
                </a:lnTo>
                <a:lnTo>
                  <a:pt x="1216" y="1282"/>
                </a:lnTo>
                <a:lnTo>
                  <a:pt x="1228" y="1285"/>
                </a:lnTo>
                <a:lnTo>
                  <a:pt x="1241" y="1288"/>
                </a:lnTo>
                <a:lnTo>
                  <a:pt x="1253" y="1292"/>
                </a:lnTo>
                <a:lnTo>
                  <a:pt x="1266" y="1295"/>
                </a:lnTo>
                <a:lnTo>
                  <a:pt x="1278" y="1298"/>
                </a:lnTo>
                <a:lnTo>
                  <a:pt x="1291" y="1301"/>
                </a:lnTo>
                <a:lnTo>
                  <a:pt x="1303" y="1304"/>
                </a:lnTo>
                <a:lnTo>
                  <a:pt x="1316" y="1307"/>
                </a:lnTo>
                <a:lnTo>
                  <a:pt x="1328" y="1310"/>
                </a:lnTo>
                <a:lnTo>
                  <a:pt x="1341" y="1313"/>
                </a:lnTo>
                <a:lnTo>
                  <a:pt x="1353" y="1316"/>
                </a:lnTo>
                <a:lnTo>
                  <a:pt x="1366" y="1319"/>
                </a:lnTo>
                <a:lnTo>
                  <a:pt x="1378" y="1322"/>
                </a:lnTo>
                <a:lnTo>
                  <a:pt x="1391" y="1324"/>
                </a:lnTo>
                <a:lnTo>
                  <a:pt x="1404" y="1327"/>
                </a:lnTo>
                <a:lnTo>
                  <a:pt x="1416" y="1330"/>
                </a:lnTo>
                <a:lnTo>
                  <a:pt x="1429" y="1332"/>
                </a:lnTo>
                <a:lnTo>
                  <a:pt x="1441" y="1335"/>
                </a:lnTo>
                <a:lnTo>
                  <a:pt x="1454" y="1337"/>
                </a:lnTo>
                <a:lnTo>
                  <a:pt x="1466" y="1340"/>
                </a:lnTo>
                <a:lnTo>
                  <a:pt x="1479" y="1342"/>
                </a:lnTo>
                <a:lnTo>
                  <a:pt x="1491" y="1344"/>
                </a:lnTo>
                <a:lnTo>
                  <a:pt x="1504" y="1347"/>
                </a:lnTo>
                <a:lnTo>
                  <a:pt x="1516" y="1349"/>
                </a:lnTo>
                <a:lnTo>
                  <a:pt x="1529" y="1351"/>
                </a:lnTo>
                <a:lnTo>
                  <a:pt x="1541" y="1353"/>
                </a:lnTo>
                <a:lnTo>
                  <a:pt x="1554" y="1355"/>
                </a:lnTo>
                <a:lnTo>
                  <a:pt x="1566" y="1357"/>
                </a:lnTo>
                <a:lnTo>
                  <a:pt x="1579" y="1359"/>
                </a:lnTo>
                <a:lnTo>
                  <a:pt x="1591" y="1361"/>
                </a:lnTo>
                <a:lnTo>
                  <a:pt x="1604" y="1363"/>
                </a:lnTo>
                <a:lnTo>
                  <a:pt x="1617" y="1365"/>
                </a:lnTo>
                <a:lnTo>
                  <a:pt x="1629" y="1366"/>
                </a:lnTo>
                <a:lnTo>
                  <a:pt x="1642" y="1368"/>
                </a:lnTo>
                <a:lnTo>
                  <a:pt x="1654" y="1370"/>
                </a:lnTo>
                <a:lnTo>
                  <a:pt x="1667" y="1371"/>
                </a:lnTo>
                <a:lnTo>
                  <a:pt x="1679" y="1373"/>
                </a:lnTo>
                <a:lnTo>
                  <a:pt x="1692" y="1375"/>
                </a:lnTo>
                <a:lnTo>
                  <a:pt x="1704" y="1376"/>
                </a:lnTo>
                <a:lnTo>
                  <a:pt x="1717" y="1377"/>
                </a:lnTo>
                <a:lnTo>
                  <a:pt x="1729" y="1379"/>
                </a:lnTo>
                <a:lnTo>
                  <a:pt x="1742" y="1380"/>
                </a:lnTo>
                <a:lnTo>
                  <a:pt x="1754" y="1381"/>
                </a:lnTo>
                <a:lnTo>
                  <a:pt x="1767" y="1382"/>
                </a:lnTo>
                <a:lnTo>
                  <a:pt x="1779" y="1384"/>
                </a:lnTo>
                <a:lnTo>
                  <a:pt x="1792" y="1385"/>
                </a:lnTo>
                <a:lnTo>
                  <a:pt x="1805" y="1386"/>
                </a:lnTo>
                <a:lnTo>
                  <a:pt x="1817" y="1387"/>
                </a:lnTo>
                <a:lnTo>
                  <a:pt x="1830" y="1388"/>
                </a:lnTo>
                <a:lnTo>
                  <a:pt x="1842" y="1389"/>
                </a:lnTo>
                <a:lnTo>
                  <a:pt x="1855" y="1389"/>
                </a:lnTo>
                <a:lnTo>
                  <a:pt x="1867" y="1390"/>
                </a:lnTo>
                <a:lnTo>
                  <a:pt x="1880" y="1391"/>
                </a:lnTo>
                <a:lnTo>
                  <a:pt x="1892" y="1392"/>
                </a:lnTo>
                <a:lnTo>
                  <a:pt x="1905" y="1392"/>
                </a:lnTo>
                <a:lnTo>
                  <a:pt x="1917" y="1393"/>
                </a:lnTo>
                <a:lnTo>
                  <a:pt x="1930" y="1394"/>
                </a:lnTo>
                <a:lnTo>
                  <a:pt x="1942" y="1394"/>
                </a:lnTo>
                <a:lnTo>
                  <a:pt x="1955" y="1394"/>
                </a:lnTo>
                <a:lnTo>
                  <a:pt x="1967" y="1395"/>
                </a:lnTo>
                <a:lnTo>
                  <a:pt x="1980" y="1395"/>
                </a:lnTo>
                <a:lnTo>
                  <a:pt x="1992" y="1395"/>
                </a:lnTo>
                <a:lnTo>
                  <a:pt x="2005" y="1396"/>
                </a:lnTo>
                <a:lnTo>
                  <a:pt x="2018" y="1396"/>
                </a:lnTo>
                <a:lnTo>
                  <a:pt x="2030" y="1396"/>
                </a:lnTo>
                <a:lnTo>
                  <a:pt x="2043" y="1396"/>
                </a:lnTo>
                <a:lnTo>
                  <a:pt x="2055" y="1396"/>
                </a:lnTo>
                <a:lnTo>
                  <a:pt x="2068" y="1396"/>
                </a:lnTo>
                <a:lnTo>
                  <a:pt x="2080" y="1396"/>
                </a:lnTo>
                <a:lnTo>
                  <a:pt x="2093" y="1396"/>
                </a:lnTo>
                <a:lnTo>
                  <a:pt x="2105" y="1396"/>
                </a:lnTo>
                <a:lnTo>
                  <a:pt x="2118" y="1396"/>
                </a:lnTo>
                <a:lnTo>
                  <a:pt x="2130" y="1395"/>
                </a:lnTo>
                <a:lnTo>
                  <a:pt x="2143" y="1395"/>
                </a:lnTo>
                <a:lnTo>
                  <a:pt x="2155" y="1395"/>
                </a:lnTo>
                <a:lnTo>
                  <a:pt x="2168" y="1394"/>
                </a:lnTo>
                <a:lnTo>
                  <a:pt x="2180" y="1394"/>
                </a:lnTo>
                <a:lnTo>
                  <a:pt x="2193" y="1393"/>
                </a:lnTo>
                <a:lnTo>
                  <a:pt x="2206" y="1393"/>
                </a:lnTo>
                <a:lnTo>
                  <a:pt x="2218" y="1392"/>
                </a:lnTo>
                <a:lnTo>
                  <a:pt x="2231" y="1391"/>
                </a:lnTo>
                <a:lnTo>
                  <a:pt x="2243" y="1391"/>
                </a:lnTo>
                <a:lnTo>
                  <a:pt x="2256" y="1390"/>
                </a:lnTo>
                <a:lnTo>
                  <a:pt x="2268" y="1389"/>
                </a:lnTo>
                <a:lnTo>
                  <a:pt x="2281" y="1388"/>
                </a:lnTo>
                <a:lnTo>
                  <a:pt x="2293" y="1387"/>
                </a:lnTo>
                <a:lnTo>
                  <a:pt x="2306" y="1386"/>
                </a:lnTo>
                <a:lnTo>
                  <a:pt x="2318" y="1385"/>
                </a:lnTo>
                <a:lnTo>
                  <a:pt x="2331" y="1384"/>
                </a:lnTo>
                <a:lnTo>
                  <a:pt x="2343" y="1383"/>
                </a:lnTo>
                <a:lnTo>
                  <a:pt x="2356" y="1382"/>
                </a:lnTo>
                <a:lnTo>
                  <a:pt x="2368" y="1381"/>
                </a:lnTo>
                <a:lnTo>
                  <a:pt x="2381" y="1379"/>
                </a:lnTo>
                <a:lnTo>
                  <a:pt x="2393" y="1378"/>
                </a:lnTo>
                <a:lnTo>
                  <a:pt x="2406" y="1377"/>
                </a:lnTo>
                <a:lnTo>
                  <a:pt x="2419" y="1375"/>
                </a:lnTo>
                <a:lnTo>
                  <a:pt x="2431" y="1374"/>
                </a:lnTo>
                <a:lnTo>
                  <a:pt x="2444" y="1372"/>
                </a:lnTo>
                <a:lnTo>
                  <a:pt x="2456" y="1371"/>
                </a:lnTo>
                <a:lnTo>
                  <a:pt x="2469" y="1369"/>
                </a:lnTo>
                <a:lnTo>
                  <a:pt x="2481" y="1367"/>
                </a:lnTo>
                <a:lnTo>
                  <a:pt x="2494" y="1366"/>
                </a:lnTo>
                <a:lnTo>
                  <a:pt x="2506" y="1364"/>
                </a:lnTo>
                <a:lnTo>
                  <a:pt x="2519" y="1362"/>
                </a:lnTo>
                <a:lnTo>
                  <a:pt x="2531" y="1360"/>
                </a:lnTo>
                <a:lnTo>
                  <a:pt x="2544" y="1358"/>
                </a:lnTo>
                <a:lnTo>
                  <a:pt x="2556" y="1356"/>
                </a:lnTo>
                <a:lnTo>
                  <a:pt x="2569" y="1354"/>
                </a:lnTo>
                <a:lnTo>
                  <a:pt x="2581" y="1352"/>
                </a:lnTo>
                <a:lnTo>
                  <a:pt x="2594" y="1350"/>
                </a:lnTo>
                <a:lnTo>
                  <a:pt x="2607" y="1348"/>
                </a:lnTo>
                <a:lnTo>
                  <a:pt x="2619" y="1345"/>
                </a:lnTo>
                <a:lnTo>
                  <a:pt x="2632" y="1343"/>
                </a:lnTo>
                <a:lnTo>
                  <a:pt x="2644" y="1341"/>
                </a:lnTo>
                <a:lnTo>
                  <a:pt x="2657" y="1338"/>
                </a:lnTo>
                <a:lnTo>
                  <a:pt x="2669" y="1336"/>
                </a:lnTo>
                <a:lnTo>
                  <a:pt x="2682" y="1334"/>
                </a:lnTo>
                <a:lnTo>
                  <a:pt x="2694" y="1331"/>
                </a:lnTo>
                <a:lnTo>
                  <a:pt x="2707" y="1328"/>
                </a:lnTo>
                <a:lnTo>
                  <a:pt x="2719" y="1326"/>
                </a:lnTo>
                <a:lnTo>
                  <a:pt x="2732" y="1323"/>
                </a:lnTo>
                <a:lnTo>
                  <a:pt x="2744" y="1320"/>
                </a:lnTo>
                <a:lnTo>
                  <a:pt x="2757" y="1317"/>
                </a:lnTo>
                <a:lnTo>
                  <a:pt x="2769" y="1315"/>
                </a:lnTo>
                <a:lnTo>
                  <a:pt x="2782" y="1312"/>
                </a:lnTo>
                <a:lnTo>
                  <a:pt x="2794" y="1309"/>
                </a:lnTo>
                <a:lnTo>
                  <a:pt x="2807" y="1306"/>
                </a:lnTo>
                <a:lnTo>
                  <a:pt x="2820" y="1303"/>
                </a:lnTo>
                <a:lnTo>
                  <a:pt x="2832" y="1300"/>
                </a:lnTo>
                <a:lnTo>
                  <a:pt x="2845" y="1296"/>
                </a:lnTo>
                <a:lnTo>
                  <a:pt x="2857" y="1293"/>
                </a:lnTo>
                <a:lnTo>
                  <a:pt x="2870" y="1290"/>
                </a:lnTo>
                <a:lnTo>
                  <a:pt x="2882" y="1287"/>
                </a:lnTo>
                <a:lnTo>
                  <a:pt x="2895" y="1283"/>
                </a:lnTo>
                <a:lnTo>
                  <a:pt x="2907" y="1280"/>
                </a:lnTo>
                <a:lnTo>
                  <a:pt x="2920" y="1276"/>
                </a:lnTo>
                <a:lnTo>
                  <a:pt x="2932" y="1273"/>
                </a:lnTo>
                <a:lnTo>
                  <a:pt x="2945" y="1269"/>
                </a:lnTo>
                <a:lnTo>
                  <a:pt x="2957" y="1266"/>
                </a:lnTo>
                <a:lnTo>
                  <a:pt x="2970" y="1262"/>
                </a:lnTo>
                <a:lnTo>
                  <a:pt x="2982" y="1258"/>
                </a:lnTo>
                <a:lnTo>
                  <a:pt x="2995" y="1255"/>
                </a:lnTo>
                <a:lnTo>
                  <a:pt x="3008" y="1251"/>
                </a:lnTo>
                <a:lnTo>
                  <a:pt x="3020" y="1247"/>
                </a:lnTo>
                <a:lnTo>
                  <a:pt x="3033" y="1243"/>
                </a:lnTo>
                <a:lnTo>
                  <a:pt x="3045" y="1239"/>
                </a:lnTo>
                <a:lnTo>
                  <a:pt x="3058" y="1235"/>
                </a:lnTo>
                <a:lnTo>
                  <a:pt x="3070" y="1231"/>
                </a:lnTo>
                <a:lnTo>
                  <a:pt x="3083" y="1227"/>
                </a:lnTo>
                <a:lnTo>
                  <a:pt x="3095" y="1223"/>
                </a:lnTo>
                <a:lnTo>
                  <a:pt x="3108" y="1219"/>
                </a:lnTo>
                <a:lnTo>
                  <a:pt x="3120" y="1214"/>
                </a:lnTo>
                <a:lnTo>
                  <a:pt x="3133" y="1210"/>
                </a:lnTo>
                <a:lnTo>
                  <a:pt x="3145" y="1206"/>
                </a:lnTo>
                <a:lnTo>
                  <a:pt x="3158" y="1201"/>
                </a:lnTo>
                <a:lnTo>
                  <a:pt x="3170" y="1197"/>
                </a:lnTo>
                <a:lnTo>
                  <a:pt x="3183" y="1192"/>
                </a:lnTo>
                <a:lnTo>
                  <a:pt x="3195" y="1188"/>
                </a:lnTo>
                <a:lnTo>
                  <a:pt x="3208" y="1183"/>
                </a:lnTo>
                <a:lnTo>
                  <a:pt x="3221" y="1178"/>
                </a:lnTo>
                <a:lnTo>
                  <a:pt x="3233" y="1174"/>
                </a:lnTo>
                <a:lnTo>
                  <a:pt x="3246" y="1169"/>
                </a:lnTo>
                <a:lnTo>
                  <a:pt x="3258" y="1164"/>
                </a:lnTo>
                <a:lnTo>
                  <a:pt x="3271" y="1159"/>
                </a:lnTo>
                <a:lnTo>
                  <a:pt x="3283" y="1154"/>
                </a:lnTo>
                <a:lnTo>
                  <a:pt x="3296" y="1149"/>
                </a:lnTo>
                <a:lnTo>
                  <a:pt x="3308" y="1144"/>
                </a:lnTo>
                <a:lnTo>
                  <a:pt x="3321" y="1139"/>
                </a:lnTo>
                <a:lnTo>
                  <a:pt x="3333" y="1134"/>
                </a:lnTo>
                <a:lnTo>
                  <a:pt x="3346" y="1129"/>
                </a:lnTo>
                <a:lnTo>
                  <a:pt x="3358" y="1124"/>
                </a:lnTo>
                <a:lnTo>
                  <a:pt x="3371" y="1118"/>
                </a:lnTo>
                <a:lnTo>
                  <a:pt x="3383" y="1113"/>
                </a:lnTo>
                <a:lnTo>
                  <a:pt x="3396" y="1108"/>
                </a:lnTo>
                <a:lnTo>
                  <a:pt x="3409" y="1102"/>
                </a:lnTo>
                <a:lnTo>
                  <a:pt x="3421" y="1097"/>
                </a:lnTo>
                <a:lnTo>
                  <a:pt x="3434" y="1091"/>
                </a:lnTo>
                <a:lnTo>
                  <a:pt x="3446" y="1086"/>
                </a:lnTo>
                <a:lnTo>
                  <a:pt x="3459" y="1080"/>
                </a:lnTo>
                <a:lnTo>
                  <a:pt x="3471" y="1074"/>
                </a:lnTo>
                <a:lnTo>
                  <a:pt x="3484" y="1068"/>
                </a:lnTo>
                <a:lnTo>
                  <a:pt x="3496" y="1063"/>
                </a:lnTo>
                <a:lnTo>
                  <a:pt x="3509" y="1057"/>
                </a:lnTo>
                <a:lnTo>
                  <a:pt x="3521" y="1051"/>
                </a:lnTo>
                <a:lnTo>
                  <a:pt x="3534" y="1045"/>
                </a:lnTo>
                <a:lnTo>
                  <a:pt x="3546" y="1039"/>
                </a:lnTo>
                <a:lnTo>
                  <a:pt x="3559" y="1033"/>
                </a:lnTo>
                <a:lnTo>
                  <a:pt x="3571" y="1027"/>
                </a:lnTo>
                <a:lnTo>
                  <a:pt x="3584" y="1021"/>
                </a:lnTo>
                <a:lnTo>
                  <a:pt x="3596" y="1015"/>
                </a:lnTo>
                <a:lnTo>
                  <a:pt x="3609" y="1008"/>
                </a:lnTo>
                <a:lnTo>
                  <a:pt x="3622" y="1002"/>
                </a:lnTo>
                <a:lnTo>
                  <a:pt x="3634" y="996"/>
                </a:lnTo>
                <a:lnTo>
                  <a:pt x="3647" y="989"/>
                </a:lnTo>
                <a:lnTo>
                  <a:pt x="3659" y="983"/>
                </a:lnTo>
                <a:lnTo>
                  <a:pt x="3672" y="976"/>
                </a:lnTo>
                <a:lnTo>
                  <a:pt x="3684" y="970"/>
                </a:lnTo>
                <a:lnTo>
                  <a:pt x="3697" y="963"/>
                </a:lnTo>
                <a:lnTo>
                  <a:pt x="3709" y="957"/>
                </a:lnTo>
                <a:lnTo>
                  <a:pt x="3722" y="950"/>
                </a:lnTo>
                <a:lnTo>
                  <a:pt x="3734" y="943"/>
                </a:lnTo>
                <a:lnTo>
                  <a:pt x="3747" y="936"/>
                </a:lnTo>
                <a:lnTo>
                  <a:pt x="3759" y="929"/>
                </a:lnTo>
                <a:lnTo>
                  <a:pt x="3772" y="923"/>
                </a:lnTo>
                <a:lnTo>
                  <a:pt x="3784" y="916"/>
                </a:lnTo>
                <a:lnTo>
                  <a:pt x="3797" y="909"/>
                </a:lnTo>
                <a:lnTo>
                  <a:pt x="3810" y="902"/>
                </a:lnTo>
                <a:lnTo>
                  <a:pt x="3822" y="894"/>
                </a:lnTo>
                <a:lnTo>
                  <a:pt x="3835" y="887"/>
                </a:lnTo>
                <a:lnTo>
                  <a:pt x="3847" y="880"/>
                </a:lnTo>
                <a:lnTo>
                  <a:pt x="3860" y="873"/>
                </a:lnTo>
                <a:lnTo>
                  <a:pt x="3872" y="865"/>
                </a:lnTo>
                <a:lnTo>
                  <a:pt x="3885" y="858"/>
                </a:lnTo>
                <a:lnTo>
                  <a:pt x="3897" y="851"/>
                </a:lnTo>
                <a:lnTo>
                  <a:pt x="3910" y="843"/>
                </a:lnTo>
                <a:lnTo>
                  <a:pt x="3922" y="836"/>
                </a:lnTo>
                <a:lnTo>
                  <a:pt x="3935" y="828"/>
                </a:lnTo>
                <a:lnTo>
                  <a:pt x="3947" y="821"/>
                </a:lnTo>
                <a:lnTo>
                  <a:pt x="3960" y="813"/>
                </a:lnTo>
                <a:lnTo>
                  <a:pt x="3972" y="805"/>
                </a:lnTo>
                <a:lnTo>
                  <a:pt x="3985" y="797"/>
                </a:lnTo>
                <a:lnTo>
                  <a:pt x="3997" y="790"/>
                </a:lnTo>
                <a:lnTo>
                  <a:pt x="4010" y="782"/>
                </a:lnTo>
                <a:lnTo>
                  <a:pt x="4023" y="774"/>
                </a:lnTo>
                <a:lnTo>
                  <a:pt x="4035" y="766"/>
                </a:lnTo>
                <a:lnTo>
                  <a:pt x="4048" y="758"/>
                </a:lnTo>
                <a:lnTo>
                  <a:pt x="4060" y="750"/>
                </a:lnTo>
                <a:lnTo>
                  <a:pt x="4073" y="742"/>
                </a:lnTo>
                <a:lnTo>
                  <a:pt x="4085" y="734"/>
                </a:lnTo>
                <a:lnTo>
                  <a:pt x="4098" y="725"/>
                </a:lnTo>
                <a:lnTo>
                  <a:pt x="4110" y="717"/>
                </a:lnTo>
                <a:lnTo>
                  <a:pt x="4123" y="709"/>
                </a:lnTo>
                <a:lnTo>
                  <a:pt x="4135" y="700"/>
                </a:lnTo>
                <a:lnTo>
                  <a:pt x="4148" y="692"/>
                </a:lnTo>
                <a:lnTo>
                  <a:pt x="4160" y="683"/>
                </a:lnTo>
                <a:lnTo>
                  <a:pt x="4173" y="675"/>
                </a:lnTo>
                <a:lnTo>
                  <a:pt x="4185" y="666"/>
                </a:lnTo>
                <a:lnTo>
                  <a:pt x="4198" y="658"/>
                </a:lnTo>
                <a:lnTo>
                  <a:pt x="4211" y="649"/>
                </a:lnTo>
                <a:lnTo>
                  <a:pt x="4223" y="640"/>
                </a:lnTo>
                <a:lnTo>
                  <a:pt x="4236" y="632"/>
                </a:lnTo>
                <a:lnTo>
                  <a:pt x="4248" y="623"/>
                </a:lnTo>
                <a:lnTo>
                  <a:pt x="4261" y="614"/>
                </a:lnTo>
                <a:lnTo>
                  <a:pt x="4273" y="605"/>
                </a:lnTo>
                <a:lnTo>
                  <a:pt x="4286" y="596"/>
                </a:lnTo>
                <a:lnTo>
                  <a:pt x="4298" y="587"/>
                </a:lnTo>
                <a:lnTo>
                  <a:pt x="4311" y="578"/>
                </a:lnTo>
                <a:lnTo>
                  <a:pt x="4323" y="569"/>
                </a:lnTo>
                <a:lnTo>
                  <a:pt x="4336" y="559"/>
                </a:lnTo>
                <a:lnTo>
                  <a:pt x="4348" y="550"/>
                </a:lnTo>
                <a:lnTo>
                  <a:pt x="4361" y="541"/>
                </a:lnTo>
                <a:lnTo>
                  <a:pt x="4373" y="532"/>
                </a:lnTo>
                <a:lnTo>
                  <a:pt x="4386" y="522"/>
                </a:lnTo>
                <a:lnTo>
                  <a:pt x="4398" y="513"/>
                </a:lnTo>
                <a:lnTo>
                  <a:pt x="4411" y="503"/>
                </a:lnTo>
                <a:lnTo>
                  <a:pt x="4424" y="494"/>
                </a:lnTo>
                <a:lnTo>
                  <a:pt x="4436" y="484"/>
                </a:lnTo>
                <a:lnTo>
                  <a:pt x="4449" y="475"/>
                </a:lnTo>
                <a:lnTo>
                  <a:pt x="4461" y="465"/>
                </a:lnTo>
                <a:lnTo>
                  <a:pt x="4474" y="455"/>
                </a:lnTo>
                <a:lnTo>
                  <a:pt x="4486" y="445"/>
                </a:lnTo>
                <a:lnTo>
                  <a:pt x="4499" y="436"/>
                </a:lnTo>
                <a:lnTo>
                  <a:pt x="4511" y="426"/>
                </a:lnTo>
                <a:lnTo>
                  <a:pt x="4524" y="416"/>
                </a:lnTo>
                <a:lnTo>
                  <a:pt x="4536" y="406"/>
                </a:lnTo>
                <a:lnTo>
                  <a:pt x="4549" y="396"/>
                </a:lnTo>
                <a:lnTo>
                  <a:pt x="4561" y="386"/>
                </a:lnTo>
                <a:lnTo>
                  <a:pt x="4574" y="375"/>
                </a:lnTo>
                <a:lnTo>
                  <a:pt x="4586" y="365"/>
                </a:lnTo>
                <a:lnTo>
                  <a:pt x="4599" y="355"/>
                </a:lnTo>
                <a:lnTo>
                  <a:pt x="4612" y="345"/>
                </a:lnTo>
                <a:lnTo>
                  <a:pt x="4624" y="334"/>
                </a:lnTo>
                <a:lnTo>
                  <a:pt x="4637" y="324"/>
                </a:lnTo>
                <a:lnTo>
                  <a:pt x="4649" y="313"/>
                </a:lnTo>
                <a:lnTo>
                  <a:pt x="4662" y="303"/>
                </a:lnTo>
                <a:lnTo>
                  <a:pt x="4674" y="292"/>
                </a:lnTo>
                <a:lnTo>
                  <a:pt x="4687" y="282"/>
                </a:lnTo>
                <a:lnTo>
                  <a:pt x="4699" y="271"/>
                </a:lnTo>
                <a:lnTo>
                  <a:pt x="4712" y="260"/>
                </a:lnTo>
                <a:lnTo>
                  <a:pt x="4724" y="250"/>
                </a:lnTo>
                <a:lnTo>
                  <a:pt x="4737" y="239"/>
                </a:lnTo>
                <a:lnTo>
                  <a:pt x="4749" y="228"/>
                </a:lnTo>
                <a:lnTo>
                  <a:pt x="4762" y="217"/>
                </a:lnTo>
                <a:lnTo>
                  <a:pt x="4774" y="206"/>
                </a:lnTo>
                <a:lnTo>
                  <a:pt x="4787" y="195"/>
                </a:lnTo>
                <a:lnTo>
                  <a:pt x="4799" y="184"/>
                </a:lnTo>
                <a:lnTo>
                  <a:pt x="4812" y="173"/>
                </a:lnTo>
                <a:lnTo>
                  <a:pt x="4825" y="162"/>
                </a:lnTo>
                <a:lnTo>
                  <a:pt x="4837" y="151"/>
                </a:lnTo>
                <a:lnTo>
                  <a:pt x="4850" y="139"/>
                </a:lnTo>
                <a:lnTo>
                  <a:pt x="4862" y="128"/>
                </a:lnTo>
                <a:lnTo>
                  <a:pt x="4875" y="117"/>
                </a:lnTo>
                <a:lnTo>
                  <a:pt x="4887" y="105"/>
                </a:lnTo>
                <a:lnTo>
                  <a:pt x="4900" y="94"/>
                </a:lnTo>
                <a:lnTo>
                  <a:pt x="4912" y="82"/>
                </a:lnTo>
                <a:lnTo>
                  <a:pt x="4925" y="71"/>
                </a:lnTo>
                <a:lnTo>
                  <a:pt x="4937" y="59"/>
                </a:lnTo>
                <a:lnTo>
                  <a:pt x="4950" y="47"/>
                </a:lnTo>
                <a:lnTo>
                  <a:pt x="4962" y="36"/>
                </a:lnTo>
                <a:lnTo>
                  <a:pt x="4975" y="24"/>
                </a:lnTo>
                <a:lnTo>
                  <a:pt x="4987" y="12"/>
                </a:lnTo>
                <a:lnTo>
                  <a:pt x="5000" y="0"/>
                </a:lnTo>
              </a:path>
            </a:pathLst>
          </a:custGeom>
          <a:noFill/>
          <a:ln w="35560">
            <a:solidFill>
              <a:srgbClr val="C6532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9" name="TextBox 18"/>
          <p:cNvSpPr txBox="1"/>
          <p:nvPr/>
        </p:nvSpPr>
        <p:spPr>
          <a:xfrm>
            <a:off x="6510528" y="2423160"/>
            <a:ext cx="4572000" cy="274320"/>
          </a:xfrm>
          <a:prstGeom prst="rect">
            <a:avLst/>
          </a:prstGeom>
          <a:noFill/>
        </p:spPr>
        <p:txBody>
          <a:bodyPr wrap="square" lIns="0" rIns="0" tIns="0" bIns="0">
            <a:spAutoFit/>
          </a:bodyPr>
          <a:lstStyle/>
          <a:p>
            <a:pPr>
              <a:spcAft>
                <a:spcPts val="0"/>
              </a:spcAft>
              <a:defRPr sz="1600" b="0">
                <a:solidFill>
                  <a:srgbClr val="181D16"/>
                </a:solidFill>
                <a:latin typeface="Arial"/>
              </a:defRPr>
            </a:pPr>
            <a:r>
              <a:t>Degree 12  /  more variation</a:t>
            </a:r>
          </a:p>
        </p:txBody>
      </p:sp>
      <p:cxnSp>
        <p:nvCxnSpPr>
          <p:cNvPr id="20" name="Connector 19"/>
          <p:cNvCxnSpPr/>
          <p:nvPr/>
        </p:nvCxnSpPr>
        <p:spPr>
          <a:xfrm>
            <a:off x="6510528" y="5440680"/>
            <a:ext cx="4572000" cy="0"/>
          </a:xfrm>
          <a:prstGeom prst="line">
            <a:avLst/>
          </a:prstGeom>
          <a:ln w="12700">
            <a:solidFill>
              <a:srgbClr val="D4D6D0"/>
            </a:solidFill>
          </a:ln>
        </p:spPr>
        <p:style>
          <a:lnRef idx="2">
            <a:schemeClr val="accent1"/>
          </a:lnRef>
          <a:fillRef idx="0">
            <a:schemeClr val="accent1"/>
          </a:fillRef>
          <a:effectRef idx="0">
            <a:schemeClr val="accent1"/>
          </a:effectRef>
          <a:fontRef idx="minor">
            <a:schemeClr val="tx1"/>
          </a:fontRef>
        </p:style>
      </p:cxnSp>
      <p:cxnSp>
        <p:nvCxnSpPr>
          <p:cNvPr id="21" name="Connector 20"/>
          <p:cNvCxnSpPr/>
          <p:nvPr/>
        </p:nvCxnSpPr>
        <p:spPr>
          <a:xfrm>
            <a:off x="6510528" y="2834640"/>
            <a:ext cx="0" cy="2606040"/>
          </a:xfrm>
          <a:prstGeom prst="line">
            <a:avLst/>
          </a:prstGeom>
          <a:ln w="12700">
            <a:solidFill>
              <a:srgbClr val="D4D6D0"/>
            </a:solidFill>
          </a:ln>
        </p:spPr>
        <p:style>
          <a:lnRef idx="2">
            <a:schemeClr val="accent1"/>
          </a:lnRef>
          <a:fillRef idx="0">
            <a:schemeClr val="accent1"/>
          </a:fillRef>
          <a:effectRef idx="0">
            <a:schemeClr val="accent1"/>
          </a:effectRef>
          <a:fontRef idx="minor">
            <a:schemeClr val="tx1"/>
          </a:fontRef>
        </p:style>
      </p:cxnSp>
      <p:sp>
        <p:nvSpPr>
          <p:cNvPr id="22" name="TextBox 21"/>
          <p:cNvSpPr txBox="1"/>
          <p:nvPr/>
        </p:nvSpPr>
        <p:spPr>
          <a:xfrm>
            <a:off x="10991088" y="5532120"/>
            <a:ext cx="640080" cy="274320"/>
          </a:xfrm>
          <a:prstGeom prst="rect">
            <a:avLst/>
          </a:prstGeom>
          <a:noFill/>
        </p:spPr>
        <p:txBody>
          <a:bodyPr wrap="square" lIns="0" rIns="0" tIns="0" bIns="0">
            <a:spAutoFit/>
          </a:bodyPr>
          <a:lstStyle/>
          <a:p>
            <a:pPr>
              <a:spcAft>
                <a:spcPts val="0"/>
              </a:spcAft>
              <a:defRPr sz="1400" b="0">
                <a:solidFill>
                  <a:srgbClr val="686C66"/>
                </a:solidFill>
                <a:latin typeface="Arial"/>
              </a:defRPr>
            </a:pPr>
            <a:r>
              <a:t>x</a:t>
            </a:r>
          </a:p>
        </p:txBody>
      </p:sp>
      <p:sp>
        <p:nvSpPr>
          <p:cNvPr id="23" name="TextBox 22"/>
          <p:cNvSpPr txBox="1"/>
          <p:nvPr/>
        </p:nvSpPr>
        <p:spPr>
          <a:xfrm>
            <a:off x="6236208" y="2651760"/>
            <a:ext cx="914400" cy="274320"/>
          </a:xfrm>
          <a:prstGeom prst="rect">
            <a:avLst/>
          </a:prstGeom>
          <a:noFill/>
        </p:spPr>
        <p:txBody>
          <a:bodyPr wrap="square" lIns="0" rIns="0" tIns="0" bIns="0">
            <a:spAutoFit/>
          </a:bodyPr>
          <a:lstStyle/>
          <a:p>
            <a:pPr>
              <a:spcAft>
                <a:spcPts val="0"/>
              </a:spcAft>
              <a:defRPr sz="1400" b="0">
                <a:solidFill>
                  <a:srgbClr val="686C66"/>
                </a:solidFill>
                <a:latin typeface="Arial"/>
              </a:defRPr>
            </a:pPr>
            <a:r>
              <a:t>y</a:t>
            </a:r>
          </a:p>
        </p:txBody>
      </p:sp>
      <p:sp>
        <p:nvSpPr>
          <p:cNvPr id="24" name="Freeform 23"/>
          <p:cNvSpPr/>
          <p:nvPr/>
        </p:nvSpPr>
        <p:spPr>
          <a:xfrm>
            <a:off x="6510528" y="3119933"/>
            <a:ext cx="4572000" cy="1977847"/>
          </a:xfrm>
          <a:custGeom>
            <a:avLst/>
            <a:gdLst/>
            <a:ahLst/>
            <a:cxnLst/>
            <a:rect l="l" t="t" r="r" b="b"/>
            <a:pathLst>
              <a:path w="5000" h="2163">
                <a:moveTo>
                  <a:pt x="0" y="919"/>
                </a:moveTo>
                <a:lnTo>
                  <a:pt x="13" y="817"/>
                </a:lnTo>
                <a:lnTo>
                  <a:pt x="25" y="732"/>
                </a:lnTo>
                <a:lnTo>
                  <a:pt x="38" y="663"/>
                </a:lnTo>
                <a:lnTo>
                  <a:pt x="50" y="607"/>
                </a:lnTo>
                <a:lnTo>
                  <a:pt x="63" y="564"/>
                </a:lnTo>
                <a:lnTo>
                  <a:pt x="75" y="532"/>
                </a:lnTo>
                <a:lnTo>
                  <a:pt x="88" y="510"/>
                </a:lnTo>
                <a:lnTo>
                  <a:pt x="100" y="496"/>
                </a:lnTo>
                <a:lnTo>
                  <a:pt x="113" y="490"/>
                </a:lnTo>
                <a:lnTo>
                  <a:pt x="125" y="491"/>
                </a:lnTo>
                <a:lnTo>
                  <a:pt x="138" y="498"/>
                </a:lnTo>
                <a:lnTo>
                  <a:pt x="150" y="509"/>
                </a:lnTo>
                <a:lnTo>
                  <a:pt x="163" y="525"/>
                </a:lnTo>
                <a:lnTo>
                  <a:pt x="175" y="544"/>
                </a:lnTo>
                <a:lnTo>
                  <a:pt x="188" y="566"/>
                </a:lnTo>
                <a:lnTo>
                  <a:pt x="201" y="590"/>
                </a:lnTo>
                <a:lnTo>
                  <a:pt x="213" y="616"/>
                </a:lnTo>
                <a:lnTo>
                  <a:pt x="226" y="644"/>
                </a:lnTo>
                <a:lnTo>
                  <a:pt x="238" y="672"/>
                </a:lnTo>
                <a:lnTo>
                  <a:pt x="251" y="700"/>
                </a:lnTo>
                <a:lnTo>
                  <a:pt x="263" y="729"/>
                </a:lnTo>
                <a:lnTo>
                  <a:pt x="276" y="757"/>
                </a:lnTo>
                <a:lnTo>
                  <a:pt x="288" y="785"/>
                </a:lnTo>
                <a:lnTo>
                  <a:pt x="301" y="812"/>
                </a:lnTo>
                <a:lnTo>
                  <a:pt x="313" y="838"/>
                </a:lnTo>
                <a:lnTo>
                  <a:pt x="326" y="863"/>
                </a:lnTo>
                <a:lnTo>
                  <a:pt x="338" y="886"/>
                </a:lnTo>
                <a:lnTo>
                  <a:pt x="351" y="909"/>
                </a:lnTo>
                <a:lnTo>
                  <a:pt x="363" y="930"/>
                </a:lnTo>
                <a:lnTo>
                  <a:pt x="376" y="949"/>
                </a:lnTo>
                <a:lnTo>
                  <a:pt x="388" y="967"/>
                </a:lnTo>
                <a:lnTo>
                  <a:pt x="401" y="983"/>
                </a:lnTo>
                <a:lnTo>
                  <a:pt x="414" y="998"/>
                </a:lnTo>
                <a:lnTo>
                  <a:pt x="426" y="1011"/>
                </a:lnTo>
                <a:lnTo>
                  <a:pt x="439" y="1022"/>
                </a:lnTo>
                <a:lnTo>
                  <a:pt x="451" y="1032"/>
                </a:lnTo>
                <a:lnTo>
                  <a:pt x="464" y="1041"/>
                </a:lnTo>
                <a:lnTo>
                  <a:pt x="476" y="1048"/>
                </a:lnTo>
                <a:lnTo>
                  <a:pt x="489" y="1053"/>
                </a:lnTo>
                <a:lnTo>
                  <a:pt x="501" y="1058"/>
                </a:lnTo>
                <a:lnTo>
                  <a:pt x="514" y="1061"/>
                </a:lnTo>
                <a:lnTo>
                  <a:pt x="526" y="1063"/>
                </a:lnTo>
                <a:lnTo>
                  <a:pt x="539" y="1064"/>
                </a:lnTo>
                <a:lnTo>
                  <a:pt x="551" y="1064"/>
                </a:lnTo>
                <a:lnTo>
                  <a:pt x="564" y="1063"/>
                </a:lnTo>
                <a:lnTo>
                  <a:pt x="576" y="1061"/>
                </a:lnTo>
                <a:lnTo>
                  <a:pt x="589" y="1059"/>
                </a:lnTo>
                <a:lnTo>
                  <a:pt x="602" y="1056"/>
                </a:lnTo>
                <a:lnTo>
                  <a:pt x="614" y="1053"/>
                </a:lnTo>
                <a:lnTo>
                  <a:pt x="627" y="1049"/>
                </a:lnTo>
                <a:lnTo>
                  <a:pt x="639" y="1045"/>
                </a:lnTo>
                <a:lnTo>
                  <a:pt x="652" y="1041"/>
                </a:lnTo>
                <a:lnTo>
                  <a:pt x="664" y="1037"/>
                </a:lnTo>
                <a:lnTo>
                  <a:pt x="677" y="1033"/>
                </a:lnTo>
                <a:lnTo>
                  <a:pt x="689" y="1029"/>
                </a:lnTo>
                <a:lnTo>
                  <a:pt x="702" y="1025"/>
                </a:lnTo>
                <a:lnTo>
                  <a:pt x="714" y="1022"/>
                </a:lnTo>
                <a:lnTo>
                  <a:pt x="727" y="1019"/>
                </a:lnTo>
                <a:lnTo>
                  <a:pt x="739" y="1016"/>
                </a:lnTo>
                <a:lnTo>
                  <a:pt x="752" y="1014"/>
                </a:lnTo>
                <a:lnTo>
                  <a:pt x="764" y="1012"/>
                </a:lnTo>
                <a:lnTo>
                  <a:pt x="777" y="1011"/>
                </a:lnTo>
                <a:lnTo>
                  <a:pt x="789" y="1011"/>
                </a:lnTo>
                <a:lnTo>
                  <a:pt x="802" y="1012"/>
                </a:lnTo>
                <a:lnTo>
                  <a:pt x="815" y="1013"/>
                </a:lnTo>
                <a:lnTo>
                  <a:pt x="827" y="1015"/>
                </a:lnTo>
                <a:lnTo>
                  <a:pt x="840" y="1018"/>
                </a:lnTo>
                <a:lnTo>
                  <a:pt x="852" y="1022"/>
                </a:lnTo>
                <a:lnTo>
                  <a:pt x="865" y="1027"/>
                </a:lnTo>
                <a:lnTo>
                  <a:pt x="877" y="1033"/>
                </a:lnTo>
                <a:lnTo>
                  <a:pt x="890" y="1040"/>
                </a:lnTo>
                <a:lnTo>
                  <a:pt x="902" y="1048"/>
                </a:lnTo>
                <a:lnTo>
                  <a:pt x="915" y="1057"/>
                </a:lnTo>
                <a:lnTo>
                  <a:pt x="927" y="1067"/>
                </a:lnTo>
                <a:lnTo>
                  <a:pt x="940" y="1078"/>
                </a:lnTo>
                <a:lnTo>
                  <a:pt x="952" y="1090"/>
                </a:lnTo>
                <a:lnTo>
                  <a:pt x="965" y="1103"/>
                </a:lnTo>
                <a:lnTo>
                  <a:pt x="977" y="1117"/>
                </a:lnTo>
                <a:lnTo>
                  <a:pt x="990" y="1132"/>
                </a:lnTo>
                <a:lnTo>
                  <a:pt x="1003" y="1148"/>
                </a:lnTo>
                <a:lnTo>
                  <a:pt x="1015" y="1164"/>
                </a:lnTo>
                <a:lnTo>
                  <a:pt x="1028" y="1182"/>
                </a:lnTo>
                <a:lnTo>
                  <a:pt x="1040" y="1201"/>
                </a:lnTo>
                <a:lnTo>
                  <a:pt x="1053" y="1220"/>
                </a:lnTo>
                <a:lnTo>
                  <a:pt x="1065" y="1240"/>
                </a:lnTo>
                <a:lnTo>
                  <a:pt x="1078" y="1261"/>
                </a:lnTo>
                <a:lnTo>
                  <a:pt x="1090" y="1283"/>
                </a:lnTo>
                <a:lnTo>
                  <a:pt x="1103" y="1305"/>
                </a:lnTo>
                <a:lnTo>
                  <a:pt x="1115" y="1328"/>
                </a:lnTo>
                <a:lnTo>
                  <a:pt x="1128" y="1351"/>
                </a:lnTo>
                <a:lnTo>
                  <a:pt x="1140" y="1375"/>
                </a:lnTo>
                <a:lnTo>
                  <a:pt x="1153" y="1400"/>
                </a:lnTo>
                <a:lnTo>
                  <a:pt x="1165" y="1425"/>
                </a:lnTo>
                <a:lnTo>
                  <a:pt x="1178" y="1450"/>
                </a:lnTo>
                <a:lnTo>
                  <a:pt x="1190" y="1475"/>
                </a:lnTo>
                <a:lnTo>
                  <a:pt x="1203" y="1501"/>
                </a:lnTo>
                <a:lnTo>
                  <a:pt x="1216" y="1527"/>
                </a:lnTo>
                <a:lnTo>
                  <a:pt x="1228" y="1553"/>
                </a:lnTo>
                <a:lnTo>
                  <a:pt x="1241" y="1579"/>
                </a:lnTo>
                <a:lnTo>
                  <a:pt x="1253" y="1605"/>
                </a:lnTo>
                <a:lnTo>
                  <a:pt x="1266" y="1631"/>
                </a:lnTo>
                <a:lnTo>
                  <a:pt x="1278" y="1657"/>
                </a:lnTo>
                <a:lnTo>
                  <a:pt x="1291" y="1683"/>
                </a:lnTo>
                <a:lnTo>
                  <a:pt x="1303" y="1709"/>
                </a:lnTo>
                <a:lnTo>
                  <a:pt x="1316" y="1734"/>
                </a:lnTo>
                <a:lnTo>
                  <a:pt x="1328" y="1759"/>
                </a:lnTo>
                <a:lnTo>
                  <a:pt x="1341" y="1784"/>
                </a:lnTo>
                <a:lnTo>
                  <a:pt x="1353" y="1808"/>
                </a:lnTo>
                <a:lnTo>
                  <a:pt x="1366" y="1832"/>
                </a:lnTo>
                <a:lnTo>
                  <a:pt x="1378" y="1855"/>
                </a:lnTo>
                <a:lnTo>
                  <a:pt x="1391" y="1878"/>
                </a:lnTo>
                <a:lnTo>
                  <a:pt x="1404" y="1900"/>
                </a:lnTo>
                <a:lnTo>
                  <a:pt x="1416" y="1921"/>
                </a:lnTo>
                <a:lnTo>
                  <a:pt x="1429" y="1942"/>
                </a:lnTo>
                <a:lnTo>
                  <a:pt x="1441" y="1962"/>
                </a:lnTo>
                <a:lnTo>
                  <a:pt x="1454" y="1981"/>
                </a:lnTo>
                <a:lnTo>
                  <a:pt x="1466" y="1999"/>
                </a:lnTo>
                <a:lnTo>
                  <a:pt x="1479" y="2017"/>
                </a:lnTo>
                <a:lnTo>
                  <a:pt x="1491" y="2033"/>
                </a:lnTo>
                <a:lnTo>
                  <a:pt x="1504" y="2049"/>
                </a:lnTo>
                <a:lnTo>
                  <a:pt x="1516" y="2064"/>
                </a:lnTo>
                <a:lnTo>
                  <a:pt x="1529" y="2077"/>
                </a:lnTo>
                <a:lnTo>
                  <a:pt x="1541" y="2090"/>
                </a:lnTo>
                <a:lnTo>
                  <a:pt x="1554" y="2102"/>
                </a:lnTo>
                <a:lnTo>
                  <a:pt x="1566" y="2113"/>
                </a:lnTo>
                <a:lnTo>
                  <a:pt x="1579" y="2122"/>
                </a:lnTo>
                <a:lnTo>
                  <a:pt x="1591" y="2131"/>
                </a:lnTo>
                <a:lnTo>
                  <a:pt x="1604" y="2139"/>
                </a:lnTo>
                <a:lnTo>
                  <a:pt x="1617" y="2145"/>
                </a:lnTo>
                <a:lnTo>
                  <a:pt x="1629" y="2151"/>
                </a:lnTo>
                <a:lnTo>
                  <a:pt x="1642" y="2155"/>
                </a:lnTo>
                <a:lnTo>
                  <a:pt x="1654" y="2159"/>
                </a:lnTo>
                <a:lnTo>
                  <a:pt x="1667" y="2161"/>
                </a:lnTo>
                <a:lnTo>
                  <a:pt x="1679" y="2162"/>
                </a:lnTo>
                <a:lnTo>
                  <a:pt x="1692" y="2163"/>
                </a:lnTo>
                <a:lnTo>
                  <a:pt x="1704" y="2162"/>
                </a:lnTo>
                <a:lnTo>
                  <a:pt x="1717" y="2160"/>
                </a:lnTo>
                <a:lnTo>
                  <a:pt x="1729" y="2157"/>
                </a:lnTo>
                <a:lnTo>
                  <a:pt x="1742" y="2153"/>
                </a:lnTo>
                <a:lnTo>
                  <a:pt x="1754" y="2149"/>
                </a:lnTo>
                <a:lnTo>
                  <a:pt x="1767" y="2143"/>
                </a:lnTo>
                <a:lnTo>
                  <a:pt x="1779" y="2136"/>
                </a:lnTo>
                <a:lnTo>
                  <a:pt x="1792" y="2129"/>
                </a:lnTo>
                <a:lnTo>
                  <a:pt x="1805" y="2121"/>
                </a:lnTo>
                <a:lnTo>
                  <a:pt x="1817" y="2111"/>
                </a:lnTo>
                <a:lnTo>
                  <a:pt x="1830" y="2101"/>
                </a:lnTo>
                <a:lnTo>
                  <a:pt x="1842" y="2091"/>
                </a:lnTo>
                <a:lnTo>
                  <a:pt x="1855" y="2079"/>
                </a:lnTo>
                <a:lnTo>
                  <a:pt x="1867" y="2067"/>
                </a:lnTo>
                <a:lnTo>
                  <a:pt x="1880" y="2054"/>
                </a:lnTo>
                <a:lnTo>
                  <a:pt x="1892" y="2041"/>
                </a:lnTo>
                <a:lnTo>
                  <a:pt x="1905" y="2027"/>
                </a:lnTo>
                <a:lnTo>
                  <a:pt x="1917" y="2012"/>
                </a:lnTo>
                <a:lnTo>
                  <a:pt x="1930" y="1997"/>
                </a:lnTo>
                <a:lnTo>
                  <a:pt x="1942" y="1981"/>
                </a:lnTo>
                <a:lnTo>
                  <a:pt x="1955" y="1965"/>
                </a:lnTo>
                <a:lnTo>
                  <a:pt x="1967" y="1949"/>
                </a:lnTo>
                <a:lnTo>
                  <a:pt x="1980" y="1932"/>
                </a:lnTo>
                <a:lnTo>
                  <a:pt x="1992" y="1915"/>
                </a:lnTo>
                <a:lnTo>
                  <a:pt x="2005" y="1898"/>
                </a:lnTo>
                <a:lnTo>
                  <a:pt x="2018" y="1880"/>
                </a:lnTo>
                <a:lnTo>
                  <a:pt x="2030" y="1863"/>
                </a:lnTo>
                <a:lnTo>
                  <a:pt x="2043" y="1845"/>
                </a:lnTo>
                <a:lnTo>
                  <a:pt x="2055" y="1827"/>
                </a:lnTo>
                <a:lnTo>
                  <a:pt x="2068" y="1810"/>
                </a:lnTo>
                <a:lnTo>
                  <a:pt x="2080" y="1792"/>
                </a:lnTo>
                <a:lnTo>
                  <a:pt x="2093" y="1774"/>
                </a:lnTo>
                <a:lnTo>
                  <a:pt x="2105" y="1756"/>
                </a:lnTo>
                <a:lnTo>
                  <a:pt x="2118" y="1739"/>
                </a:lnTo>
                <a:lnTo>
                  <a:pt x="2130" y="1722"/>
                </a:lnTo>
                <a:lnTo>
                  <a:pt x="2143" y="1704"/>
                </a:lnTo>
                <a:lnTo>
                  <a:pt x="2155" y="1688"/>
                </a:lnTo>
                <a:lnTo>
                  <a:pt x="2168" y="1671"/>
                </a:lnTo>
                <a:lnTo>
                  <a:pt x="2180" y="1655"/>
                </a:lnTo>
                <a:lnTo>
                  <a:pt x="2193" y="1639"/>
                </a:lnTo>
                <a:lnTo>
                  <a:pt x="2206" y="1624"/>
                </a:lnTo>
                <a:lnTo>
                  <a:pt x="2218" y="1609"/>
                </a:lnTo>
                <a:lnTo>
                  <a:pt x="2231" y="1594"/>
                </a:lnTo>
                <a:lnTo>
                  <a:pt x="2243" y="1580"/>
                </a:lnTo>
                <a:lnTo>
                  <a:pt x="2256" y="1567"/>
                </a:lnTo>
                <a:lnTo>
                  <a:pt x="2268" y="1554"/>
                </a:lnTo>
                <a:lnTo>
                  <a:pt x="2281" y="1542"/>
                </a:lnTo>
                <a:lnTo>
                  <a:pt x="2293" y="1530"/>
                </a:lnTo>
                <a:lnTo>
                  <a:pt x="2306" y="1519"/>
                </a:lnTo>
                <a:lnTo>
                  <a:pt x="2318" y="1509"/>
                </a:lnTo>
                <a:lnTo>
                  <a:pt x="2331" y="1499"/>
                </a:lnTo>
                <a:lnTo>
                  <a:pt x="2343" y="1490"/>
                </a:lnTo>
                <a:lnTo>
                  <a:pt x="2356" y="1482"/>
                </a:lnTo>
                <a:lnTo>
                  <a:pt x="2368" y="1474"/>
                </a:lnTo>
                <a:lnTo>
                  <a:pt x="2381" y="1467"/>
                </a:lnTo>
                <a:lnTo>
                  <a:pt x="2393" y="1461"/>
                </a:lnTo>
                <a:lnTo>
                  <a:pt x="2406" y="1456"/>
                </a:lnTo>
                <a:lnTo>
                  <a:pt x="2419" y="1452"/>
                </a:lnTo>
                <a:lnTo>
                  <a:pt x="2431" y="1448"/>
                </a:lnTo>
                <a:lnTo>
                  <a:pt x="2444" y="1445"/>
                </a:lnTo>
                <a:lnTo>
                  <a:pt x="2456" y="1442"/>
                </a:lnTo>
                <a:lnTo>
                  <a:pt x="2469" y="1441"/>
                </a:lnTo>
                <a:lnTo>
                  <a:pt x="2481" y="1440"/>
                </a:lnTo>
                <a:lnTo>
                  <a:pt x="2494" y="1440"/>
                </a:lnTo>
                <a:lnTo>
                  <a:pt x="2506" y="1441"/>
                </a:lnTo>
                <a:lnTo>
                  <a:pt x="2519" y="1443"/>
                </a:lnTo>
                <a:lnTo>
                  <a:pt x="2531" y="1445"/>
                </a:lnTo>
                <a:lnTo>
                  <a:pt x="2544" y="1448"/>
                </a:lnTo>
                <a:lnTo>
                  <a:pt x="2556" y="1452"/>
                </a:lnTo>
                <a:lnTo>
                  <a:pt x="2569" y="1456"/>
                </a:lnTo>
                <a:lnTo>
                  <a:pt x="2581" y="1461"/>
                </a:lnTo>
                <a:lnTo>
                  <a:pt x="2594" y="1467"/>
                </a:lnTo>
                <a:lnTo>
                  <a:pt x="2607" y="1473"/>
                </a:lnTo>
                <a:lnTo>
                  <a:pt x="2619" y="1480"/>
                </a:lnTo>
                <a:lnTo>
                  <a:pt x="2632" y="1487"/>
                </a:lnTo>
                <a:lnTo>
                  <a:pt x="2644" y="1495"/>
                </a:lnTo>
                <a:lnTo>
                  <a:pt x="2657" y="1504"/>
                </a:lnTo>
                <a:lnTo>
                  <a:pt x="2669" y="1513"/>
                </a:lnTo>
                <a:lnTo>
                  <a:pt x="2682" y="1523"/>
                </a:lnTo>
                <a:lnTo>
                  <a:pt x="2694" y="1533"/>
                </a:lnTo>
                <a:lnTo>
                  <a:pt x="2707" y="1543"/>
                </a:lnTo>
                <a:lnTo>
                  <a:pt x="2719" y="1554"/>
                </a:lnTo>
                <a:lnTo>
                  <a:pt x="2732" y="1565"/>
                </a:lnTo>
                <a:lnTo>
                  <a:pt x="2744" y="1576"/>
                </a:lnTo>
                <a:lnTo>
                  <a:pt x="2757" y="1588"/>
                </a:lnTo>
                <a:lnTo>
                  <a:pt x="2769" y="1600"/>
                </a:lnTo>
                <a:lnTo>
                  <a:pt x="2782" y="1612"/>
                </a:lnTo>
                <a:lnTo>
                  <a:pt x="2794" y="1625"/>
                </a:lnTo>
                <a:lnTo>
                  <a:pt x="2807" y="1637"/>
                </a:lnTo>
                <a:lnTo>
                  <a:pt x="2820" y="1650"/>
                </a:lnTo>
                <a:lnTo>
                  <a:pt x="2832" y="1662"/>
                </a:lnTo>
                <a:lnTo>
                  <a:pt x="2845" y="1675"/>
                </a:lnTo>
                <a:lnTo>
                  <a:pt x="2857" y="1687"/>
                </a:lnTo>
                <a:lnTo>
                  <a:pt x="2870" y="1700"/>
                </a:lnTo>
                <a:lnTo>
                  <a:pt x="2882" y="1712"/>
                </a:lnTo>
                <a:lnTo>
                  <a:pt x="2895" y="1724"/>
                </a:lnTo>
                <a:lnTo>
                  <a:pt x="2907" y="1736"/>
                </a:lnTo>
                <a:lnTo>
                  <a:pt x="2920" y="1748"/>
                </a:lnTo>
                <a:lnTo>
                  <a:pt x="2932" y="1760"/>
                </a:lnTo>
                <a:lnTo>
                  <a:pt x="2945" y="1771"/>
                </a:lnTo>
                <a:lnTo>
                  <a:pt x="2957" y="1782"/>
                </a:lnTo>
                <a:lnTo>
                  <a:pt x="2970" y="1793"/>
                </a:lnTo>
                <a:lnTo>
                  <a:pt x="2982" y="1803"/>
                </a:lnTo>
                <a:lnTo>
                  <a:pt x="2995" y="1813"/>
                </a:lnTo>
                <a:lnTo>
                  <a:pt x="3008" y="1822"/>
                </a:lnTo>
                <a:lnTo>
                  <a:pt x="3020" y="1831"/>
                </a:lnTo>
                <a:lnTo>
                  <a:pt x="3033" y="1839"/>
                </a:lnTo>
                <a:lnTo>
                  <a:pt x="3045" y="1846"/>
                </a:lnTo>
                <a:lnTo>
                  <a:pt x="3058" y="1853"/>
                </a:lnTo>
                <a:lnTo>
                  <a:pt x="3070" y="1860"/>
                </a:lnTo>
                <a:lnTo>
                  <a:pt x="3083" y="1866"/>
                </a:lnTo>
                <a:lnTo>
                  <a:pt x="3095" y="1871"/>
                </a:lnTo>
                <a:lnTo>
                  <a:pt x="3108" y="1875"/>
                </a:lnTo>
                <a:lnTo>
                  <a:pt x="3120" y="1879"/>
                </a:lnTo>
                <a:lnTo>
                  <a:pt x="3133" y="1882"/>
                </a:lnTo>
                <a:lnTo>
                  <a:pt x="3145" y="1884"/>
                </a:lnTo>
                <a:lnTo>
                  <a:pt x="3158" y="1885"/>
                </a:lnTo>
                <a:lnTo>
                  <a:pt x="3170" y="1886"/>
                </a:lnTo>
                <a:lnTo>
                  <a:pt x="3183" y="1886"/>
                </a:lnTo>
                <a:lnTo>
                  <a:pt x="3195" y="1885"/>
                </a:lnTo>
                <a:lnTo>
                  <a:pt x="3208" y="1883"/>
                </a:lnTo>
                <a:lnTo>
                  <a:pt x="3221" y="1880"/>
                </a:lnTo>
                <a:lnTo>
                  <a:pt x="3233" y="1876"/>
                </a:lnTo>
                <a:lnTo>
                  <a:pt x="3246" y="1872"/>
                </a:lnTo>
                <a:lnTo>
                  <a:pt x="3258" y="1867"/>
                </a:lnTo>
                <a:lnTo>
                  <a:pt x="3271" y="1861"/>
                </a:lnTo>
                <a:lnTo>
                  <a:pt x="3283" y="1853"/>
                </a:lnTo>
                <a:lnTo>
                  <a:pt x="3296" y="1846"/>
                </a:lnTo>
                <a:lnTo>
                  <a:pt x="3308" y="1837"/>
                </a:lnTo>
                <a:lnTo>
                  <a:pt x="3321" y="1827"/>
                </a:lnTo>
                <a:lnTo>
                  <a:pt x="3333" y="1817"/>
                </a:lnTo>
                <a:lnTo>
                  <a:pt x="3346" y="1805"/>
                </a:lnTo>
                <a:lnTo>
                  <a:pt x="3358" y="1793"/>
                </a:lnTo>
                <a:lnTo>
                  <a:pt x="3371" y="1780"/>
                </a:lnTo>
                <a:lnTo>
                  <a:pt x="3383" y="1766"/>
                </a:lnTo>
                <a:lnTo>
                  <a:pt x="3396" y="1752"/>
                </a:lnTo>
                <a:lnTo>
                  <a:pt x="3409" y="1737"/>
                </a:lnTo>
                <a:lnTo>
                  <a:pt x="3421" y="1720"/>
                </a:lnTo>
                <a:lnTo>
                  <a:pt x="3434" y="1704"/>
                </a:lnTo>
                <a:lnTo>
                  <a:pt x="3446" y="1686"/>
                </a:lnTo>
                <a:lnTo>
                  <a:pt x="3459" y="1668"/>
                </a:lnTo>
                <a:lnTo>
                  <a:pt x="3471" y="1649"/>
                </a:lnTo>
                <a:lnTo>
                  <a:pt x="3484" y="1629"/>
                </a:lnTo>
                <a:lnTo>
                  <a:pt x="3496" y="1609"/>
                </a:lnTo>
                <a:lnTo>
                  <a:pt x="3509" y="1589"/>
                </a:lnTo>
                <a:lnTo>
                  <a:pt x="3521" y="1567"/>
                </a:lnTo>
                <a:lnTo>
                  <a:pt x="3534" y="1546"/>
                </a:lnTo>
                <a:lnTo>
                  <a:pt x="3546" y="1523"/>
                </a:lnTo>
                <a:lnTo>
                  <a:pt x="3559" y="1501"/>
                </a:lnTo>
                <a:lnTo>
                  <a:pt x="3571" y="1477"/>
                </a:lnTo>
                <a:lnTo>
                  <a:pt x="3584" y="1454"/>
                </a:lnTo>
                <a:lnTo>
                  <a:pt x="3596" y="1430"/>
                </a:lnTo>
                <a:lnTo>
                  <a:pt x="3609" y="1406"/>
                </a:lnTo>
                <a:lnTo>
                  <a:pt x="3622" y="1381"/>
                </a:lnTo>
                <a:lnTo>
                  <a:pt x="3634" y="1356"/>
                </a:lnTo>
                <a:lnTo>
                  <a:pt x="3647" y="1331"/>
                </a:lnTo>
                <a:lnTo>
                  <a:pt x="3659" y="1306"/>
                </a:lnTo>
                <a:lnTo>
                  <a:pt x="3672" y="1281"/>
                </a:lnTo>
                <a:lnTo>
                  <a:pt x="3684" y="1256"/>
                </a:lnTo>
                <a:lnTo>
                  <a:pt x="3697" y="1230"/>
                </a:lnTo>
                <a:lnTo>
                  <a:pt x="3709" y="1205"/>
                </a:lnTo>
                <a:lnTo>
                  <a:pt x="3722" y="1179"/>
                </a:lnTo>
                <a:lnTo>
                  <a:pt x="3734" y="1154"/>
                </a:lnTo>
                <a:lnTo>
                  <a:pt x="3747" y="1128"/>
                </a:lnTo>
                <a:lnTo>
                  <a:pt x="3759" y="1103"/>
                </a:lnTo>
                <a:lnTo>
                  <a:pt x="3772" y="1078"/>
                </a:lnTo>
                <a:lnTo>
                  <a:pt x="3784" y="1053"/>
                </a:lnTo>
                <a:lnTo>
                  <a:pt x="3797" y="1028"/>
                </a:lnTo>
                <a:lnTo>
                  <a:pt x="3810" y="1004"/>
                </a:lnTo>
                <a:lnTo>
                  <a:pt x="3822" y="980"/>
                </a:lnTo>
                <a:lnTo>
                  <a:pt x="3835" y="956"/>
                </a:lnTo>
                <a:lnTo>
                  <a:pt x="3847" y="932"/>
                </a:lnTo>
                <a:lnTo>
                  <a:pt x="3860" y="909"/>
                </a:lnTo>
                <a:lnTo>
                  <a:pt x="3872" y="887"/>
                </a:lnTo>
                <a:lnTo>
                  <a:pt x="3885" y="864"/>
                </a:lnTo>
                <a:lnTo>
                  <a:pt x="3897" y="842"/>
                </a:lnTo>
                <a:lnTo>
                  <a:pt x="3910" y="821"/>
                </a:lnTo>
                <a:lnTo>
                  <a:pt x="3922" y="800"/>
                </a:lnTo>
                <a:lnTo>
                  <a:pt x="3935" y="780"/>
                </a:lnTo>
                <a:lnTo>
                  <a:pt x="3947" y="760"/>
                </a:lnTo>
                <a:lnTo>
                  <a:pt x="3960" y="740"/>
                </a:lnTo>
                <a:lnTo>
                  <a:pt x="3972" y="722"/>
                </a:lnTo>
                <a:lnTo>
                  <a:pt x="3985" y="703"/>
                </a:lnTo>
                <a:lnTo>
                  <a:pt x="3997" y="686"/>
                </a:lnTo>
                <a:lnTo>
                  <a:pt x="4010" y="669"/>
                </a:lnTo>
                <a:lnTo>
                  <a:pt x="4023" y="652"/>
                </a:lnTo>
                <a:lnTo>
                  <a:pt x="4035" y="636"/>
                </a:lnTo>
                <a:lnTo>
                  <a:pt x="4048" y="621"/>
                </a:lnTo>
                <a:lnTo>
                  <a:pt x="4060" y="607"/>
                </a:lnTo>
                <a:lnTo>
                  <a:pt x="4073" y="593"/>
                </a:lnTo>
                <a:lnTo>
                  <a:pt x="4085" y="579"/>
                </a:lnTo>
                <a:lnTo>
                  <a:pt x="4098" y="567"/>
                </a:lnTo>
                <a:lnTo>
                  <a:pt x="4110" y="555"/>
                </a:lnTo>
                <a:lnTo>
                  <a:pt x="4123" y="543"/>
                </a:lnTo>
                <a:lnTo>
                  <a:pt x="4135" y="532"/>
                </a:lnTo>
                <a:lnTo>
                  <a:pt x="4148" y="522"/>
                </a:lnTo>
                <a:lnTo>
                  <a:pt x="4160" y="513"/>
                </a:lnTo>
                <a:lnTo>
                  <a:pt x="4173" y="504"/>
                </a:lnTo>
                <a:lnTo>
                  <a:pt x="4185" y="495"/>
                </a:lnTo>
                <a:lnTo>
                  <a:pt x="4198" y="487"/>
                </a:lnTo>
                <a:lnTo>
                  <a:pt x="4211" y="480"/>
                </a:lnTo>
                <a:lnTo>
                  <a:pt x="4223" y="473"/>
                </a:lnTo>
                <a:lnTo>
                  <a:pt x="4236" y="467"/>
                </a:lnTo>
                <a:lnTo>
                  <a:pt x="4248" y="462"/>
                </a:lnTo>
                <a:lnTo>
                  <a:pt x="4261" y="456"/>
                </a:lnTo>
                <a:lnTo>
                  <a:pt x="4273" y="452"/>
                </a:lnTo>
                <a:lnTo>
                  <a:pt x="4286" y="448"/>
                </a:lnTo>
                <a:lnTo>
                  <a:pt x="4298" y="444"/>
                </a:lnTo>
                <a:lnTo>
                  <a:pt x="4311" y="441"/>
                </a:lnTo>
                <a:lnTo>
                  <a:pt x="4323" y="438"/>
                </a:lnTo>
                <a:lnTo>
                  <a:pt x="4336" y="436"/>
                </a:lnTo>
                <a:lnTo>
                  <a:pt x="4348" y="434"/>
                </a:lnTo>
                <a:lnTo>
                  <a:pt x="4361" y="432"/>
                </a:lnTo>
                <a:lnTo>
                  <a:pt x="4373" y="431"/>
                </a:lnTo>
                <a:lnTo>
                  <a:pt x="4386" y="430"/>
                </a:lnTo>
                <a:lnTo>
                  <a:pt x="4398" y="430"/>
                </a:lnTo>
                <a:lnTo>
                  <a:pt x="4411" y="429"/>
                </a:lnTo>
                <a:lnTo>
                  <a:pt x="4424" y="430"/>
                </a:lnTo>
                <a:lnTo>
                  <a:pt x="4436" y="430"/>
                </a:lnTo>
                <a:lnTo>
                  <a:pt x="4449" y="431"/>
                </a:lnTo>
                <a:lnTo>
                  <a:pt x="4461" y="432"/>
                </a:lnTo>
                <a:lnTo>
                  <a:pt x="4474" y="433"/>
                </a:lnTo>
                <a:lnTo>
                  <a:pt x="4486" y="435"/>
                </a:lnTo>
                <a:lnTo>
                  <a:pt x="4499" y="437"/>
                </a:lnTo>
                <a:lnTo>
                  <a:pt x="4511" y="439"/>
                </a:lnTo>
                <a:lnTo>
                  <a:pt x="4524" y="441"/>
                </a:lnTo>
                <a:lnTo>
                  <a:pt x="4536" y="443"/>
                </a:lnTo>
                <a:lnTo>
                  <a:pt x="4549" y="446"/>
                </a:lnTo>
                <a:lnTo>
                  <a:pt x="4561" y="449"/>
                </a:lnTo>
                <a:lnTo>
                  <a:pt x="4574" y="452"/>
                </a:lnTo>
                <a:lnTo>
                  <a:pt x="4586" y="455"/>
                </a:lnTo>
                <a:lnTo>
                  <a:pt x="4599" y="458"/>
                </a:lnTo>
                <a:lnTo>
                  <a:pt x="4612" y="461"/>
                </a:lnTo>
                <a:lnTo>
                  <a:pt x="4624" y="464"/>
                </a:lnTo>
                <a:lnTo>
                  <a:pt x="4637" y="468"/>
                </a:lnTo>
                <a:lnTo>
                  <a:pt x="4649" y="471"/>
                </a:lnTo>
                <a:lnTo>
                  <a:pt x="4662" y="474"/>
                </a:lnTo>
                <a:lnTo>
                  <a:pt x="4674" y="477"/>
                </a:lnTo>
                <a:lnTo>
                  <a:pt x="4687" y="480"/>
                </a:lnTo>
                <a:lnTo>
                  <a:pt x="4699" y="483"/>
                </a:lnTo>
                <a:lnTo>
                  <a:pt x="4712" y="485"/>
                </a:lnTo>
                <a:lnTo>
                  <a:pt x="4724" y="487"/>
                </a:lnTo>
                <a:lnTo>
                  <a:pt x="4737" y="489"/>
                </a:lnTo>
                <a:lnTo>
                  <a:pt x="4749" y="490"/>
                </a:lnTo>
                <a:lnTo>
                  <a:pt x="4762" y="490"/>
                </a:lnTo>
                <a:lnTo>
                  <a:pt x="4774" y="489"/>
                </a:lnTo>
                <a:lnTo>
                  <a:pt x="4787" y="487"/>
                </a:lnTo>
                <a:lnTo>
                  <a:pt x="4799" y="484"/>
                </a:lnTo>
                <a:lnTo>
                  <a:pt x="4812" y="480"/>
                </a:lnTo>
                <a:lnTo>
                  <a:pt x="4825" y="474"/>
                </a:lnTo>
                <a:lnTo>
                  <a:pt x="4837" y="466"/>
                </a:lnTo>
                <a:lnTo>
                  <a:pt x="4850" y="455"/>
                </a:lnTo>
                <a:lnTo>
                  <a:pt x="4862" y="443"/>
                </a:lnTo>
                <a:lnTo>
                  <a:pt x="4875" y="427"/>
                </a:lnTo>
                <a:lnTo>
                  <a:pt x="4887" y="408"/>
                </a:lnTo>
                <a:lnTo>
                  <a:pt x="4900" y="385"/>
                </a:lnTo>
                <a:lnTo>
                  <a:pt x="4912" y="358"/>
                </a:lnTo>
                <a:lnTo>
                  <a:pt x="4925" y="327"/>
                </a:lnTo>
                <a:lnTo>
                  <a:pt x="4937" y="290"/>
                </a:lnTo>
                <a:lnTo>
                  <a:pt x="4950" y="247"/>
                </a:lnTo>
                <a:lnTo>
                  <a:pt x="4962" y="197"/>
                </a:lnTo>
                <a:lnTo>
                  <a:pt x="4975" y="140"/>
                </a:lnTo>
                <a:lnTo>
                  <a:pt x="4987" y="75"/>
                </a:lnTo>
                <a:lnTo>
                  <a:pt x="5000" y="0"/>
                </a:lnTo>
              </a:path>
            </a:pathLst>
          </a:custGeom>
          <a:noFill/>
          <a:ln w="19050">
            <a:solidFill>
              <a:srgbClr val="C4B8DC"/>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5" name="Freeform 24"/>
          <p:cNvSpPr/>
          <p:nvPr/>
        </p:nvSpPr>
        <p:spPr>
          <a:xfrm>
            <a:off x="6510528" y="3390595"/>
            <a:ext cx="4572000" cy="1624889"/>
          </a:xfrm>
          <a:custGeom>
            <a:avLst/>
            <a:gdLst/>
            <a:ahLst/>
            <a:cxnLst/>
            <a:rect l="l" t="t" r="r" b="b"/>
            <a:pathLst>
              <a:path w="5000" h="1777">
                <a:moveTo>
                  <a:pt x="0" y="748"/>
                </a:moveTo>
                <a:lnTo>
                  <a:pt x="13" y="737"/>
                </a:lnTo>
                <a:lnTo>
                  <a:pt x="25" y="722"/>
                </a:lnTo>
                <a:lnTo>
                  <a:pt x="38" y="704"/>
                </a:lnTo>
                <a:lnTo>
                  <a:pt x="50" y="684"/>
                </a:lnTo>
                <a:lnTo>
                  <a:pt x="63" y="662"/>
                </a:lnTo>
                <a:lnTo>
                  <a:pt x="75" y="639"/>
                </a:lnTo>
                <a:lnTo>
                  <a:pt x="88" y="615"/>
                </a:lnTo>
                <a:lnTo>
                  <a:pt x="100" y="591"/>
                </a:lnTo>
                <a:lnTo>
                  <a:pt x="113" y="567"/>
                </a:lnTo>
                <a:lnTo>
                  <a:pt x="125" y="544"/>
                </a:lnTo>
                <a:lnTo>
                  <a:pt x="138" y="521"/>
                </a:lnTo>
                <a:lnTo>
                  <a:pt x="150" y="499"/>
                </a:lnTo>
                <a:lnTo>
                  <a:pt x="163" y="479"/>
                </a:lnTo>
                <a:lnTo>
                  <a:pt x="175" y="460"/>
                </a:lnTo>
                <a:lnTo>
                  <a:pt x="188" y="442"/>
                </a:lnTo>
                <a:lnTo>
                  <a:pt x="201" y="426"/>
                </a:lnTo>
                <a:lnTo>
                  <a:pt x="213" y="412"/>
                </a:lnTo>
                <a:lnTo>
                  <a:pt x="226" y="399"/>
                </a:lnTo>
                <a:lnTo>
                  <a:pt x="238" y="388"/>
                </a:lnTo>
                <a:lnTo>
                  <a:pt x="251" y="379"/>
                </a:lnTo>
                <a:lnTo>
                  <a:pt x="263" y="372"/>
                </a:lnTo>
                <a:lnTo>
                  <a:pt x="276" y="367"/>
                </a:lnTo>
                <a:lnTo>
                  <a:pt x="288" y="363"/>
                </a:lnTo>
                <a:lnTo>
                  <a:pt x="301" y="361"/>
                </a:lnTo>
                <a:lnTo>
                  <a:pt x="313" y="361"/>
                </a:lnTo>
                <a:lnTo>
                  <a:pt x="326" y="363"/>
                </a:lnTo>
                <a:lnTo>
                  <a:pt x="338" y="366"/>
                </a:lnTo>
                <a:lnTo>
                  <a:pt x="351" y="370"/>
                </a:lnTo>
                <a:lnTo>
                  <a:pt x="363" y="376"/>
                </a:lnTo>
                <a:lnTo>
                  <a:pt x="376" y="383"/>
                </a:lnTo>
                <a:lnTo>
                  <a:pt x="388" y="391"/>
                </a:lnTo>
                <a:lnTo>
                  <a:pt x="401" y="401"/>
                </a:lnTo>
                <a:lnTo>
                  <a:pt x="414" y="412"/>
                </a:lnTo>
                <a:lnTo>
                  <a:pt x="426" y="423"/>
                </a:lnTo>
                <a:lnTo>
                  <a:pt x="439" y="436"/>
                </a:lnTo>
                <a:lnTo>
                  <a:pt x="451" y="449"/>
                </a:lnTo>
                <a:lnTo>
                  <a:pt x="464" y="463"/>
                </a:lnTo>
                <a:lnTo>
                  <a:pt x="476" y="478"/>
                </a:lnTo>
                <a:lnTo>
                  <a:pt x="489" y="493"/>
                </a:lnTo>
                <a:lnTo>
                  <a:pt x="501" y="509"/>
                </a:lnTo>
                <a:lnTo>
                  <a:pt x="514" y="525"/>
                </a:lnTo>
                <a:lnTo>
                  <a:pt x="526" y="542"/>
                </a:lnTo>
                <a:lnTo>
                  <a:pt x="539" y="559"/>
                </a:lnTo>
                <a:lnTo>
                  <a:pt x="551" y="576"/>
                </a:lnTo>
                <a:lnTo>
                  <a:pt x="564" y="594"/>
                </a:lnTo>
                <a:lnTo>
                  <a:pt x="576" y="611"/>
                </a:lnTo>
                <a:lnTo>
                  <a:pt x="589" y="629"/>
                </a:lnTo>
                <a:lnTo>
                  <a:pt x="602" y="647"/>
                </a:lnTo>
                <a:lnTo>
                  <a:pt x="614" y="664"/>
                </a:lnTo>
                <a:lnTo>
                  <a:pt x="627" y="682"/>
                </a:lnTo>
                <a:lnTo>
                  <a:pt x="639" y="700"/>
                </a:lnTo>
                <a:lnTo>
                  <a:pt x="652" y="717"/>
                </a:lnTo>
                <a:lnTo>
                  <a:pt x="664" y="735"/>
                </a:lnTo>
                <a:lnTo>
                  <a:pt x="677" y="752"/>
                </a:lnTo>
                <a:lnTo>
                  <a:pt x="689" y="769"/>
                </a:lnTo>
                <a:lnTo>
                  <a:pt x="702" y="786"/>
                </a:lnTo>
                <a:lnTo>
                  <a:pt x="714" y="803"/>
                </a:lnTo>
                <a:lnTo>
                  <a:pt x="727" y="819"/>
                </a:lnTo>
                <a:lnTo>
                  <a:pt x="739" y="835"/>
                </a:lnTo>
                <a:lnTo>
                  <a:pt x="752" y="852"/>
                </a:lnTo>
                <a:lnTo>
                  <a:pt x="764" y="867"/>
                </a:lnTo>
                <a:lnTo>
                  <a:pt x="777" y="883"/>
                </a:lnTo>
                <a:lnTo>
                  <a:pt x="789" y="898"/>
                </a:lnTo>
                <a:lnTo>
                  <a:pt x="802" y="914"/>
                </a:lnTo>
                <a:lnTo>
                  <a:pt x="815" y="929"/>
                </a:lnTo>
                <a:lnTo>
                  <a:pt x="827" y="943"/>
                </a:lnTo>
                <a:lnTo>
                  <a:pt x="840" y="958"/>
                </a:lnTo>
                <a:lnTo>
                  <a:pt x="852" y="972"/>
                </a:lnTo>
                <a:lnTo>
                  <a:pt x="865" y="986"/>
                </a:lnTo>
                <a:lnTo>
                  <a:pt x="877" y="1000"/>
                </a:lnTo>
                <a:lnTo>
                  <a:pt x="890" y="1014"/>
                </a:lnTo>
                <a:lnTo>
                  <a:pt x="902" y="1028"/>
                </a:lnTo>
                <a:lnTo>
                  <a:pt x="915" y="1041"/>
                </a:lnTo>
                <a:lnTo>
                  <a:pt x="927" y="1055"/>
                </a:lnTo>
                <a:lnTo>
                  <a:pt x="940" y="1068"/>
                </a:lnTo>
                <a:lnTo>
                  <a:pt x="952" y="1081"/>
                </a:lnTo>
                <a:lnTo>
                  <a:pt x="965" y="1094"/>
                </a:lnTo>
                <a:lnTo>
                  <a:pt x="977" y="1107"/>
                </a:lnTo>
                <a:lnTo>
                  <a:pt x="990" y="1120"/>
                </a:lnTo>
                <a:lnTo>
                  <a:pt x="1003" y="1133"/>
                </a:lnTo>
                <a:lnTo>
                  <a:pt x="1015" y="1146"/>
                </a:lnTo>
                <a:lnTo>
                  <a:pt x="1028" y="1158"/>
                </a:lnTo>
                <a:lnTo>
                  <a:pt x="1040" y="1171"/>
                </a:lnTo>
                <a:lnTo>
                  <a:pt x="1053" y="1184"/>
                </a:lnTo>
                <a:lnTo>
                  <a:pt x="1065" y="1197"/>
                </a:lnTo>
                <a:lnTo>
                  <a:pt x="1078" y="1210"/>
                </a:lnTo>
                <a:lnTo>
                  <a:pt x="1090" y="1222"/>
                </a:lnTo>
                <a:lnTo>
                  <a:pt x="1103" y="1235"/>
                </a:lnTo>
                <a:lnTo>
                  <a:pt x="1115" y="1248"/>
                </a:lnTo>
                <a:lnTo>
                  <a:pt x="1128" y="1261"/>
                </a:lnTo>
                <a:lnTo>
                  <a:pt x="1140" y="1274"/>
                </a:lnTo>
                <a:lnTo>
                  <a:pt x="1153" y="1287"/>
                </a:lnTo>
                <a:lnTo>
                  <a:pt x="1165" y="1300"/>
                </a:lnTo>
                <a:lnTo>
                  <a:pt x="1178" y="1313"/>
                </a:lnTo>
                <a:lnTo>
                  <a:pt x="1190" y="1326"/>
                </a:lnTo>
                <a:lnTo>
                  <a:pt x="1203" y="1339"/>
                </a:lnTo>
                <a:lnTo>
                  <a:pt x="1216" y="1352"/>
                </a:lnTo>
                <a:lnTo>
                  <a:pt x="1228" y="1365"/>
                </a:lnTo>
                <a:lnTo>
                  <a:pt x="1241" y="1378"/>
                </a:lnTo>
                <a:lnTo>
                  <a:pt x="1253" y="1391"/>
                </a:lnTo>
                <a:lnTo>
                  <a:pt x="1266" y="1405"/>
                </a:lnTo>
                <a:lnTo>
                  <a:pt x="1278" y="1418"/>
                </a:lnTo>
                <a:lnTo>
                  <a:pt x="1291" y="1431"/>
                </a:lnTo>
                <a:lnTo>
                  <a:pt x="1303" y="1444"/>
                </a:lnTo>
                <a:lnTo>
                  <a:pt x="1316" y="1457"/>
                </a:lnTo>
                <a:lnTo>
                  <a:pt x="1328" y="1470"/>
                </a:lnTo>
                <a:lnTo>
                  <a:pt x="1341" y="1483"/>
                </a:lnTo>
                <a:lnTo>
                  <a:pt x="1353" y="1496"/>
                </a:lnTo>
                <a:lnTo>
                  <a:pt x="1366" y="1509"/>
                </a:lnTo>
                <a:lnTo>
                  <a:pt x="1378" y="1521"/>
                </a:lnTo>
                <a:lnTo>
                  <a:pt x="1391" y="1534"/>
                </a:lnTo>
                <a:lnTo>
                  <a:pt x="1404" y="1547"/>
                </a:lnTo>
                <a:lnTo>
                  <a:pt x="1416" y="1559"/>
                </a:lnTo>
                <a:lnTo>
                  <a:pt x="1429" y="1571"/>
                </a:lnTo>
                <a:lnTo>
                  <a:pt x="1441" y="1583"/>
                </a:lnTo>
                <a:lnTo>
                  <a:pt x="1454" y="1595"/>
                </a:lnTo>
                <a:lnTo>
                  <a:pt x="1466" y="1606"/>
                </a:lnTo>
                <a:lnTo>
                  <a:pt x="1479" y="1618"/>
                </a:lnTo>
                <a:lnTo>
                  <a:pt x="1491" y="1629"/>
                </a:lnTo>
                <a:lnTo>
                  <a:pt x="1504" y="1639"/>
                </a:lnTo>
                <a:lnTo>
                  <a:pt x="1516" y="1650"/>
                </a:lnTo>
                <a:lnTo>
                  <a:pt x="1529" y="1660"/>
                </a:lnTo>
                <a:lnTo>
                  <a:pt x="1541" y="1670"/>
                </a:lnTo>
                <a:lnTo>
                  <a:pt x="1554" y="1679"/>
                </a:lnTo>
                <a:lnTo>
                  <a:pt x="1566" y="1689"/>
                </a:lnTo>
                <a:lnTo>
                  <a:pt x="1579" y="1697"/>
                </a:lnTo>
                <a:lnTo>
                  <a:pt x="1591" y="1706"/>
                </a:lnTo>
                <a:lnTo>
                  <a:pt x="1604" y="1714"/>
                </a:lnTo>
                <a:lnTo>
                  <a:pt x="1617" y="1721"/>
                </a:lnTo>
                <a:lnTo>
                  <a:pt x="1629" y="1728"/>
                </a:lnTo>
                <a:lnTo>
                  <a:pt x="1642" y="1735"/>
                </a:lnTo>
                <a:lnTo>
                  <a:pt x="1654" y="1741"/>
                </a:lnTo>
                <a:lnTo>
                  <a:pt x="1667" y="1747"/>
                </a:lnTo>
                <a:lnTo>
                  <a:pt x="1679" y="1752"/>
                </a:lnTo>
                <a:lnTo>
                  <a:pt x="1692" y="1757"/>
                </a:lnTo>
                <a:lnTo>
                  <a:pt x="1704" y="1761"/>
                </a:lnTo>
                <a:lnTo>
                  <a:pt x="1717" y="1765"/>
                </a:lnTo>
                <a:lnTo>
                  <a:pt x="1729" y="1768"/>
                </a:lnTo>
                <a:lnTo>
                  <a:pt x="1742" y="1771"/>
                </a:lnTo>
                <a:lnTo>
                  <a:pt x="1754" y="1773"/>
                </a:lnTo>
                <a:lnTo>
                  <a:pt x="1767" y="1775"/>
                </a:lnTo>
                <a:lnTo>
                  <a:pt x="1779" y="1776"/>
                </a:lnTo>
                <a:lnTo>
                  <a:pt x="1792" y="1777"/>
                </a:lnTo>
                <a:lnTo>
                  <a:pt x="1805" y="1777"/>
                </a:lnTo>
                <a:lnTo>
                  <a:pt x="1817" y="1776"/>
                </a:lnTo>
                <a:lnTo>
                  <a:pt x="1830" y="1775"/>
                </a:lnTo>
                <a:lnTo>
                  <a:pt x="1842" y="1773"/>
                </a:lnTo>
                <a:lnTo>
                  <a:pt x="1855" y="1771"/>
                </a:lnTo>
                <a:lnTo>
                  <a:pt x="1867" y="1769"/>
                </a:lnTo>
                <a:lnTo>
                  <a:pt x="1880" y="1765"/>
                </a:lnTo>
                <a:lnTo>
                  <a:pt x="1892" y="1762"/>
                </a:lnTo>
                <a:lnTo>
                  <a:pt x="1905" y="1757"/>
                </a:lnTo>
                <a:lnTo>
                  <a:pt x="1917" y="1752"/>
                </a:lnTo>
                <a:lnTo>
                  <a:pt x="1930" y="1747"/>
                </a:lnTo>
                <a:lnTo>
                  <a:pt x="1942" y="1741"/>
                </a:lnTo>
                <a:lnTo>
                  <a:pt x="1955" y="1735"/>
                </a:lnTo>
                <a:lnTo>
                  <a:pt x="1967" y="1728"/>
                </a:lnTo>
                <a:lnTo>
                  <a:pt x="1980" y="1721"/>
                </a:lnTo>
                <a:lnTo>
                  <a:pt x="1992" y="1713"/>
                </a:lnTo>
                <a:lnTo>
                  <a:pt x="2005" y="1705"/>
                </a:lnTo>
                <a:lnTo>
                  <a:pt x="2018" y="1697"/>
                </a:lnTo>
                <a:lnTo>
                  <a:pt x="2030" y="1688"/>
                </a:lnTo>
                <a:lnTo>
                  <a:pt x="2043" y="1679"/>
                </a:lnTo>
                <a:lnTo>
                  <a:pt x="2055" y="1669"/>
                </a:lnTo>
                <a:lnTo>
                  <a:pt x="2068" y="1659"/>
                </a:lnTo>
                <a:lnTo>
                  <a:pt x="2080" y="1649"/>
                </a:lnTo>
                <a:lnTo>
                  <a:pt x="2093" y="1638"/>
                </a:lnTo>
                <a:lnTo>
                  <a:pt x="2105" y="1627"/>
                </a:lnTo>
                <a:lnTo>
                  <a:pt x="2118" y="1616"/>
                </a:lnTo>
                <a:lnTo>
                  <a:pt x="2130" y="1605"/>
                </a:lnTo>
                <a:lnTo>
                  <a:pt x="2143" y="1593"/>
                </a:lnTo>
                <a:lnTo>
                  <a:pt x="2155" y="1581"/>
                </a:lnTo>
                <a:lnTo>
                  <a:pt x="2168" y="1569"/>
                </a:lnTo>
                <a:lnTo>
                  <a:pt x="2180" y="1557"/>
                </a:lnTo>
                <a:lnTo>
                  <a:pt x="2193" y="1545"/>
                </a:lnTo>
                <a:lnTo>
                  <a:pt x="2206" y="1533"/>
                </a:lnTo>
                <a:lnTo>
                  <a:pt x="2218" y="1520"/>
                </a:lnTo>
                <a:lnTo>
                  <a:pt x="2231" y="1508"/>
                </a:lnTo>
                <a:lnTo>
                  <a:pt x="2243" y="1495"/>
                </a:lnTo>
                <a:lnTo>
                  <a:pt x="2256" y="1483"/>
                </a:lnTo>
                <a:lnTo>
                  <a:pt x="2268" y="1471"/>
                </a:lnTo>
                <a:lnTo>
                  <a:pt x="2281" y="1458"/>
                </a:lnTo>
                <a:lnTo>
                  <a:pt x="2293" y="1446"/>
                </a:lnTo>
                <a:lnTo>
                  <a:pt x="2306" y="1434"/>
                </a:lnTo>
                <a:lnTo>
                  <a:pt x="2318" y="1422"/>
                </a:lnTo>
                <a:lnTo>
                  <a:pt x="2331" y="1410"/>
                </a:lnTo>
                <a:lnTo>
                  <a:pt x="2343" y="1398"/>
                </a:lnTo>
                <a:lnTo>
                  <a:pt x="2356" y="1387"/>
                </a:lnTo>
                <a:lnTo>
                  <a:pt x="2368" y="1375"/>
                </a:lnTo>
                <a:lnTo>
                  <a:pt x="2381" y="1364"/>
                </a:lnTo>
                <a:lnTo>
                  <a:pt x="2393" y="1354"/>
                </a:lnTo>
                <a:lnTo>
                  <a:pt x="2406" y="1343"/>
                </a:lnTo>
                <a:lnTo>
                  <a:pt x="2419" y="1333"/>
                </a:lnTo>
                <a:lnTo>
                  <a:pt x="2431" y="1323"/>
                </a:lnTo>
                <a:lnTo>
                  <a:pt x="2444" y="1314"/>
                </a:lnTo>
                <a:lnTo>
                  <a:pt x="2456" y="1304"/>
                </a:lnTo>
                <a:lnTo>
                  <a:pt x="2469" y="1296"/>
                </a:lnTo>
                <a:lnTo>
                  <a:pt x="2481" y="1287"/>
                </a:lnTo>
                <a:lnTo>
                  <a:pt x="2494" y="1279"/>
                </a:lnTo>
                <a:lnTo>
                  <a:pt x="2506" y="1272"/>
                </a:lnTo>
                <a:lnTo>
                  <a:pt x="2519" y="1265"/>
                </a:lnTo>
                <a:lnTo>
                  <a:pt x="2531" y="1258"/>
                </a:lnTo>
                <a:lnTo>
                  <a:pt x="2544" y="1252"/>
                </a:lnTo>
                <a:lnTo>
                  <a:pt x="2556" y="1246"/>
                </a:lnTo>
                <a:lnTo>
                  <a:pt x="2569" y="1241"/>
                </a:lnTo>
                <a:lnTo>
                  <a:pt x="2581" y="1237"/>
                </a:lnTo>
                <a:lnTo>
                  <a:pt x="2594" y="1232"/>
                </a:lnTo>
                <a:lnTo>
                  <a:pt x="2607" y="1229"/>
                </a:lnTo>
                <a:lnTo>
                  <a:pt x="2619" y="1226"/>
                </a:lnTo>
                <a:lnTo>
                  <a:pt x="2632" y="1223"/>
                </a:lnTo>
                <a:lnTo>
                  <a:pt x="2644" y="1221"/>
                </a:lnTo>
                <a:lnTo>
                  <a:pt x="2657" y="1219"/>
                </a:lnTo>
                <a:lnTo>
                  <a:pt x="2669" y="1218"/>
                </a:lnTo>
                <a:lnTo>
                  <a:pt x="2682" y="1218"/>
                </a:lnTo>
                <a:lnTo>
                  <a:pt x="2694" y="1218"/>
                </a:lnTo>
                <a:lnTo>
                  <a:pt x="2707" y="1218"/>
                </a:lnTo>
                <a:lnTo>
                  <a:pt x="2719" y="1219"/>
                </a:lnTo>
                <a:lnTo>
                  <a:pt x="2732" y="1221"/>
                </a:lnTo>
                <a:lnTo>
                  <a:pt x="2744" y="1223"/>
                </a:lnTo>
                <a:lnTo>
                  <a:pt x="2757" y="1225"/>
                </a:lnTo>
                <a:lnTo>
                  <a:pt x="2769" y="1228"/>
                </a:lnTo>
                <a:lnTo>
                  <a:pt x="2782" y="1232"/>
                </a:lnTo>
                <a:lnTo>
                  <a:pt x="2794" y="1236"/>
                </a:lnTo>
                <a:lnTo>
                  <a:pt x="2807" y="1240"/>
                </a:lnTo>
                <a:lnTo>
                  <a:pt x="2820" y="1245"/>
                </a:lnTo>
                <a:lnTo>
                  <a:pt x="2832" y="1250"/>
                </a:lnTo>
                <a:lnTo>
                  <a:pt x="2845" y="1256"/>
                </a:lnTo>
                <a:lnTo>
                  <a:pt x="2857" y="1262"/>
                </a:lnTo>
                <a:lnTo>
                  <a:pt x="2870" y="1269"/>
                </a:lnTo>
                <a:lnTo>
                  <a:pt x="2882" y="1276"/>
                </a:lnTo>
                <a:lnTo>
                  <a:pt x="2895" y="1283"/>
                </a:lnTo>
                <a:lnTo>
                  <a:pt x="2907" y="1290"/>
                </a:lnTo>
                <a:lnTo>
                  <a:pt x="2920" y="1298"/>
                </a:lnTo>
                <a:lnTo>
                  <a:pt x="2932" y="1306"/>
                </a:lnTo>
                <a:lnTo>
                  <a:pt x="2945" y="1314"/>
                </a:lnTo>
                <a:lnTo>
                  <a:pt x="2957" y="1323"/>
                </a:lnTo>
                <a:lnTo>
                  <a:pt x="2970" y="1332"/>
                </a:lnTo>
                <a:lnTo>
                  <a:pt x="2982" y="1341"/>
                </a:lnTo>
                <a:lnTo>
                  <a:pt x="2995" y="1350"/>
                </a:lnTo>
                <a:lnTo>
                  <a:pt x="3008" y="1359"/>
                </a:lnTo>
                <a:lnTo>
                  <a:pt x="3020" y="1368"/>
                </a:lnTo>
                <a:lnTo>
                  <a:pt x="3033" y="1378"/>
                </a:lnTo>
                <a:lnTo>
                  <a:pt x="3045" y="1387"/>
                </a:lnTo>
                <a:lnTo>
                  <a:pt x="3058" y="1397"/>
                </a:lnTo>
                <a:lnTo>
                  <a:pt x="3070" y="1406"/>
                </a:lnTo>
                <a:lnTo>
                  <a:pt x="3083" y="1416"/>
                </a:lnTo>
                <a:lnTo>
                  <a:pt x="3095" y="1425"/>
                </a:lnTo>
                <a:lnTo>
                  <a:pt x="3108" y="1435"/>
                </a:lnTo>
                <a:lnTo>
                  <a:pt x="3120" y="1444"/>
                </a:lnTo>
                <a:lnTo>
                  <a:pt x="3133" y="1453"/>
                </a:lnTo>
                <a:lnTo>
                  <a:pt x="3145" y="1462"/>
                </a:lnTo>
                <a:lnTo>
                  <a:pt x="3158" y="1471"/>
                </a:lnTo>
                <a:lnTo>
                  <a:pt x="3170" y="1480"/>
                </a:lnTo>
                <a:lnTo>
                  <a:pt x="3183" y="1488"/>
                </a:lnTo>
                <a:lnTo>
                  <a:pt x="3195" y="1496"/>
                </a:lnTo>
                <a:lnTo>
                  <a:pt x="3208" y="1504"/>
                </a:lnTo>
                <a:lnTo>
                  <a:pt x="3221" y="1511"/>
                </a:lnTo>
                <a:lnTo>
                  <a:pt x="3233" y="1518"/>
                </a:lnTo>
                <a:lnTo>
                  <a:pt x="3246" y="1525"/>
                </a:lnTo>
                <a:lnTo>
                  <a:pt x="3258" y="1531"/>
                </a:lnTo>
                <a:lnTo>
                  <a:pt x="3271" y="1537"/>
                </a:lnTo>
                <a:lnTo>
                  <a:pt x="3283" y="1543"/>
                </a:lnTo>
                <a:lnTo>
                  <a:pt x="3296" y="1548"/>
                </a:lnTo>
                <a:lnTo>
                  <a:pt x="3308" y="1553"/>
                </a:lnTo>
                <a:lnTo>
                  <a:pt x="3321" y="1557"/>
                </a:lnTo>
                <a:lnTo>
                  <a:pt x="3333" y="1560"/>
                </a:lnTo>
                <a:lnTo>
                  <a:pt x="3346" y="1563"/>
                </a:lnTo>
                <a:lnTo>
                  <a:pt x="3358" y="1566"/>
                </a:lnTo>
                <a:lnTo>
                  <a:pt x="3371" y="1568"/>
                </a:lnTo>
                <a:lnTo>
                  <a:pt x="3383" y="1569"/>
                </a:lnTo>
                <a:lnTo>
                  <a:pt x="3396" y="1570"/>
                </a:lnTo>
                <a:lnTo>
                  <a:pt x="3409" y="1570"/>
                </a:lnTo>
                <a:lnTo>
                  <a:pt x="3421" y="1569"/>
                </a:lnTo>
                <a:lnTo>
                  <a:pt x="3434" y="1568"/>
                </a:lnTo>
                <a:lnTo>
                  <a:pt x="3446" y="1566"/>
                </a:lnTo>
                <a:lnTo>
                  <a:pt x="3459" y="1564"/>
                </a:lnTo>
                <a:lnTo>
                  <a:pt x="3471" y="1561"/>
                </a:lnTo>
                <a:lnTo>
                  <a:pt x="3484" y="1557"/>
                </a:lnTo>
                <a:lnTo>
                  <a:pt x="3496" y="1553"/>
                </a:lnTo>
                <a:lnTo>
                  <a:pt x="3509" y="1547"/>
                </a:lnTo>
                <a:lnTo>
                  <a:pt x="3521" y="1542"/>
                </a:lnTo>
                <a:lnTo>
                  <a:pt x="3534" y="1535"/>
                </a:lnTo>
                <a:lnTo>
                  <a:pt x="3546" y="1528"/>
                </a:lnTo>
                <a:lnTo>
                  <a:pt x="3559" y="1520"/>
                </a:lnTo>
                <a:lnTo>
                  <a:pt x="3571" y="1511"/>
                </a:lnTo>
                <a:lnTo>
                  <a:pt x="3584" y="1502"/>
                </a:lnTo>
                <a:lnTo>
                  <a:pt x="3596" y="1492"/>
                </a:lnTo>
                <a:lnTo>
                  <a:pt x="3609" y="1482"/>
                </a:lnTo>
                <a:lnTo>
                  <a:pt x="3622" y="1470"/>
                </a:lnTo>
                <a:lnTo>
                  <a:pt x="3634" y="1459"/>
                </a:lnTo>
                <a:lnTo>
                  <a:pt x="3647" y="1446"/>
                </a:lnTo>
                <a:lnTo>
                  <a:pt x="3659" y="1433"/>
                </a:lnTo>
                <a:lnTo>
                  <a:pt x="3672" y="1419"/>
                </a:lnTo>
                <a:lnTo>
                  <a:pt x="3684" y="1405"/>
                </a:lnTo>
                <a:lnTo>
                  <a:pt x="3697" y="1390"/>
                </a:lnTo>
                <a:lnTo>
                  <a:pt x="3709" y="1374"/>
                </a:lnTo>
                <a:lnTo>
                  <a:pt x="3722" y="1358"/>
                </a:lnTo>
                <a:lnTo>
                  <a:pt x="3734" y="1342"/>
                </a:lnTo>
                <a:lnTo>
                  <a:pt x="3747" y="1325"/>
                </a:lnTo>
                <a:lnTo>
                  <a:pt x="3759" y="1307"/>
                </a:lnTo>
                <a:lnTo>
                  <a:pt x="3772" y="1289"/>
                </a:lnTo>
                <a:lnTo>
                  <a:pt x="3784" y="1270"/>
                </a:lnTo>
                <a:lnTo>
                  <a:pt x="3797" y="1251"/>
                </a:lnTo>
                <a:lnTo>
                  <a:pt x="3810" y="1232"/>
                </a:lnTo>
                <a:lnTo>
                  <a:pt x="3822" y="1212"/>
                </a:lnTo>
                <a:lnTo>
                  <a:pt x="3835" y="1192"/>
                </a:lnTo>
                <a:lnTo>
                  <a:pt x="3847" y="1172"/>
                </a:lnTo>
                <a:lnTo>
                  <a:pt x="3860" y="1151"/>
                </a:lnTo>
                <a:lnTo>
                  <a:pt x="3872" y="1130"/>
                </a:lnTo>
                <a:lnTo>
                  <a:pt x="3885" y="1109"/>
                </a:lnTo>
                <a:lnTo>
                  <a:pt x="3897" y="1087"/>
                </a:lnTo>
                <a:lnTo>
                  <a:pt x="3910" y="1066"/>
                </a:lnTo>
                <a:lnTo>
                  <a:pt x="3922" y="1044"/>
                </a:lnTo>
                <a:lnTo>
                  <a:pt x="3935" y="1022"/>
                </a:lnTo>
                <a:lnTo>
                  <a:pt x="3947" y="1000"/>
                </a:lnTo>
                <a:lnTo>
                  <a:pt x="3960" y="978"/>
                </a:lnTo>
                <a:lnTo>
                  <a:pt x="3972" y="956"/>
                </a:lnTo>
                <a:lnTo>
                  <a:pt x="3985" y="933"/>
                </a:lnTo>
                <a:lnTo>
                  <a:pt x="3997" y="911"/>
                </a:lnTo>
                <a:lnTo>
                  <a:pt x="4010" y="889"/>
                </a:lnTo>
                <a:lnTo>
                  <a:pt x="4023" y="867"/>
                </a:lnTo>
                <a:lnTo>
                  <a:pt x="4035" y="845"/>
                </a:lnTo>
                <a:lnTo>
                  <a:pt x="4048" y="823"/>
                </a:lnTo>
                <a:lnTo>
                  <a:pt x="4060" y="802"/>
                </a:lnTo>
                <a:lnTo>
                  <a:pt x="4073" y="780"/>
                </a:lnTo>
                <a:lnTo>
                  <a:pt x="4085" y="759"/>
                </a:lnTo>
                <a:lnTo>
                  <a:pt x="4098" y="738"/>
                </a:lnTo>
                <a:lnTo>
                  <a:pt x="4110" y="717"/>
                </a:lnTo>
                <a:lnTo>
                  <a:pt x="4123" y="697"/>
                </a:lnTo>
                <a:lnTo>
                  <a:pt x="4135" y="677"/>
                </a:lnTo>
                <a:lnTo>
                  <a:pt x="4148" y="657"/>
                </a:lnTo>
                <a:lnTo>
                  <a:pt x="4160" y="638"/>
                </a:lnTo>
                <a:lnTo>
                  <a:pt x="4173" y="619"/>
                </a:lnTo>
                <a:lnTo>
                  <a:pt x="4185" y="601"/>
                </a:lnTo>
                <a:lnTo>
                  <a:pt x="4198" y="583"/>
                </a:lnTo>
                <a:lnTo>
                  <a:pt x="4211" y="566"/>
                </a:lnTo>
                <a:lnTo>
                  <a:pt x="4223" y="549"/>
                </a:lnTo>
                <a:lnTo>
                  <a:pt x="4236" y="532"/>
                </a:lnTo>
                <a:lnTo>
                  <a:pt x="4248" y="516"/>
                </a:lnTo>
                <a:lnTo>
                  <a:pt x="4261" y="501"/>
                </a:lnTo>
                <a:lnTo>
                  <a:pt x="4273" y="486"/>
                </a:lnTo>
                <a:lnTo>
                  <a:pt x="4286" y="472"/>
                </a:lnTo>
                <a:lnTo>
                  <a:pt x="4298" y="459"/>
                </a:lnTo>
                <a:lnTo>
                  <a:pt x="4311" y="446"/>
                </a:lnTo>
                <a:lnTo>
                  <a:pt x="4323" y="434"/>
                </a:lnTo>
                <a:lnTo>
                  <a:pt x="4336" y="422"/>
                </a:lnTo>
                <a:lnTo>
                  <a:pt x="4348" y="411"/>
                </a:lnTo>
                <a:lnTo>
                  <a:pt x="4361" y="401"/>
                </a:lnTo>
                <a:lnTo>
                  <a:pt x="4373" y="391"/>
                </a:lnTo>
                <a:lnTo>
                  <a:pt x="4386" y="382"/>
                </a:lnTo>
                <a:lnTo>
                  <a:pt x="4398" y="374"/>
                </a:lnTo>
                <a:lnTo>
                  <a:pt x="4411" y="367"/>
                </a:lnTo>
                <a:lnTo>
                  <a:pt x="4424" y="360"/>
                </a:lnTo>
                <a:lnTo>
                  <a:pt x="4436" y="354"/>
                </a:lnTo>
                <a:lnTo>
                  <a:pt x="4449" y="348"/>
                </a:lnTo>
                <a:lnTo>
                  <a:pt x="4461" y="344"/>
                </a:lnTo>
                <a:lnTo>
                  <a:pt x="4474" y="340"/>
                </a:lnTo>
                <a:lnTo>
                  <a:pt x="4486" y="336"/>
                </a:lnTo>
                <a:lnTo>
                  <a:pt x="4499" y="333"/>
                </a:lnTo>
                <a:lnTo>
                  <a:pt x="4511" y="331"/>
                </a:lnTo>
                <a:lnTo>
                  <a:pt x="4524" y="330"/>
                </a:lnTo>
                <a:lnTo>
                  <a:pt x="4536" y="329"/>
                </a:lnTo>
                <a:lnTo>
                  <a:pt x="4549" y="329"/>
                </a:lnTo>
                <a:lnTo>
                  <a:pt x="4561" y="329"/>
                </a:lnTo>
                <a:lnTo>
                  <a:pt x="4574" y="329"/>
                </a:lnTo>
                <a:lnTo>
                  <a:pt x="4586" y="331"/>
                </a:lnTo>
                <a:lnTo>
                  <a:pt x="4599" y="332"/>
                </a:lnTo>
                <a:lnTo>
                  <a:pt x="4612" y="334"/>
                </a:lnTo>
                <a:lnTo>
                  <a:pt x="4624" y="337"/>
                </a:lnTo>
                <a:lnTo>
                  <a:pt x="4637" y="339"/>
                </a:lnTo>
                <a:lnTo>
                  <a:pt x="4649" y="342"/>
                </a:lnTo>
                <a:lnTo>
                  <a:pt x="4662" y="345"/>
                </a:lnTo>
                <a:lnTo>
                  <a:pt x="4674" y="349"/>
                </a:lnTo>
                <a:lnTo>
                  <a:pt x="4687" y="352"/>
                </a:lnTo>
                <a:lnTo>
                  <a:pt x="4699" y="355"/>
                </a:lnTo>
                <a:lnTo>
                  <a:pt x="4712" y="358"/>
                </a:lnTo>
                <a:lnTo>
                  <a:pt x="4724" y="361"/>
                </a:lnTo>
                <a:lnTo>
                  <a:pt x="4737" y="363"/>
                </a:lnTo>
                <a:lnTo>
                  <a:pt x="4749" y="365"/>
                </a:lnTo>
                <a:lnTo>
                  <a:pt x="4762" y="367"/>
                </a:lnTo>
                <a:lnTo>
                  <a:pt x="4774" y="367"/>
                </a:lnTo>
                <a:lnTo>
                  <a:pt x="4787" y="367"/>
                </a:lnTo>
                <a:lnTo>
                  <a:pt x="4799" y="366"/>
                </a:lnTo>
                <a:lnTo>
                  <a:pt x="4812" y="363"/>
                </a:lnTo>
                <a:lnTo>
                  <a:pt x="4825" y="359"/>
                </a:lnTo>
                <a:lnTo>
                  <a:pt x="4837" y="354"/>
                </a:lnTo>
                <a:lnTo>
                  <a:pt x="4850" y="346"/>
                </a:lnTo>
                <a:lnTo>
                  <a:pt x="4862" y="337"/>
                </a:lnTo>
                <a:lnTo>
                  <a:pt x="4875" y="325"/>
                </a:lnTo>
                <a:lnTo>
                  <a:pt x="4887" y="310"/>
                </a:lnTo>
                <a:lnTo>
                  <a:pt x="4900" y="293"/>
                </a:lnTo>
                <a:lnTo>
                  <a:pt x="4912" y="272"/>
                </a:lnTo>
                <a:lnTo>
                  <a:pt x="4925" y="247"/>
                </a:lnTo>
                <a:lnTo>
                  <a:pt x="4937" y="219"/>
                </a:lnTo>
                <a:lnTo>
                  <a:pt x="4950" y="186"/>
                </a:lnTo>
                <a:lnTo>
                  <a:pt x="4962" y="148"/>
                </a:lnTo>
                <a:lnTo>
                  <a:pt x="4975" y="105"/>
                </a:lnTo>
                <a:lnTo>
                  <a:pt x="4987" y="56"/>
                </a:lnTo>
                <a:lnTo>
                  <a:pt x="5000" y="0"/>
                </a:lnTo>
              </a:path>
            </a:pathLst>
          </a:custGeom>
          <a:noFill/>
          <a:ln w="19050">
            <a:solidFill>
              <a:srgbClr val="C4B8DC"/>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6" name="Freeform 25"/>
          <p:cNvSpPr/>
          <p:nvPr/>
        </p:nvSpPr>
        <p:spPr>
          <a:xfrm>
            <a:off x="6510528" y="2927909"/>
            <a:ext cx="45720" cy="907999"/>
          </a:xfrm>
          <a:custGeom>
            <a:avLst/>
            <a:gdLst/>
            <a:ahLst/>
            <a:cxnLst/>
            <a:rect l="l" t="t" r="r" b="b"/>
            <a:pathLst>
              <a:path w="50" h="993">
                <a:moveTo>
                  <a:pt x="0" y="993"/>
                </a:moveTo>
                <a:lnTo>
                  <a:pt x="13" y="654"/>
                </a:lnTo>
                <a:lnTo>
                  <a:pt x="25" y="380"/>
                </a:lnTo>
                <a:lnTo>
                  <a:pt x="38" y="164"/>
                </a:lnTo>
                <a:lnTo>
                  <a:pt x="50" y="0"/>
                </a:lnTo>
              </a:path>
            </a:pathLst>
          </a:custGeom>
          <a:noFill/>
          <a:ln w="19050">
            <a:solidFill>
              <a:srgbClr val="C4B8DC"/>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7" name="Freeform 26"/>
          <p:cNvSpPr/>
          <p:nvPr/>
        </p:nvSpPr>
        <p:spPr>
          <a:xfrm>
            <a:off x="6647688" y="2853842"/>
            <a:ext cx="4434840" cy="2314346"/>
          </a:xfrm>
          <a:custGeom>
            <a:avLst/>
            <a:gdLst/>
            <a:ahLst/>
            <a:cxnLst/>
            <a:rect l="l" t="t" r="r" b="b"/>
            <a:pathLst>
              <a:path w="4850" h="2531">
                <a:moveTo>
                  <a:pt x="0" y="0"/>
                </a:moveTo>
                <a:lnTo>
                  <a:pt x="13" y="82"/>
                </a:lnTo>
                <a:lnTo>
                  <a:pt x="25" y="174"/>
                </a:lnTo>
                <a:lnTo>
                  <a:pt x="38" y="273"/>
                </a:lnTo>
                <a:lnTo>
                  <a:pt x="51" y="378"/>
                </a:lnTo>
                <a:lnTo>
                  <a:pt x="63" y="487"/>
                </a:lnTo>
                <a:lnTo>
                  <a:pt x="76" y="597"/>
                </a:lnTo>
                <a:lnTo>
                  <a:pt x="88" y="708"/>
                </a:lnTo>
                <a:lnTo>
                  <a:pt x="101" y="818"/>
                </a:lnTo>
                <a:lnTo>
                  <a:pt x="113" y="926"/>
                </a:lnTo>
                <a:lnTo>
                  <a:pt x="126" y="1030"/>
                </a:lnTo>
                <a:lnTo>
                  <a:pt x="138" y="1132"/>
                </a:lnTo>
                <a:lnTo>
                  <a:pt x="151" y="1228"/>
                </a:lnTo>
                <a:lnTo>
                  <a:pt x="163" y="1320"/>
                </a:lnTo>
                <a:lnTo>
                  <a:pt x="176" y="1406"/>
                </a:lnTo>
                <a:lnTo>
                  <a:pt x="188" y="1487"/>
                </a:lnTo>
                <a:lnTo>
                  <a:pt x="201" y="1561"/>
                </a:lnTo>
                <a:lnTo>
                  <a:pt x="213" y="1630"/>
                </a:lnTo>
                <a:lnTo>
                  <a:pt x="226" y="1691"/>
                </a:lnTo>
                <a:lnTo>
                  <a:pt x="238" y="1747"/>
                </a:lnTo>
                <a:lnTo>
                  <a:pt x="251" y="1796"/>
                </a:lnTo>
                <a:lnTo>
                  <a:pt x="264" y="1839"/>
                </a:lnTo>
                <a:lnTo>
                  <a:pt x="276" y="1876"/>
                </a:lnTo>
                <a:lnTo>
                  <a:pt x="289" y="1906"/>
                </a:lnTo>
                <a:lnTo>
                  <a:pt x="301" y="1931"/>
                </a:lnTo>
                <a:lnTo>
                  <a:pt x="314" y="1951"/>
                </a:lnTo>
                <a:lnTo>
                  <a:pt x="326" y="1965"/>
                </a:lnTo>
                <a:lnTo>
                  <a:pt x="339" y="1974"/>
                </a:lnTo>
                <a:lnTo>
                  <a:pt x="351" y="1979"/>
                </a:lnTo>
                <a:lnTo>
                  <a:pt x="364" y="1979"/>
                </a:lnTo>
                <a:lnTo>
                  <a:pt x="376" y="1975"/>
                </a:lnTo>
                <a:lnTo>
                  <a:pt x="389" y="1967"/>
                </a:lnTo>
                <a:lnTo>
                  <a:pt x="401" y="1956"/>
                </a:lnTo>
                <a:lnTo>
                  <a:pt x="414" y="1942"/>
                </a:lnTo>
                <a:lnTo>
                  <a:pt x="426" y="1925"/>
                </a:lnTo>
                <a:lnTo>
                  <a:pt x="439" y="1906"/>
                </a:lnTo>
                <a:lnTo>
                  <a:pt x="452" y="1884"/>
                </a:lnTo>
                <a:lnTo>
                  <a:pt x="464" y="1861"/>
                </a:lnTo>
                <a:lnTo>
                  <a:pt x="477" y="1837"/>
                </a:lnTo>
                <a:lnTo>
                  <a:pt x="489" y="1811"/>
                </a:lnTo>
                <a:lnTo>
                  <a:pt x="502" y="1784"/>
                </a:lnTo>
                <a:lnTo>
                  <a:pt x="514" y="1757"/>
                </a:lnTo>
                <a:lnTo>
                  <a:pt x="527" y="1729"/>
                </a:lnTo>
                <a:lnTo>
                  <a:pt x="539" y="1702"/>
                </a:lnTo>
                <a:lnTo>
                  <a:pt x="552" y="1674"/>
                </a:lnTo>
                <a:lnTo>
                  <a:pt x="564" y="1647"/>
                </a:lnTo>
                <a:lnTo>
                  <a:pt x="577" y="1621"/>
                </a:lnTo>
                <a:lnTo>
                  <a:pt x="589" y="1596"/>
                </a:lnTo>
                <a:lnTo>
                  <a:pt x="602" y="1571"/>
                </a:lnTo>
                <a:lnTo>
                  <a:pt x="614" y="1548"/>
                </a:lnTo>
                <a:lnTo>
                  <a:pt x="627" y="1526"/>
                </a:lnTo>
                <a:lnTo>
                  <a:pt x="639" y="1505"/>
                </a:lnTo>
                <a:lnTo>
                  <a:pt x="652" y="1486"/>
                </a:lnTo>
                <a:lnTo>
                  <a:pt x="665" y="1469"/>
                </a:lnTo>
                <a:lnTo>
                  <a:pt x="677" y="1453"/>
                </a:lnTo>
                <a:lnTo>
                  <a:pt x="690" y="1440"/>
                </a:lnTo>
                <a:lnTo>
                  <a:pt x="702" y="1428"/>
                </a:lnTo>
                <a:lnTo>
                  <a:pt x="715" y="1418"/>
                </a:lnTo>
                <a:lnTo>
                  <a:pt x="727" y="1411"/>
                </a:lnTo>
                <a:lnTo>
                  <a:pt x="740" y="1405"/>
                </a:lnTo>
                <a:lnTo>
                  <a:pt x="752" y="1402"/>
                </a:lnTo>
                <a:lnTo>
                  <a:pt x="765" y="1401"/>
                </a:lnTo>
                <a:lnTo>
                  <a:pt x="777" y="1401"/>
                </a:lnTo>
                <a:lnTo>
                  <a:pt x="790" y="1404"/>
                </a:lnTo>
                <a:lnTo>
                  <a:pt x="802" y="1409"/>
                </a:lnTo>
                <a:lnTo>
                  <a:pt x="815" y="1416"/>
                </a:lnTo>
                <a:lnTo>
                  <a:pt x="827" y="1425"/>
                </a:lnTo>
                <a:lnTo>
                  <a:pt x="840" y="1436"/>
                </a:lnTo>
                <a:lnTo>
                  <a:pt x="853" y="1449"/>
                </a:lnTo>
                <a:lnTo>
                  <a:pt x="865" y="1463"/>
                </a:lnTo>
                <a:lnTo>
                  <a:pt x="878" y="1480"/>
                </a:lnTo>
                <a:lnTo>
                  <a:pt x="890" y="1497"/>
                </a:lnTo>
                <a:lnTo>
                  <a:pt x="903" y="1517"/>
                </a:lnTo>
                <a:lnTo>
                  <a:pt x="915" y="1538"/>
                </a:lnTo>
                <a:lnTo>
                  <a:pt x="928" y="1560"/>
                </a:lnTo>
                <a:lnTo>
                  <a:pt x="940" y="1584"/>
                </a:lnTo>
                <a:lnTo>
                  <a:pt x="953" y="1609"/>
                </a:lnTo>
                <a:lnTo>
                  <a:pt x="965" y="1635"/>
                </a:lnTo>
                <a:lnTo>
                  <a:pt x="978" y="1662"/>
                </a:lnTo>
                <a:lnTo>
                  <a:pt x="990" y="1690"/>
                </a:lnTo>
                <a:lnTo>
                  <a:pt x="1003" y="1719"/>
                </a:lnTo>
                <a:lnTo>
                  <a:pt x="1015" y="1748"/>
                </a:lnTo>
                <a:lnTo>
                  <a:pt x="1028" y="1778"/>
                </a:lnTo>
                <a:lnTo>
                  <a:pt x="1040" y="1809"/>
                </a:lnTo>
                <a:lnTo>
                  <a:pt x="1053" y="1840"/>
                </a:lnTo>
                <a:lnTo>
                  <a:pt x="1066" y="1871"/>
                </a:lnTo>
                <a:lnTo>
                  <a:pt x="1078" y="1902"/>
                </a:lnTo>
                <a:lnTo>
                  <a:pt x="1091" y="1934"/>
                </a:lnTo>
                <a:lnTo>
                  <a:pt x="1103" y="1965"/>
                </a:lnTo>
                <a:lnTo>
                  <a:pt x="1116" y="1996"/>
                </a:lnTo>
                <a:lnTo>
                  <a:pt x="1128" y="2027"/>
                </a:lnTo>
                <a:lnTo>
                  <a:pt x="1141" y="2058"/>
                </a:lnTo>
                <a:lnTo>
                  <a:pt x="1153" y="2088"/>
                </a:lnTo>
                <a:lnTo>
                  <a:pt x="1166" y="2118"/>
                </a:lnTo>
                <a:lnTo>
                  <a:pt x="1178" y="2148"/>
                </a:lnTo>
                <a:lnTo>
                  <a:pt x="1191" y="2176"/>
                </a:lnTo>
                <a:lnTo>
                  <a:pt x="1203" y="2204"/>
                </a:lnTo>
                <a:lnTo>
                  <a:pt x="1216" y="2231"/>
                </a:lnTo>
                <a:lnTo>
                  <a:pt x="1228" y="2257"/>
                </a:lnTo>
                <a:lnTo>
                  <a:pt x="1241" y="2282"/>
                </a:lnTo>
                <a:lnTo>
                  <a:pt x="1254" y="2307"/>
                </a:lnTo>
                <a:lnTo>
                  <a:pt x="1266" y="2330"/>
                </a:lnTo>
                <a:lnTo>
                  <a:pt x="1279" y="2352"/>
                </a:lnTo>
                <a:lnTo>
                  <a:pt x="1291" y="2373"/>
                </a:lnTo>
                <a:lnTo>
                  <a:pt x="1304" y="2393"/>
                </a:lnTo>
                <a:lnTo>
                  <a:pt x="1316" y="2411"/>
                </a:lnTo>
                <a:lnTo>
                  <a:pt x="1329" y="2429"/>
                </a:lnTo>
                <a:lnTo>
                  <a:pt x="1341" y="2445"/>
                </a:lnTo>
                <a:lnTo>
                  <a:pt x="1354" y="2459"/>
                </a:lnTo>
                <a:lnTo>
                  <a:pt x="1366" y="2473"/>
                </a:lnTo>
                <a:lnTo>
                  <a:pt x="1379" y="2485"/>
                </a:lnTo>
                <a:lnTo>
                  <a:pt x="1391" y="2495"/>
                </a:lnTo>
                <a:lnTo>
                  <a:pt x="1404" y="2504"/>
                </a:lnTo>
                <a:lnTo>
                  <a:pt x="1416" y="2512"/>
                </a:lnTo>
                <a:lnTo>
                  <a:pt x="1429" y="2519"/>
                </a:lnTo>
                <a:lnTo>
                  <a:pt x="1441" y="2524"/>
                </a:lnTo>
                <a:lnTo>
                  <a:pt x="1454" y="2528"/>
                </a:lnTo>
                <a:lnTo>
                  <a:pt x="1467" y="2530"/>
                </a:lnTo>
                <a:lnTo>
                  <a:pt x="1479" y="2531"/>
                </a:lnTo>
                <a:lnTo>
                  <a:pt x="1492" y="2531"/>
                </a:lnTo>
                <a:lnTo>
                  <a:pt x="1504" y="2529"/>
                </a:lnTo>
                <a:lnTo>
                  <a:pt x="1517" y="2526"/>
                </a:lnTo>
                <a:lnTo>
                  <a:pt x="1529" y="2522"/>
                </a:lnTo>
                <a:lnTo>
                  <a:pt x="1542" y="2517"/>
                </a:lnTo>
                <a:lnTo>
                  <a:pt x="1554" y="2510"/>
                </a:lnTo>
                <a:lnTo>
                  <a:pt x="1567" y="2503"/>
                </a:lnTo>
                <a:lnTo>
                  <a:pt x="1579" y="2494"/>
                </a:lnTo>
                <a:lnTo>
                  <a:pt x="1592" y="2484"/>
                </a:lnTo>
                <a:lnTo>
                  <a:pt x="1604" y="2473"/>
                </a:lnTo>
                <a:lnTo>
                  <a:pt x="1617" y="2461"/>
                </a:lnTo>
                <a:lnTo>
                  <a:pt x="1629" y="2448"/>
                </a:lnTo>
                <a:lnTo>
                  <a:pt x="1642" y="2435"/>
                </a:lnTo>
                <a:lnTo>
                  <a:pt x="1655" y="2420"/>
                </a:lnTo>
                <a:lnTo>
                  <a:pt x="1667" y="2405"/>
                </a:lnTo>
                <a:lnTo>
                  <a:pt x="1680" y="2389"/>
                </a:lnTo>
                <a:lnTo>
                  <a:pt x="1692" y="2372"/>
                </a:lnTo>
                <a:lnTo>
                  <a:pt x="1705" y="2354"/>
                </a:lnTo>
                <a:lnTo>
                  <a:pt x="1717" y="2336"/>
                </a:lnTo>
                <a:lnTo>
                  <a:pt x="1730" y="2318"/>
                </a:lnTo>
                <a:lnTo>
                  <a:pt x="1742" y="2298"/>
                </a:lnTo>
                <a:lnTo>
                  <a:pt x="1755" y="2279"/>
                </a:lnTo>
                <a:lnTo>
                  <a:pt x="1767" y="2259"/>
                </a:lnTo>
                <a:lnTo>
                  <a:pt x="1780" y="2239"/>
                </a:lnTo>
                <a:lnTo>
                  <a:pt x="1792" y="2218"/>
                </a:lnTo>
                <a:lnTo>
                  <a:pt x="1805" y="2198"/>
                </a:lnTo>
                <a:lnTo>
                  <a:pt x="1817" y="2177"/>
                </a:lnTo>
                <a:lnTo>
                  <a:pt x="1830" y="2156"/>
                </a:lnTo>
                <a:lnTo>
                  <a:pt x="1842" y="2135"/>
                </a:lnTo>
                <a:lnTo>
                  <a:pt x="1855" y="2114"/>
                </a:lnTo>
                <a:lnTo>
                  <a:pt x="1868" y="2093"/>
                </a:lnTo>
                <a:lnTo>
                  <a:pt x="1880" y="2073"/>
                </a:lnTo>
                <a:lnTo>
                  <a:pt x="1893" y="2052"/>
                </a:lnTo>
                <a:lnTo>
                  <a:pt x="1905" y="2031"/>
                </a:lnTo>
                <a:lnTo>
                  <a:pt x="1918" y="2011"/>
                </a:lnTo>
                <a:lnTo>
                  <a:pt x="1930" y="1991"/>
                </a:lnTo>
                <a:lnTo>
                  <a:pt x="1943" y="1972"/>
                </a:lnTo>
                <a:lnTo>
                  <a:pt x="1955" y="1953"/>
                </a:lnTo>
                <a:lnTo>
                  <a:pt x="1968" y="1934"/>
                </a:lnTo>
                <a:lnTo>
                  <a:pt x="1980" y="1916"/>
                </a:lnTo>
                <a:lnTo>
                  <a:pt x="1993" y="1898"/>
                </a:lnTo>
                <a:lnTo>
                  <a:pt x="2005" y="1880"/>
                </a:lnTo>
                <a:lnTo>
                  <a:pt x="2018" y="1864"/>
                </a:lnTo>
                <a:lnTo>
                  <a:pt x="2030" y="1847"/>
                </a:lnTo>
                <a:lnTo>
                  <a:pt x="2043" y="1832"/>
                </a:lnTo>
                <a:lnTo>
                  <a:pt x="2056" y="1817"/>
                </a:lnTo>
                <a:lnTo>
                  <a:pt x="2068" y="1803"/>
                </a:lnTo>
                <a:lnTo>
                  <a:pt x="2081" y="1789"/>
                </a:lnTo>
                <a:lnTo>
                  <a:pt x="2093" y="1777"/>
                </a:lnTo>
                <a:lnTo>
                  <a:pt x="2106" y="1764"/>
                </a:lnTo>
                <a:lnTo>
                  <a:pt x="2118" y="1753"/>
                </a:lnTo>
                <a:lnTo>
                  <a:pt x="2131" y="1743"/>
                </a:lnTo>
                <a:lnTo>
                  <a:pt x="2143" y="1733"/>
                </a:lnTo>
                <a:lnTo>
                  <a:pt x="2156" y="1724"/>
                </a:lnTo>
                <a:lnTo>
                  <a:pt x="2168" y="1716"/>
                </a:lnTo>
                <a:lnTo>
                  <a:pt x="2181" y="1708"/>
                </a:lnTo>
                <a:lnTo>
                  <a:pt x="2193" y="1702"/>
                </a:lnTo>
                <a:lnTo>
                  <a:pt x="2206" y="1696"/>
                </a:lnTo>
                <a:lnTo>
                  <a:pt x="2218" y="1691"/>
                </a:lnTo>
                <a:lnTo>
                  <a:pt x="2231" y="1687"/>
                </a:lnTo>
                <a:lnTo>
                  <a:pt x="2243" y="1684"/>
                </a:lnTo>
                <a:lnTo>
                  <a:pt x="2256" y="1681"/>
                </a:lnTo>
                <a:lnTo>
                  <a:pt x="2269" y="1680"/>
                </a:lnTo>
                <a:lnTo>
                  <a:pt x="2281" y="1679"/>
                </a:lnTo>
                <a:lnTo>
                  <a:pt x="2294" y="1679"/>
                </a:lnTo>
                <a:lnTo>
                  <a:pt x="2306" y="1679"/>
                </a:lnTo>
                <a:lnTo>
                  <a:pt x="2319" y="1681"/>
                </a:lnTo>
                <a:lnTo>
                  <a:pt x="2331" y="1683"/>
                </a:lnTo>
                <a:lnTo>
                  <a:pt x="2344" y="1686"/>
                </a:lnTo>
                <a:lnTo>
                  <a:pt x="2356" y="1690"/>
                </a:lnTo>
                <a:lnTo>
                  <a:pt x="2369" y="1694"/>
                </a:lnTo>
                <a:lnTo>
                  <a:pt x="2381" y="1699"/>
                </a:lnTo>
                <a:lnTo>
                  <a:pt x="2394" y="1705"/>
                </a:lnTo>
                <a:lnTo>
                  <a:pt x="2406" y="1711"/>
                </a:lnTo>
                <a:lnTo>
                  <a:pt x="2419" y="1718"/>
                </a:lnTo>
                <a:lnTo>
                  <a:pt x="2431" y="1726"/>
                </a:lnTo>
                <a:lnTo>
                  <a:pt x="2444" y="1734"/>
                </a:lnTo>
                <a:lnTo>
                  <a:pt x="2457" y="1743"/>
                </a:lnTo>
                <a:lnTo>
                  <a:pt x="2469" y="1752"/>
                </a:lnTo>
                <a:lnTo>
                  <a:pt x="2482" y="1761"/>
                </a:lnTo>
                <a:lnTo>
                  <a:pt x="2494" y="1771"/>
                </a:lnTo>
                <a:lnTo>
                  <a:pt x="2507" y="1782"/>
                </a:lnTo>
                <a:lnTo>
                  <a:pt x="2519" y="1793"/>
                </a:lnTo>
                <a:lnTo>
                  <a:pt x="2532" y="1804"/>
                </a:lnTo>
                <a:lnTo>
                  <a:pt x="2544" y="1815"/>
                </a:lnTo>
                <a:lnTo>
                  <a:pt x="2557" y="1827"/>
                </a:lnTo>
                <a:lnTo>
                  <a:pt x="2569" y="1839"/>
                </a:lnTo>
                <a:lnTo>
                  <a:pt x="2582" y="1852"/>
                </a:lnTo>
                <a:lnTo>
                  <a:pt x="2594" y="1864"/>
                </a:lnTo>
                <a:lnTo>
                  <a:pt x="2607" y="1877"/>
                </a:lnTo>
                <a:lnTo>
                  <a:pt x="2619" y="1890"/>
                </a:lnTo>
                <a:lnTo>
                  <a:pt x="2632" y="1902"/>
                </a:lnTo>
                <a:lnTo>
                  <a:pt x="2644" y="1915"/>
                </a:lnTo>
                <a:lnTo>
                  <a:pt x="2657" y="1928"/>
                </a:lnTo>
                <a:lnTo>
                  <a:pt x="2670" y="1941"/>
                </a:lnTo>
                <a:lnTo>
                  <a:pt x="2682" y="1954"/>
                </a:lnTo>
                <a:lnTo>
                  <a:pt x="2695" y="1967"/>
                </a:lnTo>
                <a:lnTo>
                  <a:pt x="2707" y="1980"/>
                </a:lnTo>
                <a:lnTo>
                  <a:pt x="2720" y="1992"/>
                </a:lnTo>
                <a:lnTo>
                  <a:pt x="2732" y="2005"/>
                </a:lnTo>
                <a:lnTo>
                  <a:pt x="2745" y="2017"/>
                </a:lnTo>
                <a:lnTo>
                  <a:pt x="2757" y="2029"/>
                </a:lnTo>
                <a:lnTo>
                  <a:pt x="2770" y="2040"/>
                </a:lnTo>
                <a:lnTo>
                  <a:pt x="2782" y="2051"/>
                </a:lnTo>
                <a:lnTo>
                  <a:pt x="2795" y="2062"/>
                </a:lnTo>
                <a:lnTo>
                  <a:pt x="2807" y="2073"/>
                </a:lnTo>
                <a:lnTo>
                  <a:pt x="2820" y="2083"/>
                </a:lnTo>
                <a:lnTo>
                  <a:pt x="2832" y="2093"/>
                </a:lnTo>
                <a:lnTo>
                  <a:pt x="2845" y="2102"/>
                </a:lnTo>
                <a:lnTo>
                  <a:pt x="2858" y="2111"/>
                </a:lnTo>
                <a:lnTo>
                  <a:pt x="2870" y="2120"/>
                </a:lnTo>
                <a:lnTo>
                  <a:pt x="2883" y="2127"/>
                </a:lnTo>
                <a:lnTo>
                  <a:pt x="2895" y="2135"/>
                </a:lnTo>
                <a:lnTo>
                  <a:pt x="2908" y="2141"/>
                </a:lnTo>
                <a:lnTo>
                  <a:pt x="2920" y="2147"/>
                </a:lnTo>
                <a:lnTo>
                  <a:pt x="2933" y="2153"/>
                </a:lnTo>
                <a:lnTo>
                  <a:pt x="2945" y="2158"/>
                </a:lnTo>
                <a:lnTo>
                  <a:pt x="2958" y="2162"/>
                </a:lnTo>
                <a:lnTo>
                  <a:pt x="2970" y="2165"/>
                </a:lnTo>
                <a:lnTo>
                  <a:pt x="2983" y="2168"/>
                </a:lnTo>
                <a:lnTo>
                  <a:pt x="2995" y="2170"/>
                </a:lnTo>
                <a:lnTo>
                  <a:pt x="3008" y="2171"/>
                </a:lnTo>
                <a:lnTo>
                  <a:pt x="3020" y="2172"/>
                </a:lnTo>
                <a:lnTo>
                  <a:pt x="3033" y="2171"/>
                </a:lnTo>
                <a:lnTo>
                  <a:pt x="3045" y="2170"/>
                </a:lnTo>
                <a:lnTo>
                  <a:pt x="3058" y="2169"/>
                </a:lnTo>
                <a:lnTo>
                  <a:pt x="3071" y="2166"/>
                </a:lnTo>
                <a:lnTo>
                  <a:pt x="3083" y="2162"/>
                </a:lnTo>
                <a:lnTo>
                  <a:pt x="3096" y="2158"/>
                </a:lnTo>
                <a:lnTo>
                  <a:pt x="3108" y="2153"/>
                </a:lnTo>
                <a:lnTo>
                  <a:pt x="3121" y="2147"/>
                </a:lnTo>
                <a:lnTo>
                  <a:pt x="3133" y="2140"/>
                </a:lnTo>
                <a:lnTo>
                  <a:pt x="3146" y="2133"/>
                </a:lnTo>
                <a:lnTo>
                  <a:pt x="3158" y="2124"/>
                </a:lnTo>
                <a:lnTo>
                  <a:pt x="3171" y="2115"/>
                </a:lnTo>
                <a:lnTo>
                  <a:pt x="3183" y="2104"/>
                </a:lnTo>
                <a:lnTo>
                  <a:pt x="3196" y="2093"/>
                </a:lnTo>
                <a:lnTo>
                  <a:pt x="3208" y="2081"/>
                </a:lnTo>
                <a:lnTo>
                  <a:pt x="3221" y="2068"/>
                </a:lnTo>
                <a:lnTo>
                  <a:pt x="3233" y="2055"/>
                </a:lnTo>
                <a:lnTo>
                  <a:pt x="3246" y="2040"/>
                </a:lnTo>
                <a:lnTo>
                  <a:pt x="3259" y="2025"/>
                </a:lnTo>
                <a:lnTo>
                  <a:pt x="3271" y="2008"/>
                </a:lnTo>
                <a:lnTo>
                  <a:pt x="3284" y="1991"/>
                </a:lnTo>
                <a:lnTo>
                  <a:pt x="3296" y="1973"/>
                </a:lnTo>
                <a:lnTo>
                  <a:pt x="3309" y="1955"/>
                </a:lnTo>
                <a:lnTo>
                  <a:pt x="3321" y="1935"/>
                </a:lnTo>
                <a:lnTo>
                  <a:pt x="3334" y="1915"/>
                </a:lnTo>
                <a:lnTo>
                  <a:pt x="3346" y="1894"/>
                </a:lnTo>
                <a:lnTo>
                  <a:pt x="3359" y="1872"/>
                </a:lnTo>
                <a:lnTo>
                  <a:pt x="3371" y="1850"/>
                </a:lnTo>
                <a:lnTo>
                  <a:pt x="3384" y="1826"/>
                </a:lnTo>
                <a:lnTo>
                  <a:pt x="3396" y="1802"/>
                </a:lnTo>
                <a:lnTo>
                  <a:pt x="3409" y="1778"/>
                </a:lnTo>
                <a:lnTo>
                  <a:pt x="3421" y="1752"/>
                </a:lnTo>
                <a:lnTo>
                  <a:pt x="3434" y="1726"/>
                </a:lnTo>
                <a:lnTo>
                  <a:pt x="3446" y="1700"/>
                </a:lnTo>
                <a:lnTo>
                  <a:pt x="3459" y="1672"/>
                </a:lnTo>
                <a:lnTo>
                  <a:pt x="3472" y="1645"/>
                </a:lnTo>
                <a:lnTo>
                  <a:pt x="3484" y="1616"/>
                </a:lnTo>
                <a:lnTo>
                  <a:pt x="3497" y="1588"/>
                </a:lnTo>
                <a:lnTo>
                  <a:pt x="3509" y="1558"/>
                </a:lnTo>
                <a:lnTo>
                  <a:pt x="3522" y="1529"/>
                </a:lnTo>
                <a:lnTo>
                  <a:pt x="3534" y="1498"/>
                </a:lnTo>
                <a:lnTo>
                  <a:pt x="3547" y="1468"/>
                </a:lnTo>
                <a:lnTo>
                  <a:pt x="3559" y="1437"/>
                </a:lnTo>
                <a:lnTo>
                  <a:pt x="3572" y="1406"/>
                </a:lnTo>
                <a:lnTo>
                  <a:pt x="3584" y="1374"/>
                </a:lnTo>
                <a:lnTo>
                  <a:pt x="3597" y="1343"/>
                </a:lnTo>
                <a:lnTo>
                  <a:pt x="3609" y="1311"/>
                </a:lnTo>
                <a:lnTo>
                  <a:pt x="3622" y="1279"/>
                </a:lnTo>
                <a:lnTo>
                  <a:pt x="3634" y="1247"/>
                </a:lnTo>
                <a:lnTo>
                  <a:pt x="3647" y="1215"/>
                </a:lnTo>
                <a:lnTo>
                  <a:pt x="3660" y="1182"/>
                </a:lnTo>
                <a:lnTo>
                  <a:pt x="3672" y="1150"/>
                </a:lnTo>
                <a:lnTo>
                  <a:pt x="3685" y="1118"/>
                </a:lnTo>
                <a:lnTo>
                  <a:pt x="3697" y="1086"/>
                </a:lnTo>
                <a:lnTo>
                  <a:pt x="3710" y="1054"/>
                </a:lnTo>
                <a:lnTo>
                  <a:pt x="3722" y="1022"/>
                </a:lnTo>
                <a:lnTo>
                  <a:pt x="3735" y="991"/>
                </a:lnTo>
                <a:lnTo>
                  <a:pt x="3747" y="960"/>
                </a:lnTo>
                <a:lnTo>
                  <a:pt x="3760" y="929"/>
                </a:lnTo>
                <a:lnTo>
                  <a:pt x="3772" y="899"/>
                </a:lnTo>
                <a:lnTo>
                  <a:pt x="3785" y="869"/>
                </a:lnTo>
                <a:lnTo>
                  <a:pt x="3797" y="840"/>
                </a:lnTo>
                <a:lnTo>
                  <a:pt x="3810" y="811"/>
                </a:lnTo>
                <a:lnTo>
                  <a:pt x="3822" y="783"/>
                </a:lnTo>
                <a:lnTo>
                  <a:pt x="3835" y="756"/>
                </a:lnTo>
                <a:lnTo>
                  <a:pt x="3847" y="729"/>
                </a:lnTo>
                <a:lnTo>
                  <a:pt x="3860" y="703"/>
                </a:lnTo>
                <a:lnTo>
                  <a:pt x="3873" y="678"/>
                </a:lnTo>
                <a:lnTo>
                  <a:pt x="3885" y="654"/>
                </a:lnTo>
                <a:lnTo>
                  <a:pt x="3898" y="631"/>
                </a:lnTo>
                <a:lnTo>
                  <a:pt x="3910" y="608"/>
                </a:lnTo>
                <a:lnTo>
                  <a:pt x="3923" y="587"/>
                </a:lnTo>
                <a:lnTo>
                  <a:pt x="3935" y="567"/>
                </a:lnTo>
                <a:lnTo>
                  <a:pt x="3948" y="548"/>
                </a:lnTo>
                <a:lnTo>
                  <a:pt x="3960" y="530"/>
                </a:lnTo>
                <a:lnTo>
                  <a:pt x="3973" y="514"/>
                </a:lnTo>
                <a:lnTo>
                  <a:pt x="3985" y="499"/>
                </a:lnTo>
                <a:lnTo>
                  <a:pt x="3998" y="485"/>
                </a:lnTo>
                <a:lnTo>
                  <a:pt x="4010" y="472"/>
                </a:lnTo>
                <a:lnTo>
                  <a:pt x="4023" y="461"/>
                </a:lnTo>
                <a:lnTo>
                  <a:pt x="4035" y="451"/>
                </a:lnTo>
                <a:lnTo>
                  <a:pt x="4048" y="443"/>
                </a:lnTo>
                <a:lnTo>
                  <a:pt x="4061" y="437"/>
                </a:lnTo>
                <a:lnTo>
                  <a:pt x="4073" y="431"/>
                </a:lnTo>
                <a:lnTo>
                  <a:pt x="4086" y="428"/>
                </a:lnTo>
                <a:lnTo>
                  <a:pt x="4098" y="426"/>
                </a:lnTo>
                <a:lnTo>
                  <a:pt x="4111" y="425"/>
                </a:lnTo>
                <a:lnTo>
                  <a:pt x="4123" y="426"/>
                </a:lnTo>
                <a:lnTo>
                  <a:pt x="4136" y="429"/>
                </a:lnTo>
                <a:lnTo>
                  <a:pt x="4148" y="433"/>
                </a:lnTo>
                <a:lnTo>
                  <a:pt x="4161" y="439"/>
                </a:lnTo>
                <a:lnTo>
                  <a:pt x="4173" y="447"/>
                </a:lnTo>
                <a:lnTo>
                  <a:pt x="4186" y="456"/>
                </a:lnTo>
                <a:lnTo>
                  <a:pt x="4198" y="467"/>
                </a:lnTo>
                <a:lnTo>
                  <a:pt x="4211" y="479"/>
                </a:lnTo>
                <a:lnTo>
                  <a:pt x="4223" y="492"/>
                </a:lnTo>
                <a:lnTo>
                  <a:pt x="4236" y="508"/>
                </a:lnTo>
                <a:lnTo>
                  <a:pt x="4248" y="524"/>
                </a:lnTo>
                <a:lnTo>
                  <a:pt x="4261" y="542"/>
                </a:lnTo>
                <a:lnTo>
                  <a:pt x="4274" y="561"/>
                </a:lnTo>
                <a:lnTo>
                  <a:pt x="4286" y="582"/>
                </a:lnTo>
                <a:lnTo>
                  <a:pt x="4299" y="603"/>
                </a:lnTo>
                <a:lnTo>
                  <a:pt x="4311" y="626"/>
                </a:lnTo>
                <a:lnTo>
                  <a:pt x="4324" y="650"/>
                </a:lnTo>
                <a:lnTo>
                  <a:pt x="4336" y="674"/>
                </a:lnTo>
                <a:lnTo>
                  <a:pt x="4349" y="699"/>
                </a:lnTo>
                <a:lnTo>
                  <a:pt x="4361" y="725"/>
                </a:lnTo>
                <a:lnTo>
                  <a:pt x="4374" y="752"/>
                </a:lnTo>
                <a:lnTo>
                  <a:pt x="4386" y="778"/>
                </a:lnTo>
                <a:lnTo>
                  <a:pt x="4399" y="805"/>
                </a:lnTo>
                <a:lnTo>
                  <a:pt x="4411" y="832"/>
                </a:lnTo>
                <a:lnTo>
                  <a:pt x="4424" y="859"/>
                </a:lnTo>
                <a:lnTo>
                  <a:pt x="4436" y="886"/>
                </a:lnTo>
                <a:lnTo>
                  <a:pt x="4449" y="912"/>
                </a:lnTo>
                <a:lnTo>
                  <a:pt x="4462" y="937"/>
                </a:lnTo>
                <a:lnTo>
                  <a:pt x="4474" y="961"/>
                </a:lnTo>
                <a:lnTo>
                  <a:pt x="4487" y="985"/>
                </a:lnTo>
                <a:lnTo>
                  <a:pt x="4499" y="1007"/>
                </a:lnTo>
                <a:lnTo>
                  <a:pt x="4512" y="1027"/>
                </a:lnTo>
                <a:lnTo>
                  <a:pt x="4524" y="1046"/>
                </a:lnTo>
                <a:lnTo>
                  <a:pt x="4537" y="1062"/>
                </a:lnTo>
                <a:lnTo>
                  <a:pt x="4549" y="1077"/>
                </a:lnTo>
                <a:lnTo>
                  <a:pt x="4562" y="1088"/>
                </a:lnTo>
                <a:lnTo>
                  <a:pt x="4574" y="1097"/>
                </a:lnTo>
                <a:lnTo>
                  <a:pt x="4587" y="1103"/>
                </a:lnTo>
                <a:lnTo>
                  <a:pt x="4599" y="1105"/>
                </a:lnTo>
                <a:lnTo>
                  <a:pt x="4612" y="1104"/>
                </a:lnTo>
                <a:lnTo>
                  <a:pt x="4624" y="1099"/>
                </a:lnTo>
                <a:lnTo>
                  <a:pt x="4637" y="1090"/>
                </a:lnTo>
                <a:lnTo>
                  <a:pt x="4649" y="1076"/>
                </a:lnTo>
                <a:lnTo>
                  <a:pt x="4662" y="1057"/>
                </a:lnTo>
                <a:lnTo>
                  <a:pt x="4675" y="1033"/>
                </a:lnTo>
                <a:lnTo>
                  <a:pt x="4687" y="1004"/>
                </a:lnTo>
                <a:lnTo>
                  <a:pt x="4700" y="970"/>
                </a:lnTo>
                <a:lnTo>
                  <a:pt x="4712" y="930"/>
                </a:lnTo>
                <a:lnTo>
                  <a:pt x="4725" y="884"/>
                </a:lnTo>
                <a:lnTo>
                  <a:pt x="4737" y="831"/>
                </a:lnTo>
                <a:lnTo>
                  <a:pt x="4750" y="772"/>
                </a:lnTo>
                <a:lnTo>
                  <a:pt x="4762" y="707"/>
                </a:lnTo>
                <a:lnTo>
                  <a:pt x="4775" y="635"/>
                </a:lnTo>
                <a:lnTo>
                  <a:pt x="4787" y="556"/>
                </a:lnTo>
                <a:lnTo>
                  <a:pt x="4800" y="470"/>
                </a:lnTo>
                <a:lnTo>
                  <a:pt x="4812" y="377"/>
                </a:lnTo>
                <a:lnTo>
                  <a:pt x="4825" y="278"/>
                </a:lnTo>
                <a:lnTo>
                  <a:pt x="4837" y="171"/>
                </a:lnTo>
                <a:lnTo>
                  <a:pt x="4850" y="58"/>
                </a:lnTo>
              </a:path>
            </a:pathLst>
          </a:custGeom>
          <a:noFill/>
          <a:ln w="19050">
            <a:solidFill>
              <a:srgbClr val="C4B8DC"/>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8" name="Freeform 27"/>
          <p:cNvSpPr/>
          <p:nvPr/>
        </p:nvSpPr>
        <p:spPr>
          <a:xfrm>
            <a:off x="6510528" y="3047695"/>
            <a:ext cx="4572000" cy="1791310"/>
          </a:xfrm>
          <a:custGeom>
            <a:avLst/>
            <a:gdLst/>
            <a:ahLst/>
            <a:cxnLst/>
            <a:rect l="l" t="t" r="r" b="b"/>
            <a:pathLst>
              <a:path w="5000" h="1959">
                <a:moveTo>
                  <a:pt x="0" y="1485"/>
                </a:moveTo>
                <a:lnTo>
                  <a:pt x="13" y="1270"/>
                </a:lnTo>
                <a:lnTo>
                  <a:pt x="25" y="1103"/>
                </a:lnTo>
                <a:lnTo>
                  <a:pt x="38" y="979"/>
                </a:lnTo>
                <a:lnTo>
                  <a:pt x="50" y="892"/>
                </a:lnTo>
                <a:lnTo>
                  <a:pt x="63" y="836"/>
                </a:lnTo>
                <a:lnTo>
                  <a:pt x="75" y="807"/>
                </a:lnTo>
                <a:lnTo>
                  <a:pt x="88" y="801"/>
                </a:lnTo>
                <a:lnTo>
                  <a:pt x="100" y="814"/>
                </a:lnTo>
                <a:lnTo>
                  <a:pt x="113" y="843"/>
                </a:lnTo>
                <a:lnTo>
                  <a:pt x="125" y="885"/>
                </a:lnTo>
                <a:lnTo>
                  <a:pt x="138" y="936"/>
                </a:lnTo>
                <a:lnTo>
                  <a:pt x="150" y="996"/>
                </a:lnTo>
                <a:lnTo>
                  <a:pt x="163" y="1061"/>
                </a:lnTo>
                <a:lnTo>
                  <a:pt x="175" y="1129"/>
                </a:lnTo>
                <a:lnTo>
                  <a:pt x="188" y="1200"/>
                </a:lnTo>
                <a:lnTo>
                  <a:pt x="201" y="1271"/>
                </a:lnTo>
                <a:lnTo>
                  <a:pt x="213" y="1341"/>
                </a:lnTo>
                <a:lnTo>
                  <a:pt x="226" y="1411"/>
                </a:lnTo>
                <a:lnTo>
                  <a:pt x="238" y="1477"/>
                </a:lnTo>
                <a:lnTo>
                  <a:pt x="251" y="1541"/>
                </a:lnTo>
                <a:lnTo>
                  <a:pt x="263" y="1601"/>
                </a:lnTo>
                <a:lnTo>
                  <a:pt x="276" y="1656"/>
                </a:lnTo>
                <a:lnTo>
                  <a:pt x="288" y="1708"/>
                </a:lnTo>
                <a:lnTo>
                  <a:pt x="301" y="1754"/>
                </a:lnTo>
                <a:lnTo>
                  <a:pt x="313" y="1796"/>
                </a:lnTo>
                <a:lnTo>
                  <a:pt x="326" y="1833"/>
                </a:lnTo>
                <a:lnTo>
                  <a:pt x="338" y="1865"/>
                </a:lnTo>
                <a:lnTo>
                  <a:pt x="351" y="1892"/>
                </a:lnTo>
                <a:lnTo>
                  <a:pt x="363" y="1914"/>
                </a:lnTo>
                <a:lnTo>
                  <a:pt x="376" y="1931"/>
                </a:lnTo>
                <a:lnTo>
                  <a:pt x="388" y="1944"/>
                </a:lnTo>
                <a:lnTo>
                  <a:pt x="401" y="1953"/>
                </a:lnTo>
                <a:lnTo>
                  <a:pt x="414" y="1958"/>
                </a:lnTo>
                <a:lnTo>
                  <a:pt x="426" y="1959"/>
                </a:lnTo>
                <a:lnTo>
                  <a:pt x="439" y="1956"/>
                </a:lnTo>
                <a:lnTo>
                  <a:pt x="451" y="1950"/>
                </a:lnTo>
                <a:lnTo>
                  <a:pt x="464" y="1942"/>
                </a:lnTo>
                <a:lnTo>
                  <a:pt x="476" y="1930"/>
                </a:lnTo>
                <a:lnTo>
                  <a:pt x="489" y="1916"/>
                </a:lnTo>
                <a:lnTo>
                  <a:pt x="501" y="1901"/>
                </a:lnTo>
                <a:lnTo>
                  <a:pt x="514" y="1883"/>
                </a:lnTo>
                <a:lnTo>
                  <a:pt x="526" y="1864"/>
                </a:lnTo>
                <a:lnTo>
                  <a:pt x="539" y="1844"/>
                </a:lnTo>
                <a:lnTo>
                  <a:pt x="551" y="1822"/>
                </a:lnTo>
                <a:lnTo>
                  <a:pt x="564" y="1800"/>
                </a:lnTo>
                <a:lnTo>
                  <a:pt x="576" y="1778"/>
                </a:lnTo>
                <a:lnTo>
                  <a:pt x="589" y="1755"/>
                </a:lnTo>
                <a:lnTo>
                  <a:pt x="602" y="1733"/>
                </a:lnTo>
                <a:lnTo>
                  <a:pt x="614" y="1710"/>
                </a:lnTo>
                <a:lnTo>
                  <a:pt x="627" y="1688"/>
                </a:lnTo>
                <a:lnTo>
                  <a:pt x="639" y="1666"/>
                </a:lnTo>
                <a:lnTo>
                  <a:pt x="652" y="1645"/>
                </a:lnTo>
                <a:lnTo>
                  <a:pt x="664" y="1625"/>
                </a:lnTo>
                <a:lnTo>
                  <a:pt x="677" y="1606"/>
                </a:lnTo>
                <a:lnTo>
                  <a:pt x="689" y="1587"/>
                </a:lnTo>
                <a:lnTo>
                  <a:pt x="702" y="1570"/>
                </a:lnTo>
                <a:lnTo>
                  <a:pt x="714" y="1554"/>
                </a:lnTo>
                <a:lnTo>
                  <a:pt x="727" y="1540"/>
                </a:lnTo>
                <a:lnTo>
                  <a:pt x="739" y="1526"/>
                </a:lnTo>
                <a:lnTo>
                  <a:pt x="752" y="1515"/>
                </a:lnTo>
                <a:lnTo>
                  <a:pt x="764" y="1504"/>
                </a:lnTo>
                <a:lnTo>
                  <a:pt x="777" y="1495"/>
                </a:lnTo>
                <a:lnTo>
                  <a:pt x="789" y="1487"/>
                </a:lnTo>
                <a:lnTo>
                  <a:pt x="802" y="1481"/>
                </a:lnTo>
                <a:lnTo>
                  <a:pt x="815" y="1476"/>
                </a:lnTo>
                <a:lnTo>
                  <a:pt x="827" y="1472"/>
                </a:lnTo>
                <a:lnTo>
                  <a:pt x="840" y="1470"/>
                </a:lnTo>
                <a:lnTo>
                  <a:pt x="852" y="1469"/>
                </a:lnTo>
                <a:lnTo>
                  <a:pt x="865" y="1469"/>
                </a:lnTo>
                <a:lnTo>
                  <a:pt x="877" y="1470"/>
                </a:lnTo>
                <a:lnTo>
                  <a:pt x="890" y="1472"/>
                </a:lnTo>
                <a:lnTo>
                  <a:pt x="902" y="1476"/>
                </a:lnTo>
                <a:lnTo>
                  <a:pt x="915" y="1480"/>
                </a:lnTo>
                <a:lnTo>
                  <a:pt x="927" y="1486"/>
                </a:lnTo>
                <a:lnTo>
                  <a:pt x="940" y="1492"/>
                </a:lnTo>
                <a:lnTo>
                  <a:pt x="952" y="1499"/>
                </a:lnTo>
                <a:lnTo>
                  <a:pt x="965" y="1506"/>
                </a:lnTo>
                <a:lnTo>
                  <a:pt x="977" y="1515"/>
                </a:lnTo>
                <a:lnTo>
                  <a:pt x="990" y="1523"/>
                </a:lnTo>
                <a:lnTo>
                  <a:pt x="1003" y="1533"/>
                </a:lnTo>
                <a:lnTo>
                  <a:pt x="1015" y="1542"/>
                </a:lnTo>
                <a:lnTo>
                  <a:pt x="1028" y="1552"/>
                </a:lnTo>
                <a:lnTo>
                  <a:pt x="1040" y="1562"/>
                </a:lnTo>
                <a:lnTo>
                  <a:pt x="1053" y="1572"/>
                </a:lnTo>
                <a:lnTo>
                  <a:pt x="1065" y="1582"/>
                </a:lnTo>
                <a:lnTo>
                  <a:pt x="1078" y="1592"/>
                </a:lnTo>
                <a:lnTo>
                  <a:pt x="1090" y="1602"/>
                </a:lnTo>
                <a:lnTo>
                  <a:pt x="1103" y="1612"/>
                </a:lnTo>
                <a:lnTo>
                  <a:pt x="1115" y="1622"/>
                </a:lnTo>
                <a:lnTo>
                  <a:pt x="1128" y="1631"/>
                </a:lnTo>
                <a:lnTo>
                  <a:pt x="1140" y="1640"/>
                </a:lnTo>
                <a:lnTo>
                  <a:pt x="1153" y="1649"/>
                </a:lnTo>
                <a:lnTo>
                  <a:pt x="1165" y="1657"/>
                </a:lnTo>
                <a:lnTo>
                  <a:pt x="1178" y="1665"/>
                </a:lnTo>
                <a:lnTo>
                  <a:pt x="1190" y="1672"/>
                </a:lnTo>
                <a:lnTo>
                  <a:pt x="1203" y="1679"/>
                </a:lnTo>
                <a:lnTo>
                  <a:pt x="1216" y="1685"/>
                </a:lnTo>
                <a:lnTo>
                  <a:pt x="1228" y="1691"/>
                </a:lnTo>
                <a:lnTo>
                  <a:pt x="1241" y="1696"/>
                </a:lnTo>
                <a:lnTo>
                  <a:pt x="1253" y="1700"/>
                </a:lnTo>
                <a:lnTo>
                  <a:pt x="1266" y="1704"/>
                </a:lnTo>
                <a:lnTo>
                  <a:pt x="1278" y="1707"/>
                </a:lnTo>
                <a:lnTo>
                  <a:pt x="1291" y="1709"/>
                </a:lnTo>
                <a:lnTo>
                  <a:pt x="1303" y="1711"/>
                </a:lnTo>
                <a:lnTo>
                  <a:pt x="1316" y="1712"/>
                </a:lnTo>
                <a:lnTo>
                  <a:pt x="1328" y="1713"/>
                </a:lnTo>
                <a:lnTo>
                  <a:pt x="1341" y="1712"/>
                </a:lnTo>
                <a:lnTo>
                  <a:pt x="1353" y="1712"/>
                </a:lnTo>
                <a:lnTo>
                  <a:pt x="1366" y="1710"/>
                </a:lnTo>
                <a:lnTo>
                  <a:pt x="1378" y="1709"/>
                </a:lnTo>
                <a:lnTo>
                  <a:pt x="1391" y="1706"/>
                </a:lnTo>
                <a:lnTo>
                  <a:pt x="1404" y="1703"/>
                </a:lnTo>
                <a:lnTo>
                  <a:pt x="1416" y="1700"/>
                </a:lnTo>
                <a:lnTo>
                  <a:pt x="1429" y="1696"/>
                </a:lnTo>
                <a:lnTo>
                  <a:pt x="1441" y="1692"/>
                </a:lnTo>
                <a:lnTo>
                  <a:pt x="1454" y="1687"/>
                </a:lnTo>
                <a:lnTo>
                  <a:pt x="1466" y="1682"/>
                </a:lnTo>
                <a:lnTo>
                  <a:pt x="1479" y="1677"/>
                </a:lnTo>
                <a:lnTo>
                  <a:pt x="1491" y="1671"/>
                </a:lnTo>
                <a:lnTo>
                  <a:pt x="1504" y="1666"/>
                </a:lnTo>
                <a:lnTo>
                  <a:pt x="1516" y="1660"/>
                </a:lnTo>
                <a:lnTo>
                  <a:pt x="1529" y="1654"/>
                </a:lnTo>
                <a:lnTo>
                  <a:pt x="1541" y="1648"/>
                </a:lnTo>
                <a:lnTo>
                  <a:pt x="1554" y="1642"/>
                </a:lnTo>
                <a:lnTo>
                  <a:pt x="1566" y="1636"/>
                </a:lnTo>
                <a:lnTo>
                  <a:pt x="1579" y="1630"/>
                </a:lnTo>
                <a:lnTo>
                  <a:pt x="1591" y="1624"/>
                </a:lnTo>
                <a:lnTo>
                  <a:pt x="1604" y="1618"/>
                </a:lnTo>
                <a:lnTo>
                  <a:pt x="1617" y="1612"/>
                </a:lnTo>
                <a:lnTo>
                  <a:pt x="1629" y="1607"/>
                </a:lnTo>
                <a:lnTo>
                  <a:pt x="1642" y="1601"/>
                </a:lnTo>
                <a:lnTo>
                  <a:pt x="1654" y="1597"/>
                </a:lnTo>
                <a:lnTo>
                  <a:pt x="1667" y="1592"/>
                </a:lnTo>
                <a:lnTo>
                  <a:pt x="1679" y="1588"/>
                </a:lnTo>
                <a:lnTo>
                  <a:pt x="1692" y="1584"/>
                </a:lnTo>
                <a:lnTo>
                  <a:pt x="1704" y="1581"/>
                </a:lnTo>
                <a:lnTo>
                  <a:pt x="1717" y="1578"/>
                </a:lnTo>
                <a:lnTo>
                  <a:pt x="1729" y="1575"/>
                </a:lnTo>
                <a:lnTo>
                  <a:pt x="1742" y="1573"/>
                </a:lnTo>
                <a:lnTo>
                  <a:pt x="1754" y="1572"/>
                </a:lnTo>
                <a:lnTo>
                  <a:pt x="1767" y="1571"/>
                </a:lnTo>
                <a:lnTo>
                  <a:pt x="1779" y="1570"/>
                </a:lnTo>
                <a:lnTo>
                  <a:pt x="1792" y="1571"/>
                </a:lnTo>
                <a:lnTo>
                  <a:pt x="1805" y="1571"/>
                </a:lnTo>
                <a:lnTo>
                  <a:pt x="1817" y="1573"/>
                </a:lnTo>
                <a:lnTo>
                  <a:pt x="1830" y="1575"/>
                </a:lnTo>
                <a:lnTo>
                  <a:pt x="1842" y="1577"/>
                </a:lnTo>
                <a:lnTo>
                  <a:pt x="1855" y="1580"/>
                </a:lnTo>
                <a:lnTo>
                  <a:pt x="1867" y="1584"/>
                </a:lnTo>
                <a:lnTo>
                  <a:pt x="1880" y="1588"/>
                </a:lnTo>
                <a:lnTo>
                  <a:pt x="1892" y="1593"/>
                </a:lnTo>
                <a:lnTo>
                  <a:pt x="1905" y="1599"/>
                </a:lnTo>
                <a:lnTo>
                  <a:pt x="1917" y="1605"/>
                </a:lnTo>
                <a:lnTo>
                  <a:pt x="1930" y="1611"/>
                </a:lnTo>
                <a:lnTo>
                  <a:pt x="1942" y="1618"/>
                </a:lnTo>
                <a:lnTo>
                  <a:pt x="1955" y="1626"/>
                </a:lnTo>
                <a:lnTo>
                  <a:pt x="1967" y="1634"/>
                </a:lnTo>
                <a:lnTo>
                  <a:pt x="1980" y="1642"/>
                </a:lnTo>
                <a:lnTo>
                  <a:pt x="1992" y="1651"/>
                </a:lnTo>
                <a:lnTo>
                  <a:pt x="2005" y="1660"/>
                </a:lnTo>
                <a:lnTo>
                  <a:pt x="2018" y="1670"/>
                </a:lnTo>
                <a:lnTo>
                  <a:pt x="2030" y="1679"/>
                </a:lnTo>
                <a:lnTo>
                  <a:pt x="2043" y="1690"/>
                </a:lnTo>
                <a:lnTo>
                  <a:pt x="2055" y="1700"/>
                </a:lnTo>
                <a:lnTo>
                  <a:pt x="2068" y="1711"/>
                </a:lnTo>
                <a:lnTo>
                  <a:pt x="2080" y="1721"/>
                </a:lnTo>
                <a:lnTo>
                  <a:pt x="2093" y="1732"/>
                </a:lnTo>
                <a:lnTo>
                  <a:pt x="2105" y="1743"/>
                </a:lnTo>
                <a:lnTo>
                  <a:pt x="2118" y="1754"/>
                </a:lnTo>
                <a:lnTo>
                  <a:pt x="2130" y="1765"/>
                </a:lnTo>
                <a:lnTo>
                  <a:pt x="2143" y="1776"/>
                </a:lnTo>
                <a:lnTo>
                  <a:pt x="2155" y="1787"/>
                </a:lnTo>
                <a:lnTo>
                  <a:pt x="2168" y="1797"/>
                </a:lnTo>
                <a:lnTo>
                  <a:pt x="2180" y="1808"/>
                </a:lnTo>
                <a:lnTo>
                  <a:pt x="2193" y="1818"/>
                </a:lnTo>
                <a:lnTo>
                  <a:pt x="2206" y="1828"/>
                </a:lnTo>
                <a:lnTo>
                  <a:pt x="2218" y="1838"/>
                </a:lnTo>
                <a:lnTo>
                  <a:pt x="2231" y="1847"/>
                </a:lnTo>
                <a:lnTo>
                  <a:pt x="2243" y="1856"/>
                </a:lnTo>
                <a:lnTo>
                  <a:pt x="2256" y="1864"/>
                </a:lnTo>
                <a:lnTo>
                  <a:pt x="2268" y="1872"/>
                </a:lnTo>
                <a:lnTo>
                  <a:pt x="2281" y="1880"/>
                </a:lnTo>
                <a:lnTo>
                  <a:pt x="2293" y="1886"/>
                </a:lnTo>
                <a:lnTo>
                  <a:pt x="2306" y="1893"/>
                </a:lnTo>
                <a:lnTo>
                  <a:pt x="2318" y="1898"/>
                </a:lnTo>
                <a:lnTo>
                  <a:pt x="2331" y="1903"/>
                </a:lnTo>
                <a:lnTo>
                  <a:pt x="2343" y="1907"/>
                </a:lnTo>
                <a:lnTo>
                  <a:pt x="2356" y="1911"/>
                </a:lnTo>
                <a:lnTo>
                  <a:pt x="2368" y="1913"/>
                </a:lnTo>
                <a:lnTo>
                  <a:pt x="2381" y="1915"/>
                </a:lnTo>
                <a:lnTo>
                  <a:pt x="2393" y="1916"/>
                </a:lnTo>
                <a:lnTo>
                  <a:pt x="2406" y="1916"/>
                </a:lnTo>
                <a:lnTo>
                  <a:pt x="2419" y="1915"/>
                </a:lnTo>
                <a:lnTo>
                  <a:pt x="2431" y="1914"/>
                </a:lnTo>
                <a:lnTo>
                  <a:pt x="2444" y="1911"/>
                </a:lnTo>
                <a:lnTo>
                  <a:pt x="2456" y="1908"/>
                </a:lnTo>
                <a:lnTo>
                  <a:pt x="2469" y="1903"/>
                </a:lnTo>
                <a:lnTo>
                  <a:pt x="2481" y="1898"/>
                </a:lnTo>
                <a:lnTo>
                  <a:pt x="2494" y="1892"/>
                </a:lnTo>
                <a:lnTo>
                  <a:pt x="2506" y="1885"/>
                </a:lnTo>
                <a:lnTo>
                  <a:pt x="2519" y="1877"/>
                </a:lnTo>
                <a:lnTo>
                  <a:pt x="2531" y="1867"/>
                </a:lnTo>
                <a:lnTo>
                  <a:pt x="2544" y="1857"/>
                </a:lnTo>
                <a:lnTo>
                  <a:pt x="2556" y="1846"/>
                </a:lnTo>
                <a:lnTo>
                  <a:pt x="2569" y="1835"/>
                </a:lnTo>
                <a:lnTo>
                  <a:pt x="2581" y="1822"/>
                </a:lnTo>
                <a:lnTo>
                  <a:pt x="2594" y="1808"/>
                </a:lnTo>
                <a:lnTo>
                  <a:pt x="2607" y="1794"/>
                </a:lnTo>
                <a:lnTo>
                  <a:pt x="2619" y="1778"/>
                </a:lnTo>
                <a:lnTo>
                  <a:pt x="2632" y="1762"/>
                </a:lnTo>
                <a:lnTo>
                  <a:pt x="2644" y="1745"/>
                </a:lnTo>
                <a:lnTo>
                  <a:pt x="2657" y="1728"/>
                </a:lnTo>
                <a:lnTo>
                  <a:pt x="2669" y="1709"/>
                </a:lnTo>
                <a:lnTo>
                  <a:pt x="2682" y="1690"/>
                </a:lnTo>
                <a:lnTo>
                  <a:pt x="2694" y="1670"/>
                </a:lnTo>
                <a:lnTo>
                  <a:pt x="2707" y="1650"/>
                </a:lnTo>
                <a:lnTo>
                  <a:pt x="2719" y="1629"/>
                </a:lnTo>
                <a:lnTo>
                  <a:pt x="2732" y="1607"/>
                </a:lnTo>
                <a:lnTo>
                  <a:pt x="2744" y="1585"/>
                </a:lnTo>
                <a:lnTo>
                  <a:pt x="2757" y="1563"/>
                </a:lnTo>
                <a:lnTo>
                  <a:pt x="2769" y="1540"/>
                </a:lnTo>
                <a:lnTo>
                  <a:pt x="2782" y="1517"/>
                </a:lnTo>
                <a:lnTo>
                  <a:pt x="2794" y="1493"/>
                </a:lnTo>
                <a:lnTo>
                  <a:pt x="2807" y="1469"/>
                </a:lnTo>
                <a:lnTo>
                  <a:pt x="2820" y="1445"/>
                </a:lnTo>
                <a:lnTo>
                  <a:pt x="2832" y="1421"/>
                </a:lnTo>
                <a:lnTo>
                  <a:pt x="2845" y="1397"/>
                </a:lnTo>
                <a:lnTo>
                  <a:pt x="2857" y="1372"/>
                </a:lnTo>
                <a:lnTo>
                  <a:pt x="2870" y="1348"/>
                </a:lnTo>
                <a:lnTo>
                  <a:pt x="2882" y="1324"/>
                </a:lnTo>
                <a:lnTo>
                  <a:pt x="2895" y="1300"/>
                </a:lnTo>
                <a:lnTo>
                  <a:pt x="2907" y="1276"/>
                </a:lnTo>
                <a:lnTo>
                  <a:pt x="2920" y="1252"/>
                </a:lnTo>
                <a:lnTo>
                  <a:pt x="2932" y="1228"/>
                </a:lnTo>
                <a:lnTo>
                  <a:pt x="2945" y="1205"/>
                </a:lnTo>
                <a:lnTo>
                  <a:pt x="2957" y="1182"/>
                </a:lnTo>
                <a:lnTo>
                  <a:pt x="2970" y="1160"/>
                </a:lnTo>
                <a:lnTo>
                  <a:pt x="2982" y="1138"/>
                </a:lnTo>
                <a:lnTo>
                  <a:pt x="2995" y="1116"/>
                </a:lnTo>
                <a:lnTo>
                  <a:pt x="3008" y="1095"/>
                </a:lnTo>
                <a:lnTo>
                  <a:pt x="3020" y="1075"/>
                </a:lnTo>
                <a:lnTo>
                  <a:pt x="3033" y="1056"/>
                </a:lnTo>
                <a:lnTo>
                  <a:pt x="3045" y="1037"/>
                </a:lnTo>
                <a:lnTo>
                  <a:pt x="3058" y="1018"/>
                </a:lnTo>
                <a:lnTo>
                  <a:pt x="3070" y="1001"/>
                </a:lnTo>
                <a:lnTo>
                  <a:pt x="3083" y="984"/>
                </a:lnTo>
                <a:lnTo>
                  <a:pt x="3095" y="968"/>
                </a:lnTo>
                <a:lnTo>
                  <a:pt x="3108" y="953"/>
                </a:lnTo>
                <a:lnTo>
                  <a:pt x="3120" y="939"/>
                </a:lnTo>
                <a:lnTo>
                  <a:pt x="3133" y="926"/>
                </a:lnTo>
                <a:lnTo>
                  <a:pt x="3145" y="914"/>
                </a:lnTo>
                <a:lnTo>
                  <a:pt x="3158" y="903"/>
                </a:lnTo>
                <a:lnTo>
                  <a:pt x="3170" y="892"/>
                </a:lnTo>
                <a:lnTo>
                  <a:pt x="3183" y="883"/>
                </a:lnTo>
                <a:lnTo>
                  <a:pt x="3195" y="874"/>
                </a:lnTo>
                <a:lnTo>
                  <a:pt x="3208" y="867"/>
                </a:lnTo>
                <a:lnTo>
                  <a:pt x="3221" y="861"/>
                </a:lnTo>
                <a:lnTo>
                  <a:pt x="3233" y="855"/>
                </a:lnTo>
                <a:lnTo>
                  <a:pt x="3246" y="851"/>
                </a:lnTo>
                <a:lnTo>
                  <a:pt x="3258" y="847"/>
                </a:lnTo>
                <a:lnTo>
                  <a:pt x="3271" y="845"/>
                </a:lnTo>
                <a:lnTo>
                  <a:pt x="3283" y="844"/>
                </a:lnTo>
                <a:lnTo>
                  <a:pt x="3296" y="843"/>
                </a:lnTo>
                <a:lnTo>
                  <a:pt x="3308" y="844"/>
                </a:lnTo>
                <a:lnTo>
                  <a:pt x="3321" y="845"/>
                </a:lnTo>
                <a:lnTo>
                  <a:pt x="3333" y="847"/>
                </a:lnTo>
                <a:lnTo>
                  <a:pt x="3346" y="850"/>
                </a:lnTo>
                <a:lnTo>
                  <a:pt x="3358" y="854"/>
                </a:lnTo>
                <a:lnTo>
                  <a:pt x="3371" y="859"/>
                </a:lnTo>
                <a:lnTo>
                  <a:pt x="3383" y="865"/>
                </a:lnTo>
                <a:lnTo>
                  <a:pt x="3396" y="871"/>
                </a:lnTo>
                <a:lnTo>
                  <a:pt x="3409" y="878"/>
                </a:lnTo>
                <a:lnTo>
                  <a:pt x="3421" y="886"/>
                </a:lnTo>
                <a:lnTo>
                  <a:pt x="3434" y="894"/>
                </a:lnTo>
                <a:lnTo>
                  <a:pt x="3446" y="903"/>
                </a:lnTo>
                <a:lnTo>
                  <a:pt x="3459" y="913"/>
                </a:lnTo>
                <a:lnTo>
                  <a:pt x="3471" y="923"/>
                </a:lnTo>
                <a:lnTo>
                  <a:pt x="3484" y="933"/>
                </a:lnTo>
                <a:lnTo>
                  <a:pt x="3496" y="944"/>
                </a:lnTo>
                <a:lnTo>
                  <a:pt x="3509" y="955"/>
                </a:lnTo>
                <a:lnTo>
                  <a:pt x="3521" y="967"/>
                </a:lnTo>
                <a:lnTo>
                  <a:pt x="3534" y="979"/>
                </a:lnTo>
                <a:lnTo>
                  <a:pt x="3546" y="991"/>
                </a:lnTo>
                <a:lnTo>
                  <a:pt x="3559" y="1003"/>
                </a:lnTo>
                <a:lnTo>
                  <a:pt x="3571" y="1015"/>
                </a:lnTo>
                <a:lnTo>
                  <a:pt x="3584" y="1027"/>
                </a:lnTo>
                <a:lnTo>
                  <a:pt x="3596" y="1040"/>
                </a:lnTo>
                <a:lnTo>
                  <a:pt x="3609" y="1052"/>
                </a:lnTo>
                <a:lnTo>
                  <a:pt x="3622" y="1064"/>
                </a:lnTo>
                <a:lnTo>
                  <a:pt x="3634" y="1076"/>
                </a:lnTo>
                <a:lnTo>
                  <a:pt x="3647" y="1088"/>
                </a:lnTo>
                <a:lnTo>
                  <a:pt x="3659" y="1099"/>
                </a:lnTo>
                <a:lnTo>
                  <a:pt x="3672" y="1111"/>
                </a:lnTo>
                <a:lnTo>
                  <a:pt x="3684" y="1122"/>
                </a:lnTo>
                <a:lnTo>
                  <a:pt x="3697" y="1133"/>
                </a:lnTo>
                <a:lnTo>
                  <a:pt x="3709" y="1143"/>
                </a:lnTo>
                <a:lnTo>
                  <a:pt x="3722" y="1153"/>
                </a:lnTo>
                <a:lnTo>
                  <a:pt x="3734" y="1163"/>
                </a:lnTo>
                <a:lnTo>
                  <a:pt x="3747" y="1172"/>
                </a:lnTo>
                <a:lnTo>
                  <a:pt x="3759" y="1180"/>
                </a:lnTo>
                <a:lnTo>
                  <a:pt x="3772" y="1188"/>
                </a:lnTo>
                <a:lnTo>
                  <a:pt x="3784" y="1196"/>
                </a:lnTo>
                <a:lnTo>
                  <a:pt x="3797" y="1203"/>
                </a:lnTo>
                <a:lnTo>
                  <a:pt x="3810" y="1210"/>
                </a:lnTo>
                <a:lnTo>
                  <a:pt x="3822" y="1216"/>
                </a:lnTo>
                <a:lnTo>
                  <a:pt x="3835" y="1221"/>
                </a:lnTo>
                <a:lnTo>
                  <a:pt x="3847" y="1226"/>
                </a:lnTo>
                <a:lnTo>
                  <a:pt x="3860" y="1231"/>
                </a:lnTo>
                <a:lnTo>
                  <a:pt x="3872" y="1235"/>
                </a:lnTo>
                <a:lnTo>
                  <a:pt x="3885" y="1238"/>
                </a:lnTo>
                <a:lnTo>
                  <a:pt x="3897" y="1241"/>
                </a:lnTo>
                <a:lnTo>
                  <a:pt x="3910" y="1244"/>
                </a:lnTo>
                <a:lnTo>
                  <a:pt x="3922" y="1246"/>
                </a:lnTo>
                <a:lnTo>
                  <a:pt x="3935" y="1248"/>
                </a:lnTo>
                <a:lnTo>
                  <a:pt x="3947" y="1249"/>
                </a:lnTo>
                <a:lnTo>
                  <a:pt x="3960" y="1250"/>
                </a:lnTo>
                <a:lnTo>
                  <a:pt x="3972" y="1251"/>
                </a:lnTo>
                <a:lnTo>
                  <a:pt x="3985" y="1251"/>
                </a:lnTo>
                <a:lnTo>
                  <a:pt x="3997" y="1252"/>
                </a:lnTo>
                <a:lnTo>
                  <a:pt x="4010" y="1252"/>
                </a:lnTo>
                <a:lnTo>
                  <a:pt x="4023" y="1252"/>
                </a:lnTo>
                <a:lnTo>
                  <a:pt x="4035" y="1252"/>
                </a:lnTo>
                <a:lnTo>
                  <a:pt x="4048" y="1252"/>
                </a:lnTo>
                <a:lnTo>
                  <a:pt x="4060" y="1252"/>
                </a:lnTo>
                <a:lnTo>
                  <a:pt x="4073" y="1252"/>
                </a:lnTo>
                <a:lnTo>
                  <a:pt x="4085" y="1253"/>
                </a:lnTo>
                <a:lnTo>
                  <a:pt x="4098" y="1253"/>
                </a:lnTo>
                <a:lnTo>
                  <a:pt x="4110" y="1254"/>
                </a:lnTo>
                <a:lnTo>
                  <a:pt x="4123" y="1255"/>
                </a:lnTo>
                <a:lnTo>
                  <a:pt x="4135" y="1256"/>
                </a:lnTo>
                <a:lnTo>
                  <a:pt x="4148" y="1258"/>
                </a:lnTo>
                <a:lnTo>
                  <a:pt x="4160" y="1261"/>
                </a:lnTo>
                <a:lnTo>
                  <a:pt x="4173" y="1263"/>
                </a:lnTo>
                <a:lnTo>
                  <a:pt x="4185" y="1267"/>
                </a:lnTo>
                <a:lnTo>
                  <a:pt x="4198" y="1270"/>
                </a:lnTo>
                <a:lnTo>
                  <a:pt x="4211" y="1275"/>
                </a:lnTo>
                <a:lnTo>
                  <a:pt x="4223" y="1280"/>
                </a:lnTo>
                <a:lnTo>
                  <a:pt x="4236" y="1285"/>
                </a:lnTo>
                <a:lnTo>
                  <a:pt x="4248" y="1291"/>
                </a:lnTo>
                <a:lnTo>
                  <a:pt x="4261" y="1298"/>
                </a:lnTo>
                <a:lnTo>
                  <a:pt x="4273" y="1305"/>
                </a:lnTo>
                <a:lnTo>
                  <a:pt x="4286" y="1313"/>
                </a:lnTo>
                <a:lnTo>
                  <a:pt x="4298" y="1322"/>
                </a:lnTo>
                <a:lnTo>
                  <a:pt x="4311" y="1331"/>
                </a:lnTo>
                <a:lnTo>
                  <a:pt x="4323" y="1340"/>
                </a:lnTo>
                <a:lnTo>
                  <a:pt x="4336" y="1349"/>
                </a:lnTo>
                <a:lnTo>
                  <a:pt x="4348" y="1359"/>
                </a:lnTo>
                <a:lnTo>
                  <a:pt x="4361" y="1370"/>
                </a:lnTo>
                <a:lnTo>
                  <a:pt x="4373" y="1380"/>
                </a:lnTo>
                <a:lnTo>
                  <a:pt x="4386" y="1390"/>
                </a:lnTo>
                <a:lnTo>
                  <a:pt x="4398" y="1400"/>
                </a:lnTo>
                <a:lnTo>
                  <a:pt x="4411" y="1410"/>
                </a:lnTo>
                <a:lnTo>
                  <a:pt x="4424" y="1419"/>
                </a:lnTo>
                <a:lnTo>
                  <a:pt x="4436" y="1428"/>
                </a:lnTo>
                <a:lnTo>
                  <a:pt x="4449" y="1436"/>
                </a:lnTo>
                <a:lnTo>
                  <a:pt x="4461" y="1444"/>
                </a:lnTo>
                <a:lnTo>
                  <a:pt x="4474" y="1450"/>
                </a:lnTo>
                <a:lnTo>
                  <a:pt x="4486" y="1454"/>
                </a:lnTo>
                <a:lnTo>
                  <a:pt x="4499" y="1458"/>
                </a:lnTo>
                <a:lnTo>
                  <a:pt x="4511" y="1459"/>
                </a:lnTo>
                <a:lnTo>
                  <a:pt x="4524" y="1458"/>
                </a:lnTo>
                <a:lnTo>
                  <a:pt x="4536" y="1456"/>
                </a:lnTo>
                <a:lnTo>
                  <a:pt x="4549" y="1450"/>
                </a:lnTo>
                <a:lnTo>
                  <a:pt x="4561" y="1443"/>
                </a:lnTo>
                <a:lnTo>
                  <a:pt x="4574" y="1432"/>
                </a:lnTo>
                <a:lnTo>
                  <a:pt x="4586" y="1418"/>
                </a:lnTo>
                <a:lnTo>
                  <a:pt x="4599" y="1400"/>
                </a:lnTo>
                <a:lnTo>
                  <a:pt x="4612" y="1380"/>
                </a:lnTo>
                <a:lnTo>
                  <a:pt x="4624" y="1355"/>
                </a:lnTo>
                <a:lnTo>
                  <a:pt x="4637" y="1326"/>
                </a:lnTo>
                <a:lnTo>
                  <a:pt x="4649" y="1294"/>
                </a:lnTo>
                <a:lnTo>
                  <a:pt x="4662" y="1257"/>
                </a:lnTo>
                <a:lnTo>
                  <a:pt x="4674" y="1216"/>
                </a:lnTo>
                <a:lnTo>
                  <a:pt x="4687" y="1170"/>
                </a:lnTo>
                <a:lnTo>
                  <a:pt x="4699" y="1120"/>
                </a:lnTo>
                <a:lnTo>
                  <a:pt x="4712" y="1066"/>
                </a:lnTo>
                <a:lnTo>
                  <a:pt x="4724" y="1007"/>
                </a:lnTo>
                <a:lnTo>
                  <a:pt x="4737" y="945"/>
                </a:lnTo>
                <a:lnTo>
                  <a:pt x="4749" y="879"/>
                </a:lnTo>
                <a:lnTo>
                  <a:pt x="4762" y="810"/>
                </a:lnTo>
                <a:lnTo>
                  <a:pt x="4774" y="737"/>
                </a:lnTo>
                <a:lnTo>
                  <a:pt x="4787" y="662"/>
                </a:lnTo>
                <a:lnTo>
                  <a:pt x="4799" y="586"/>
                </a:lnTo>
                <a:lnTo>
                  <a:pt x="4812" y="509"/>
                </a:lnTo>
                <a:lnTo>
                  <a:pt x="4825" y="432"/>
                </a:lnTo>
                <a:lnTo>
                  <a:pt x="4837" y="356"/>
                </a:lnTo>
                <a:lnTo>
                  <a:pt x="4850" y="283"/>
                </a:lnTo>
                <a:lnTo>
                  <a:pt x="4862" y="214"/>
                </a:lnTo>
                <a:lnTo>
                  <a:pt x="4875" y="151"/>
                </a:lnTo>
                <a:lnTo>
                  <a:pt x="4887" y="95"/>
                </a:lnTo>
                <a:lnTo>
                  <a:pt x="4900" y="50"/>
                </a:lnTo>
                <a:lnTo>
                  <a:pt x="4912" y="17"/>
                </a:lnTo>
                <a:lnTo>
                  <a:pt x="4925" y="0"/>
                </a:lnTo>
                <a:lnTo>
                  <a:pt x="4937" y="1"/>
                </a:lnTo>
                <a:lnTo>
                  <a:pt x="4950" y="25"/>
                </a:lnTo>
                <a:lnTo>
                  <a:pt x="4962" y="74"/>
                </a:lnTo>
                <a:lnTo>
                  <a:pt x="4975" y="154"/>
                </a:lnTo>
                <a:lnTo>
                  <a:pt x="4987" y="268"/>
                </a:lnTo>
                <a:lnTo>
                  <a:pt x="5000" y="423"/>
                </a:lnTo>
              </a:path>
            </a:pathLst>
          </a:custGeom>
          <a:noFill/>
          <a:ln w="19050">
            <a:solidFill>
              <a:srgbClr val="C4B8DC"/>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9" name="Freeform 28"/>
          <p:cNvSpPr/>
          <p:nvPr/>
        </p:nvSpPr>
        <p:spPr>
          <a:xfrm>
            <a:off x="6510528" y="3231490"/>
            <a:ext cx="4572000" cy="1666037"/>
          </a:xfrm>
          <a:custGeom>
            <a:avLst/>
            <a:gdLst/>
            <a:ahLst/>
            <a:cxnLst/>
            <a:rect l="l" t="t" r="r" b="b"/>
            <a:pathLst>
              <a:path w="5000" h="1822">
                <a:moveTo>
                  <a:pt x="0" y="604"/>
                </a:moveTo>
                <a:lnTo>
                  <a:pt x="13" y="621"/>
                </a:lnTo>
                <a:lnTo>
                  <a:pt x="25" y="635"/>
                </a:lnTo>
                <a:lnTo>
                  <a:pt x="38" y="648"/>
                </a:lnTo>
                <a:lnTo>
                  <a:pt x="50" y="660"/>
                </a:lnTo>
                <a:lnTo>
                  <a:pt x="63" y="670"/>
                </a:lnTo>
                <a:lnTo>
                  <a:pt x="75" y="680"/>
                </a:lnTo>
                <a:lnTo>
                  <a:pt x="88" y="690"/>
                </a:lnTo>
                <a:lnTo>
                  <a:pt x="100" y="700"/>
                </a:lnTo>
                <a:lnTo>
                  <a:pt x="113" y="709"/>
                </a:lnTo>
                <a:lnTo>
                  <a:pt x="125" y="719"/>
                </a:lnTo>
                <a:lnTo>
                  <a:pt x="138" y="729"/>
                </a:lnTo>
                <a:lnTo>
                  <a:pt x="150" y="740"/>
                </a:lnTo>
                <a:lnTo>
                  <a:pt x="163" y="751"/>
                </a:lnTo>
                <a:lnTo>
                  <a:pt x="175" y="763"/>
                </a:lnTo>
                <a:lnTo>
                  <a:pt x="188" y="776"/>
                </a:lnTo>
                <a:lnTo>
                  <a:pt x="201" y="789"/>
                </a:lnTo>
                <a:lnTo>
                  <a:pt x="213" y="803"/>
                </a:lnTo>
                <a:lnTo>
                  <a:pt x="226" y="818"/>
                </a:lnTo>
                <a:lnTo>
                  <a:pt x="238" y="834"/>
                </a:lnTo>
                <a:lnTo>
                  <a:pt x="251" y="851"/>
                </a:lnTo>
                <a:lnTo>
                  <a:pt x="263" y="868"/>
                </a:lnTo>
                <a:lnTo>
                  <a:pt x="276" y="886"/>
                </a:lnTo>
                <a:lnTo>
                  <a:pt x="288" y="905"/>
                </a:lnTo>
                <a:lnTo>
                  <a:pt x="301" y="925"/>
                </a:lnTo>
                <a:lnTo>
                  <a:pt x="313" y="945"/>
                </a:lnTo>
                <a:lnTo>
                  <a:pt x="326" y="966"/>
                </a:lnTo>
                <a:lnTo>
                  <a:pt x="338" y="987"/>
                </a:lnTo>
                <a:lnTo>
                  <a:pt x="351" y="1009"/>
                </a:lnTo>
                <a:lnTo>
                  <a:pt x="363" y="1032"/>
                </a:lnTo>
                <a:lnTo>
                  <a:pt x="376" y="1054"/>
                </a:lnTo>
                <a:lnTo>
                  <a:pt x="388" y="1077"/>
                </a:lnTo>
                <a:lnTo>
                  <a:pt x="401" y="1101"/>
                </a:lnTo>
                <a:lnTo>
                  <a:pt x="414" y="1124"/>
                </a:lnTo>
                <a:lnTo>
                  <a:pt x="426" y="1148"/>
                </a:lnTo>
                <a:lnTo>
                  <a:pt x="439" y="1171"/>
                </a:lnTo>
                <a:lnTo>
                  <a:pt x="451" y="1195"/>
                </a:lnTo>
                <a:lnTo>
                  <a:pt x="464" y="1219"/>
                </a:lnTo>
                <a:lnTo>
                  <a:pt x="476" y="1242"/>
                </a:lnTo>
                <a:lnTo>
                  <a:pt x="489" y="1266"/>
                </a:lnTo>
                <a:lnTo>
                  <a:pt x="501" y="1289"/>
                </a:lnTo>
                <a:lnTo>
                  <a:pt x="514" y="1313"/>
                </a:lnTo>
                <a:lnTo>
                  <a:pt x="526" y="1336"/>
                </a:lnTo>
                <a:lnTo>
                  <a:pt x="539" y="1358"/>
                </a:lnTo>
                <a:lnTo>
                  <a:pt x="551" y="1381"/>
                </a:lnTo>
                <a:lnTo>
                  <a:pt x="564" y="1402"/>
                </a:lnTo>
                <a:lnTo>
                  <a:pt x="576" y="1424"/>
                </a:lnTo>
                <a:lnTo>
                  <a:pt x="589" y="1445"/>
                </a:lnTo>
                <a:lnTo>
                  <a:pt x="602" y="1466"/>
                </a:lnTo>
                <a:lnTo>
                  <a:pt x="614" y="1486"/>
                </a:lnTo>
                <a:lnTo>
                  <a:pt x="627" y="1506"/>
                </a:lnTo>
                <a:lnTo>
                  <a:pt x="639" y="1525"/>
                </a:lnTo>
                <a:lnTo>
                  <a:pt x="652" y="1544"/>
                </a:lnTo>
                <a:lnTo>
                  <a:pt x="664" y="1562"/>
                </a:lnTo>
                <a:lnTo>
                  <a:pt x="677" y="1580"/>
                </a:lnTo>
                <a:lnTo>
                  <a:pt x="689" y="1596"/>
                </a:lnTo>
                <a:lnTo>
                  <a:pt x="702" y="1613"/>
                </a:lnTo>
                <a:lnTo>
                  <a:pt x="714" y="1629"/>
                </a:lnTo>
                <a:lnTo>
                  <a:pt x="727" y="1644"/>
                </a:lnTo>
                <a:lnTo>
                  <a:pt x="739" y="1658"/>
                </a:lnTo>
                <a:lnTo>
                  <a:pt x="752" y="1672"/>
                </a:lnTo>
                <a:lnTo>
                  <a:pt x="764" y="1685"/>
                </a:lnTo>
                <a:lnTo>
                  <a:pt x="777" y="1698"/>
                </a:lnTo>
                <a:lnTo>
                  <a:pt x="789" y="1710"/>
                </a:lnTo>
                <a:lnTo>
                  <a:pt x="802" y="1721"/>
                </a:lnTo>
                <a:lnTo>
                  <a:pt x="815" y="1732"/>
                </a:lnTo>
                <a:lnTo>
                  <a:pt x="827" y="1742"/>
                </a:lnTo>
                <a:lnTo>
                  <a:pt x="840" y="1752"/>
                </a:lnTo>
                <a:lnTo>
                  <a:pt x="852" y="1760"/>
                </a:lnTo>
                <a:lnTo>
                  <a:pt x="865" y="1769"/>
                </a:lnTo>
                <a:lnTo>
                  <a:pt x="877" y="1776"/>
                </a:lnTo>
                <a:lnTo>
                  <a:pt x="890" y="1783"/>
                </a:lnTo>
                <a:lnTo>
                  <a:pt x="902" y="1790"/>
                </a:lnTo>
                <a:lnTo>
                  <a:pt x="915" y="1795"/>
                </a:lnTo>
                <a:lnTo>
                  <a:pt x="927" y="1801"/>
                </a:lnTo>
                <a:lnTo>
                  <a:pt x="940" y="1805"/>
                </a:lnTo>
                <a:lnTo>
                  <a:pt x="952" y="1809"/>
                </a:lnTo>
                <a:lnTo>
                  <a:pt x="965" y="1813"/>
                </a:lnTo>
                <a:lnTo>
                  <a:pt x="977" y="1816"/>
                </a:lnTo>
                <a:lnTo>
                  <a:pt x="990" y="1818"/>
                </a:lnTo>
                <a:lnTo>
                  <a:pt x="1003" y="1820"/>
                </a:lnTo>
                <a:lnTo>
                  <a:pt x="1015" y="1821"/>
                </a:lnTo>
                <a:lnTo>
                  <a:pt x="1028" y="1822"/>
                </a:lnTo>
                <a:lnTo>
                  <a:pt x="1040" y="1822"/>
                </a:lnTo>
                <a:lnTo>
                  <a:pt x="1053" y="1822"/>
                </a:lnTo>
                <a:lnTo>
                  <a:pt x="1065" y="1822"/>
                </a:lnTo>
                <a:lnTo>
                  <a:pt x="1078" y="1821"/>
                </a:lnTo>
                <a:lnTo>
                  <a:pt x="1090" y="1819"/>
                </a:lnTo>
                <a:lnTo>
                  <a:pt x="1103" y="1817"/>
                </a:lnTo>
                <a:lnTo>
                  <a:pt x="1115" y="1815"/>
                </a:lnTo>
                <a:lnTo>
                  <a:pt x="1128" y="1812"/>
                </a:lnTo>
                <a:lnTo>
                  <a:pt x="1140" y="1808"/>
                </a:lnTo>
                <a:lnTo>
                  <a:pt x="1153" y="1805"/>
                </a:lnTo>
                <a:lnTo>
                  <a:pt x="1165" y="1801"/>
                </a:lnTo>
                <a:lnTo>
                  <a:pt x="1178" y="1796"/>
                </a:lnTo>
                <a:lnTo>
                  <a:pt x="1190" y="1791"/>
                </a:lnTo>
                <a:lnTo>
                  <a:pt x="1203" y="1786"/>
                </a:lnTo>
                <a:lnTo>
                  <a:pt x="1216" y="1780"/>
                </a:lnTo>
                <a:lnTo>
                  <a:pt x="1228" y="1774"/>
                </a:lnTo>
                <a:lnTo>
                  <a:pt x="1241" y="1768"/>
                </a:lnTo>
                <a:lnTo>
                  <a:pt x="1253" y="1762"/>
                </a:lnTo>
                <a:lnTo>
                  <a:pt x="1266" y="1755"/>
                </a:lnTo>
                <a:lnTo>
                  <a:pt x="1278" y="1748"/>
                </a:lnTo>
                <a:lnTo>
                  <a:pt x="1291" y="1740"/>
                </a:lnTo>
                <a:lnTo>
                  <a:pt x="1303" y="1732"/>
                </a:lnTo>
                <a:lnTo>
                  <a:pt x="1316" y="1724"/>
                </a:lnTo>
                <a:lnTo>
                  <a:pt x="1328" y="1716"/>
                </a:lnTo>
                <a:lnTo>
                  <a:pt x="1341" y="1708"/>
                </a:lnTo>
                <a:lnTo>
                  <a:pt x="1353" y="1699"/>
                </a:lnTo>
                <a:lnTo>
                  <a:pt x="1366" y="1690"/>
                </a:lnTo>
                <a:lnTo>
                  <a:pt x="1378" y="1681"/>
                </a:lnTo>
                <a:lnTo>
                  <a:pt x="1391" y="1671"/>
                </a:lnTo>
                <a:lnTo>
                  <a:pt x="1404" y="1662"/>
                </a:lnTo>
                <a:lnTo>
                  <a:pt x="1416" y="1652"/>
                </a:lnTo>
                <a:lnTo>
                  <a:pt x="1429" y="1642"/>
                </a:lnTo>
                <a:lnTo>
                  <a:pt x="1441" y="1632"/>
                </a:lnTo>
                <a:lnTo>
                  <a:pt x="1454" y="1622"/>
                </a:lnTo>
                <a:lnTo>
                  <a:pt x="1466" y="1612"/>
                </a:lnTo>
                <a:lnTo>
                  <a:pt x="1479" y="1602"/>
                </a:lnTo>
                <a:lnTo>
                  <a:pt x="1491" y="1591"/>
                </a:lnTo>
                <a:lnTo>
                  <a:pt x="1504" y="1581"/>
                </a:lnTo>
                <a:lnTo>
                  <a:pt x="1516" y="1570"/>
                </a:lnTo>
                <a:lnTo>
                  <a:pt x="1529" y="1560"/>
                </a:lnTo>
                <a:lnTo>
                  <a:pt x="1541" y="1549"/>
                </a:lnTo>
                <a:lnTo>
                  <a:pt x="1554" y="1539"/>
                </a:lnTo>
                <a:lnTo>
                  <a:pt x="1566" y="1528"/>
                </a:lnTo>
                <a:lnTo>
                  <a:pt x="1579" y="1517"/>
                </a:lnTo>
                <a:lnTo>
                  <a:pt x="1591" y="1507"/>
                </a:lnTo>
                <a:lnTo>
                  <a:pt x="1604" y="1496"/>
                </a:lnTo>
                <a:lnTo>
                  <a:pt x="1617" y="1486"/>
                </a:lnTo>
                <a:lnTo>
                  <a:pt x="1629" y="1475"/>
                </a:lnTo>
                <a:lnTo>
                  <a:pt x="1642" y="1465"/>
                </a:lnTo>
                <a:lnTo>
                  <a:pt x="1654" y="1455"/>
                </a:lnTo>
                <a:lnTo>
                  <a:pt x="1667" y="1444"/>
                </a:lnTo>
                <a:lnTo>
                  <a:pt x="1679" y="1434"/>
                </a:lnTo>
                <a:lnTo>
                  <a:pt x="1692" y="1425"/>
                </a:lnTo>
                <a:lnTo>
                  <a:pt x="1704" y="1415"/>
                </a:lnTo>
                <a:lnTo>
                  <a:pt x="1717" y="1405"/>
                </a:lnTo>
                <a:lnTo>
                  <a:pt x="1729" y="1396"/>
                </a:lnTo>
                <a:lnTo>
                  <a:pt x="1742" y="1387"/>
                </a:lnTo>
                <a:lnTo>
                  <a:pt x="1754" y="1378"/>
                </a:lnTo>
                <a:lnTo>
                  <a:pt x="1767" y="1369"/>
                </a:lnTo>
                <a:lnTo>
                  <a:pt x="1779" y="1361"/>
                </a:lnTo>
                <a:lnTo>
                  <a:pt x="1792" y="1352"/>
                </a:lnTo>
                <a:lnTo>
                  <a:pt x="1805" y="1344"/>
                </a:lnTo>
                <a:lnTo>
                  <a:pt x="1817" y="1337"/>
                </a:lnTo>
                <a:lnTo>
                  <a:pt x="1830" y="1329"/>
                </a:lnTo>
                <a:lnTo>
                  <a:pt x="1842" y="1322"/>
                </a:lnTo>
                <a:lnTo>
                  <a:pt x="1855" y="1316"/>
                </a:lnTo>
                <a:lnTo>
                  <a:pt x="1867" y="1309"/>
                </a:lnTo>
                <a:lnTo>
                  <a:pt x="1880" y="1303"/>
                </a:lnTo>
                <a:lnTo>
                  <a:pt x="1892" y="1297"/>
                </a:lnTo>
                <a:lnTo>
                  <a:pt x="1905" y="1292"/>
                </a:lnTo>
                <a:lnTo>
                  <a:pt x="1917" y="1287"/>
                </a:lnTo>
                <a:lnTo>
                  <a:pt x="1930" y="1282"/>
                </a:lnTo>
                <a:lnTo>
                  <a:pt x="1942" y="1278"/>
                </a:lnTo>
                <a:lnTo>
                  <a:pt x="1955" y="1274"/>
                </a:lnTo>
                <a:lnTo>
                  <a:pt x="1967" y="1271"/>
                </a:lnTo>
                <a:lnTo>
                  <a:pt x="1980" y="1268"/>
                </a:lnTo>
                <a:lnTo>
                  <a:pt x="1992" y="1265"/>
                </a:lnTo>
                <a:lnTo>
                  <a:pt x="2005" y="1263"/>
                </a:lnTo>
                <a:lnTo>
                  <a:pt x="2018" y="1261"/>
                </a:lnTo>
                <a:lnTo>
                  <a:pt x="2030" y="1259"/>
                </a:lnTo>
                <a:lnTo>
                  <a:pt x="2043" y="1258"/>
                </a:lnTo>
                <a:lnTo>
                  <a:pt x="2055" y="1258"/>
                </a:lnTo>
                <a:lnTo>
                  <a:pt x="2068" y="1258"/>
                </a:lnTo>
                <a:lnTo>
                  <a:pt x="2080" y="1258"/>
                </a:lnTo>
                <a:lnTo>
                  <a:pt x="2093" y="1258"/>
                </a:lnTo>
                <a:lnTo>
                  <a:pt x="2105" y="1260"/>
                </a:lnTo>
                <a:lnTo>
                  <a:pt x="2118" y="1261"/>
                </a:lnTo>
                <a:lnTo>
                  <a:pt x="2130" y="1263"/>
                </a:lnTo>
                <a:lnTo>
                  <a:pt x="2143" y="1265"/>
                </a:lnTo>
                <a:lnTo>
                  <a:pt x="2155" y="1268"/>
                </a:lnTo>
                <a:lnTo>
                  <a:pt x="2168" y="1271"/>
                </a:lnTo>
                <a:lnTo>
                  <a:pt x="2180" y="1274"/>
                </a:lnTo>
                <a:lnTo>
                  <a:pt x="2193" y="1278"/>
                </a:lnTo>
                <a:lnTo>
                  <a:pt x="2206" y="1282"/>
                </a:lnTo>
                <a:lnTo>
                  <a:pt x="2218" y="1287"/>
                </a:lnTo>
                <a:lnTo>
                  <a:pt x="2231" y="1292"/>
                </a:lnTo>
                <a:lnTo>
                  <a:pt x="2243" y="1297"/>
                </a:lnTo>
                <a:lnTo>
                  <a:pt x="2256" y="1303"/>
                </a:lnTo>
                <a:lnTo>
                  <a:pt x="2268" y="1309"/>
                </a:lnTo>
                <a:lnTo>
                  <a:pt x="2281" y="1315"/>
                </a:lnTo>
                <a:lnTo>
                  <a:pt x="2293" y="1321"/>
                </a:lnTo>
                <a:lnTo>
                  <a:pt x="2306" y="1328"/>
                </a:lnTo>
                <a:lnTo>
                  <a:pt x="2318" y="1335"/>
                </a:lnTo>
                <a:lnTo>
                  <a:pt x="2331" y="1342"/>
                </a:lnTo>
                <a:lnTo>
                  <a:pt x="2343" y="1349"/>
                </a:lnTo>
                <a:lnTo>
                  <a:pt x="2356" y="1357"/>
                </a:lnTo>
                <a:lnTo>
                  <a:pt x="2368" y="1365"/>
                </a:lnTo>
                <a:lnTo>
                  <a:pt x="2381" y="1373"/>
                </a:lnTo>
                <a:lnTo>
                  <a:pt x="2393" y="1381"/>
                </a:lnTo>
                <a:lnTo>
                  <a:pt x="2406" y="1389"/>
                </a:lnTo>
                <a:lnTo>
                  <a:pt x="2419" y="1397"/>
                </a:lnTo>
                <a:lnTo>
                  <a:pt x="2431" y="1405"/>
                </a:lnTo>
                <a:lnTo>
                  <a:pt x="2444" y="1414"/>
                </a:lnTo>
                <a:lnTo>
                  <a:pt x="2456" y="1422"/>
                </a:lnTo>
                <a:lnTo>
                  <a:pt x="2469" y="1431"/>
                </a:lnTo>
                <a:lnTo>
                  <a:pt x="2481" y="1439"/>
                </a:lnTo>
                <a:lnTo>
                  <a:pt x="2494" y="1447"/>
                </a:lnTo>
                <a:lnTo>
                  <a:pt x="2506" y="1456"/>
                </a:lnTo>
                <a:lnTo>
                  <a:pt x="2519" y="1464"/>
                </a:lnTo>
                <a:lnTo>
                  <a:pt x="2531" y="1472"/>
                </a:lnTo>
                <a:lnTo>
                  <a:pt x="2544" y="1480"/>
                </a:lnTo>
                <a:lnTo>
                  <a:pt x="2556" y="1488"/>
                </a:lnTo>
                <a:lnTo>
                  <a:pt x="2569" y="1496"/>
                </a:lnTo>
                <a:lnTo>
                  <a:pt x="2581" y="1503"/>
                </a:lnTo>
                <a:lnTo>
                  <a:pt x="2594" y="1510"/>
                </a:lnTo>
                <a:lnTo>
                  <a:pt x="2607" y="1517"/>
                </a:lnTo>
                <a:lnTo>
                  <a:pt x="2619" y="1524"/>
                </a:lnTo>
                <a:lnTo>
                  <a:pt x="2632" y="1530"/>
                </a:lnTo>
                <a:lnTo>
                  <a:pt x="2644" y="1537"/>
                </a:lnTo>
                <a:lnTo>
                  <a:pt x="2657" y="1542"/>
                </a:lnTo>
                <a:lnTo>
                  <a:pt x="2669" y="1548"/>
                </a:lnTo>
                <a:lnTo>
                  <a:pt x="2682" y="1553"/>
                </a:lnTo>
                <a:lnTo>
                  <a:pt x="2694" y="1558"/>
                </a:lnTo>
                <a:lnTo>
                  <a:pt x="2707" y="1562"/>
                </a:lnTo>
                <a:lnTo>
                  <a:pt x="2719" y="1566"/>
                </a:lnTo>
                <a:lnTo>
                  <a:pt x="2732" y="1570"/>
                </a:lnTo>
                <a:lnTo>
                  <a:pt x="2744" y="1573"/>
                </a:lnTo>
                <a:lnTo>
                  <a:pt x="2757" y="1576"/>
                </a:lnTo>
                <a:lnTo>
                  <a:pt x="2769" y="1578"/>
                </a:lnTo>
                <a:lnTo>
                  <a:pt x="2782" y="1579"/>
                </a:lnTo>
                <a:lnTo>
                  <a:pt x="2794" y="1581"/>
                </a:lnTo>
                <a:lnTo>
                  <a:pt x="2807" y="1581"/>
                </a:lnTo>
                <a:lnTo>
                  <a:pt x="2820" y="1581"/>
                </a:lnTo>
                <a:lnTo>
                  <a:pt x="2832" y="1581"/>
                </a:lnTo>
                <a:lnTo>
                  <a:pt x="2845" y="1580"/>
                </a:lnTo>
                <a:lnTo>
                  <a:pt x="2857" y="1579"/>
                </a:lnTo>
                <a:lnTo>
                  <a:pt x="2870" y="1577"/>
                </a:lnTo>
                <a:lnTo>
                  <a:pt x="2882" y="1575"/>
                </a:lnTo>
                <a:lnTo>
                  <a:pt x="2895" y="1572"/>
                </a:lnTo>
                <a:lnTo>
                  <a:pt x="2907" y="1568"/>
                </a:lnTo>
                <a:lnTo>
                  <a:pt x="2920" y="1564"/>
                </a:lnTo>
                <a:lnTo>
                  <a:pt x="2932" y="1560"/>
                </a:lnTo>
                <a:lnTo>
                  <a:pt x="2945" y="1555"/>
                </a:lnTo>
                <a:lnTo>
                  <a:pt x="2957" y="1549"/>
                </a:lnTo>
                <a:lnTo>
                  <a:pt x="2970" y="1543"/>
                </a:lnTo>
                <a:lnTo>
                  <a:pt x="2982" y="1536"/>
                </a:lnTo>
                <a:lnTo>
                  <a:pt x="2995" y="1529"/>
                </a:lnTo>
                <a:lnTo>
                  <a:pt x="3008" y="1522"/>
                </a:lnTo>
                <a:lnTo>
                  <a:pt x="3020" y="1514"/>
                </a:lnTo>
                <a:lnTo>
                  <a:pt x="3033" y="1505"/>
                </a:lnTo>
                <a:lnTo>
                  <a:pt x="3045" y="1496"/>
                </a:lnTo>
                <a:lnTo>
                  <a:pt x="3058" y="1487"/>
                </a:lnTo>
                <a:lnTo>
                  <a:pt x="3070" y="1477"/>
                </a:lnTo>
                <a:lnTo>
                  <a:pt x="3083" y="1467"/>
                </a:lnTo>
                <a:lnTo>
                  <a:pt x="3095" y="1457"/>
                </a:lnTo>
                <a:lnTo>
                  <a:pt x="3108" y="1446"/>
                </a:lnTo>
                <a:lnTo>
                  <a:pt x="3120" y="1435"/>
                </a:lnTo>
                <a:lnTo>
                  <a:pt x="3133" y="1423"/>
                </a:lnTo>
                <a:lnTo>
                  <a:pt x="3145" y="1412"/>
                </a:lnTo>
                <a:lnTo>
                  <a:pt x="3158" y="1400"/>
                </a:lnTo>
                <a:lnTo>
                  <a:pt x="3170" y="1388"/>
                </a:lnTo>
                <a:lnTo>
                  <a:pt x="3183" y="1375"/>
                </a:lnTo>
                <a:lnTo>
                  <a:pt x="3195" y="1363"/>
                </a:lnTo>
                <a:lnTo>
                  <a:pt x="3208" y="1350"/>
                </a:lnTo>
                <a:lnTo>
                  <a:pt x="3221" y="1337"/>
                </a:lnTo>
                <a:lnTo>
                  <a:pt x="3233" y="1324"/>
                </a:lnTo>
                <a:lnTo>
                  <a:pt x="3246" y="1312"/>
                </a:lnTo>
                <a:lnTo>
                  <a:pt x="3258" y="1299"/>
                </a:lnTo>
                <a:lnTo>
                  <a:pt x="3271" y="1286"/>
                </a:lnTo>
                <a:lnTo>
                  <a:pt x="3283" y="1273"/>
                </a:lnTo>
                <a:lnTo>
                  <a:pt x="3296" y="1260"/>
                </a:lnTo>
                <a:lnTo>
                  <a:pt x="3308" y="1248"/>
                </a:lnTo>
                <a:lnTo>
                  <a:pt x="3321" y="1235"/>
                </a:lnTo>
                <a:lnTo>
                  <a:pt x="3333" y="1223"/>
                </a:lnTo>
                <a:lnTo>
                  <a:pt x="3346" y="1211"/>
                </a:lnTo>
                <a:lnTo>
                  <a:pt x="3358" y="1199"/>
                </a:lnTo>
                <a:lnTo>
                  <a:pt x="3371" y="1187"/>
                </a:lnTo>
                <a:lnTo>
                  <a:pt x="3383" y="1176"/>
                </a:lnTo>
                <a:lnTo>
                  <a:pt x="3396" y="1165"/>
                </a:lnTo>
                <a:lnTo>
                  <a:pt x="3409" y="1154"/>
                </a:lnTo>
                <a:lnTo>
                  <a:pt x="3421" y="1144"/>
                </a:lnTo>
                <a:lnTo>
                  <a:pt x="3434" y="1134"/>
                </a:lnTo>
                <a:lnTo>
                  <a:pt x="3446" y="1124"/>
                </a:lnTo>
                <a:lnTo>
                  <a:pt x="3459" y="1115"/>
                </a:lnTo>
                <a:lnTo>
                  <a:pt x="3471" y="1107"/>
                </a:lnTo>
                <a:lnTo>
                  <a:pt x="3484" y="1098"/>
                </a:lnTo>
                <a:lnTo>
                  <a:pt x="3496" y="1091"/>
                </a:lnTo>
                <a:lnTo>
                  <a:pt x="3509" y="1084"/>
                </a:lnTo>
                <a:lnTo>
                  <a:pt x="3521" y="1077"/>
                </a:lnTo>
                <a:lnTo>
                  <a:pt x="3534" y="1071"/>
                </a:lnTo>
                <a:lnTo>
                  <a:pt x="3546" y="1066"/>
                </a:lnTo>
                <a:lnTo>
                  <a:pt x="3559" y="1061"/>
                </a:lnTo>
                <a:lnTo>
                  <a:pt x="3571" y="1057"/>
                </a:lnTo>
                <a:lnTo>
                  <a:pt x="3584" y="1053"/>
                </a:lnTo>
                <a:lnTo>
                  <a:pt x="3596" y="1050"/>
                </a:lnTo>
                <a:lnTo>
                  <a:pt x="3609" y="1048"/>
                </a:lnTo>
                <a:lnTo>
                  <a:pt x="3622" y="1046"/>
                </a:lnTo>
                <a:lnTo>
                  <a:pt x="3634" y="1045"/>
                </a:lnTo>
                <a:lnTo>
                  <a:pt x="3647" y="1044"/>
                </a:lnTo>
                <a:lnTo>
                  <a:pt x="3659" y="1044"/>
                </a:lnTo>
                <a:lnTo>
                  <a:pt x="3672" y="1045"/>
                </a:lnTo>
                <a:lnTo>
                  <a:pt x="3684" y="1046"/>
                </a:lnTo>
                <a:lnTo>
                  <a:pt x="3697" y="1048"/>
                </a:lnTo>
                <a:lnTo>
                  <a:pt x="3709" y="1050"/>
                </a:lnTo>
                <a:lnTo>
                  <a:pt x="3722" y="1053"/>
                </a:lnTo>
                <a:lnTo>
                  <a:pt x="3734" y="1056"/>
                </a:lnTo>
                <a:lnTo>
                  <a:pt x="3747" y="1059"/>
                </a:lnTo>
                <a:lnTo>
                  <a:pt x="3759" y="1064"/>
                </a:lnTo>
                <a:lnTo>
                  <a:pt x="3772" y="1068"/>
                </a:lnTo>
                <a:lnTo>
                  <a:pt x="3784" y="1073"/>
                </a:lnTo>
                <a:lnTo>
                  <a:pt x="3797" y="1078"/>
                </a:lnTo>
                <a:lnTo>
                  <a:pt x="3810" y="1084"/>
                </a:lnTo>
                <a:lnTo>
                  <a:pt x="3822" y="1089"/>
                </a:lnTo>
                <a:lnTo>
                  <a:pt x="3835" y="1095"/>
                </a:lnTo>
                <a:lnTo>
                  <a:pt x="3847" y="1102"/>
                </a:lnTo>
                <a:lnTo>
                  <a:pt x="3860" y="1108"/>
                </a:lnTo>
                <a:lnTo>
                  <a:pt x="3872" y="1114"/>
                </a:lnTo>
                <a:lnTo>
                  <a:pt x="3885" y="1121"/>
                </a:lnTo>
                <a:lnTo>
                  <a:pt x="3897" y="1127"/>
                </a:lnTo>
                <a:lnTo>
                  <a:pt x="3910" y="1133"/>
                </a:lnTo>
                <a:lnTo>
                  <a:pt x="3922" y="1140"/>
                </a:lnTo>
                <a:lnTo>
                  <a:pt x="3935" y="1146"/>
                </a:lnTo>
                <a:lnTo>
                  <a:pt x="3947" y="1152"/>
                </a:lnTo>
                <a:lnTo>
                  <a:pt x="3960" y="1157"/>
                </a:lnTo>
                <a:lnTo>
                  <a:pt x="3972" y="1162"/>
                </a:lnTo>
                <a:lnTo>
                  <a:pt x="3985" y="1167"/>
                </a:lnTo>
                <a:lnTo>
                  <a:pt x="3997" y="1172"/>
                </a:lnTo>
                <a:lnTo>
                  <a:pt x="4010" y="1176"/>
                </a:lnTo>
                <a:lnTo>
                  <a:pt x="4023" y="1179"/>
                </a:lnTo>
                <a:lnTo>
                  <a:pt x="4035" y="1182"/>
                </a:lnTo>
                <a:lnTo>
                  <a:pt x="4048" y="1184"/>
                </a:lnTo>
                <a:lnTo>
                  <a:pt x="4060" y="1185"/>
                </a:lnTo>
                <a:lnTo>
                  <a:pt x="4073" y="1186"/>
                </a:lnTo>
                <a:lnTo>
                  <a:pt x="4085" y="1186"/>
                </a:lnTo>
                <a:lnTo>
                  <a:pt x="4098" y="1184"/>
                </a:lnTo>
                <a:lnTo>
                  <a:pt x="4110" y="1183"/>
                </a:lnTo>
                <a:lnTo>
                  <a:pt x="4123" y="1180"/>
                </a:lnTo>
                <a:lnTo>
                  <a:pt x="4135" y="1176"/>
                </a:lnTo>
                <a:lnTo>
                  <a:pt x="4148" y="1171"/>
                </a:lnTo>
                <a:lnTo>
                  <a:pt x="4160" y="1165"/>
                </a:lnTo>
                <a:lnTo>
                  <a:pt x="4173" y="1158"/>
                </a:lnTo>
                <a:lnTo>
                  <a:pt x="4185" y="1150"/>
                </a:lnTo>
                <a:lnTo>
                  <a:pt x="4198" y="1141"/>
                </a:lnTo>
                <a:lnTo>
                  <a:pt x="4211" y="1131"/>
                </a:lnTo>
                <a:lnTo>
                  <a:pt x="4223" y="1120"/>
                </a:lnTo>
                <a:lnTo>
                  <a:pt x="4236" y="1108"/>
                </a:lnTo>
                <a:lnTo>
                  <a:pt x="4248" y="1094"/>
                </a:lnTo>
                <a:lnTo>
                  <a:pt x="4261" y="1080"/>
                </a:lnTo>
                <a:lnTo>
                  <a:pt x="4273" y="1064"/>
                </a:lnTo>
                <a:lnTo>
                  <a:pt x="4286" y="1048"/>
                </a:lnTo>
                <a:lnTo>
                  <a:pt x="4298" y="1030"/>
                </a:lnTo>
                <a:lnTo>
                  <a:pt x="4311" y="1012"/>
                </a:lnTo>
                <a:lnTo>
                  <a:pt x="4323" y="992"/>
                </a:lnTo>
                <a:lnTo>
                  <a:pt x="4336" y="972"/>
                </a:lnTo>
                <a:lnTo>
                  <a:pt x="4348" y="951"/>
                </a:lnTo>
                <a:lnTo>
                  <a:pt x="4361" y="929"/>
                </a:lnTo>
                <a:lnTo>
                  <a:pt x="4373" y="907"/>
                </a:lnTo>
                <a:lnTo>
                  <a:pt x="4386" y="884"/>
                </a:lnTo>
                <a:lnTo>
                  <a:pt x="4398" y="861"/>
                </a:lnTo>
                <a:lnTo>
                  <a:pt x="4411" y="837"/>
                </a:lnTo>
                <a:lnTo>
                  <a:pt x="4424" y="813"/>
                </a:lnTo>
                <a:lnTo>
                  <a:pt x="4436" y="789"/>
                </a:lnTo>
                <a:lnTo>
                  <a:pt x="4449" y="765"/>
                </a:lnTo>
                <a:lnTo>
                  <a:pt x="4461" y="741"/>
                </a:lnTo>
                <a:lnTo>
                  <a:pt x="4474" y="717"/>
                </a:lnTo>
                <a:lnTo>
                  <a:pt x="4486" y="693"/>
                </a:lnTo>
                <a:lnTo>
                  <a:pt x="4499" y="670"/>
                </a:lnTo>
                <a:lnTo>
                  <a:pt x="4511" y="648"/>
                </a:lnTo>
                <a:lnTo>
                  <a:pt x="4524" y="626"/>
                </a:lnTo>
                <a:lnTo>
                  <a:pt x="4536" y="605"/>
                </a:lnTo>
                <a:lnTo>
                  <a:pt x="4549" y="586"/>
                </a:lnTo>
                <a:lnTo>
                  <a:pt x="4561" y="567"/>
                </a:lnTo>
                <a:lnTo>
                  <a:pt x="4574" y="550"/>
                </a:lnTo>
                <a:lnTo>
                  <a:pt x="4586" y="534"/>
                </a:lnTo>
                <a:lnTo>
                  <a:pt x="4599" y="520"/>
                </a:lnTo>
                <a:lnTo>
                  <a:pt x="4612" y="507"/>
                </a:lnTo>
                <a:lnTo>
                  <a:pt x="4624" y="496"/>
                </a:lnTo>
                <a:lnTo>
                  <a:pt x="4637" y="487"/>
                </a:lnTo>
                <a:lnTo>
                  <a:pt x="4649" y="480"/>
                </a:lnTo>
                <a:lnTo>
                  <a:pt x="4662" y="474"/>
                </a:lnTo>
                <a:lnTo>
                  <a:pt x="4674" y="471"/>
                </a:lnTo>
                <a:lnTo>
                  <a:pt x="4687" y="470"/>
                </a:lnTo>
                <a:lnTo>
                  <a:pt x="4699" y="470"/>
                </a:lnTo>
                <a:lnTo>
                  <a:pt x="4712" y="473"/>
                </a:lnTo>
                <a:lnTo>
                  <a:pt x="4724" y="477"/>
                </a:lnTo>
                <a:lnTo>
                  <a:pt x="4737" y="483"/>
                </a:lnTo>
                <a:lnTo>
                  <a:pt x="4749" y="491"/>
                </a:lnTo>
                <a:lnTo>
                  <a:pt x="4762" y="499"/>
                </a:lnTo>
                <a:lnTo>
                  <a:pt x="4774" y="509"/>
                </a:lnTo>
                <a:lnTo>
                  <a:pt x="4787" y="519"/>
                </a:lnTo>
                <a:lnTo>
                  <a:pt x="4799" y="529"/>
                </a:lnTo>
                <a:lnTo>
                  <a:pt x="4812" y="539"/>
                </a:lnTo>
                <a:lnTo>
                  <a:pt x="4825" y="549"/>
                </a:lnTo>
                <a:lnTo>
                  <a:pt x="4837" y="556"/>
                </a:lnTo>
                <a:lnTo>
                  <a:pt x="4850" y="561"/>
                </a:lnTo>
                <a:lnTo>
                  <a:pt x="4862" y="563"/>
                </a:lnTo>
                <a:lnTo>
                  <a:pt x="4875" y="561"/>
                </a:lnTo>
                <a:lnTo>
                  <a:pt x="4887" y="554"/>
                </a:lnTo>
                <a:lnTo>
                  <a:pt x="4900" y="540"/>
                </a:lnTo>
                <a:lnTo>
                  <a:pt x="4912" y="519"/>
                </a:lnTo>
                <a:lnTo>
                  <a:pt x="4925" y="488"/>
                </a:lnTo>
                <a:lnTo>
                  <a:pt x="4937" y="446"/>
                </a:lnTo>
                <a:lnTo>
                  <a:pt x="4950" y="391"/>
                </a:lnTo>
                <a:lnTo>
                  <a:pt x="4962" y="322"/>
                </a:lnTo>
                <a:lnTo>
                  <a:pt x="4975" y="235"/>
                </a:lnTo>
                <a:lnTo>
                  <a:pt x="4987" y="128"/>
                </a:lnTo>
                <a:lnTo>
                  <a:pt x="5000" y="0"/>
                </a:lnTo>
              </a:path>
            </a:pathLst>
          </a:custGeom>
          <a:noFill/>
          <a:ln w="19050">
            <a:solidFill>
              <a:srgbClr val="C4B8DC"/>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0" name="Freeform 29"/>
          <p:cNvSpPr/>
          <p:nvPr/>
        </p:nvSpPr>
        <p:spPr>
          <a:xfrm>
            <a:off x="6510528" y="3181198"/>
            <a:ext cx="4572000" cy="1619402"/>
          </a:xfrm>
          <a:custGeom>
            <a:avLst/>
            <a:gdLst/>
            <a:ahLst/>
            <a:cxnLst/>
            <a:rect l="l" t="t" r="r" b="b"/>
            <a:pathLst>
              <a:path w="5000" h="1771">
                <a:moveTo>
                  <a:pt x="0" y="372"/>
                </a:moveTo>
                <a:lnTo>
                  <a:pt x="13" y="375"/>
                </a:lnTo>
                <a:lnTo>
                  <a:pt x="25" y="382"/>
                </a:lnTo>
                <a:lnTo>
                  <a:pt x="38" y="393"/>
                </a:lnTo>
                <a:lnTo>
                  <a:pt x="50" y="407"/>
                </a:lnTo>
                <a:lnTo>
                  <a:pt x="63" y="425"/>
                </a:lnTo>
                <a:lnTo>
                  <a:pt x="75" y="445"/>
                </a:lnTo>
                <a:lnTo>
                  <a:pt x="88" y="469"/>
                </a:lnTo>
                <a:lnTo>
                  <a:pt x="100" y="494"/>
                </a:lnTo>
                <a:lnTo>
                  <a:pt x="113" y="522"/>
                </a:lnTo>
                <a:lnTo>
                  <a:pt x="125" y="552"/>
                </a:lnTo>
                <a:lnTo>
                  <a:pt x="138" y="584"/>
                </a:lnTo>
                <a:lnTo>
                  <a:pt x="150" y="617"/>
                </a:lnTo>
                <a:lnTo>
                  <a:pt x="163" y="651"/>
                </a:lnTo>
                <a:lnTo>
                  <a:pt x="175" y="686"/>
                </a:lnTo>
                <a:lnTo>
                  <a:pt x="188" y="723"/>
                </a:lnTo>
                <a:lnTo>
                  <a:pt x="201" y="759"/>
                </a:lnTo>
                <a:lnTo>
                  <a:pt x="213" y="797"/>
                </a:lnTo>
                <a:lnTo>
                  <a:pt x="226" y="834"/>
                </a:lnTo>
                <a:lnTo>
                  <a:pt x="238" y="872"/>
                </a:lnTo>
                <a:lnTo>
                  <a:pt x="251" y="910"/>
                </a:lnTo>
                <a:lnTo>
                  <a:pt x="263" y="947"/>
                </a:lnTo>
                <a:lnTo>
                  <a:pt x="276" y="984"/>
                </a:lnTo>
                <a:lnTo>
                  <a:pt x="288" y="1021"/>
                </a:lnTo>
                <a:lnTo>
                  <a:pt x="301" y="1057"/>
                </a:lnTo>
                <a:lnTo>
                  <a:pt x="313" y="1092"/>
                </a:lnTo>
                <a:lnTo>
                  <a:pt x="326" y="1126"/>
                </a:lnTo>
                <a:lnTo>
                  <a:pt x="338" y="1160"/>
                </a:lnTo>
                <a:lnTo>
                  <a:pt x="351" y="1192"/>
                </a:lnTo>
                <a:lnTo>
                  <a:pt x="363" y="1224"/>
                </a:lnTo>
                <a:lnTo>
                  <a:pt x="376" y="1254"/>
                </a:lnTo>
                <a:lnTo>
                  <a:pt x="388" y="1283"/>
                </a:lnTo>
                <a:lnTo>
                  <a:pt x="401" y="1311"/>
                </a:lnTo>
                <a:lnTo>
                  <a:pt x="414" y="1337"/>
                </a:lnTo>
                <a:lnTo>
                  <a:pt x="426" y="1362"/>
                </a:lnTo>
                <a:lnTo>
                  <a:pt x="439" y="1386"/>
                </a:lnTo>
                <a:lnTo>
                  <a:pt x="451" y="1409"/>
                </a:lnTo>
                <a:lnTo>
                  <a:pt x="464" y="1430"/>
                </a:lnTo>
                <a:lnTo>
                  <a:pt x="476" y="1449"/>
                </a:lnTo>
                <a:lnTo>
                  <a:pt x="489" y="1468"/>
                </a:lnTo>
                <a:lnTo>
                  <a:pt x="501" y="1485"/>
                </a:lnTo>
                <a:lnTo>
                  <a:pt x="514" y="1500"/>
                </a:lnTo>
                <a:lnTo>
                  <a:pt x="526" y="1515"/>
                </a:lnTo>
                <a:lnTo>
                  <a:pt x="539" y="1528"/>
                </a:lnTo>
                <a:lnTo>
                  <a:pt x="551" y="1539"/>
                </a:lnTo>
                <a:lnTo>
                  <a:pt x="564" y="1550"/>
                </a:lnTo>
                <a:lnTo>
                  <a:pt x="576" y="1559"/>
                </a:lnTo>
                <a:lnTo>
                  <a:pt x="589" y="1567"/>
                </a:lnTo>
                <a:lnTo>
                  <a:pt x="602" y="1574"/>
                </a:lnTo>
                <a:lnTo>
                  <a:pt x="614" y="1579"/>
                </a:lnTo>
                <a:lnTo>
                  <a:pt x="627" y="1584"/>
                </a:lnTo>
                <a:lnTo>
                  <a:pt x="639" y="1588"/>
                </a:lnTo>
                <a:lnTo>
                  <a:pt x="652" y="1591"/>
                </a:lnTo>
                <a:lnTo>
                  <a:pt x="664" y="1592"/>
                </a:lnTo>
                <a:lnTo>
                  <a:pt x="677" y="1593"/>
                </a:lnTo>
                <a:lnTo>
                  <a:pt x="689" y="1594"/>
                </a:lnTo>
                <a:lnTo>
                  <a:pt x="702" y="1593"/>
                </a:lnTo>
                <a:lnTo>
                  <a:pt x="714" y="1592"/>
                </a:lnTo>
                <a:lnTo>
                  <a:pt x="727" y="1590"/>
                </a:lnTo>
                <a:lnTo>
                  <a:pt x="739" y="1588"/>
                </a:lnTo>
                <a:lnTo>
                  <a:pt x="752" y="1585"/>
                </a:lnTo>
                <a:lnTo>
                  <a:pt x="764" y="1581"/>
                </a:lnTo>
                <a:lnTo>
                  <a:pt x="777" y="1577"/>
                </a:lnTo>
                <a:lnTo>
                  <a:pt x="789" y="1573"/>
                </a:lnTo>
                <a:lnTo>
                  <a:pt x="802" y="1569"/>
                </a:lnTo>
                <a:lnTo>
                  <a:pt x="815" y="1564"/>
                </a:lnTo>
                <a:lnTo>
                  <a:pt x="827" y="1559"/>
                </a:lnTo>
                <a:lnTo>
                  <a:pt x="840" y="1554"/>
                </a:lnTo>
                <a:lnTo>
                  <a:pt x="852" y="1549"/>
                </a:lnTo>
                <a:lnTo>
                  <a:pt x="865" y="1544"/>
                </a:lnTo>
                <a:lnTo>
                  <a:pt x="877" y="1538"/>
                </a:lnTo>
                <a:lnTo>
                  <a:pt x="890" y="1533"/>
                </a:lnTo>
                <a:lnTo>
                  <a:pt x="902" y="1528"/>
                </a:lnTo>
                <a:lnTo>
                  <a:pt x="915" y="1523"/>
                </a:lnTo>
                <a:lnTo>
                  <a:pt x="927" y="1518"/>
                </a:lnTo>
                <a:lnTo>
                  <a:pt x="940" y="1513"/>
                </a:lnTo>
                <a:lnTo>
                  <a:pt x="952" y="1508"/>
                </a:lnTo>
                <a:lnTo>
                  <a:pt x="965" y="1504"/>
                </a:lnTo>
                <a:lnTo>
                  <a:pt x="977" y="1499"/>
                </a:lnTo>
                <a:lnTo>
                  <a:pt x="990" y="1495"/>
                </a:lnTo>
                <a:lnTo>
                  <a:pt x="1003" y="1492"/>
                </a:lnTo>
                <a:lnTo>
                  <a:pt x="1015" y="1489"/>
                </a:lnTo>
                <a:lnTo>
                  <a:pt x="1028" y="1486"/>
                </a:lnTo>
                <a:lnTo>
                  <a:pt x="1040" y="1483"/>
                </a:lnTo>
                <a:lnTo>
                  <a:pt x="1053" y="1481"/>
                </a:lnTo>
                <a:lnTo>
                  <a:pt x="1065" y="1479"/>
                </a:lnTo>
                <a:lnTo>
                  <a:pt x="1078" y="1477"/>
                </a:lnTo>
                <a:lnTo>
                  <a:pt x="1090" y="1476"/>
                </a:lnTo>
                <a:lnTo>
                  <a:pt x="1103" y="1476"/>
                </a:lnTo>
                <a:lnTo>
                  <a:pt x="1115" y="1475"/>
                </a:lnTo>
                <a:lnTo>
                  <a:pt x="1128" y="1475"/>
                </a:lnTo>
                <a:lnTo>
                  <a:pt x="1140" y="1476"/>
                </a:lnTo>
                <a:lnTo>
                  <a:pt x="1153" y="1477"/>
                </a:lnTo>
                <a:lnTo>
                  <a:pt x="1165" y="1478"/>
                </a:lnTo>
                <a:lnTo>
                  <a:pt x="1178" y="1480"/>
                </a:lnTo>
                <a:lnTo>
                  <a:pt x="1190" y="1482"/>
                </a:lnTo>
                <a:lnTo>
                  <a:pt x="1203" y="1485"/>
                </a:lnTo>
                <a:lnTo>
                  <a:pt x="1216" y="1488"/>
                </a:lnTo>
                <a:lnTo>
                  <a:pt x="1228" y="1491"/>
                </a:lnTo>
                <a:lnTo>
                  <a:pt x="1241" y="1494"/>
                </a:lnTo>
                <a:lnTo>
                  <a:pt x="1253" y="1498"/>
                </a:lnTo>
                <a:lnTo>
                  <a:pt x="1266" y="1503"/>
                </a:lnTo>
                <a:lnTo>
                  <a:pt x="1278" y="1507"/>
                </a:lnTo>
                <a:lnTo>
                  <a:pt x="1291" y="1512"/>
                </a:lnTo>
                <a:lnTo>
                  <a:pt x="1303" y="1517"/>
                </a:lnTo>
                <a:lnTo>
                  <a:pt x="1316" y="1523"/>
                </a:lnTo>
                <a:lnTo>
                  <a:pt x="1328" y="1528"/>
                </a:lnTo>
                <a:lnTo>
                  <a:pt x="1341" y="1534"/>
                </a:lnTo>
                <a:lnTo>
                  <a:pt x="1353" y="1541"/>
                </a:lnTo>
                <a:lnTo>
                  <a:pt x="1366" y="1547"/>
                </a:lnTo>
                <a:lnTo>
                  <a:pt x="1378" y="1553"/>
                </a:lnTo>
                <a:lnTo>
                  <a:pt x="1391" y="1560"/>
                </a:lnTo>
                <a:lnTo>
                  <a:pt x="1404" y="1567"/>
                </a:lnTo>
                <a:lnTo>
                  <a:pt x="1416" y="1574"/>
                </a:lnTo>
                <a:lnTo>
                  <a:pt x="1429" y="1581"/>
                </a:lnTo>
                <a:lnTo>
                  <a:pt x="1441" y="1588"/>
                </a:lnTo>
                <a:lnTo>
                  <a:pt x="1454" y="1595"/>
                </a:lnTo>
                <a:lnTo>
                  <a:pt x="1466" y="1602"/>
                </a:lnTo>
                <a:lnTo>
                  <a:pt x="1479" y="1610"/>
                </a:lnTo>
                <a:lnTo>
                  <a:pt x="1491" y="1617"/>
                </a:lnTo>
                <a:lnTo>
                  <a:pt x="1504" y="1624"/>
                </a:lnTo>
                <a:lnTo>
                  <a:pt x="1516" y="1631"/>
                </a:lnTo>
                <a:lnTo>
                  <a:pt x="1529" y="1638"/>
                </a:lnTo>
                <a:lnTo>
                  <a:pt x="1541" y="1645"/>
                </a:lnTo>
                <a:lnTo>
                  <a:pt x="1554" y="1652"/>
                </a:lnTo>
                <a:lnTo>
                  <a:pt x="1566" y="1659"/>
                </a:lnTo>
                <a:lnTo>
                  <a:pt x="1579" y="1666"/>
                </a:lnTo>
                <a:lnTo>
                  <a:pt x="1591" y="1673"/>
                </a:lnTo>
                <a:lnTo>
                  <a:pt x="1604" y="1679"/>
                </a:lnTo>
                <a:lnTo>
                  <a:pt x="1617" y="1685"/>
                </a:lnTo>
                <a:lnTo>
                  <a:pt x="1629" y="1692"/>
                </a:lnTo>
                <a:lnTo>
                  <a:pt x="1642" y="1697"/>
                </a:lnTo>
                <a:lnTo>
                  <a:pt x="1654" y="1703"/>
                </a:lnTo>
                <a:lnTo>
                  <a:pt x="1667" y="1709"/>
                </a:lnTo>
                <a:lnTo>
                  <a:pt x="1679" y="1714"/>
                </a:lnTo>
                <a:lnTo>
                  <a:pt x="1692" y="1719"/>
                </a:lnTo>
                <a:lnTo>
                  <a:pt x="1704" y="1724"/>
                </a:lnTo>
                <a:lnTo>
                  <a:pt x="1717" y="1729"/>
                </a:lnTo>
                <a:lnTo>
                  <a:pt x="1729" y="1734"/>
                </a:lnTo>
                <a:lnTo>
                  <a:pt x="1742" y="1738"/>
                </a:lnTo>
                <a:lnTo>
                  <a:pt x="1754" y="1742"/>
                </a:lnTo>
                <a:lnTo>
                  <a:pt x="1767" y="1745"/>
                </a:lnTo>
                <a:lnTo>
                  <a:pt x="1779" y="1749"/>
                </a:lnTo>
                <a:lnTo>
                  <a:pt x="1792" y="1752"/>
                </a:lnTo>
                <a:lnTo>
                  <a:pt x="1805" y="1755"/>
                </a:lnTo>
                <a:lnTo>
                  <a:pt x="1817" y="1758"/>
                </a:lnTo>
                <a:lnTo>
                  <a:pt x="1830" y="1760"/>
                </a:lnTo>
                <a:lnTo>
                  <a:pt x="1842" y="1762"/>
                </a:lnTo>
                <a:lnTo>
                  <a:pt x="1855" y="1764"/>
                </a:lnTo>
                <a:lnTo>
                  <a:pt x="1867" y="1766"/>
                </a:lnTo>
                <a:lnTo>
                  <a:pt x="1880" y="1767"/>
                </a:lnTo>
                <a:lnTo>
                  <a:pt x="1892" y="1769"/>
                </a:lnTo>
                <a:lnTo>
                  <a:pt x="1905" y="1770"/>
                </a:lnTo>
                <a:lnTo>
                  <a:pt x="1917" y="1770"/>
                </a:lnTo>
                <a:lnTo>
                  <a:pt x="1930" y="1771"/>
                </a:lnTo>
                <a:lnTo>
                  <a:pt x="1942" y="1771"/>
                </a:lnTo>
                <a:lnTo>
                  <a:pt x="1955" y="1771"/>
                </a:lnTo>
                <a:lnTo>
                  <a:pt x="1967" y="1771"/>
                </a:lnTo>
                <a:lnTo>
                  <a:pt x="1980" y="1770"/>
                </a:lnTo>
                <a:lnTo>
                  <a:pt x="1992" y="1770"/>
                </a:lnTo>
                <a:lnTo>
                  <a:pt x="2005" y="1769"/>
                </a:lnTo>
                <a:lnTo>
                  <a:pt x="2018" y="1768"/>
                </a:lnTo>
                <a:lnTo>
                  <a:pt x="2030" y="1767"/>
                </a:lnTo>
                <a:lnTo>
                  <a:pt x="2043" y="1766"/>
                </a:lnTo>
                <a:lnTo>
                  <a:pt x="2055" y="1764"/>
                </a:lnTo>
                <a:lnTo>
                  <a:pt x="2068" y="1763"/>
                </a:lnTo>
                <a:lnTo>
                  <a:pt x="2080" y="1761"/>
                </a:lnTo>
                <a:lnTo>
                  <a:pt x="2093" y="1759"/>
                </a:lnTo>
                <a:lnTo>
                  <a:pt x="2105" y="1757"/>
                </a:lnTo>
                <a:lnTo>
                  <a:pt x="2118" y="1755"/>
                </a:lnTo>
                <a:lnTo>
                  <a:pt x="2130" y="1753"/>
                </a:lnTo>
                <a:lnTo>
                  <a:pt x="2143" y="1750"/>
                </a:lnTo>
                <a:lnTo>
                  <a:pt x="2155" y="1748"/>
                </a:lnTo>
                <a:lnTo>
                  <a:pt x="2168" y="1745"/>
                </a:lnTo>
                <a:lnTo>
                  <a:pt x="2180" y="1743"/>
                </a:lnTo>
                <a:lnTo>
                  <a:pt x="2193" y="1740"/>
                </a:lnTo>
                <a:lnTo>
                  <a:pt x="2206" y="1737"/>
                </a:lnTo>
                <a:lnTo>
                  <a:pt x="2218" y="1734"/>
                </a:lnTo>
                <a:lnTo>
                  <a:pt x="2231" y="1732"/>
                </a:lnTo>
                <a:lnTo>
                  <a:pt x="2243" y="1729"/>
                </a:lnTo>
                <a:lnTo>
                  <a:pt x="2256" y="1726"/>
                </a:lnTo>
                <a:lnTo>
                  <a:pt x="2268" y="1723"/>
                </a:lnTo>
                <a:lnTo>
                  <a:pt x="2281" y="1720"/>
                </a:lnTo>
                <a:lnTo>
                  <a:pt x="2293" y="1717"/>
                </a:lnTo>
                <a:lnTo>
                  <a:pt x="2306" y="1714"/>
                </a:lnTo>
                <a:lnTo>
                  <a:pt x="2318" y="1711"/>
                </a:lnTo>
                <a:lnTo>
                  <a:pt x="2331" y="1708"/>
                </a:lnTo>
                <a:lnTo>
                  <a:pt x="2343" y="1704"/>
                </a:lnTo>
                <a:lnTo>
                  <a:pt x="2356" y="1701"/>
                </a:lnTo>
                <a:lnTo>
                  <a:pt x="2368" y="1698"/>
                </a:lnTo>
                <a:lnTo>
                  <a:pt x="2381" y="1695"/>
                </a:lnTo>
                <a:lnTo>
                  <a:pt x="2393" y="1692"/>
                </a:lnTo>
                <a:lnTo>
                  <a:pt x="2406" y="1689"/>
                </a:lnTo>
                <a:lnTo>
                  <a:pt x="2419" y="1686"/>
                </a:lnTo>
                <a:lnTo>
                  <a:pt x="2431" y="1683"/>
                </a:lnTo>
                <a:lnTo>
                  <a:pt x="2444" y="1679"/>
                </a:lnTo>
                <a:lnTo>
                  <a:pt x="2456" y="1676"/>
                </a:lnTo>
                <a:lnTo>
                  <a:pt x="2469" y="1673"/>
                </a:lnTo>
                <a:lnTo>
                  <a:pt x="2481" y="1670"/>
                </a:lnTo>
                <a:lnTo>
                  <a:pt x="2494" y="1667"/>
                </a:lnTo>
                <a:lnTo>
                  <a:pt x="2506" y="1663"/>
                </a:lnTo>
                <a:lnTo>
                  <a:pt x="2519" y="1660"/>
                </a:lnTo>
                <a:lnTo>
                  <a:pt x="2531" y="1657"/>
                </a:lnTo>
                <a:lnTo>
                  <a:pt x="2544" y="1654"/>
                </a:lnTo>
                <a:lnTo>
                  <a:pt x="2556" y="1650"/>
                </a:lnTo>
                <a:lnTo>
                  <a:pt x="2569" y="1647"/>
                </a:lnTo>
                <a:lnTo>
                  <a:pt x="2581" y="1643"/>
                </a:lnTo>
                <a:lnTo>
                  <a:pt x="2594" y="1640"/>
                </a:lnTo>
                <a:lnTo>
                  <a:pt x="2607" y="1636"/>
                </a:lnTo>
                <a:lnTo>
                  <a:pt x="2619" y="1632"/>
                </a:lnTo>
                <a:lnTo>
                  <a:pt x="2632" y="1629"/>
                </a:lnTo>
                <a:lnTo>
                  <a:pt x="2644" y="1625"/>
                </a:lnTo>
                <a:lnTo>
                  <a:pt x="2657" y="1621"/>
                </a:lnTo>
                <a:lnTo>
                  <a:pt x="2669" y="1617"/>
                </a:lnTo>
                <a:lnTo>
                  <a:pt x="2682" y="1613"/>
                </a:lnTo>
                <a:lnTo>
                  <a:pt x="2694" y="1608"/>
                </a:lnTo>
                <a:lnTo>
                  <a:pt x="2707" y="1604"/>
                </a:lnTo>
                <a:lnTo>
                  <a:pt x="2719" y="1599"/>
                </a:lnTo>
                <a:lnTo>
                  <a:pt x="2732" y="1595"/>
                </a:lnTo>
                <a:lnTo>
                  <a:pt x="2744" y="1590"/>
                </a:lnTo>
                <a:lnTo>
                  <a:pt x="2757" y="1585"/>
                </a:lnTo>
                <a:lnTo>
                  <a:pt x="2769" y="1580"/>
                </a:lnTo>
                <a:lnTo>
                  <a:pt x="2782" y="1575"/>
                </a:lnTo>
                <a:lnTo>
                  <a:pt x="2794" y="1569"/>
                </a:lnTo>
                <a:lnTo>
                  <a:pt x="2807" y="1563"/>
                </a:lnTo>
                <a:lnTo>
                  <a:pt x="2820" y="1558"/>
                </a:lnTo>
                <a:lnTo>
                  <a:pt x="2832" y="1552"/>
                </a:lnTo>
                <a:lnTo>
                  <a:pt x="2845" y="1545"/>
                </a:lnTo>
                <a:lnTo>
                  <a:pt x="2857" y="1539"/>
                </a:lnTo>
                <a:lnTo>
                  <a:pt x="2870" y="1532"/>
                </a:lnTo>
                <a:lnTo>
                  <a:pt x="2882" y="1526"/>
                </a:lnTo>
                <a:lnTo>
                  <a:pt x="2895" y="1519"/>
                </a:lnTo>
                <a:lnTo>
                  <a:pt x="2907" y="1511"/>
                </a:lnTo>
                <a:lnTo>
                  <a:pt x="2920" y="1504"/>
                </a:lnTo>
                <a:lnTo>
                  <a:pt x="2932" y="1496"/>
                </a:lnTo>
                <a:lnTo>
                  <a:pt x="2945" y="1488"/>
                </a:lnTo>
                <a:lnTo>
                  <a:pt x="2957" y="1480"/>
                </a:lnTo>
                <a:lnTo>
                  <a:pt x="2970" y="1472"/>
                </a:lnTo>
                <a:lnTo>
                  <a:pt x="2982" y="1464"/>
                </a:lnTo>
                <a:lnTo>
                  <a:pt x="2995" y="1455"/>
                </a:lnTo>
                <a:lnTo>
                  <a:pt x="3008" y="1446"/>
                </a:lnTo>
                <a:lnTo>
                  <a:pt x="3020" y="1437"/>
                </a:lnTo>
                <a:lnTo>
                  <a:pt x="3033" y="1427"/>
                </a:lnTo>
                <a:lnTo>
                  <a:pt x="3045" y="1418"/>
                </a:lnTo>
                <a:lnTo>
                  <a:pt x="3058" y="1408"/>
                </a:lnTo>
                <a:lnTo>
                  <a:pt x="3070" y="1398"/>
                </a:lnTo>
                <a:lnTo>
                  <a:pt x="3083" y="1388"/>
                </a:lnTo>
                <a:lnTo>
                  <a:pt x="3095" y="1378"/>
                </a:lnTo>
                <a:lnTo>
                  <a:pt x="3108" y="1368"/>
                </a:lnTo>
                <a:lnTo>
                  <a:pt x="3120" y="1357"/>
                </a:lnTo>
                <a:lnTo>
                  <a:pt x="3133" y="1346"/>
                </a:lnTo>
                <a:lnTo>
                  <a:pt x="3145" y="1336"/>
                </a:lnTo>
                <a:lnTo>
                  <a:pt x="3158" y="1325"/>
                </a:lnTo>
                <a:lnTo>
                  <a:pt x="3170" y="1314"/>
                </a:lnTo>
                <a:lnTo>
                  <a:pt x="3183" y="1302"/>
                </a:lnTo>
                <a:lnTo>
                  <a:pt x="3195" y="1291"/>
                </a:lnTo>
                <a:lnTo>
                  <a:pt x="3208" y="1280"/>
                </a:lnTo>
                <a:lnTo>
                  <a:pt x="3221" y="1269"/>
                </a:lnTo>
                <a:lnTo>
                  <a:pt x="3233" y="1257"/>
                </a:lnTo>
                <a:lnTo>
                  <a:pt x="3246" y="1246"/>
                </a:lnTo>
                <a:lnTo>
                  <a:pt x="3258" y="1234"/>
                </a:lnTo>
                <a:lnTo>
                  <a:pt x="3271" y="1223"/>
                </a:lnTo>
                <a:lnTo>
                  <a:pt x="3283" y="1212"/>
                </a:lnTo>
                <a:lnTo>
                  <a:pt x="3296" y="1200"/>
                </a:lnTo>
                <a:lnTo>
                  <a:pt x="3308" y="1189"/>
                </a:lnTo>
                <a:lnTo>
                  <a:pt x="3321" y="1178"/>
                </a:lnTo>
                <a:lnTo>
                  <a:pt x="3333" y="1167"/>
                </a:lnTo>
                <a:lnTo>
                  <a:pt x="3346" y="1156"/>
                </a:lnTo>
                <a:lnTo>
                  <a:pt x="3358" y="1145"/>
                </a:lnTo>
                <a:lnTo>
                  <a:pt x="3371" y="1134"/>
                </a:lnTo>
                <a:lnTo>
                  <a:pt x="3383" y="1124"/>
                </a:lnTo>
                <a:lnTo>
                  <a:pt x="3396" y="1113"/>
                </a:lnTo>
                <a:lnTo>
                  <a:pt x="3409" y="1103"/>
                </a:lnTo>
                <a:lnTo>
                  <a:pt x="3421" y="1093"/>
                </a:lnTo>
                <a:lnTo>
                  <a:pt x="3434" y="1084"/>
                </a:lnTo>
                <a:lnTo>
                  <a:pt x="3446" y="1074"/>
                </a:lnTo>
                <a:lnTo>
                  <a:pt x="3459" y="1065"/>
                </a:lnTo>
                <a:lnTo>
                  <a:pt x="3471" y="1056"/>
                </a:lnTo>
                <a:lnTo>
                  <a:pt x="3484" y="1047"/>
                </a:lnTo>
                <a:lnTo>
                  <a:pt x="3496" y="1039"/>
                </a:lnTo>
                <a:lnTo>
                  <a:pt x="3509" y="1031"/>
                </a:lnTo>
                <a:lnTo>
                  <a:pt x="3521" y="1023"/>
                </a:lnTo>
                <a:lnTo>
                  <a:pt x="3534" y="1016"/>
                </a:lnTo>
                <a:lnTo>
                  <a:pt x="3546" y="1009"/>
                </a:lnTo>
                <a:lnTo>
                  <a:pt x="3559" y="1003"/>
                </a:lnTo>
                <a:lnTo>
                  <a:pt x="3571" y="997"/>
                </a:lnTo>
                <a:lnTo>
                  <a:pt x="3584" y="991"/>
                </a:lnTo>
                <a:lnTo>
                  <a:pt x="3596" y="985"/>
                </a:lnTo>
                <a:lnTo>
                  <a:pt x="3609" y="980"/>
                </a:lnTo>
                <a:lnTo>
                  <a:pt x="3622" y="976"/>
                </a:lnTo>
                <a:lnTo>
                  <a:pt x="3634" y="971"/>
                </a:lnTo>
                <a:lnTo>
                  <a:pt x="3647" y="968"/>
                </a:lnTo>
                <a:lnTo>
                  <a:pt x="3659" y="964"/>
                </a:lnTo>
                <a:lnTo>
                  <a:pt x="3672" y="961"/>
                </a:lnTo>
                <a:lnTo>
                  <a:pt x="3684" y="959"/>
                </a:lnTo>
                <a:lnTo>
                  <a:pt x="3697" y="957"/>
                </a:lnTo>
                <a:lnTo>
                  <a:pt x="3709" y="955"/>
                </a:lnTo>
                <a:lnTo>
                  <a:pt x="3722" y="953"/>
                </a:lnTo>
                <a:lnTo>
                  <a:pt x="3734" y="952"/>
                </a:lnTo>
                <a:lnTo>
                  <a:pt x="3747" y="952"/>
                </a:lnTo>
                <a:lnTo>
                  <a:pt x="3759" y="951"/>
                </a:lnTo>
                <a:lnTo>
                  <a:pt x="3772" y="951"/>
                </a:lnTo>
                <a:lnTo>
                  <a:pt x="3784" y="952"/>
                </a:lnTo>
                <a:lnTo>
                  <a:pt x="3797" y="952"/>
                </a:lnTo>
                <a:lnTo>
                  <a:pt x="3810" y="953"/>
                </a:lnTo>
                <a:lnTo>
                  <a:pt x="3822" y="954"/>
                </a:lnTo>
                <a:lnTo>
                  <a:pt x="3835" y="956"/>
                </a:lnTo>
                <a:lnTo>
                  <a:pt x="3847" y="957"/>
                </a:lnTo>
                <a:lnTo>
                  <a:pt x="3860" y="959"/>
                </a:lnTo>
                <a:lnTo>
                  <a:pt x="3872" y="961"/>
                </a:lnTo>
                <a:lnTo>
                  <a:pt x="3885" y="964"/>
                </a:lnTo>
                <a:lnTo>
                  <a:pt x="3897" y="966"/>
                </a:lnTo>
                <a:lnTo>
                  <a:pt x="3910" y="968"/>
                </a:lnTo>
                <a:lnTo>
                  <a:pt x="3922" y="971"/>
                </a:lnTo>
                <a:lnTo>
                  <a:pt x="3935" y="973"/>
                </a:lnTo>
                <a:lnTo>
                  <a:pt x="3947" y="976"/>
                </a:lnTo>
                <a:lnTo>
                  <a:pt x="3960" y="978"/>
                </a:lnTo>
                <a:lnTo>
                  <a:pt x="3972" y="981"/>
                </a:lnTo>
                <a:lnTo>
                  <a:pt x="3985" y="983"/>
                </a:lnTo>
                <a:lnTo>
                  <a:pt x="3997" y="985"/>
                </a:lnTo>
                <a:lnTo>
                  <a:pt x="4010" y="987"/>
                </a:lnTo>
                <a:lnTo>
                  <a:pt x="4023" y="989"/>
                </a:lnTo>
                <a:lnTo>
                  <a:pt x="4035" y="991"/>
                </a:lnTo>
                <a:lnTo>
                  <a:pt x="4048" y="992"/>
                </a:lnTo>
                <a:lnTo>
                  <a:pt x="4060" y="994"/>
                </a:lnTo>
                <a:lnTo>
                  <a:pt x="4073" y="994"/>
                </a:lnTo>
                <a:lnTo>
                  <a:pt x="4085" y="995"/>
                </a:lnTo>
                <a:lnTo>
                  <a:pt x="4098" y="995"/>
                </a:lnTo>
                <a:lnTo>
                  <a:pt x="4110" y="995"/>
                </a:lnTo>
                <a:lnTo>
                  <a:pt x="4123" y="994"/>
                </a:lnTo>
                <a:lnTo>
                  <a:pt x="4135" y="993"/>
                </a:lnTo>
                <a:lnTo>
                  <a:pt x="4148" y="991"/>
                </a:lnTo>
                <a:lnTo>
                  <a:pt x="4160" y="989"/>
                </a:lnTo>
                <a:lnTo>
                  <a:pt x="4173" y="986"/>
                </a:lnTo>
                <a:lnTo>
                  <a:pt x="4185" y="983"/>
                </a:lnTo>
                <a:lnTo>
                  <a:pt x="4198" y="979"/>
                </a:lnTo>
                <a:lnTo>
                  <a:pt x="4211" y="975"/>
                </a:lnTo>
                <a:lnTo>
                  <a:pt x="4223" y="970"/>
                </a:lnTo>
                <a:lnTo>
                  <a:pt x="4236" y="965"/>
                </a:lnTo>
                <a:lnTo>
                  <a:pt x="4248" y="959"/>
                </a:lnTo>
                <a:lnTo>
                  <a:pt x="4261" y="952"/>
                </a:lnTo>
                <a:lnTo>
                  <a:pt x="4273" y="945"/>
                </a:lnTo>
                <a:lnTo>
                  <a:pt x="4286" y="937"/>
                </a:lnTo>
                <a:lnTo>
                  <a:pt x="4298" y="929"/>
                </a:lnTo>
                <a:lnTo>
                  <a:pt x="4311" y="921"/>
                </a:lnTo>
                <a:lnTo>
                  <a:pt x="4323" y="912"/>
                </a:lnTo>
                <a:lnTo>
                  <a:pt x="4336" y="902"/>
                </a:lnTo>
                <a:lnTo>
                  <a:pt x="4348" y="892"/>
                </a:lnTo>
                <a:lnTo>
                  <a:pt x="4361" y="882"/>
                </a:lnTo>
                <a:lnTo>
                  <a:pt x="4373" y="871"/>
                </a:lnTo>
                <a:lnTo>
                  <a:pt x="4386" y="860"/>
                </a:lnTo>
                <a:lnTo>
                  <a:pt x="4398" y="848"/>
                </a:lnTo>
                <a:lnTo>
                  <a:pt x="4411" y="837"/>
                </a:lnTo>
                <a:lnTo>
                  <a:pt x="4424" y="825"/>
                </a:lnTo>
                <a:lnTo>
                  <a:pt x="4436" y="813"/>
                </a:lnTo>
                <a:lnTo>
                  <a:pt x="4449" y="802"/>
                </a:lnTo>
                <a:lnTo>
                  <a:pt x="4461" y="790"/>
                </a:lnTo>
                <a:lnTo>
                  <a:pt x="4474" y="778"/>
                </a:lnTo>
                <a:lnTo>
                  <a:pt x="4486" y="767"/>
                </a:lnTo>
                <a:lnTo>
                  <a:pt x="4499" y="755"/>
                </a:lnTo>
                <a:lnTo>
                  <a:pt x="4511" y="744"/>
                </a:lnTo>
                <a:lnTo>
                  <a:pt x="4524" y="734"/>
                </a:lnTo>
                <a:lnTo>
                  <a:pt x="4536" y="724"/>
                </a:lnTo>
                <a:lnTo>
                  <a:pt x="4549" y="714"/>
                </a:lnTo>
                <a:lnTo>
                  <a:pt x="4561" y="705"/>
                </a:lnTo>
                <a:lnTo>
                  <a:pt x="4574" y="697"/>
                </a:lnTo>
                <a:lnTo>
                  <a:pt x="4586" y="689"/>
                </a:lnTo>
                <a:lnTo>
                  <a:pt x="4599" y="682"/>
                </a:lnTo>
                <a:lnTo>
                  <a:pt x="4612" y="676"/>
                </a:lnTo>
                <a:lnTo>
                  <a:pt x="4624" y="671"/>
                </a:lnTo>
                <a:lnTo>
                  <a:pt x="4637" y="667"/>
                </a:lnTo>
                <a:lnTo>
                  <a:pt x="4649" y="664"/>
                </a:lnTo>
                <a:lnTo>
                  <a:pt x="4662" y="661"/>
                </a:lnTo>
                <a:lnTo>
                  <a:pt x="4674" y="659"/>
                </a:lnTo>
                <a:lnTo>
                  <a:pt x="4687" y="658"/>
                </a:lnTo>
                <a:lnTo>
                  <a:pt x="4699" y="658"/>
                </a:lnTo>
                <a:lnTo>
                  <a:pt x="4712" y="659"/>
                </a:lnTo>
                <a:lnTo>
                  <a:pt x="4724" y="660"/>
                </a:lnTo>
                <a:lnTo>
                  <a:pt x="4737" y="662"/>
                </a:lnTo>
                <a:lnTo>
                  <a:pt x="4749" y="664"/>
                </a:lnTo>
                <a:lnTo>
                  <a:pt x="4762" y="666"/>
                </a:lnTo>
                <a:lnTo>
                  <a:pt x="4774" y="667"/>
                </a:lnTo>
                <a:lnTo>
                  <a:pt x="4787" y="669"/>
                </a:lnTo>
                <a:lnTo>
                  <a:pt x="4799" y="669"/>
                </a:lnTo>
                <a:lnTo>
                  <a:pt x="4812" y="668"/>
                </a:lnTo>
                <a:lnTo>
                  <a:pt x="4825" y="665"/>
                </a:lnTo>
                <a:lnTo>
                  <a:pt x="4837" y="661"/>
                </a:lnTo>
                <a:lnTo>
                  <a:pt x="4850" y="653"/>
                </a:lnTo>
                <a:lnTo>
                  <a:pt x="4862" y="642"/>
                </a:lnTo>
                <a:lnTo>
                  <a:pt x="4875" y="626"/>
                </a:lnTo>
                <a:lnTo>
                  <a:pt x="4887" y="606"/>
                </a:lnTo>
                <a:lnTo>
                  <a:pt x="4900" y="579"/>
                </a:lnTo>
                <a:lnTo>
                  <a:pt x="4912" y="546"/>
                </a:lnTo>
                <a:lnTo>
                  <a:pt x="4925" y="504"/>
                </a:lnTo>
                <a:lnTo>
                  <a:pt x="4937" y="452"/>
                </a:lnTo>
                <a:lnTo>
                  <a:pt x="4950" y="390"/>
                </a:lnTo>
                <a:lnTo>
                  <a:pt x="4962" y="316"/>
                </a:lnTo>
                <a:lnTo>
                  <a:pt x="4975" y="227"/>
                </a:lnTo>
                <a:lnTo>
                  <a:pt x="4987" y="122"/>
                </a:lnTo>
                <a:lnTo>
                  <a:pt x="5000" y="0"/>
                </a:lnTo>
              </a:path>
            </a:pathLst>
          </a:custGeom>
          <a:noFill/>
          <a:ln w="19050">
            <a:solidFill>
              <a:srgbClr val="C4B8DC"/>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1" name="Freeform 30"/>
          <p:cNvSpPr/>
          <p:nvPr/>
        </p:nvSpPr>
        <p:spPr>
          <a:xfrm>
            <a:off x="6510528" y="3487522"/>
            <a:ext cx="4572000" cy="1391717"/>
          </a:xfrm>
          <a:custGeom>
            <a:avLst/>
            <a:gdLst/>
            <a:ahLst/>
            <a:cxnLst/>
            <a:rect l="l" t="t" r="r" b="b"/>
            <a:pathLst>
              <a:path w="5000" h="1522">
                <a:moveTo>
                  <a:pt x="0" y="396"/>
                </a:moveTo>
                <a:lnTo>
                  <a:pt x="13" y="446"/>
                </a:lnTo>
                <a:lnTo>
                  <a:pt x="25" y="485"/>
                </a:lnTo>
                <a:lnTo>
                  <a:pt x="38" y="515"/>
                </a:lnTo>
                <a:lnTo>
                  <a:pt x="50" y="537"/>
                </a:lnTo>
                <a:lnTo>
                  <a:pt x="63" y="553"/>
                </a:lnTo>
                <a:lnTo>
                  <a:pt x="75" y="564"/>
                </a:lnTo>
                <a:lnTo>
                  <a:pt x="88" y="571"/>
                </a:lnTo>
                <a:lnTo>
                  <a:pt x="100" y="576"/>
                </a:lnTo>
                <a:lnTo>
                  <a:pt x="113" y="579"/>
                </a:lnTo>
                <a:lnTo>
                  <a:pt x="125" y="580"/>
                </a:lnTo>
                <a:lnTo>
                  <a:pt x="138" y="582"/>
                </a:lnTo>
                <a:lnTo>
                  <a:pt x="150" y="583"/>
                </a:lnTo>
                <a:lnTo>
                  <a:pt x="163" y="585"/>
                </a:lnTo>
                <a:lnTo>
                  <a:pt x="175" y="588"/>
                </a:lnTo>
                <a:lnTo>
                  <a:pt x="188" y="592"/>
                </a:lnTo>
                <a:lnTo>
                  <a:pt x="201" y="598"/>
                </a:lnTo>
                <a:lnTo>
                  <a:pt x="213" y="605"/>
                </a:lnTo>
                <a:lnTo>
                  <a:pt x="226" y="614"/>
                </a:lnTo>
                <a:lnTo>
                  <a:pt x="238" y="626"/>
                </a:lnTo>
                <a:lnTo>
                  <a:pt x="251" y="639"/>
                </a:lnTo>
                <a:lnTo>
                  <a:pt x="263" y="654"/>
                </a:lnTo>
                <a:lnTo>
                  <a:pt x="276" y="671"/>
                </a:lnTo>
                <a:lnTo>
                  <a:pt x="288" y="690"/>
                </a:lnTo>
                <a:lnTo>
                  <a:pt x="301" y="711"/>
                </a:lnTo>
                <a:lnTo>
                  <a:pt x="313" y="733"/>
                </a:lnTo>
                <a:lnTo>
                  <a:pt x="326" y="757"/>
                </a:lnTo>
                <a:lnTo>
                  <a:pt x="338" y="783"/>
                </a:lnTo>
                <a:lnTo>
                  <a:pt x="351" y="809"/>
                </a:lnTo>
                <a:lnTo>
                  <a:pt x="363" y="837"/>
                </a:lnTo>
                <a:lnTo>
                  <a:pt x="376" y="866"/>
                </a:lnTo>
                <a:lnTo>
                  <a:pt x="388" y="896"/>
                </a:lnTo>
                <a:lnTo>
                  <a:pt x="401" y="927"/>
                </a:lnTo>
                <a:lnTo>
                  <a:pt x="414" y="958"/>
                </a:lnTo>
                <a:lnTo>
                  <a:pt x="426" y="989"/>
                </a:lnTo>
                <a:lnTo>
                  <a:pt x="439" y="1021"/>
                </a:lnTo>
                <a:lnTo>
                  <a:pt x="451" y="1052"/>
                </a:lnTo>
                <a:lnTo>
                  <a:pt x="464" y="1084"/>
                </a:lnTo>
                <a:lnTo>
                  <a:pt x="476" y="1115"/>
                </a:lnTo>
                <a:lnTo>
                  <a:pt x="489" y="1146"/>
                </a:lnTo>
                <a:lnTo>
                  <a:pt x="501" y="1176"/>
                </a:lnTo>
                <a:lnTo>
                  <a:pt x="514" y="1205"/>
                </a:lnTo>
                <a:lnTo>
                  <a:pt x="526" y="1234"/>
                </a:lnTo>
                <a:lnTo>
                  <a:pt x="539" y="1261"/>
                </a:lnTo>
                <a:lnTo>
                  <a:pt x="551" y="1288"/>
                </a:lnTo>
                <a:lnTo>
                  <a:pt x="564" y="1313"/>
                </a:lnTo>
                <a:lnTo>
                  <a:pt x="576" y="1338"/>
                </a:lnTo>
                <a:lnTo>
                  <a:pt x="589" y="1360"/>
                </a:lnTo>
                <a:lnTo>
                  <a:pt x="602" y="1382"/>
                </a:lnTo>
                <a:lnTo>
                  <a:pt x="614" y="1402"/>
                </a:lnTo>
                <a:lnTo>
                  <a:pt x="627" y="1421"/>
                </a:lnTo>
                <a:lnTo>
                  <a:pt x="639" y="1438"/>
                </a:lnTo>
                <a:lnTo>
                  <a:pt x="652" y="1453"/>
                </a:lnTo>
                <a:lnTo>
                  <a:pt x="664" y="1467"/>
                </a:lnTo>
                <a:lnTo>
                  <a:pt x="677" y="1480"/>
                </a:lnTo>
                <a:lnTo>
                  <a:pt x="689" y="1491"/>
                </a:lnTo>
                <a:lnTo>
                  <a:pt x="702" y="1500"/>
                </a:lnTo>
                <a:lnTo>
                  <a:pt x="714" y="1508"/>
                </a:lnTo>
                <a:lnTo>
                  <a:pt x="727" y="1514"/>
                </a:lnTo>
                <a:lnTo>
                  <a:pt x="739" y="1518"/>
                </a:lnTo>
                <a:lnTo>
                  <a:pt x="752" y="1521"/>
                </a:lnTo>
                <a:lnTo>
                  <a:pt x="764" y="1522"/>
                </a:lnTo>
                <a:lnTo>
                  <a:pt x="777" y="1522"/>
                </a:lnTo>
                <a:lnTo>
                  <a:pt x="789" y="1521"/>
                </a:lnTo>
                <a:lnTo>
                  <a:pt x="802" y="1518"/>
                </a:lnTo>
                <a:lnTo>
                  <a:pt x="815" y="1514"/>
                </a:lnTo>
                <a:lnTo>
                  <a:pt x="827" y="1509"/>
                </a:lnTo>
                <a:lnTo>
                  <a:pt x="840" y="1502"/>
                </a:lnTo>
                <a:lnTo>
                  <a:pt x="852" y="1495"/>
                </a:lnTo>
                <a:lnTo>
                  <a:pt x="865" y="1486"/>
                </a:lnTo>
                <a:lnTo>
                  <a:pt x="877" y="1476"/>
                </a:lnTo>
                <a:lnTo>
                  <a:pt x="890" y="1465"/>
                </a:lnTo>
                <a:lnTo>
                  <a:pt x="902" y="1454"/>
                </a:lnTo>
                <a:lnTo>
                  <a:pt x="915" y="1441"/>
                </a:lnTo>
                <a:lnTo>
                  <a:pt x="927" y="1428"/>
                </a:lnTo>
                <a:lnTo>
                  <a:pt x="940" y="1414"/>
                </a:lnTo>
                <a:lnTo>
                  <a:pt x="952" y="1400"/>
                </a:lnTo>
                <a:lnTo>
                  <a:pt x="965" y="1385"/>
                </a:lnTo>
                <a:lnTo>
                  <a:pt x="977" y="1370"/>
                </a:lnTo>
                <a:lnTo>
                  <a:pt x="990" y="1354"/>
                </a:lnTo>
                <a:lnTo>
                  <a:pt x="1003" y="1338"/>
                </a:lnTo>
                <a:lnTo>
                  <a:pt x="1015" y="1322"/>
                </a:lnTo>
                <a:lnTo>
                  <a:pt x="1028" y="1305"/>
                </a:lnTo>
                <a:lnTo>
                  <a:pt x="1040" y="1289"/>
                </a:lnTo>
                <a:lnTo>
                  <a:pt x="1053" y="1272"/>
                </a:lnTo>
                <a:lnTo>
                  <a:pt x="1065" y="1255"/>
                </a:lnTo>
                <a:lnTo>
                  <a:pt x="1078" y="1239"/>
                </a:lnTo>
                <a:lnTo>
                  <a:pt x="1090" y="1222"/>
                </a:lnTo>
                <a:lnTo>
                  <a:pt x="1103" y="1206"/>
                </a:lnTo>
                <a:lnTo>
                  <a:pt x="1115" y="1190"/>
                </a:lnTo>
                <a:lnTo>
                  <a:pt x="1128" y="1174"/>
                </a:lnTo>
                <a:lnTo>
                  <a:pt x="1140" y="1159"/>
                </a:lnTo>
                <a:lnTo>
                  <a:pt x="1153" y="1144"/>
                </a:lnTo>
                <a:lnTo>
                  <a:pt x="1165" y="1129"/>
                </a:lnTo>
                <a:lnTo>
                  <a:pt x="1178" y="1115"/>
                </a:lnTo>
                <a:lnTo>
                  <a:pt x="1190" y="1101"/>
                </a:lnTo>
                <a:lnTo>
                  <a:pt x="1203" y="1088"/>
                </a:lnTo>
                <a:lnTo>
                  <a:pt x="1216" y="1075"/>
                </a:lnTo>
                <a:lnTo>
                  <a:pt x="1228" y="1062"/>
                </a:lnTo>
                <a:lnTo>
                  <a:pt x="1241" y="1051"/>
                </a:lnTo>
                <a:lnTo>
                  <a:pt x="1253" y="1040"/>
                </a:lnTo>
                <a:lnTo>
                  <a:pt x="1266" y="1029"/>
                </a:lnTo>
                <a:lnTo>
                  <a:pt x="1278" y="1019"/>
                </a:lnTo>
                <a:lnTo>
                  <a:pt x="1291" y="1010"/>
                </a:lnTo>
                <a:lnTo>
                  <a:pt x="1303" y="1001"/>
                </a:lnTo>
                <a:lnTo>
                  <a:pt x="1316" y="993"/>
                </a:lnTo>
                <a:lnTo>
                  <a:pt x="1328" y="986"/>
                </a:lnTo>
                <a:lnTo>
                  <a:pt x="1341" y="979"/>
                </a:lnTo>
                <a:lnTo>
                  <a:pt x="1353" y="972"/>
                </a:lnTo>
                <a:lnTo>
                  <a:pt x="1366" y="967"/>
                </a:lnTo>
                <a:lnTo>
                  <a:pt x="1378" y="962"/>
                </a:lnTo>
                <a:lnTo>
                  <a:pt x="1391" y="957"/>
                </a:lnTo>
                <a:lnTo>
                  <a:pt x="1404" y="953"/>
                </a:lnTo>
                <a:lnTo>
                  <a:pt x="1416" y="950"/>
                </a:lnTo>
                <a:lnTo>
                  <a:pt x="1429" y="947"/>
                </a:lnTo>
                <a:lnTo>
                  <a:pt x="1441" y="945"/>
                </a:lnTo>
                <a:lnTo>
                  <a:pt x="1454" y="943"/>
                </a:lnTo>
                <a:lnTo>
                  <a:pt x="1466" y="942"/>
                </a:lnTo>
                <a:lnTo>
                  <a:pt x="1479" y="941"/>
                </a:lnTo>
                <a:lnTo>
                  <a:pt x="1491" y="941"/>
                </a:lnTo>
                <a:lnTo>
                  <a:pt x="1504" y="941"/>
                </a:lnTo>
                <a:lnTo>
                  <a:pt x="1516" y="941"/>
                </a:lnTo>
                <a:lnTo>
                  <a:pt x="1529" y="942"/>
                </a:lnTo>
                <a:lnTo>
                  <a:pt x="1541" y="943"/>
                </a:lnTo>
                <a:lnTo>
                  <a:pt x="1554" y="944"/>
                </a:lnTo>
                <a:lnTo>
                  <a:pt x="1566" y="946"/>
                </a:lnTo>
                <a:lnTo>
                  <a:pt x="1579" y="948"/>
                </a:lnTo>
                <a:lnTo>
                  <a:pt x="1591" y="950"/>
                </a:lnTo>
                <a:lnTo>
                  <a:pt x="1604" y="952"/>
                </a:lnTo>
                <a:lnTo>
                  <a:pt x="1617" y="954"/>
                </a:lnTo>
                <a:lnTo>
                  <a:pt x="1629" y="957"/>
                </a:lnTo>
                <a:lnTo>
                  <a:pt x="1642" y="960"/>
                </a:lnTo>
                <a:lnTo>
                  <a:pt x="1654" y="962"/>
                </a:lnTo>
                <a:lnTo>
                  <a:pt x="1667" y="965"/>
                </a:lnTo>
                <a:lnTo>
                  <a:pt x="1679" y="968"/>
                </a:lnTo>
                <a:lnTo>
                  <a:pt x="1692" y="971"/>
                </a:lnTo>
                <a:lnTo>
                  <a:pt x="1704" y="974"/>
                </a:lnTo>
                <a:lnTo>
                  <a:pt x="1717" y="977"/>
                </a:lnTo>
                <a:lnTo>
                  <a:pt x="1729" y="979"/>
                </a:lnTo>
                <a:lnTo>
                  <a:pt x="1742" y="982"/>
                </a:lnTo>
                <a:lnTo>
                  <a:pt x="1754" y="984"/>
                </a:lnTo>
                <a:lnTo>
                  <a:pt x="1767" y="987"/>
                </a:lnTo>
                <a:lnTo>
                  <a:pt x="1779" y="989"/>
                </a:lnTo>
                <a:lnTo>
                  <a:pt x="1792" y="991"/>
                </a:lnTo>
                <a:lnTo>
                  <a:pt x="1805" y="993"/>
                </a:lnTo>
                <a:lnTo>
                  <a:pt x="1817" y="995"/>
                </a:lnTo>
                <a:lnTo>
                  <a:pt x="1830" y="996"/>
                </a:lnTo>
                <a:lnTo>
                  <a:pt x="1842" y="997"/>
                </a:lnTo>
                <a:lnTo>
                  <a:pt x="1855" y="998"/>
                </a:lnTo>
                <a:lnTo>
                  <a:pt x="1867" y="999"/>
                </a:lnTo>
                <a:lnTo>
                  <a:pt x="1880" y="1000"/>
                </a:lnTo>
                <a:lnTo>
                  <a:pt x="1892" y="1000"/>
                </a:lnTo>
                <a:lnTo>
                  <a:pt x="1905" y="1000"/>
                </a:lnTo>
                <a:lnTo>
                  <a:pt x="1917" y="1000"/>
                </a:lnTo>
                <a:lnTo>
                  <a:pt x="1930" y="999"/>
                </a:lnTo>
                <a:lnTo>
                  <a:pt x="1942" y="999"/>
                </a:lnTo>
                <a:lnTo>
                  <a:pt x="1955" y="998"/>
                </a:lnTo>
                <a:lnTo>
                  <a:pt x="1967" y="996"/>
                </a:lnTo>
                <a:lnTo>
                  <a:pt x="1980" y="995"/>
                </a:lnTo>
                <a:lnTo>
                  <a:pt x="1992" y="993"/>
                </a:lnTo>
                <a:lnTo>
                  <a:pt x="2005" y="991"/>
                </a:lnTo>
                <a:lnTo>
                  <a:pt x="2018" y="989"/>
                </a:lnTo>
                <a:lnTo>
                  <a:pt x="2030" y="987"/>
                </a:lnTo>
                <a:lnTo>
                  <a:pt x="2043" y="984"/>
                </a:lnTo>
                <a:lnTo>
                  <a:pt x="2055" y="982"/>
                </a:lnTo>
                <a:lnTo>
                  <a:pt x="2068" y="979"/>
                </a:lnTo>
                <a:lnTo>
                  <a:pt x="2080" y="976"/>
                </a:lnTo>
                <a:lnTo>
                  <a:pt x="2093" y="972"/>
                </a:lnTo>
                <a:lnTo>
                  <a:pt x="2105" y="969"/>
                </a:lnTo>
                <a:lnTo>
                  <a:pt x="2118" y="966"/>
                </a:lnTo>
                <a:lnTo>
                  <a:pt x="2130" y="962"/>
                </a:lnTo>
                <a:lnTo>
                  <a:pt x="2143" y="958"/>
                </a:lnTo>
                <a:lnTo>
                  <a:pt x="2155" y="955"/>
                </a:lnTo>
                <a:lnTo>
                  <a:pt x="2168" y="951"/>
                </a:lnTo>
                <a:lnTo>
                  <a:pt x="2180" y="947"/>
                </a:lnTo>
                <a:lnTo>
                  <a:pt x="2193" y="943"/>
                </a:lnTo>
                <a:lnTo>
                  <a:pt x="2206" y="939"/>
                </a:lnTo>
                <a:lnTo>
                  <a:pt x="2218" y="936"/>
                </a:lnTo>
                <a:lnTo>
                  <a:pt x="2231" y="932"/>
                </a:lnTo>
                <a:lnTo>
                  <a:pt x="2243" y="928"/>
                </a:lnTo>
                <a:lnTo>
                  <a:pt x="2256" y="925"/>
                </a:lnTo>
                <a:lnTo>
                  <a:pt x="2268" y="921"/>
                </a:lnTo>
                <a:lnTo>
                  <a:pt x="2281" y="918"/>
                </a:lnTo>
                <a:lnTo>
                  <a:pt x="2293" y="915"/>
                </a:lnTo>
                <a:lnTo>
                  <a:pt x="2306" y="912"/>
                </a:lnTo>
                <a:lnTo>
                  <a:pt x="2318" y="909"/>
                </a:lnTo>
                <a:lnTo>
                  <a:pt x="2331" y="907"/>
                </a:lnTo>
                <a:lnTo>
                  <a:pt x="2343" y="905"/>
                </a:lnTo>
                <a:lnTo>
                  <a:pt x="2356" y="902"/>
                </a:lnTo>
                <a:lnTo>
                  <a:pt x="2368" y="901"/>
                </a:lnTo>
                <a:lnTo>
                  <a:pt x="2381" y="899"/>
                </a:lnTo>
                <a:lnTo>
                  <a:pt x="2393" y="898"/>
                </a:lnTo>
                <a:lnTo>
                  <a:pt x="2406" y="897"/>
                </a:lnTo>
                <a:lnTo>
                  <a:pt x="2419" y="896"/>
                </a:lnTo>
                <a:lnTo>
                  <a:pt x="2431" y="896"/>
                </a:lnTo>
                <a:lnTo>
                  <a:pt x="2444" y="896"/>
                </a:lnTo>
                <a:lnTo>
                  <a:pt x="2456" y="897"/>
                </a:lnTo>
                <a:lnTo>
                  <a:pt x="2469" y="897"/>
                </a:lnTo>
                <a:lnTo>
                  <a:pt x="2481" y="899"/>
                </a:lnTo>
                <a:lnTo>
                  <a:pt x="2494" y="900"/>
                </a:lnTo>
                <a:lnTo>
                  <a:pt x="2506" y="902"/>
                </a:lnTo>
                <a:lnTo>
                  <a:pt x="2519" y="904"/>
                </a:lnTo>
                <a:lnTo>
                  <a:pt x="2531" y="907"/>
                </a:lnTo>
                <a:lnTo>
                  <a:pt x="2544" y="910"/>
                </a:lnTo>
                <a:lnTo>
                  <a:pt x="2556" y="913"/>
                </a:lnTo>
                <a:lnTo>
                  <a:pt x="2569" y="917"/>
                </a:lnTo>
                <a:lnTo>
                  <a:pt x="2581" y="921"/>
                </a:lnTo>
                <a:lnTo>
                  <a:pt x="2594" y="926"/>
                </a:lnTo>
                <a:lnTo>
                  <a:pt x="2607" y="931"/>
                </a:lnTo>
                <a:lnTo>
                  <a:pt x="2619" y="936"/>
                </a:lnTo>
                <a:lnTo>
                  <a:pt x="2632" y="942"/>
                </a:lnTo>
                <a:lnTo>
                  <a:pt x="2644" y="948"/>
                </a:lnTo>
                <a:lnTo>
                  <a:pt x="2657" y="954"/>
                </a:lnTo>
                <a:lnTo>
                  <a:pt x="2669" y="960"/>
                </a:lnTo>
                <a:lnTo>
                  <a:pt x="2682" y="967"/>
                </a:lnTo>
                <a:lnTo>
                  <a:pt x="2694" y="975"/>
                </a:lnTo>
                <a:lnTo>
                  <a:pt x="2707" y="982"/>
                </a:lnTo>
                <a:lnTo>
                  <a:pt x="2719" y="990"/>
                </a:lnTo>
                <a:lnTo>
                  <a:pt x="2732" y="998"/>
                </a:lnTo>
                <a:lnTo>
                  <a:pt x="2744" y="1006"/>
                </a:lnTo>
                <a:lnTo>
                  <a:pt x="2757" y="1014"/>
                </a:lnTo>
                <a:lnTo>
                  <a:pt x="2769" y="1022"/>
                </a:lnTo>
                <a:lnTo>
                  <a:pt x="2782" y="1031"/>
                </a:lnTo>
                <a:lnTo>
                  <a:pt x="2794" y="1040"/>
                </a:lnTo>
                <a:lnTo>
                  <a:pt x="2807" y="1049"/>
                </a:lnTo>
                <a:lnTo>
                  <a:pt x="2820" y="1058"/>
                </a:lnTo>
                <a:lnTo>
                  <a:pt x="2832" y="1066"/>
                </a:lnTo>
                <a:lnTo>
                  <a:pt x="2845" y="1075"/>
                </a:lnTo>
                <a:lnTo>
                  <a:pt x="2857" y="1084"/>
                </a:lnTo>
                <a:lnTo>
                  <a:pt x="2870" y="1093"/>
                </a:lnTo>
                <a:lnTo>
                  <a:pt x="2882" y="1102"/>
                </a:lnTo>
                <a:lnTo>
                  <a:pt x="2895" y="1111"/>
                </a:lnTo>
                <a:lnTo>
                  <a:pt x="2907" y="1119"/>
                </a:lnTo>
                <a:lnTo>
                  <a:pt x="2920" y="1128"/>
                </a:lnTo>
                <a:lnTo>
                  <a:pt x="2932" y="1136"/>
                </a:lnTo>
                <a:lnTo>
                  <a:pt x="2945" y="1144"/>
                </a:lnTo>
                <a:lnTo>
                  <a:pt x="2957" y="1151"/>
                </a:lnTo>
                <a:lnTo>
                  <a:pt x="2970" y="1159"/>
                </a:lnTo>
                <a:lnTo>
                  <a:pt x="2982" y="1166"/>
                </a:lnTo>
                <a:lnTo>
                  <a:pt x="2995" y="1173"/>
                </a:lnTo>
                <a:lnTo>
                  <a:pt x="3008" y="1179"/>
                </a:lnTo>
                <a:lnTo>
                  <a:pt x="3020" y="1185"/>
                </a:lnTo>
                <a:lnTo>
                  <a:pt x="3033" y="1191"/>
                </a:lnTo>
                <a:lnTo>
                  <a:pt x="3045" y="1196"/>
                </a:lnTo>
                <a:lnTo>
                  <a:pt x="3058" y="1200"/>
                </a:lnTo>
                <a:lnTo>
                  <a:pt x="3070" y="1204"/>
                </a:lnTo>
                <a:lnTo>
                  <a:pt x="3083" y="1208"/>
                </a:lnTo>
                <a:lnTo>
                  <a:pt x="3095" y="1211"/>
                </a:lnTo>
                <a:lnTo>
                  <a:pt x="3108" y="1213"/>
                </a:lnTo>
                <a:lnTo>
                  <a:pt x="3120" y="1215"/>
                </a:lnTo>
                <a:lnTo>
                  <a:pt x="3133" y="1216"/>
                </a:lnTo>
                <a:lnTo>
                  <a:pt x="3145" y="1217"/>
                </a:lnTo>
                <a:lnTo>
                  <a:pt x="3158" y="1217"/>
                </a:lnTo>
                <a:lnTo>
                  <a:pt x="3170" y="1216"/>
                </a:lnTo>
                <a:lnTo>
                  <a:pt x="3183" y="1214"/>
                </a:lnTo>
                <a:lnTo>
                  <a:pt x="3195" y="1212"/>
                </a:lnTo>
                <a:lnTo>
                  <a:pt x="3208" y="1209"/>
                </a:lnTo>
                <a:lnTo>
                  <a:pt x="3221" y="1206"/>
                </a:lnTo>
                <a:lnTo>
                  <a:pt x="3233" y="1201"/>
                </a:lnTo>
                <a:lnTo>
                  <a:pt x="3246" y="1196"/>
                </a:lnTo>
                <a:lnTo>
                  <a:pt x="3258" y="1190"/>
                </a:lnTo>
                <a:lnTo>
                  <a:pt x="3271" y="1184"/>
                </a:lnTo>
                <a:lnTo>
                  <a:pt x="3283" y="1176"/>
                </a:lnTo>
                <a:lnTo>
                  <a:pt x="3296" y="1168"/>
                </a:lnTo>
                <a:lnTo>
                  <a:pt x="3308" y="1159"/>
                </a:lnTo>
                <a:lnTo>
                  <a:pt x="3321" y="1149"/>
                </a:lnTo>
                <a:lnTo>
                  <a:pt x="3333" y="1139"/>
                </a:lnTo>
                <a:lnTo>
                  <a:pt x="3346" y="1128"/>
                </a:lnTo>
                <a:lnTo>
                  <a:pt x="3358" y="1116"/>
                </a:lnTo>
                <a:lnTo>
                  <a:pt x="3371" y="1104"/>
                </a:lnTo>
                <a:lnTo>
                  <a:pt x="3383" y="1090"/>
                </a:lnTo>
                <a:lnTo>
                  <a:pt x="3396" y="1077"/>
                </a:lnTo>
                <a:lnTo>
                  <a:pt x="3409" y="1062"/>
                </a:lnTo>
                <a:lnTo>
                  <a:pt x="3421" y="1047"/>
                </a:lnTo>
                <a:lnTo>
                  <a:pt x="3434" y="1031"/>
                </a:lnTo>
                <a:lnTo>
                  <a:pt x="3446" y="1015"/>
                </a:lnTo>
                <a:lnTo>
                  <a:pt x="3459" y="998"/>
                </a:lnTo>
                <a:lnTo>
                  <a:pt x="3471" y="980"/>
                </a:lnTo>
                <a:lnTo>
                  <a:pt x="3484" y="962"/>
                </a:lnTo>
                <a:lnTo>
                  <a:pt x="3496" y="944"/>
                </a:lnTo>
                <a:lnTo>
                  <a:pt x="3509" y="925"/>
                </a:lnTo>
                <a:lnTo>
                  <a:pt x="3521" y="906"/>
                </a:lnTo>
                <a:lnTo>
                  <a:pt x="3534" y="886"/>
                </a:lnTo>
                <a:lnTo>
                  <a:pt x="3546" y="866"/>
                </a:lnTo>
                <a:lnTo>
                  <a:pt x="3559" y="846"/>
                </a:lnTo>
                <a:lnTo>
                  <a:pt x="3571" y="825"/>
                </a:lnTo>
                <a:lnTo>
                  <a:pt x="3584" y="804"/>
                </a:lnTo>
                <a:lnTo>
                  <a:pt x="3596" y="784"/>
                </a:lnTo>
                <a:lnTo>
                  <a:pt x="3609" y="762"/>
                </a:lnTo>
                <a:lnTo>
                  <a:pt x="3622" y="741"/>
                </a:lnTo>
                <a:lnTo>
                  <a:pt x="3634" y="720"/>
                </a:lnTo>
                <a:lnTo>
                  <a:pt x="3647" y="699"/>
                </a:lnTo>
                <a:lnTo>
                  <a:pt x="3659" y="678"/>
                </a:lnTo>
                <a:lnTo>
                  <a:pt x="3672" y="656"/>
                </a:lnTo>
                <a:lnTo>
                  <a:pt x="3684" y="635"/>
                </a:lnTo>
                <a:lnTo>
                  <a:pt x="3697" y="614"/>
                </a:lnTo>
                <a:lnTo>
                  <a:pt x="3709" y="594"/>
                </a:lnTo>
                <a:lnTo>
                  <a:pt x="3722" y="573"/>
                </a:lnTo>
                <a:lnTo>
                  <a:pt x="3734" y="553"/>
                </a:lnTo>
                <a:lnTo>
                  <a:pt x="3747" y="533"/>
                </a:lnTo>
                <a:lnTo>
                  <a:pt x="3759" y="514"/>
                </a:lnTo>
                <a:lnTo>
                  <a:pt x="3772" y="495"/>
                </a:lnTo>
                <a:lnTo>
                  <a:pt x="3784" y="477"/>
                </a:lnTo>
                <a:lnTo>
                  <a:pt x="3797" y="458"/>
                </a:lnTo>
                <a:lnTo>
                  <a:pt x="3810" y="441"/>
                </a:lnTo>
                <a:lnTo>
                  <a:pt x="3822" y="424"/>
                </a:lnTo>
                <a:lnTo>
                  <a:pt x="3835" y="408"/>
                </a:lnTo>
                <a:lnTo>
                  <a:pt x="3847" y="392"/>
                </a:lnTo>
                <a:lnTo>
                  <a:pt x="3860" y="377"/>
                </a:lnTo>
                <a:lnTo>
                  <a:pt x="3872" y="362"/>
                </a:lnTo>
                <a:lnTo>
                  <a:pt x="3885" y="349"/>
                </a:lnTo>
                <a:lnTo>
                  <a:pt x="3897" y="336"/>
                </a:lnTo>
                <a:lnTo>
                  <a:pt x="3910" y="324"/>
                </a:lnTo>
                <a:lnTo>
                  <a:pt x="3922" y="312"/>
                </a:lnTo>
                <a:lnTo>
                  <a:pt x="3935" y="302"/>
                </a:lnTo>
                <a:lnTo>
                  <a:pt x="3947" y="292"/>
                </a:lnTo>
                <a:lnTo>
                  <a:pt x="3960" y="283"/>
                </a:lnTo>
                <a:lnTo>
                  <a:pt x="3972" y="275"/>
                </a:lnTo>
                <a:lnTo>
                  <a:pt x="3985" y="267"/>
                </a:lnTo>
                <a:lnTo>
                  <a:pt x="3997" y="261"/>
                </a:lnTo>
                <a:lnTo>
                  <a:pt x="4010" y="255"/>
                </a:lnTo>
                <a:lnTo>
                  <a:pt x="4023" y="250"/>
                </a:lnTo>
                <a:lnTo>
                  <a:pt x="4035" y="246"/>
                </a:lnTo>
                <a:lnTo>
                  <a:pt x="4048" y="243"/>
                </a:lnTo>
                <a:lnTo>
                  <a:pt x="4060" y="241"/>
                </a:lnTo>
                <a:lnTo>
                  <a:pt x="4073" y="239"/>
                </a:lnTo>
                <a:lnTo>
                  <a:pt x="4085" y="238"/>
                </a:lnTo>
                <a:lnTo>
                  <a:pt x="4098" y="238"/>
                </a:lnTo>
                <a:lnTo>
                  <a:pt x="4110" y="239"/>
                </a:lnTo>
                <a:lnTo>
                  <a:pt x="4123" y="240"/>
                </a:lnTo>
                <a:lnTo>
                  <a:pt x="4135" y="242"/>
                </a:lnTo>
                <a:lnTo>
                  <a:pt x="4148" y="244"/>
                </a:lnTo>
                <a:lnTo>
                  <a:pt x="4160" y="248"/>
                </a:lnTo>
                <a:lnTo>
                  <a:pt x="4173" y="251"/>
                </a:lnTo>
                <a:lnTo>
                  <a:pt x="4185" y="256"/>
                </a:lnTo>
                <a:lnTo>
                  <a:pt x="4198" y="260"/>
                </a:lnTo>
                <a:lnTo>
                  <a:pt x="4211" y="266"/>
                </a:lnTo>
                <a:lnTo>
                  <a:pt x="4223" y="271"/>
                </a:lnTo>
                <a:lnTo>
                  <a:pt x="4236" y="277"/>
                </a:lnTo>
                <a:lnTo>
                  <a:pt x="4248" y="283"/>
                </a:lnTo>
                <a:lnTo>
                  <a:pt x="4261" y="290"/>
                </a:lnTo>
                <a:lnTo>
                  <a:pt x="4273" y="296"/>
                </a:lnTo>
                <a:lnTo>
                  <a:pt x="4286" y="303"/>
                </a:lnTo>
                <a:lnTo>
                  <a:pt x="4298" y="310"/>
                </a:lnTo>
                <a:lnTo>
                  <a:pt x="4311" y="317"/>
                </a:lnTo>
                <a:lnTo>
                  <a:pt x="4323" y="323"/>
                </a:lnTo>
                <a:lnTo>
                  <a:pt x="4336" y="330"/>
                </a:lnTo>
                <a:lnTo>
                  <a:pt x="4348" y="337"/>
                </a:lnTo>
                <a:lnTo>
                  <a:pt x="4361" y="343"/>
                </a:lnTo>
                <a:lnTo>
                  <a:pt x="4373" y="349"/>
                </a:lnTo>
                <a:lnTo>
                  <a:pt x="4386" y="355"/>
                </a:lnTo>
                <a:lnTo>
                  <a:pt x="4398" y="360"/>
                </a:lnTo>
                <a:lnTo>
                  <a:pt x="4411" y="365"/>
                </a:lnTo>
                <a:lnTo>
                  <a:pt x="4424" y="370"/>
                </a:lnTo>
                <a:lnTo>
                  <a:pt x="4436" y="374"/>
                </a:lnTo>
                <a:lnTo>
                  <a:pt x="4449" y="377"/>
                </a:lnTo>
                <a:lnTo>
                  <a:pt x="4461" y="380"/>
                </a:lnTo>
                <a:lnTo>
                  <a:pt x="4474" y="382"/>
                </a:lnTo>
                <a:lnTo>
                  <a:pt x="4486" y="384"/>
                </a:lnTo>
                <a:lnTo>
                  <a:pt x="4499" y="385"/>
                </a:lnTo>
                <a:lnTo>
                  <a:pt x="4511" y="385"/>
                </a:lnTo>
                <a:lnTo>
                  <a:pt x="4524" y="385"/>
                </a:lnTo>
                <a:lnTo>
                  <a:pt x="4536" y="384"/>
                </a:lnTo>
                <a:lnTo>
                  <a:pt x="4549" y="382"/>
                </a:lnTo>
                <a:lnTo>
                  <a:pt x="4561" y="379"/>
                </a:lnTo>
                <a:lnTo>
                  <a:pt x="4574" y="376"/>
                </a:lnTo>
                <a:lnTo>
                  <a:pt x="4586" y="372"/>
                </a:lnTo>
                <a:lnTo>
                  <a:pt x="4599" y="367"/>
                </a:lnTo>
                <a:lnTo>
                  <a:pt x="4612" y="362"/>
                </a:lnTo>
                <a:lnTo>
                  <a:pt x="4624" y="356"/>
                </a:lnTo>
                <a:lnTo>
                  <a:pt x="4637" y="349"/>
                </a:lnTo>
                <a:lnTo>
                  <a:pt x="4649" y="341"/>
                </a:lnTo>
                <a:lnTo>
                  <a:pt x="4662" y="333"/>
                </a:lnTo>
                <a:lnTo>
                  <a:pt x="4674" y="325"/>
                </a:lnTo>
                <a:lnTo>
                  <a:pt x="4687" y="315"/>
                </a:lnTo>
                <a:lnTo>
                  <a:pt x="4699" y="306"/>
                </a:lnTo>
                <a:lnTo>
                  <a:pt x="4712" y="296"/>
                </a:lnTo>
                <a:lnTo>
                  <a:pt x="4724" y="285"/>
                </a:lnTo>
                <a:lnTo>
                  <a:pt x="4737" y="274"/>
                </a:lnTo>
                <a:lnTo>
                  <a:pt x="4749" y="263"/>
                </a:lnTo>
                <a:lnTo>
                  <a:pt x="4762" y="252"/>
                </a:lnTo>
                <a:lnTo>
                  <a:pt x="4774" y="241"/>
                </a:lnTo>
                <a:lnTo>
                  <a:pt x="4787" y="229"/>
                </a:lnTo>
                <a:lnTo>
                  <a:pt x="4799" y="218"/>
                </a:lnTo>
                <a:lnTo>
                  <a:pt x="4812" y="206"/>
                </a:lnTo>
                <a:lnTo>
                  <a:pt x="4825" y="194"/>
                </a:lnTo>
                <a:lnTo>
                  <a:pt x="4837" y="182"/>
                </a:lnTo>
                <a:lnTo>
                  <a:pt x="4850" y="171"/>
                </a:lnTo>
                <a:lnTo>
                  <a:pt x="4862" y="159"/>
                </a:lnTo>
                <a:lnTo>
                  <a:pt x="4875" y="147"/>
                </a:lnTo>
                <a:lnTo>
                  <a:pt x="4887" y="135"/>
                </a:lnTo>
                <a:lnTo>
                  <a:pt x="4900" y="123"/>
                </a:lnTo>
                <a:lnTo>
                  <a:pt x="4912" y="111"/>
                </a:lnTo>
                <a:lnTo>
                  <a:pt x="4925" y="98"/>
                </a:lnTo>
                <a:lnTo>
                  <a:pt x="4937" y="85"/>
                </a:lnTo>
                <a:lnTo>
                  <a:pt x="4950" y="70"/>
                </a:lnTo>
                <a:lnTo>
                  <a:pt x="4962" y="55"/>
                </a:lnTo>
                <a:lnTo>
                  <a:pt x="4975" y="39"/>
                </a:lnTo>
                <a:lnTo>
                  <a:pt x="4987" y="20"/>
                </a:lnTo>
                <a:lnTo>
                  <a:pt x="5000" y="0"/>
                </a:lnTo>
              </a:path>
            </a:pathLst>
          </a:custGeom>
          <a:noFill/>
          <a:ln w="19050">
            <a:solidFill>
              <a:srgbClr val="C4B8DC"/>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2" name="Freeform 31"/>
          <p:cNvSpPr/>
          <p:nvPr/>
        </p:nvSpPr>
        <p:spPr>
          <a:xfrm>
            <a:off x="6510528" y="3262579"/>
            <a:ext cx="4572000" cy="1925726"/>
          </a:xfrm>
          <a:custGeom>
            <a:avLst/>
            <a:gdLst/>
            <a:ahLst/>
            <a:cxnLst/>
            <a:rect l="l" t="t" r="r" b="b"/>
            <a:pathLst>
              <a:path w="5000" h="2106">
                <a:moveTo>
                  <a:pt x="0" y="1439"/>
                </a:moveTo>
                <a:lnTo>
                  <a:pt x="13" y="1515"/>
                </a:lnTo>
                <a:lnTo>
                  <a:pt x="25" y="1591"/>
                </a:lnTo>
                <a:lnTo>
                  <a:pt x="38" y="1664"/>
                </a:lnTo>
                <a:lnTo>
                  <a:pt x="50" y="1734"/>
                </a:lnTo>
                <a:lnTo>
                  <a:pt x="63" y="1799"/>
                </a:lnTo>
                <a:lnTo>
                  <a:pt x="75" y="1859"/>
                </a:lnTo>
                <a:lnTo>
                  <a:pt x="88" y="1914"/>
                </a:lnTo>
                <a:lnTo>
                  <a:pt x="100" y="1962"/>
                </a:lnTo>
                <a:lnTo>
                  <a:pt x="113" y="2003"/>
                </a:lnTo>
                <a:lnTo>
                  <a:pt x="125" y="2038"/>
                </a:lnTo>
                <a:lnTo>
                  <a:pt x="138" y="2066"/>
                </a:lnTo>
                <a:lnTo>
                  <a:pt x="150" y="2086"/>
                </a:lnTo>
                <a:lnTo>
                  <a:pt x="163" y="2099"/>
                </a:lnTo>
                <a:lnTo>
                  <a:pt x="175" y="2106"/>
                </a:lnTo>
                <a:lnTo>
                  <a:pt x="188" y="2106"/>
                </a:lnTo>
                <a:lnTo>
                  <a:pt x="201" y="2099"/>
                </a:lnTo>
                <a:lnTo>
                  <a:pt x="213" y="2086"/>
                </a:lnTo>
                <a:lnTo>
                  <a:pt x="226" y="2066"/>
                </a:lnTo>
                <a:lnTo>
                  <a:pt x="238" y="2042"/>
                </a:lnTo>
                <a:lnTo>
                  <a:pt x="251" y="2012"/>
                </a:lnTo>
                <a:lnTo>
                  <a:pt x="263" y="1977"/>
                </a:lnTo>
                <a:lnTo>
                  <a:pt x="276" y="1937"/>
                </a:lnTo>
                <a:lnTo>
                  <a:pt x="288" y="1894"/>
                </a:lnTo>
                <a:lnTo>
                  <a:pt x="301" y="1847"/>
                </a:lnTo>
                <a:lnTo>
                  <a:pt x="313" y="1796"/>
                </a:lnTo>
                <a:lnTo>
                  <a:pt x="326" y="1743"/>
                </a:lnTo>
                <a:lnTo>
                  <a:pt x="338" y="1688"/>
                </a:lnTo>
                <a:lnTo>
                  <a:pt x="351" y="1630"/>
                </a:lnTo>
                <a:lnTo>
                  <a:pt x="363" y="1571"/>
                </a:lnTo>
                <a:lnTo>
                  <a:pt x="376" y="1511"/>
                </a:lnTo>
                <a:lnTo>
                  <a:pt x="388" y="1451"/>
                </a:lnTo>
                <a:lnTo>
                  <a:pt x="401" y="1389"/>
                </a:lnTo>
                <a:lnTo>
                  <a:pt x="414" y="1328"/>
                </a:lnTo>
                <a:lnTo>
                  <a:pt x="426" y="1268"/>
                </a:lnTo>
                <a:lnTo>
                  <a:pt x="439" y="1207"/>
                </a:lnTo>
                <a:lnTo>
                  <a:pt x="451" y="1148"/>
                </a:lnTo>
                <a:lnTo>
                  <a:pt x="464" y="1090"/>
                </a:lnTo>
                <a:lnTo>
                  <a:pt x="476" y="1034"/>
                </a:lnTo>
                <a:lnTo>
                  <a:pt x="489" y="979"/>
                </a:lnTo>
                <a:lnTo>
                  <a:pt x="501" y="926"/>
                </a:lnTo>
                <a:lnTo>
                  <a:pt x="514" y="876"/>
                </a:lnTo>
                <a:lnTo>
                  <a:pt x="526" y="828"/>
                </a:lnTo>
                <a:lnTo>
                  <a:pt x="539" y="782"/>
                </a:lnTo>
                <a:lnTo>
                  <a:pt x="551" y="739"/>
                </a:lnTo>
                <a:lnTo>
                  <a:pt x="564" y="699"/>
                </a:lnTo>
                <a:lnTo>
                  <a:pt x="576" y="662"/>
                </a:lnTo>
                <a:lnTo>
                  <a:pt x="589" y="627"/>
                </a:lnTo>
                <a:lnTo>
                  <a:pt x="602" y="596"/>
                </a:lnTo>
                <a:lnTo>
                  <a:pt x="614" y="568"/>
                </a:lnTo>
                <a:lnTo>
                  <a:pt x="627" y="543"/>
                </a:lnTo>
                <a:lnTo>
                  <a:pt x="639" y="521"/>
                </a:lnTo>
                <a:lnTo>
                  <a:pt x="652" y="502"/>
                </a:lnTo>
                <a:lnTo>
                  <a:pt x="664" y="487"/>
                </a:lnTo>
                <a:lnTo>
                  <a:pt x="677" y="474"/>
                </a:lnTo>
                <a:lnTo>
                  <a:pt x="689" y="465"/>
                </a:lnTo>
                <a:lnTo>
                  <a:pt x="702" y="459"/>
                </a:lnTo>
                <a:lnTo>
                  <a:pt x="714" y="456"/>
                </a:lnTo>
                <a:lnTo>
                  <a:pt x="727" y="455"/>
                </a:lnTo>
                <a:lnTo>
                  <a:pt x="739" y="457"/>
                </a:lnTo>
                <a:lnTo>
                  <a:pt x="752" y="463"/>
                </a:lnTo>
                <a:lnTo>
                  <a:pt x="764" y="470"/>
                </a:lnTo>
                <a:lnTo>
                  <a:pt x="777" y="481"/>
                </a:lnTo>
                <a:lnTo>
                  <a:pt x="789" y="493"/>
                </a:lnTo>
                <a:lnTo>
                  <a:pt x="802" y="508"/>
                </a:lnTo>
                <a:lnTo>
                  <a:pt x="815" y="525"/>
                </a:lnTo>
                <a:lnTo>
                  <a:pt x="827" y="544"/>
                </a:lnTo>
                <a:lnTo>
                  <a:pt x="840" y="566"/>
                </a:lnTo>
                <a:lnTo>
                  <a:pt x="852" y="588"/>
                </a:lnTo>
                <a:lnTo>
                  <a:pt x="865" y="613"/>
                </a:lnTo>
                <a:lnTo>
                  <a:pt x="877" y="639"/>
                </a:lnTo>
                <a:lnTo>
                  <a:pt x="890" y="666"/>
                </a:lnTo>
                <a:lnTo>
                  <a:pt x="902" y="695"/>
                </a:lnTo>
                <a:lnTo>
                  <a:pt x="915" y="724"/>
                </a:lnTo>
                <a:lnTo>
                  <a:pt x="927" y="755"/>
                </a:lnTo>
                <a:lnTo>
                  <a:pt x="940" y="786"/>
                </a:lnTo>
                <a:lnTo>
                  <a:pt x="952" y="818"/>
                </a:lnTo>
                <a:lnTo>
                  <a:pt x="965" y="851"/>
                </a:lnTo>
                <a:lnTo>
                  <a:pt x="977" y="884"/>
                </a:lnTo>
                <a:lnTo>
                  <a:pt x="990" y="917"/>
                </a:lnTo>
                <a:lnTo>
                  <a:pt x="1003" y="950"/>
                </a:lnTo>
                <a:lnTo>
                  <a:pt x="1015" y="984"/>
                </a:lnTo>
                <a:lnTo>
                  <a:pt x="1028" y="1017"/>
                </a:lnTo>
                <a:lnTo>
                  <a:pt x="1040" y="1051"/>
                </a:lnTo>
                <a:lnTo>
                  <a:pt x="1053" y="1084"/>
                </a:lnTo>
                <a:lnTo>
                  <a:pt x="1065" y="1116"/>
                </a:lnTo>
                <a:lnTo>
                  <a:pt x="1078" y="1148"/>
                </a:lnTo>
                <a:lnTo>
                  <a:pt x="1090" y="1180"/>
                </a:lnTo>
                <a:lnTo>
                  <a:pt x="1103" y="1211"/>
                </a:lnTo>
                <a:lnTo>
                  <a:pt x="1115" y="1241"/>
                </a:lnTo>
                <a:lnTo>
                  <a:pt x="1128" y="1270"/>
                </a:lnTo>
                <a:lnTo>
                  <a:pt x="1140" y="1299"/>
                </a:lnTo>
                <a:lnTo>
                  <a:pt x="1153" y="1326"/>
                </a:lnTo>
                <a:lnTo>
                  <a:pt x="1165" y="1353"/>
                </a:lnTo>
                <a:lnTo>
                  <a:pt x="1178" y="1378"/>
                </a:lnTo>
                <a:lnTo>
                  <a:pt x="1190" y="1403"/>
                </a:lnTo>
                <a:lnTo>
                  <a:pt x="1203" y="1426"/>
                </a:lnTo>
                <a:lnTo>
                  <a:pt x="1216" y="1448"/>
                </a:lnTo>
                <a:lnTo>
                  <a:pt x="1228" y="1469"/>
                </a:lnTo>
                <a:lnTo>
                  <a:pt x="1241" y="1489"/>
                </a:lnTo>
                <a:lnTo>
                  <a:pt x="1253" y="1507"/>
                </a:lnTo>
                <a:lnTo>
                  <a:pt x="1266" y="1525"/>
                </a:lnTo>
                <a:lnTo>
                  <a:pt x="1278" y="1541"/>
                </a:lnTo>
                <a:lnTo>
                  <a:pt x="1291" y="1555"/>
                </a:lnTo>
                <a:lnTo>
                  <a:pt x="1303" y="1569"/>
                </a:lnTo>
                <a:lnTo>
                  <a:pt x="1316" y="1581"/>
                </a:lnTo>
                <a:lnTo>
                  <a:pt x="1328" y="1592"/>
                </a:lnTo>
                <a:lnTo>
                  <a:pt x="1341" y="1601"/>
                </a:lnTo>
                <a:lnTo>
                  <a:pt x="1353" y="1610"/>
                </a:lnTo>
                <a:lnTo>
                  <a:pt x="1366" y="1617"/>
                </a:lnTo>
                <a:lnTo>
                  <a:pt x="1378" y="1623"/>
                </a:lnTo>
                <a:lnTo>
                  <a:pt x="1391" y="1628"/>
                </a:lnTo>
                <a:lnTo>
                  <a:pt x="1404" y="1632"/>
                </a:lnTo>
                <a:lnTo>
                  <a:pt x="1416" y="1635"/>
                </a:lnTo>
                <a:lnTo>
                  <a:pt x="1429" y="1637"/>
                </a:lnTo>
                <a:lnTo>
                  <a:pt x="1441" y="1637"/>
                </a:lnTo>
                <a:lnTo>
                  <a:pt x="1454" y="1637"/>
                </a:lnTo>
                <a:lnTo>
                  <a:pt x="1466" y="1636"/>
                </a:lnTo>
                <a:lnTo>
                  <a:pt x="1479" y="1634"/>
                </a:lnTo>
                <a:lnTo>
                  <a:pt x="1491" y="1631"/>
                </a:lnTo>
                <a:lnTo>
                  <a:pt x="1504" y="1627"/>
                </a:lnTo>
                <a:lnTo>
                  <a:pt x="1516" y="1623"/>
                </a:lnTo>
                <a:lnTo>
                  <a:pt x="1529" y="1618"/>
                </a:lnTo>
                <a:lnTo>
                  <a:pt x="1541" y="1612"/>
                </a:lnTo>
                <a:lnTo>
                  <a:pt x="1554" y="1606"/>
                </a:lnTo>
                <a:lnTo>
                  <a:pt x="1566" y="1599"/>
                </a:lnTo>
                <a:lnTo>
                  <a:pt x="1579" y="1592"/>
                </a:lnTo>
                <a:lnTo>
                  <a:pt x="1591" y="1584"/>
                </a:lnTo>
                <a:lnTo>
                  <a:pt x="1604" y="1576"/>
                </a:lnTo>
                <a:lnTo>
                  <a:pt x="1617" y="1567"/>
                </a:lnTo>
                <a:lnTo>
                  <a:pt x="1629" y="1559"/>
                </a:lnTo>
                <a:lnTo>
                  <a:pt x="1642" y="1550"/>
                </a:lnTo>
                <a:lnTo>
                  <a:pt x="1654" y="1540"/>
                </a:lnTo>
                <a:lnTo>
                  <a:pt x="1667" y="1531"/>
                </a:lnTo>
                <a:lnTo>
                  <a:pt x="1679" y="1522"/>
                </a:lnTo>
                <a:lnTo>
                  <a:pt x="1692" y="1512"/>
                </a:lnTo>
                <a:lnTo>
                  <a:pt x="1704" y="1503"/>
                </a:lnTo>
                <a:lnTo>
                  <a:pt x="1717" y="1493"/>
                </a:lnTo>
                <a:lnTo>
                  <a:pt x="1729" y="1484"/>
                </a:lnTo>
                <a:lnTo>
                  <a:pt x="1742" y="1474"/>
                </a:lnTo>
                <a:lnTo>
                  <a:pt x="1754" y="1465"/>
                </a:lnTo>
                <a:lnTo>
                  <a:pt x="1767" y="1456"/>
                </a:lnTo>
                <a:lnTo>
                  <a:pt x="1779" y="1447"/>
                </a:lnTo>
                <a:lnTo>
                  <a:pt x="1792" y="1439"/>
                </a:lnTo>
                <a:lnTo>
                  <a:pt x="1805" y="1430"/>
                </a:lnTo>
                <a:lnTo>
                  <a:pt x="1817" y="1422"/>
                </a:lnTo>
                <a:lnTo>
                  <a:pt x="1830" y="1414"/>
                </a:lnTo>
                <a:lnTo>
                  <a:pt x="1842" y="1407"/>
                </a:lnTo>
                <a:lnTo>
                  <a:pt x="1855" y="1400"/>
                </a:lnTo>
                <a:lnTo>
                  <a:pt x="1867" y="1393"/>
                </a:lnTo>
                <a:lnTo>
                  <a:pt x="1880" y="1387"/>
                </a:lnTo>
                <a:lnTo>
                  <a:pt x="1892" y="1380"/>
                </a:lnTo>
                <a:lnTo>
                  <a:pt x="1905" y="1375"/>
                </a:lnTo>
                <a:lnTo>
                  <a:pt x="1917" y="1370"/>
                </a:lnTo>
                <a:lnTo>
                  <a:pt x="1930" y="1365"/>
                </a:lnTo>
                <a:lnTo>
                  <a:pt x="1942" y="1360"/>
                </a:lnTo>
                <a:lnTo>
                  <a:pt x="1955" y="1356"/>
                </a:lnTo>
                <a:lnTo>
                  <a:pt x="1967" y="1352"/>
                </a:lnTo>
                <a:lnTo>
                  <a:pt x="1980" y="1349"/>
                </a:lnTo>
                <a:lnTo>
                  <a:pt x="1992" y="1346"/>
                </a:lnTo>
                <a:lnTo>
                  <a:pt x="2005" y="1344"/>
                </a:lnTo>
                <a:lnTo>
                  <a:pt x="2018" y="1341"/>
                </a:lnTo>
                <a:lnTo>
                  <a:pt x="2030" y="1340"/>
                </a:lnTo>
                <a:lnTo>
                  <a:pt x="2043" y="1338"/>
                </a:lnTo>
                <a:lnTo>
                  <a:pt x="2055" y="1337"/>
                </a:lnTo>
                <a:lnTo>
                  <a:pt x="2068" y="1336"/>
                </a:lnTo>
                <a:lnTo>
                  <a:pt x="2080" y="1336"/>
                </a:lnTo>
                <a:lnTo>
                  <a:pt x="2093" y="1335"/>
                </a:lnTo>
                <a:lnTo>
                  <a:pt x="2105" y="1335"/>
                </a:lnTo>
                <a:lnTo>
                  <a:pt x="2118" y="1336"/>
                </a:lnTo>
                <a:lnTo>
                  <a:pt x="2130" y="1336"/>
                </a:lnTo>
                <a:lnTo>
                  <a:pt x="2143" y="1337"/>
                </a:lnTo>
                <a:lnTo>
                  <a:pt x="2155" y="1338"/>
                </a:lnTo>
                <a:lnTo>
                  <a:pt x="2168" y="1339"/>
                </a:lnTo>
                <a:lnTo>
                  <a:pt x="2180" y="1340"/>
                </a:lnTo>
                <a:lnTo>
                  <a:pt x="2193" y="1341"/>
                </a:lnTo>
                <a:lnTo>
                  <a:pt x="2206" y="1343"/>
                </a:lnTo>
                <a:lnTo>
                  <a:pt x="2218" y="1344"/>
                </a:lnTo>
                <a:lnTo>
                  <a:pt x="2231" y="1346"/>
                </a:lnTo>
                <a:lnTo>
                  <a:pt x="2243" y="1347"/>
                </a:lnTo>
                <a:lnTo>
                  <a:pt x="2256" y="1348"/>
                </a:lnTo>
                <a:lnTo>
                  <a:pt x="2268" y="1350"/>
                </a:lnTo>
                <a:lnTo>
                  <a:pt x="2281" y="1351"/>
                </a:lnTo>
                <a:lnTo>
                  <a:pt x="2293" y="1353"/>
                </a:lnTo>
                <a:lnTo>
                  <a:pt x="2306" y="1354"/>
                </a:lnTo>
                <a:lnTo>
                  <a:pt x="2318" y="1355"/>
                </a:lnTo>
                <a:lnTo>
                  <a:pt x="2331" y="1356"/>
                </a:lnTo>
                <a:lnTo>
                  <a:pt x="2343" y="1356"/>
                </a:lnTo>
                <a:lnTo>
                  <a:pt x="2356" y="1357"/>
                </a:lnTo>
                <a:lnTo>
                  <a:pt x="2368" y="1357"/>
                </a:lnTo>
                <a:lnTo>
                  <a:pt x="2381" y="1358"/>
                </a:lnTo>
                <a:lnTo>
                  <a:pt x="2393" y="1357"/>
                </a:lnTo>
                <a:lnTo>
                  <a:pt x="2406" y="1357"/>
                </a:lnTo>
                <a:lnTo>
                  <a:pt x="2419" y="1357"/>
                </a:lnTo>
                <a:lnTo>
                  <a:pt x="2431" y="1356"/>
                </a:lnTo>
                <a:lnTo>
                  <a:pt x="2444" y="1354"/>
                </a:lnTo>
                <a:lnTo>
                  <a:pt x="2456" y="1353"/>
                </a:lnTo>
                <a:lnTo>
                  <a:pt x="2469" y="1351"/>
                </a:lnTo>
                <a:lnTo>
                  <a:pt x="2481" y="1349"/>
                </a:lnTo>
                <a:lnTo>
                  <a:pt x="2494" y="1347"/>
                </a:lnTo>
                <a:lnTo>
                  <a:pt x="2506" y="1344"/>
                </a:lnTo>
                <a:lnTo>
                  <a:pt x="2519" y="1341"/>
                </a:lnTo>
                <a:lnTo>
                  <a:pt x="2531" y="1338"/>
                </a:lnTo>
                <a:lnTo>
                  <a:pt x="2544" y="1334"/>
                </a:lnTo>
                <a:lnTo>
                  <a:pt x="2556" y="1330"/>
                </a:lnTo>
                <a:lnTo>
                  <a:pt x="2569" y="1326"/>
                </a:lnTo>
                <a:lnTo>
                  <a:pt x="2581" y="1321"/>
                </a:lnTo>
                <a:lnTo>
                  <a:pt x="2594" y="1316"/>
                </a:lnTo>
                <a:lnTo>
                  <a:pt x="2607" y="1311"/>
                </a:lnTo>
                <a:lnTo>
                  <a:pt x="2619" y="1306"/>
                </a:lnTo>
                <a:lnTo>
                  <a:pt x="2632" y="1300"/>
                </a:lnTo>
                <a:lnTo>
                  <a:pt x="2644" y="1294"/>
                </a:lnTo>
                <a:lnTo>
                  <a:pt x="2657" y="1288"/>
                </a:lnTo>
                <a:lnTo>
                  <a:pt x="2669" y="1281"/>
                </a:lnTo>
                <a:lnTo>
                  <a:pt x="2682" y="1275"/>
                </a:lnTo>
                <a:lnTo>
                  <a:pt x="2694" y="1268"/>
                </a:lnTo>
                <a:lnTo>
                  <a:pt x="2707" y="1261"/>
                </a:lnTo>
                <a:lnTo>
                  <a:pt x="2719" y="1254"/>
                </a:lnTo>
                <a:lnTo>
                  <a:pt x="2732" y="1246"/>
                </a:lnTo>
                <a:lnTo>
                  <a:pt x="2744" y="1239"/>
                </a:lnTo>
                <a:lnTo>
                  <a:pt x="2757" y="1232"/>
                </a:lnTo>
                <a:lnTo>
                  <a:pt x="2769" y="1224"/>
                </a:lnTo>
                <a:lnTo>
                  <a:pt x="2782" y="1216"/>
                </a:lnTo>
                <a:lnTo>
                  <a:pt x="2794" y="1209"/>
                </a:lnTo>
                <a:lnTo>
                  <a:pt x="2807" y="1201"/>
                </a:lnTo>
                <a:lnTo>
                  <a:pt x="2820" y="1193"/>
                </a:lnTo>
                <a:lnTo>
                  <a:pt x="2832" y="1186"/>
                </a:lnTo>
                <a:lnTo>
                  <a:pt x="2845" y="1178"/>
                </a:lnTo>
                <a:lnTo>
                  <a:pt x="2857" y="1171"/>
                </a:lnTo>
                <a:lnTo>
                  <a:pt x="2870" y="1164"/>
                </a:lnTo>
                <a:lnTo>
                  <a:pt x="2882" y="1157"/>
                </a:lnTo>
                <a:lnTo>
                  <a:pt x="2895" y="1150"/>
                </a:lnTo>
                <a:lnTo>
                  <a:pt x="2907" y="1143"/>
                </a:lnTo>
                <a:lnTo>
                  <a:pt x="2920" y="1137"/>
                </a:lnTo>
                <a:lnTo>
                  <a:pt x="2932" y="1130"/>
                </a:lnTo>
                <a:lnTo>
                  <a:pt x="2945" y="1124"/>
                </a:lnTo>
                <a:lnTo>
                  <a:pt x="2957" y="1119"/>
                </a:lnTo>
                <a:lnTo>
                  <a:pt x="2970" y="1113"/>
                </a:lnTo>
                <a:lnTo>
                  <a:pt x="2982" y="1108"/>
                </a:lnTo>
                <a:lnTo>
                  <a:pt x="2995" y="1104"/>
                </a:lnTo>
                <a:lnTo>
                  <a:pt x="3008" y="1099"/>
                </a:lnTo>
                <a:lnTo>
                  <a:pt x="3020" y="1095"/>
                </a:lnTo>
                <a:lnTo>
                  <a:pt x="3033" y="1092"/>
                </a:lnTo>
                <a:lnTo>
                  <a:pt x="3045" y="1089"/>
                </a:lnTo>
                <a:lnTo>
                  <a:pt x="3058" y="1086"/>
                </a:lnTo>
                <a:lnTo>
                  <a:pt x="3070" y="1084"/>
                </a:lnTo>
                <a:lnTo>
                  <a:pt x="3083" y="1082"/>
                </a:lnTo>
                <a:lnTo>
                  <a:pt x="3095" y="1081"/>
                </a:lnTo>
                <a:lnTo>
                  <a:pt x="3108" y="1080"/>
                </a:lnTo>
                <a:lnTo>
                  <a:pt x="3120" y="1079"/>
                </a:lnTo>
                <a:lnTo>
                  <a:pt x="3133" y="1080"/>
                </a:lnTo>
                <a:lnTo>
                  <a:pt x="3145" y="1080"/>
                </a:lnTo>
                <a:lnTo>
                  <a:pt x="3158" y="1081"/>
                </a:lnTo>
                <a:lnTo>
                  <a:pt x="3170" y="1083"/>
                </a:lnTo>
                <a:lnTo>
                  <a:pt x="3183" y="1084"/>
                </a:lnTo>
                <a:lnTo>
                  <a:pt x="3195" y="1087"/>
                </a:lnTo>
                <a:lnTo>
                  <a:pt x="3208" y="1090"/>
                </a:lnTo>
                <a:lnTo>
                  <a:pt x="3221" y="1093"/>
                </a:lnTo>
                <a:lnTo>
                  <a:pt x="3233" y="1097"/>
                </a:lnTo>
                <a:lnTo>
                  <a:pt x="3246" y="1101"/>
                </a:lnTo>
                <a:lnTo>
                  <a:pt x="3258" y="1105"/>
                </a:lnTo>
                <a:lnTo>
                  <a:pt x="3271" y="1110"/>
                </a:lnTo>
                <a:lnTo>
                  <a:pt x="3283" y="1115"/>
                </a:lnTo>
                <a:lnTo>
                  <a:pt x="3296" y="1121"/>
                </a:lnTo>
                <a:lnTo>
                  <a:pt x="3308" y="1126"/>
                </a:lnTo>
                <a:lnTo>
                  <a:pt x="3321" y="1132"/>
                </a:lnTo>
                <a:lnTo>
                  <a:pt x="3333" y="1139"/>
                </a:lnTo>
                <a:lnTo>
                  <a:pt x="3346" y="1145"/>
                </a:lnTo>
                <a:lnTo>
                  <a:pt x="3358" y="1152"/>
                </a:lnTo>
                <a:lnTo>
                  <a:pt x="3371" y="1159"/>
                </a:lnTo>
                <a:lnTo>
                  <a:pt x="3383" y="1166"/>
                </a:lnTo>
                <a:lnTo>
                  <a:pt x="3396" y="1173"/>
                </a:lnTo>
                <a:lnTo>
                  <a:pt x="3409" y="1180"/>
                </a:lnTo>
                <a:lnTo>
                  <a:pt x="3421" y="1187"/>
                </a:lnTo>
                <a:lnTo>
                  <a:pt x="3434" y="1195"/>
                </a:lnTo>
                <a:lnTo>
                  <a:pt x="3446" y="1202"/>
                </a:lnTo>
                <a:lnTo>
                  <a:pt x="3459" y="1209"/>
                </a:lnTo>
                <a:lnTo>
                  <a:pt x="3471" y="1216"/>
                </a:lnTo>
                <a:lnTo>
                  <a:pt x="3484" y="1223"/>
                </a:lnTo>
                <a:lnTo>
                  <a:pt x="3496" y="1229"/>
                </a:lnTo>
                <a:lnTo>
                  <a:pt x="3509" y="1236"/>
                </a:lnTo>
                <a:lnTo>
                  <a:pt x="3521" y="1242"/>
                </a:lnTo>
                <a:lnTo>
                  <a:pt x="3534" y="1248"/>
                </a:lnTo>
                <a:lnTo>
                  <a:pt x="3546" y="1253"/>
                </a:lnTo>
                <a:lnTo>
                  <a:pt x="3559" y="1258"/>
                </a:lnTo>
                <a:lnTo>
                  <a:pt x="3571" y="1263"/>
                </a:lnTo>
                <a:lnTo>
                  <a:pt x="3584" y="1267"/>
                </a:lnTo>
                <a:lnTo>
                  <a:pt x="3596" y="1271"/>
                </a:lnTo>
                <a:lnTo>
                  <a:pt x="3609" y="1274"/>
                </a:lnTo>
                <a:lnTo>
                  <a:pt x="3622" y="1277"/>
                </a:lnTo>
                <a:lnTo>
                  <a:pt x="3634" y="1279"/>
                </a:lnTo>
                <a:lnTo>
                  <a:pt x="3647" y="1281"/>
                </a:lnTo>
                <a:lnTo>
                  <a:pt x="3659" y="1282"/>
                </a:lnTo>
                <a:lnTo>
                  <a:pt x="3672" y="1282"/>
                </a:lnTo>
                <a:lnTo>
                  <a:pt x="3684" y="1282"/>
                </a:lnTo>
                <a:lnTo>
                  <a:pt x="3697" y="1281"/>
                </a:lnTo>
                <a:lnTo>
                  <a:pt x="3709" y="1280"/>
                </a:lnTo>
                <a:lnTo>
                  <a:pt x="3722" y="1277"/>
                </a:lnTo>
                <a:lnTo>
                  <a:pt x="3734" y="1274"/>
                </a:lnTo>
                <a:lnTo>
                  <a:pt x="3747" y="1271"/>
                </a:lnTo>
                <a:lnTo>
                  <a:pt x="3759" y="1266"/>
                </a:lnTo>
                <a:lnTo>
                  <a:pt x="3772" y="1261"/>
                </a:lnTo>
                <a:lnTo>
                  <a:pt x="3784" y="1256"/>
                </a:lnTo>
                <a:lnTo>
                  <a:pt x="3797" y="1249"/>
                </a:lnTo>
                <a:lnTo>
                  <a:pt x="3810" y="1242"/>
                </a:lnTo>
                <a:lnTo>
                  <a:pt x="3822" y="1235"/>
                </a:lnTo>
                <a:lnTo>
                  <a:pt x="3835" y="1227"/>
                </a:lnTo>
                <a:lnTo>
                  <a:pt x="3847" y="1218"/>
                </a:lnTo>
                <a:lnTo>
                  <a:pt x="3860" y="1208"/>
                </a:lnTo>
                <a:lnTo>
                  <a:pt x="3872" y="1198"/>
                </a:lnTo>
                <a:lnTo>
                  <a:pt x="3885" y="1188"/>
                </a:lnTo>
                <a:lnTo>
                  <a:pt x="3897" y="1177"/>
                </a:lnTo>
                <a:lnTo>
                  <a:pt x="3910" y="1166"/>
                </a:lnTo>
                <a:lnTo>
                  <a:pt x="3922" y="1154"/>
                </a:lnTo>
                <a:lnTo>
                  <a:pt x="3935" y="1142"/>
                </a:lnTo>
                <a:lnTo>
                  <a:pt x="3947" y="1130"/>
                </a:lnTo>
                <a:lnTo>
                  <a:pt x="3960" y="1117"/>
                </a:lnTo>
                <a:lnTo>
                  <a:pt x="3972" y="1105"/>
                </a:lnTo>
                <a:lnTo>
                  <a:pt x="3985" y="1092"/>
                </a:lnTo>
                <a:lnTo>
                  <a:pt x="3997" y="1079"/>
                </a:lnTo>
                <a:lnTo>
                  <a:pt x="4010" y="1066"/>
                </a:lnTo>
                <a:lnTo>
                  <a:pt x="4023" y="1053"/>
                </a:lnTo>
                <a:lnTo>
                  <a:pt x="4035" y="1041"/>
                </a:lnTo>
                <a:lnTo>
                  <a:pt x="4048" y="1028"/>
                </a:lnTo>
                <a:lnTo>
                  <a:pt x="4060" y="1016"/>
                </a:lnTo>
                <a:lnTo>
                  <a:pt x="4073" y="1005"/>
                </a:lnTo>
                <a:lnTo>
                  <a:pt x="4085" y="993"/>
                </a:lnTo>
                <a:lnTo>
                  <a:pt x="4098" y="983"/>
                </a:lnTo>
                <a:lnTo>
                  <a:pt x="4110" y="972"/>
                </a:lnTo>
                <a:lnTo>
                  <a:pt x="4123" y="963"/>
                </a:lnTo>
                <a:lnTo>
                  <a:pt x="4135" y="954"/>
                </a:lnTo>
                <a:lnTo>
                  <a:pt x="4148" y="946"/>
                </a:lnTo>
                <a:lnTo>
                  <a:pt x="4160" y="938"/>
                </a:lnTo>
                <a:lnTo>
                  <a:pt x="4173" y="932"/>
                </a:lnTo>
                <a:lnTo>
                  <a:pt x="4185" y="926"/>
                </a:lnTo>
                <a:lnTo>
                  <a:pt x="4198" y="922"/>
                </a:lnTo>
                <a:lnTo>
                  <a:pt x="4211" y="919"/>
                </a:lnTo>
                <a:lnTo>
                  <a:pt x="4223" y="916"/>
                </a:lnTo>
                <a:lnTo>
                  <a:pt x="4236" y="915"/>
                </a:lnTo>
                <a:lnTo>
                  <a:pt x="4248" y="915"/>
                </a:lnTo>
                <a:lnTo>
                  <a:pt x="4261" y="916"/>
                </a:lnTo>
                <a:lnTo>
                  <a:pt x="4273" y="918"/>
                </a:lnTo>
                <a:lnTo>
                  <a:pt x="4286" y="922"/>
                </a:lnTo>
                <a:lnTo>
                  <a:pt x="4298" y="926"/>
                </a:lnTo>
                <a:lnTo>
                  <a:pt x="4311" y="932"/>
                </a:lnTo>
                <a:lnTo>
                  <a:pt x="4323" y="939"/>
                </a:lnTo>
                <a:lnTo>
                  <a:pt x="4336" y="947"/>
                </a:lnTo>
                <a:lnTo>
                  <a:pt x="4348" y="956"/>
                </a:lnTo>
                <a:lnTo>
                  <a:pt x="4361" y="966"/>
                </a:lnTo>
                <a:lnTo>
                  <a:pt x="4373" y="978"/>
                </a:lnTo>
                <a:lnTo>
                  <a:pt x="4386" y="990"/>
                </a:lnTo>
                <a:lnTo>
                  <a:pt x="4398" y="1003"/>
                </a:lnTo>
                <a:lnTo>
                  <a:pt x="4411" y="1016"/>
                </a:lnTo>
                <a:lnTo>
                  <a:pt x="4424" y="1031"/>
                </a:lnTo>
                <a:lnTo>
                  <a:pt x="4436" y="1045"/>
                </a:lnTo>
                <a:lnTo>
                  <a:pt x="4449" y="1060"/>
                </a:lnTo>
                <a:lnTo>
                  <a:pt x="4461" y="1076"/>
                </a:lnTo>
                <a:lnTo>
                  <a:pt x="4474" y="1091"/>
                </a:lnTo>
                <a:lnTo>
                  <a:pt x="4486" y="1106"/>
                </a:lnTo>
                <a:lnTo>
                  <a:pt x="4499" y="1121"/>
                </a:lnTo>
                <a:lnTo>
                  <a:pt x="4511" y="1136"/>
                </a:lnTo>
                <a:lnTo>
                  <a:pt x="4524" y="1149"/>
                </a:lnTo>
                <a:lnTo>
                  <a:pt x="4536" y="1162"/>
                </a:lnTo>
                <a:lnTo>
                  <a:pt x="4549" y="1174"/>
                </a:lnTo>
                <a:lnTo>
                  <a:pt x="4561" y="1184"/>
                </a:lnTo>
                <a:lnTo>
                  <a:pt x="4574" y="1193"/>
                </a:lnTo>
                <a:lnTo>
                  <a:pt x="4586" y="1200"/>
                </a:lnTo>
                <a:lnTo>
                  <a:pt x="4599" y="1204"/>
                </a:lnTo>
                <a:lnTo>
                  <a:pt x="4612" y="1207"/>
                </a:lnTo>
                <a:lnTo>
                  <a:pt x="4624" y="1207"/>
                </a:lnTo>
                <a:lnTo>
                  <a:pt x="4637" y="1204"/>
                </a:lnTo>
                <a:lnTo>
                  <a:pt x="4649" y="1198"/>
                </a:lnTo>
                <a:lnTo>
                  <a:pt x="4662" y="1188"/>
                </a:lnTo>
                <a:lnTo>
                  <a:pt x="4674" y="1175"/>
                </a:lnTo>
                <a:lnTo>
                  <a:pt x="4687" y="1159"/>
                </a:lnTo>
                <a:lnTo>
                  <a:pt x="4699" y="1138"/>
                </a:lnTo>
                <a:lnTo>
                  <a:pt x="4712" y="1114"/>
                </a:lnTo>
                <a:lnTo>
                  <a:pt x="4724" y="1086"/>
                </a:lnTo>
                <a:lnTo>
                  <a:pt x="4737" y="1053"/>
                </a:lnTo>
                <a:lnTo>
                  <a:pt x="4749" y="1016"/>
                </a:lnTo>
                <a:lnTo>
                  <a:pt x="4762" y="974"/>
                </a:lnTo>
                <a:lnTo>
                  <a:pt x="4774" y="929"/>
                </a:lnTo>
                <a:lnTo>
                  <a:pt x="4787" y="879"/>
                </a:lnTo>
                <a:lnTo>
                  <a:pt x="4799" y="826"/>
                </a:lnTo>
                <a:lnTo>
                  <a:pt x="4812" y="768"/>
                </a:lnTo>
                <a:lnTo>
                  <a:pt x="4825" y="708"/>
                </a:lnTo>
                <a:lnTo>
                  <a:pt x="4837" y="644"/>
                </a:lnTo>
                <a:lnTo>
                  <a:pt x="4850" y="579"/>
                </a:lnTo>
                <a:lnTo>
                  <a:pt x="4862" y="511"/>
                </a:lnTo>
                <a:lnTo>
                  <a:pt x="4875" y="443"/>
                </a:lnTo>
                <a:lnTo>
                  <a:pt x="4887" y="375"/>
                </a:lnTo>
                <a:lnTo>
                  <a:pt x="4900" y="308"/>
                </a:lnTo>
                <a:lnTo>
                  <a:pt x="4912" y="243"/>
                </a:lnTo>
                <a:lnTo>
                  <a:pt x="4925" y="182"/>
                </a:lnTo>
                <a:lnTo>
                  <a:pt x="4937" y="126"/>
                </a:lnTo>
                <a:lnTo>
                  <a:pt x="4950" y="78"/>
                </a:lnTo>
                <a:lnTo>
                  <a:pt x="4962" y="39"/>
                </a:lnTo>
                <a:lnTo>
                  <a:pt x="4975" y="12"/>
                </a:lnTo>
                <a:lnTo>
                  <a:pt x="4987" y="0"/>
                </a:lnTo>
                <a:lnTo>
                  <a:pt x="5000" y="4"/>
                </a:lnTo>
              </a:path>
            </a:pathLst>
          </a:custGeom>
          <a:noFill/>
          <a:ln w="19050">
            <a:solidFill>
              <a:srgbClr val="C4B8DC"/>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3" name="Freeform 32"/>
          <p:cNvSpPr/>
          <p:nvPr/>
        </p:nvSpPr>
        <p:spPr>
          <a:xfrm>
            <a:off x="6510528" y="3252521"/>
            <a:ext cx="4572000" cy="1510589"/>
          </a:xfrm>
          <a:custGeom>
            <a:avLst/>
            <a:gdLst/>
            <a:ahLst/>
            <a:cxnLst/>
            <a:rect l="l" t="t" r="r" b="b"/>
            <a:pathLst>
              <a:path w="5000" h="1652">
                <a:moveTo>
                  <a:pt x="0" y="819"/>
                </a:moveTo>
                <a:lnTo>
                  <a:pt x="13" y="754"/>
                </a:lnTo>
                <a:lnTo>
                  <a:pt x="25" y="703"/>
                </a:lnTo>
                <a:lnTo>
                  <a:pt x="38" y="665"/>
                </a:lnTo>
                <a:lnTo>
                  <a:pt x="50" y="639"/>
                </a:lnTo>
                <a:lnTo>
                  <a:pt x="63" y="623"/>
                </a:lnTo>
                <a:lnTo>
                  <a:pt x="75" y="615"/>
                </a:lnTo>
                <a:lnTo>
                  <a:pt x="88" y="615"/>
                </a:lnTo>
                <a:lnTo>
                  <a:pt x="100" y="622"/>
                </a:lnTo>
                <a:lnTo>
                  <a:pt x="113" y="633"/>
                </a:lnTo>
                <a:lnTo>
                  <a:pt x="125" y="650"/>
                </a:lnTo>
                <a:lnTo>
                  <a:pt x="138" y="670"/>
                </a:lnTo>
                <a:lnTo>
                  <a:pt x="150" y="693"/>
                </a:lnTo>
                <a:lnTo>
                  <a:pt x="163" y="718"/>
                </a:lnTo>
                <a:lnTo>
                  <a:pt x="175" y="745"/>
                </a:lnTo>
                <a:lnTo>
                  <a:pt x="188" y="774"/>
                </a:lnTo>
                <a:lnTo>
                  <a:pt x="201" y="803"/>
                </a:lnTo>
                <a:lnTo>
                  <a:pt x="213" y="832"/>
                </a:lnTo>
                <a:lnTo>
                  <a:pt x="226" y="862"/>
                </a:lnTo>
                <a:lnTo>
                  <a:pt x="238" y="891"/>
                </a:lnTo>
                <a:lnTo>
                  <a:pt x="251" y="920"/>
                </a:lnTo>
                <a:lnTo>
                  <a:pt x="263" y="948"/>
                </a:lnTo>
                <a:lnTo>
                  <a:pt x="276" y="975"/>
                </a:lnTo>
                <a:lnTo>
                  <a:pt x="288" y="1001"/>
                </a:lnTo>
                <a:lnTo>
                  <a:pt x="301" y="1026"/>
                </a:lnTo>
                <a:lnTo>
                  <a:pt x="313" y="1049"/>
                </a:lnTo>
                <a:lnTo>
                  <a:pt x="326" y="1071"/>
                </a:lnTo>
                <a:lnTo>
                  <a:pt x="338" y="1092"/>
                </a:lnTo>
                <a:lnTo>
                  <a:pt x="351" y="1111"/>
                </a:lnTo>
                <a:lnTo>
                  <a:pt x="363" y="1128"/>
                </a:lnTo>
                <a:lnTo>
                  <a:pt x="376" y="1144"/>
                </a:lnTo>
                <a:lnTo>
                  <a:pt x="388" y="1159"/>
                </a:lnTo>
                <a:lnTo>
                  <a:pt x="401" y="1172"/>
                </a:lnTo>
                <a:lnTo>
                  <a:pt x="414" y="1183"/>
                </a:lnTo>
                <a:lnTo>
                  <a:pt x="426" y="1194"/>
                </a:lnTo>
                <a:lnTo>
                  <a:pt x="439" y="1202"/>
                </a:lnTo>
                <a:lnTo>
                  <a:pt x="451" y="1210"/>
                </a:lnTo>
                <a:lnTo>
                  <a:pt x="464" y="1216"/>
                </a:lnTo>
                <a:lnTo>
                  <a:pt x="476" y="1222"/>
                </a:lnTo>
                <a:lnTo>
                  <a:pt x="489" y="1226"/>
                </a:lnTo>
                <a:lnTo>
                  <a:pt x="501" y="1229"/>
                </a:lnTo>
                <a:lnTo>
                  <a:pt x="514" y="1232"/>
                </a:lnTo>
                <a:lnTo>
                  <a:pt x="526" y="1234"/>
                </a:lnTo>
                <a:lnTo>
                  <a:pt x="539" y="1234"/>
                </a:lnTo>
                <a:lnTo>
                  <a:pt x="551" y="1235"/>
                </a:lnTo>
                <a:lnTo>
                  <a:pt x="564" y="1235"/>
                </a:lnTo>
                <a:lnTo>
                  <a:pt x="576" y="1234"/>
                </a:lnTo>
                <a:lnTo>
                  <a:pt x="589" y="1233"/>
                </a:lnTo>
                <a:lnTo>
                  <a:pt x="602" y="1231"/>
                </a:lnTo>
                <a:lnTo>
                  <a:pt x="614" y="1230"/>
                </a:lnTo>
                <a:lnTo>
                  <a:pt x="627" y="1228"/>
                </a:lnTo>
                <a:lnTo>
                  <a:pt x="639" y="1226"/>
                </a:lnTo>
                <a:lnTo>
                  <a:pt x="652" y="1224"/>
                </a:lnTo>
                <a:lnTo>
                  <a:pt x="664" y="1222"/>
                </a:lnTo>
                <a:lnTo>
                  <a:pt x="677" y="1220"/>
                </a:lnTo>
                <a:lnTo>
                  <a:pt x="689" y="1218"/>
                </a:lnTo>
                <a:lnTo>
                  <a:pt x="702" y="1217"/>
                </a:lnTo>
                <a:lnTo>
                  <a:pt x="714" y="1215"/>
                </a:lnTo>
                <a:lnTo>
                  <a:pt x="727" y="1214"/>
                </a:lnTo>
                <a:lnTo>
                  <a:pt x="739" y="1213"/>
                </a:lnTo>
                <a:lnTo>
                  <a:pt x="752" y="1213"/>
                </a:lnTo>
                <a:lnTo>
                  <a:pt x="764" y="1213"/>
                </a:lnTo>
                <a:lnTo>
                  <a:pt x="777" y="1213"/>
                </a:lnTo>
                <a:lnTo>
                  <a:pt x="789" y="1214"/>
                </a:lnTo>
                <a:lnTo>
                  <a:pt x="802" y="1215"/>
                </a:lnTo>
                <a:lnTo>
                  <a:pt x="815" y="1217"/>
                </a:lnTo>
                <a:lnTo>
                  <a:pt x="827" y="1219"/>
                </a:lnTo>
                <a:lnTo>
                  <a:pt x="840" y="1221"/>
                </a:lnTo>
                <a:lnTo>
                  <a:pt x="852" y="1225"/>
                </a:lnTo>
                <a:lnTo>
                  <a:pt x="865" y="1228"/>
                </a:lnTo>
                <a:lnTo>
                  <a:pt x="877" y="1232"/>
                </a:lnTo>
                <a:lnTo>
                  <a:pt x="890" y="1237"/>
                </a:lnTo>
                <a:lnTo>
                  <a:pt x="902" y="1242"/>
                </a:lnTo>
                <a:lnTo>
                  <a:pt x="915" y="1247"/>
                </a:lnTo>
                <a:lnTo>
                  <a:pt x="927" y="1253"/>
                </a:lnTo>
                <a:lnTo>
                  <a:pt x="940" y="1259"/>
                </a:lnTo>
                <a:lnTo>
                  <a:pt x="952" y="1266"/>
                </a:lnTo>
                <a:lnTo>
                  <a:pt x="965" y="1273"/>
                </a:lnTo>
                <a:lnTo>
                  <a:pt x="977" y="1281"/>
                </a:lnTo>
                <a:lnTo>
                  <a:pt x="990" y="1289"/>
                </a:lnTo>
                <a:lnTo>
                  <a:pt x="1003" y="1297"/>
                </a:lnTo>
                <a:lnTo>
                  <a:pt x="1015" y="1305"/>
                </a:lnTo>
                <a:lnTo>
                  <a:pt x="1028" y="1314"/>
                </a:lnTo>
                <a:lnTo>
                  <a:pt x="1040" y="1324"/>
                </a:lnTo>
                <a:lnTo>
                  <a:pt x="1053" y="1333"/>
                </a:lnTo>
                <a:lnTo>
                  <a:pt x="1065" y="1343"/>
                </a:lnTo>
                <a:lnTo>
                  <a:pt x="1078" y="1353"/>
                </a:lnTo>
                <a:lnTo>
                  <a:pt x="1090" y="1363"/>
                </a:lnTo>
                <a:lnTo>
                  <a:pt x="1103" y="1373"/>
                </a:lnTo>
                <a:lnTo>
                  <a:pt x="1115" y="1383"/>
                </a:lnTo>
                <a:lnTo>
                  <a:pt x="1128" y="1394"/>
                </a:lnTo>
                <a:lnTo>
                  <a:pt x="1140" y="1404"/>
                </a:lnTo>
                <a:lnTo>
                  <a:pt x="1153" y="1415"/>
                </a:lnTo>
                <a:lnTo>
                  <a:pt x="1165" y="1425"/>
                </a:lnTo>
                <a:lnTo>
                  <a:pt x="1178" y="1436"/>
                </a:lnTo>
                <a:lnTo>
                  <a:pt x="1190" y="1447"/>
                </a:lnTo>
                <a:lnTo>
                  <a:pt x="1203" y="1457"/>
                </a:lnTo>
                <a:lnTo>
                  <a:pt x="1216" y="1467"/>
                </a:lnTo>
                <a:lnTo>
                  <a:pt x="1228" y="1478"/>
                </a:lnTo>
                <a:lnTo>
                  <a:pt x="1241" y="1488"/>
                </a:lnTo>
                <a:lnTo>
                  <a:pt x="1253" y="1498"/>
                </a:lnTo>
                <a:lnTo>
                  <a:pt x="1266" y="1508"/>
                </a:lnTo>
                <a:lnTo>
                  <a:pt x="1278" y="1517"/>
                </a:lnTo>
                <a:lnTo>
                  <a:pt x="1291" y="1526"/>
                </a:lnTo>
                <a:lnTo>
                  <a:pt x="1303" y="1536"/>
                </a:lnTo>
                <a:lnTo>
                  <a:pt x="1316" y="1544"/>
                </a:lnTo>
                <a:lnTo>
                  <a:pt x="1328" y="1553"/>
                </a:lnTo>
                <a:lnTo>
                  <a:pt x="1341" y="1561"/>
                </a:lnTo>
                <a:lnTo>
                  <a:pt x="1353" y="1569"/>
                </a:lnTo>
                <a:lnTo>
                  <a:pt x="1366" y="1577"/>
                </a:lnTo>
                <a:lnTo>
                  <a:pt x="1378" y="1584"/>
                </a:lnTo>
                <a:lnTo>
                  <a:pt x="1391" y="1591"/>
                </a:lnTo>
                <a:lnTo>
                  <a:pt x="1404" y="1598"/>
                </a:lnTo>
                <a:lnTo>
                  <a:pt x="1416" y="1604"/>
                </a:lnTo>
                <a:lnTo>
                  <a:pt x="1429" y="1610"/>
                </a:lnTo>
                <a:lnTo>
                  <a:pt x="1441" y="1616"/>
                </a:lnTo>
                <a:lnTo>
                  <a:pt x="1454" y="1621"/>
                </a:lnTo>
                <a:lnTo>
                  <a:pt x="1466" y="1626"/>
                </a:lnTo>
                <a:lnTo>
                  <a:pt x="1479" y="1630"/>
                </a:lnTo>
                <a:lnTo>
                  <a:pt x="1491" y="1634"/>
                </a:lnTo>
                <a:lnTo>
                  <a:pt x="1504" y="1637"/>
                </a:lnTo>
                <a:lnTo>
                  <a:pt x="1516" y="1641"/>
                </a:lnTo>
                <a:lnTo>
                  <a:pt x="1529" y="1643"/>
                </a:lnTo>
                <a:lnTo>
                  <a:pt x="1541" y="1646"/>
                </a:lnTo>
                <a:lnTo>
                  <a:pt x="1554" y="1648"/>
                </a:lnTo>
                <a:lnTo>
                  <a:pt x="1566" y="1649"/>
                </a:lnTo>
                <a:lnTo>
                  <a:pt x="1579" y="1650"/>
                </a:lnTo>
                <a:lnTo>
                  <a:pt x="1591" y="1651"/>
                </a:lnTo>
                <a:lnTo>
                  <a:pt x="1604" y="1652"/>
                </a:lnTo>
                <a:lnTo>
                  <a:pt x="1617" y="1652"/>
                </a:lnTo>
                <a:lnTo>
                  <a:pt x="1629" y="1652"/>
                </a:lnTo>
                <a:lnTo>
                  <a:pt x="1642" y="1651"/>
                </a:lnTo>
                <a:lnTo>
                  <a:pt x="1654" y="1650"/>
                </a:lnTo>
                <a:lnTo>
                  <a:pt x="1667" y="1649"/>
                </a:lnTo>
                <a:lnTo>
                  <a:pt x="1679" y="1647"/>
                </a:lnTo>
                <a:lnTo>
                  <a:pt x="1692" y="1645"/>
                </a:lnTo>
                <a:lnTo>
                  <a:pt x="1704" y="1643"/>
                </a:lnTo>
                <a:lnTo>
                  <a:pt x="1717" y="1640"/>
                </a:lnTo>
                <a:lnTo>
                  <a:pt x="1729" y="1638"/>
                </a:lnTo>
                <a:lnTo>
                  <a:pt x="1742" y="1634"/>
                </a:lnTo>
                <a:lnTo>
                  <a:pt x="1754" y="1631"/>
                </a:lnTo>
                <a:lnTo>
                  <a:pt x="1767" y="1628"/>
                </a:lnTo>
                <a:lnTo>
                  <a:pt x="1779" y="1624"/>
                </a:lnTo>
                <a:lnTo>
                  <a:pt x="1792" y="1620"/>
                </a:lnTo>
                <a:lnTo>
                  <a:pt x="1805" y="1616"/>
                </a:lnTo>
                <a:lnTo>
                  <a:pt x="1817" y="1611"/>
                </a:lnTo>
                <a:lnTo>
                  <a:pt x="1830" y="1607"/>
                </a:lnTo>
                <a:lnTo>
                  <a:pt x="1842" y="1602"/>
                </a:lnTo>
                <a:lnTo>
                  <a:pt x="1855" y="1597"/>
                </a:lnTo>
                <a:lnTo>
                  <a:pt x="1867" y="1592"/>
                </a:lnTo>
                <a:lnTo>
                  <a:pt x="1880" y="1587"/>
                </a:lnTo>
                <a:lnTo>
                  <a:pt x="1892" y="1582"/>
                </a:lnTo>
                <a:lnTo>
                  <a:pt x="1905" y="1576"/>
                </a:lnTo>
                <a:lnTo>
                  <a:pt x="1917" y="1571"/>
                </a:lnTo>
                <a:lnTo>
                  <a:pt x="1930" y="1565"/>
                </a:lnTo>
                <a:lnTo>
                  <a:pt x="1942" y="1560"/>
                </a:lnTo>
                <a:lnTo>
                  <a:pt x="1955" y="1554"/>
                </a:lnTo>
                <a:lnTo>
                  <a:pt x="1967" y="1549"/>
                </a:lnTo>
                <a:lnTo>
                  <a:pt x="1980" y="1543"/>
                </a:lnTo>
                <a:lnTo>
                  <a:pt x="1992" y="1538"/>
                </a:lnTo>
                <a:lnTo>
                  <a:pt x="2005" y="1532"/>
                </a:lnTo>
                <a:lnTo>
                  <a:pt x="2018" y="1527"/>
                </a:lnTo>
                <a:lnTo>
                  <a:pt x="2030" y="1521"/>
                </a:lnTo>
                <a:lnTo>
                  <a:pt x="2043" y="1516"/>
                </a:lnTo>
                <a:lnTo>
                  <a:pt x="2055" y="1510"/>
                </a:lnTo>
                <a:lnTo>
                  <a:pt x="2068" y="1505"/>
                </a:lnTo>
                <a:lnTo>
                  <a:pt x="2080" y="1499"/>
                </a:lnTo>
                <a:lnTo>
                  <a:pt x="2093" y="1494"/>
                </a:lnTo>
                <a:lnTo>
                  <a:pt x="2105" y="1489"/>
                </a:lnTo>
                <a:lnTo>
                  <a:pt x="2118" y="1484"/>
                </a:lnTo>
                <a:lnTo>
                  <a:pt x="2130" y="1479"/>
                </a:lnTo>
                <a:lnTo>
                  <a:pt x="2143" y="1474"/>
                </a:lnTo>
                <a:lnTo>
                  <a:pt x="2155" y="1470"/>
                </a:lnTo>
                <a:lnTo>
                  <a:pt x="2168" y="1465"/>
                </a:lnTo>
                <a:lnTo>
                  <a:pt x="2180" y="1461"/>
                </a:lnTo>
                <a:lnTo>
                  <a:pt x="2193" y="1456"/>
                </a:lnTo>
                <a:lnTo>
                  <a:pt x="2206" y="1452"/>
                </a:lnTo>
                <a:lnTo>
                  <a:pt x="2218" y="1448"/>
                </a:lnTo>
                <a:lnTo>
                  <a:pt x="2231" y="1444"/>
                </a:lnTo>
                <a:lnTo>
                  <a:pt x="2243" y="1440"/>
                </a:lnTo>
                <a:lnTo>
                  <a:pt x="2256" y="1437"/>
                </a:lnTo>
                <a:lnTo>
                  <a:pt x="2268" y="1433"/>
                </a:lnTo>
                <a:lnTo>
                  <a:pt x="2281" y="1430"/>
                </a:lnTo>
                <a:lnTo>
                  <a:pt x="2293" y="1427"/>
                </a:lnTo>
                <a:lnTo>
                  <a:pt x="2306" y="1424"/>
                </a:lnTo>
                <a:lnTo>
                  <a:pt x="2318" y="1421"/>
                </a:lnTo>
                <a:lnTo>
                  <a:pt x="2331" y="1418"/>
                </a:lnTo>
                <a:lnTo>
                  <a:pt x="2343" y="1416"/>
                </a:lnTo>
                <a:lnTo>
                  <a:pt x="2356" y="1413"/>
                </a:lnTo>
                <a:lnTo>
                  <a:pt x="2368" y="1411"/>
                </a:lnTo>
                <a:lnTo>
                  <a:pt x="2381" y="1409"/>
                </a:lnTo>
                <a:lnTo>
                  <a:pt x="2393" y="1407"/>
                </a:lnTo>
                <a:lnTo>
                  <a:pt x="2406" y="1405"/>
                </a:lnTo>
                <a:lnTo>
                  <a:pt x="2419" y="1404"/>
                </a:lnTo>
                <a:lnTo>
                  <a:pt x="2431" y="1402"/>
                </a:lnTo>
                <a:lnTo>
                  <a:pt x="2444" y="1401"/>
                </a:lnTo>
                <a:lnTo>
                  <a:pt x="2456" y="1399"/>
                </a:lnTo>
                <a:lnTo>
                  <a:pt x="2469" y="1398"/>
                </a:lnTo>
                <a:lnTo>
                  <a:pt x="2481" y="1397"/>
                </a:lnTo>
                <a:lnTo>
                  <a:pt x="2494" y="1396"/>
                </a:lnTo>
                <a:lnTo>
                  <a:pt x="2506" y="1396"/>
                </a:lnTo>
                <a:lnTo>
                  <a:pt x="2519" y="1395"/>
                </a:lnTo>
                <a:lnTo>
                  <a:pt x="2531" y="1395"/>
                </a:lnTo>
                <a:lnTo>
                  <a:pt x="2544" y="1394"/>
                </a:lnTo>
                <a:lnTo>
                  <a:pt x="2556" y="1394"/>
                </a:lnTo>
                <a:lnTo>
                  <a:pt x="2569" y="1394"/>
                </a:lnTo>
                <a:lnTo>
                  <a:pt x="2581" y="1393"/>
                </a:lnTo>
                <a:lnTo>
                  <a:pt x="2594" y="1393"/>
                </a:lnTo>
                <a:lnTo>
                  <a:pt x="2607" y="1393"/>
                </a:lnTo>
                <a:lnTo>
                  <a:pt x="2619" y="1393"/>
                </a:lnTo>
                <a:lnTo>
                  <a:pt x="2632" y="1393"/>
                </a:lnTo>
                <a:lnTo>
                  <a:pt x="2644" y="1394"/>
                </a:lnTo>
                <a:lnTo>
                  <a:pt x="2657" y="1394"/>
                </a:lnTo>
                <a:lnTo>
                  <a:pt x="2669" y="1394"/>
                </a:lnTo>
                <a:lnTo>
                  <a:pt x="2682" y="1394"/>
                </a:lnTo>
                <a:lnTo>
                  <a:pt x="2694" y="1395"/>
                </a:lnTo>
                <a:lnTo>
                  <a:pt x="2707" y="1395"/>
                </a:lnTo>
                <a:lnTo>
                  <a:pt x="2719" y="1395"/>
                </a:lnTo>
                <a:lnTo>
                  <a:pt x="2732" y="1396"/>
                </a:lnTo>
                <a:lnTo>
                  <a:pt x="2744" y="1396"/>
                </a:lnTo>
                <a:lnTo>
                  <a:pt x="2757" y="1397"/>
                </a:lnTo>
                <a:lnTo>
                  <a:pt x="2769" y="1397"/>
                </a:lnTo>
                <a:lnTo>
                  <a:pt x="2782" y="1397"/>
                </a:lnTo>
                <a:lnTo>
                  <a:pt x="2794" y="1398"/>
                </a:lnTo>
                <a:lnTo>
                  <a:pt x="2807" y="1398"/>
                </a:lnTo>
                <a:lnTo>
                  <a:pt x="2820" y="1398"/>
                </a:lnTo>
                <a:lnTo>
                  <a:pt x="2832" y="1398"/>
                </a:lnTo>
                <a:lnTo>
                  <a:pt x="2845" y="1398"/>
                </a:lnTo>
                <a:lnTo>
                  <a:pt x="2857" y="1398"/>
                </a:lnTo>
                <a:lnTo>
                  <a:pt x="2870" y="1399"/>
                </a:lnTo>
                <a:lnTo>
                  <a:pt x="2882" y="1398"/>
                </a:lnTo>
                <a:lnTo>
                  <a:pt x="2895" y="1398"/>
                </a:lnTo>
                <a:lnTo>
                  <a:pt x="2907" y="1398"/>
                </a:lnTo>
                <a:lnTo>
                  <a:pt x="2920" y="1398"/>
                </a:lnTo>
                <a:lnTo>
                  <a:pt x="2932" y="1398"/>
                </a:lnTo>
                <a:lnTo>
                  <a:pt x="2945" y="1397"/>
                </a:lnTo>
                <a:lnTo>
                  <a:pt x="2957" y="1397"/>
                </a:lnTo>
                <a:lnTo>
                  <a:pt x="2970" y="1396"/>
                </a:lnTo>
                <a:lnTo>
                  <a:pt x="2982" y="1395"/>
                </a:lnTo>
                <a:lnTo>
                  <a:pt x="2995" y="1394"/>
                </a:lnTo>
                <a:lnTo>
                  <a:pt x="3008" y="1393"/>
                </a:lnTo>
                <a:lnTo>
                  <a:pt x="3020" y="1392"/>
                </a:lnTo>
                <a:lnTo>
                  <a:pt x="3033" y="1391"/>
                </a:lnTo>
                <a:lnTo>
                  <a:pt x="3045" y="1390"/>
                </a:lnTo>
                <a:lnTo>
                  <a:pt x="3058" y="1388"/>
                </a:lnTo>
                <a:lnTo>
                  <a:pt x="3070" y="1386"/>
                </a:lnTo>
                <a:lnTo>
                  <a:pt x="3083" y="1385"/>
                </a:lnTo>
                <a:lnTo>
                  <a:pt x="3095" y="1383"/>
                </a:lnTo>
                <a:lnTo>
                  <a:pt x="3108" y="1381"/>
                </a:lnTo>
                <a:lnTo>
                  <a:pt x="3120" y="1378"/>
                </a:lnTo>
                <a:lnTo>
                  <a:pt x="3133" y="1376"/>
                </a:lnTo>
                <a:lnTo>
                  <a:pt x="3145" y="1373"/>
                </a:lnTo>
                <a:lnTo>
                  <a:pt x="3158" y="1371"/>
                </a:lnTo>
                <a:lnTo>
                  <a:pt x="3170" y="1368"/>
                </a:lnTo>
                <a:lnTo>
                  <a:pt x="3183" y="1365"/>
                </a:lnTo>
                <a:lnTo>
                  <a:pt x="3195" y="1361"/>
                </a:lnTo>
                <a:lnTo>
                  <a:pt x="3208" y="1358"/>
                </a:lnTo>
                <a:lnTo>
                  <a:pt x="3221" y="1354"/>
                </a:lnTo>
                <a:lnTo>
                  <a:pt x="3233" y="1351"/>
                </a:lnTo>
                <a:lnTo>
                  <a:pt x="3246" y="1347"/>
                </a:lnTo>
                <a:lnTo>
                  <a:pt x="3258" y="1342"/>
                </a:lnTo>
                <a:lnTo>
                  <a:pt x="3271" y="1338"/>
                </a:lnTo>
                <a:lnTo>
                  <a:pt x="3283" y="1334"/>
                </a:lnTo>
                <a:lnTo>
                  <a:pt x="3296" y="1329"/>
                </a:lnTo>
                <a:lnTo>
                  <a:pt x="3308" y="1324"/>
                </a:lnTo>
                <a:lnTo>
                  <a:pt x="3321" y="1319"/>
                </a:lnTo>
                <a:lnTo>
                  <a:pt x="3333" y="1314"/>
                </a:lnTo>
                <a:lnTo>
                  <a:pt x="3346" y="1308"/>
                </a:lnTo>
                <a:lnTo>
                  <a:pt x="3358" y="1302"/>
                </a:lnTo>
                <a:lnTo>
                  <a:pt x="3371" y="1297"/>
                </a:lnTo>
                <a:lnTo>
                  <a:pt x="3383" y="1290"/>
                </a:lnTo>
                <a:lnTo>
                  <a:pt x="3396" y="1284"/>
                </a:lnTo>
                <a:lnTo>
                  <a:pt x="3409" y="1278"/>
                </a:lnTo>
                <a:lnTo>
                  <a:pt x="3421" y="1271"/>
                </a:lnTo>
                <a:lnTo>
                  <a:pt x="3434" y="1264"/>
                </a:lnTo>
                <a:lnTo>
                  <a:pt x="3446" y="1257"/>
                </a:lnTo>
                <a:lnTo>
                  <a:pt x="3459" y="1250"/>
                </a:lnTo>
                <a:lnTo>
                  <a:pt x="3471" y="1242"/>
                </a:lnTo>
                <a:lnTo>
                  <a:pt x="3484" y="1235"/>
                </a:lnTo>
                <a:lnTo>
                  <a:pt x="3496" y="1227"/>
                </a:lnTo>
                <a:lnTo>
                  <a:pt x="3509" y="1219"/>
                </a:lnTo>
                <a:lnTo>
                  <a:pt x="3521" y="1211"/>
                </a:lnTo>
                <a:lnTo>
                  <a:pt x="3534" y="1202"/>
                </a:lnTo>
                <a:lnTo>
                  <a:pt x="3546" y="1194"/>
                </a:lnTo>
                <a:lnTo>
                  <a:pt x="3559" y="1185"/>
                </a:lnTo>
                <a:lnTo>
                  <a:pt x="3571" y="1176"/>
                </a:lnTo>
                <a:lnTo>
                  <a:pt x="3584" y="1167"/>
                </a:lnTo>
                <a:lnTo>
                  <a:pt x="3596" y="1158"/>
                </a:lnTo>
                <a:lnTo>
                  <a:pt x="3609" y="1149"/>
                </a:lnTo>
                <a:lnTo>
                  <a:pt x="3622" y="1139"/>
                </a:lnTo>
                <a:lnTo>
                  <a:pt x="3634" y="1129"/>
                </a:lnTo>
                <a:lnTo>
                  <a:pt x="3647" y="1120"/>
                </a:lnTo>
                <a:lnTo>
                  <a:pt x="3659" y="1110"/>
                </a:lnTo>
                <a:lnTo>
                  <a:pt x="3672" y="1100"/>
                </a:lnTo>
                <a:lnTo>
                  <a:pt x="3684" y="1089"/>
                </a:lnTo>
                <a:lnTo>
                  <a:pt x="3697" y="1079"/>
                </a:lnTo>
                <a:lnTo>
                  <a:pt x="3709" y="1069"/>
                </a:lnTo>
                <a:lnTo>
                  <a:pt x="3722" y="1058"/>
                </a:lnTo>
                <a:lnTo>
                  <a:pt x="3734" y="1048"/>
                </a:lnTo>
                <a:lnTo>
                  <a:pt x="3747" y="1037"/>
                </a:lnTo>
                <a:lnTo>
                  <a:pt x="3759" y="1026"/>
                </a:lnTo>
                <a:lnTo>
                  <a:pt x="3772" y="1015"/>
                </a:lnTo>
                <a:lnTo>
                  <a:pt x="3784" y="1005"/>
                </a:lnTo>
                <a:lnTo>
                  <a:pt x="3797" y="994"/>
                </a:lnTo>
                <a:lnTo>
                  <a:pt x="3810" y="983"/>
                </a:lnTo>
                <a:lnTo>
                  <a:pt x="3822" y="972"/>
                </a:lnTo>
                <a:lnTo>
                  <a:pt x="3835" y="961"/>
                </a:lnTo>
                <a:lnTo>
                  <a:pt x="3847" y="950"/>
                </a:lnTo>
                <a:lnTo>
                  <a:pt x="3860" y="939"/>
                </a:lnTo>
                <a:lnTo>
                  <a:pt x="3872" y="928"/>
                </a:lnTo>
                <a:lnTo>
                  <a:pt x="3885" y="917"/>
                </a:lnTo>
                <a:lnTo>
                  <a:pt x="3897" y="906"/>
                </a:lnTo>
                <a:lnTo>
                  <a:pt x="3910" y="895"/>
                </a:lnTo>
                <a:lnTo>
                  <a:pt x="3922" y="885"/>
                </a:lnTo>
                <a:lnTo>
                  <a:pt x="3935" y="874"/>
                </a:lnTo>
                <a:lnTo>
                  <a:pt x="3947" y="864"/>
                </a:lnTo>
                <a:lnTo>
                  <a:pt x="3960" y="853"/>
                </a:lnTo>
                <a:lnTo>
                  <a:pt x="3972" y="843"/>
                </a:lnTo>
                <a:lnTo>
                  <a:pt x="3985" y="833"/>
                </a:lnTo>
                <a:lnTo>
                  <a:pt x="3997" y="823"/>
                </a:lnTo>
                <a:lnTo>
                  <a:pt x="4010" y="814"/>
                </a:lnTo>
                <a:lnTo>
                  <a:pt x="4023" y="804"/>
                </a:lnTo>
                <a:lnTo>
                  <a:pt x="4035" y="795"/>
                </a:lnTo>
                <a:lnTo>
                  <a:pt x="4048" y="786"/>
                </a:lnTo>
                <a:lnTo>
                  <a:pt x="4060" y="777"/>
                </a:lnTo>
                <a:lnTo>
                  <a:pt x="4073" y="769"/>
                </a:lnTo>
                <a:lnTo>
                  <a:pt x="4085" y="760"/>
                </a:lnTo>
                <a:lnTo>
                  <a:pt x="4098" y="752"/>
                </a:lnTo>
                <a:lnTo>
                  <a:pt x="4110" y="745"/>
                </a:lnTo>
                <a:lnTo>
                  <a:pt x="4123" y="737"/>
                </a:lnTo>
                <a:lnTo>
                  <a:pt x="4135" y="730"/>
                </a:lnTo>
                <a:lnTo>
                  <a:pt x="4148" y="723"/>
                </a:lnTo>
                <a:lnTo>
                  <a:pt x="4160" y="717"/>
                </a:lnTo>
                <a:lnTo>
                  <a:pt x="4173" y="711"/>
                </a:lnTo>
                <a:lnTo>
                  <a:pt x="4185" y="705"/>
                </a:lnTo>
                <a:lnTo>
                  <a:pt x="4198" y="700"/>
                </a:lnTo>
                <a:lnTo>
                  <a:pt x="4211" y="695"/>
                </a:lnTo>
                <a:lnTo>
                  <a:pt x="4223" y="690"/>
                </a:lnTo>
                <a:lnTo>
                  <a:pt x="4236" y="686"/>
                </a:lnTo>
                <a:lnTo>
                  <a:pt x="4248" y="682"/>
                </a:lnTo>
                <a:lnTo>
                  <a:pt x="4261" y="679"/>
                </a:lnTo>
                <a:lnTo>
                  <a:pt x="4273" y="676"/>
                </a:lnTo>
                <a:lnTo>
                  <a:pt x="4286" y="673"/>
                </a:lnTo>
                <a:lnTo>
                  <a:pt x="4298" y="671"/>
                </a:lnTo>
                <a:lnTo>
                  <a:pt x="4311" y="669"/>
                </a:lnTo>
                <a:lnTo>
                  <a:pt x="4323" y="667"/>
                </a:lnTo>
                <a:lnTo>
                  <a:pt x="4336" y="666"/>
                </a:lnTo>
                <a:lnTo>
                  <a:pt x="4348" y="665"/>
                </a:lnTo>
                <a:lnTo>
                  <a:pt x="4361" y="664"/>
                </a:lnTo>
                <a:lnTo>
                  <a:pt x="4373" y="664"/>
                </a:lnTo>
                <a:lnTo>
                  <a:pt x="4386" y="664"/>
                </a:lnTo>
                <a:lnTo>
                  <a:pt x="4398" y="664"/>
                </a:lnTo>
                <a:lnTo>
                  <a:pt x="4411" y="665"/>
                </a:lnTo>
                <a:lnTo>
                  <a:pt x="4424" y="665"/>
                </a:lnTo>
                <a:lnTo>
                  <a:pt x="4436" y="666"/>
                </a:lnTo>
                <a:lnTo>
                  <a:pt x="4449" y="667"/>
                </a:lnTo>
                <a:lnTo>
                  <a:pt x="4461" y="668"/>
                </a:lnTo>
                <a:lnTo>
                  <a:pt x="4474" y="669"/>
                </a:lnTo>
                <a:lnTo>
                  <a:pt x="4486" y="670"/>
                </a:lnTo>
                <a:lnTo>
                  <a:pt x="4499" y="672"/>
                </a:lnTo>
                <a:lnTo>
                  <a:pt x="4511" y="673"/>
                </a:lnTo>
                <a:lnTo>
                  <a:pt x="4524" y="674"/>
                </a:lnTo>
                <a:lnTo>
                  <a:pt x="4536" y="674"/>
                </a:lnTo>
                <a:lnTo>
                  <a:pt x="4549" y="675"/>
                </a:lnTo>
                <a:lnTo>
                  <a:pt x="4561" y="675"/>
                </a:lnTo>
                <a:lnTo>
                  <a:pt x="4574" y="675"/>
                </a:lnTo>
                <a:lnTo>
                  <a:pt x="4586" y="675"/>
                </a:lnTo>
                <a:lnTo>
                  <a:pt x="4599" y="674"/>
                </a:lnTo>
                <a:lnTo>
                  <a:pt x="4612" y="672"/>
                </a:lnTo>
                <a:lnTo>
                  <a:pt x="4624" y="670"/>
                </a:lnTo>
                <a:lnTo>
                  <a:pt x="4637" y="667"/>
                </a:lnTo>
                <a:lnTo>
                  <a:pt x="4649" y="664"/>
                </a:lnTo>
                <a:lnTo>
                  <a:pt x="4662" y="659"/>
                </a:lnTo>
                <a:lnTo>
                  <a:pt x="4674" y="654"/>
                </a:lnTo>
                <a:lnTo>
                  <a:pt x="4687" y="647"/>
                </a:lnTo>
                <a:lnTo>
                  <a:pt x="4699" y="640"/>
                </a:lnTo>
                <a:lnTo>
                  <a:pt x="4712" y="632"/>
                </a:lnTo>
                <a:lnTo>
                  <a:pt x="4724" y="622"/>
                </a:lnTo>
                <a:lnTo>
                  <a:pt x="4737" y="611"/>
                </a:lnTo>
                <a:lnTo>
                  <a:pt x="4749" y="598"/>
                </a:lnTo>
                <a:lnTo>
                  <a:pt x="4762" y="584"/>
                </a:lnTo>
                <a:lnTo>
                  <a:pt x="4774" y="569"/>
                </a:lnTo>
                <a:lnTo>
                  <a:pt x="4787" y="552"/>
                </a:lnTo>
                <a:lnTo>
                  <a:pt x="4799" y="533"/>
                </a:lnTo>
                <a:lnTo>
                  <a:pt x="4812" y="513"/>
                </a:lnTo>
                <a:lnTo>
                  <a:pt x="4825" y="491"/>
                </a:lnTo>
                <a:lnTo>
                  <a:pt x="4837" y="467"/>
                </a:lnTo>
                <a:lnTo>
                  <a:pt x="4850" y="441"/>
                </a:lnTo>
                <a:lnTo>
                  <a:pt x="4862" y="414"/>
                </a:lnTo>
                <a:lnTo>
                  <a:pt x="4875" y="385"/>
                </a:lnTo>
                <a:lnTo>
                  <a:pt x="4887" y="353"/>
                </a:lnTo>
                <a:lnTo>
                  <a:pt x="4900" y="320"/>
                </a:lnTo>
                <a:lnTo>
                  <a:pt x="4912" y="286"/>
                </a:lnTo>
                <a:lnTo>
                  <a:pt x="4925" y="249"/>
                </a:lnTo>
                <a:lnTo>
                  <a:pt x="4937" y="211"/>
                </a:lnTo>
                <a:lnTo>
                  <a:pt x="4950" y="171"/>
                </a:lnTo>
                <a:lnTo>
                  <a:pt x="4962" y="130"/>
                </a:lnTo>
                <a:lnTo>
                  <a:pt x="4975" y="88"/>
                </a:lnTo>
                <a:lnTo>
                  <a:pt x="4987" y="44"/>
                </a:lnTo>
                <a:lnTo>
                  <a:pt x="5000" y="0"/>
                </a:lnTo>
              </a:path>
            </a:pathLst>
          </a:custGeom>
          <a:noFill/>
          <a:ln w="35560">
            <a:solidFill>
              <a:srgbClr val="C6532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cxnSp>
        <p:nvCxnSpPr>
          <p:cNvPr id="34" name="Connector 33"/>
          <p:cNvCxnSpPr/>
          <p:nvPr/>
        </p:nvCxnSpPr>
        <p:spPr>
          <a:xfrm>
            <a:off x="841248" y="5989320"/>
            <a:ext cx="256032" cy="0"/>
          </a:xfrm>
          <a:prstGeom prst="line">
            <a:avLst/>
          </a:prstGeom>
          <a:ln w="25400">
            <a:solidFill>
              <a:srgbClr val="7963AF"/>
            </a:solidFill>
          </a:ln>
        </p:spPr>
        <p:style>
          <a:lnRef idx="2">
            <a:schemeClr val="accent1"/>
          </a:lnRef>
          <a:fillRef idx="0">
            <a:schemeClr val="accent1"/>
          </a:fillRef>
          <a:effectRef idx="0">
            <a:schemeClr val="accent1"/>
          </a:effectRef>
          <a:fontRef idx="minor">
            <a:schemeClr val="tx1"/>
          </a:fontRef>
        </p:style>
      </p:cxnSp>
      <p:sp>
        <p:nvSpPr>
          <p:cNvPr id="35" name="TextBox 34"/>
          <p:cNvSpPr txBox="1"/>
          <p:nvPr/>
        </p:nvSpPr>
        <p:spPr>
          <a:xfrm>
            <a:off x="1197864" y="5870448"/>
            <a:ext cx="2468880" cy="320040"/>
          </a:xfrm>
          <a:prstGeom prst="rect">
            <a:avLst/>
          </a:prstGeom>
          <a:noFill/>
        </p:spPr>
        <p:txBody>
          <a:bodyPr wrap="square" lIns="0" rIns="0" tIns="0" bIns="0">
            <a:spAutoFit/>
          </a:bodyPr>
          <a:lstStyle/>
          <a:p>
            <a:pPr>
              <a:spcAft>
                <a:spcPts val="0"/>
              </a:spcAft>
              <a:defRPr sz="1300" b="0">
                <a:solidFill>
                  <a:srgbClr val="686C66"/>
                </a:solidFill>
                <a:latin typeface="Arial"/>
              </a:defRPr>
            </a:pPr>
            <a:r>
              <a:t>one fit per sample</a:t>
            </a:r>
          </a:p>
        </p:txBody>
      </p:sp>
      <p:cxnSp>
        <p:nvCxnSpPr>
          <p:cNvPr id="36" name="Connector 35"/>
          <p:cNvCxnSpPr/>
          <p:nvPr/>
        </p:nvCxnSpPr>
        <p:spPr>
          <a:xfrm>
            <a:off x="3621024" y="5989320"/>
            <a:ext cx="256032" cy="0"/>
          </a:xfrm>
          <a:prstGeom prst="line">
            <a:avLst/>
          </a:prstGeom>
          <a:ln w="25400">
            <a:solidFill>
              <a:srgbClr val="C65326"/>
            </a:solidFill>
          </a:ln>
        </p:spPr>
        <p:style>
          <a:lnRef idx="2">
            <a:schemeClr val="accent1"/>
          </a:lnRef>
          <a:fillRef idx="0">
            <a:schemeClr val="accent1"/>
          </a:fillRef>
          <a:effectRef idx="0">
            <a:schemeClr val="accent1"/>
          </a:effectRef>
          <a:fontRef idx="minor">
            <a:schemeClr val="tx1"/>
          </a:fontRef>
        </p:style>
      </p:cxnSp>
      <p:sp>
        <p:nvSpPr>
          <p:cNvPr id="37" name="TextBox 36"/>
          <p:cNvSpPr txBox="1"/>
          <p:nvPr/>
        </p:nvSpPr>
        <p:spPr>
          <a:xfrm>
            <a:off x="3977639" y="5870448"/>
            <a:ext cx="2468880" cy="320040"/>
          </a:xfrm>
          <a:prstGeom prst="rect">
            <a:avLst/>
          </a:prstGeom>
          <a:noFill/>
        </p:spPr>
        <p:txBody>
          <a:bodyPr wrap="square" lIns="0" rIns="0" tIns="0" bIns="0">
            <a:spAutoFit/>
          </a:bodyPr>
          <a:lstStyle/>
          <a:p>
            <a:pPr>
              <a:spcAft>
                <a:spcPts val="0"/>
              </a:spcAft>
              <a:defRPr sz="1300" b="0">
                <a:solidFill>
                  <a:srgbClr val="686C66"/>
                </a:solidFill>
                <a:latin typeface="Arial"/>
              </a:defRPr>
            </a:pPr>
            <a:r>
              <a:t>average of 8 fits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5F5F4"/>
        </a:solidFill>
        <a:effectLst/>
      </p:bgPr>
    </p:bg>
    <p:spTree>
      <p:nvGrpSpPr>
        <p:cNvPr id="1" name=""/>
        <p:cNvGrpSpPr/>
        <p:nvPr/>
      </p:nvGrpSpPr>
      <p:grpSpPr/>
      <p:pic>
        <p:nvPicPr>
          <p:cNvPr id="2" name="Picture 1" descr="image.png"/>
          <p:cNvPicPr>
            <a:picLocks noChangeAspect="1"/>
          </p:cNvPicPr>
          <p:nvPr/>
        </p:nvPicPr>
        <p:blipFill>
          <a:blip r:embed="rId2"/>
          <a:stretch>
            <a:fillRect/>
          </a:stretch>
        </p:blipFill>
        <p:spPr>
          <a:xfrm>
            <a:off x="11768328" y="201168"/>
            <a:ext cx="219456" cy="6455664"/>
          </a:xfrm>
          <a:prstGeom prst="rect">
            <a:avLst/>
          </a:prstGeom>
        </p:spPr>
      </p:pic>
      <p:sp>
        <p:nvSpPr>
          <p:cNvPr id="3" name="TextBox 2"/>
          <p:cNvSpPr txBox="1"/>
          <p:nvPr/>
        </p:nvSpPr>
        <p:spPr>
          <a:xfrm>
            <a:off x="566928" y="960120"/>
            <a:ext cx="10972800" cy="731520"/>
          </a:xfrm>
          <a:prstGeom prst="rect">
            <a:avLst/>
          </a:prstGeom>
          <a:noFill/>
        </p:spPr>
        <p:txBody>
          <a:bodyPr wrap="square" lIns="0" rIns="0" tIns="0" bIns="0">
            <a:spAutoFit/>
          </a:bodyPr>
          <a:lstStyle/>
          <a:p>
            <a:pPr>
              <a:spcAft>
                <a:spcPts val="0"/>
              </a:spcAft>
              <a:defRPr sz="3800" b="0">
                <a:solidFill>
                  <a:srgbClr val="181D16"/>
                </a:solidFill>
                <a:latin typeface="Arial"/>
              </a:defRPr>
            </a:pPr>
            <a:r>
              <a:t>High bias: predictions are consistently off</a:t>
            </a:r>
          </a:p>
        </p:txBody>
      </p:sp>
      <p:sp>
        <p:nvSpPr>
          <p:cNvPr id="4" name="TextBox 3"/>
          <p:cNvSpPr txBox="1"/>
          <p:nvPr/>
        </p:nvSpPr>
        <p:spPr>
          <a:xfrm>
            <a:off x="10917936" y="6510528"/>
            <a:ext cx="685800" cy="201168"/>
          </a:xfrm>
          <a:prstGeom prst="rect">
            <a:avLst/>
          </a:prstGeom>
          <a:noFill/>
        </p:spPr>
        <p:txBody>
          <a:bodyPr wrap="square" lIns="0" rIns="0" tIns="0" bIns="0">
            <a:spAutoFit/>
          </a:bodyPr>
          <a:lstStyle/>
          <a:p>
            <a:pPr>
              <a:spcAft>
                <a:spcPts val="0"/>
              </a:spcAft>
              <a:defRPr sz="1100" b="0">
                <a:solidFill>
                  <a:srgbClr val="686C66"/>
                </a:solidFill>
                <a:latin typeface="Arial"/>
              </a:defRPr>
            </a:pPr>
            <a:r>
              <a:t>06/09</a:t>
            </a:r>
          </a:p>
        </p:txBody>
      </p:sp>
      <p:cxnSp>
        <p:nvCxnSpPr>
          <p:cNvPr id="5" name="Connector 4"/>
          <p:cNvCxnSpPr/>
          <p:nvPr/>
        </p:nvCxnSpPr>
        <p:spPr>
          <a:xfrm>
            <a:off x="896112" y="5522976"/>
            <a:ext cx="6510528" cy="0"/>
          </a:xfrm>
          <a:prstGeom prst="line">
            <a:avLst/>
          </a:prstGeom>
          <a:ln w="12700">
            <a:solidFill>
              <a:srgbClr val="D4D6D0"/>
            </a:solidFill>
          </a:ln>
        </p:spPr>
        <p:style>
          <a:lnRef idx="2">
            <a:schemeClr val="accent1"/>
          </a:lnRef>
          <a:fillRef idx="0">
            <a:schemeClr val="accent1"/>
          </a:fillRef>
          <a:effectRef idx="0">
            <a:schemeClr val="accent1"/>
          </a:effectRef>
          <a:fontRef idx="minor">
            <a:schemeClr val="tx1"/>
          </a:fontRef>
        </p:style>
      </p:cxnSp>
      <p:cxnSp>
        <p:nvCxnSpPr>
          <p:cNvPr id="6" name="Connector 5"/>
          <p:cNvCxnSpPr/>
          <p:nvPr/>
        </p:nvCxnSpPr>
        <p:spPr>
          <a:xfrm>
            <a:off x="896112" y="2688336"/>
            <a:ext cx="0" cy="2834640"/>
          </a:xfrm>
          <a:prstGeom prst="line">
            <a:avLst/>
          </a:prstGeom>
          <a:ln w="12700">
            <a:solidFill>
              <a:srgbClr val="D4D6D0"/>
            </a:solidFill>
          </a:ln>
        </p:spPr>
        <p:style>
          <a:lnRef idx="2">
            <a:schemeClr val="accent1"/>
          </a:lnRef>
          <a:fillRef idx="0">
            <a:schemeClr val="accent1"/>
          </a:fillRef>
          <a:effectRef idx="0">
            <a:schemeClr val="accent1"/>
          </a:effectRef>
          <a:fontRef idx="minor">
            <a:schemeClr val="tx1"/>
          </a:fontRef>
        </p:style>
      </p:cxnSp>
      <p:sp>
        <p:nvSpPr>
          <p:cNvPr id="7" name="TextBox 6"/>
          <p:cNvSpPr txBox="1"/>
          <p:nvPr/>
        </p:nvSpPr>
        <p:spPr>
          <a:xfrm>
            <a:off x="7315200" y="5614416"/>
            <a:ext cx="640080" cy="274320"/>
          </a:xfrm>
          <a:prstGeom prst="rect">
            <a:avLst/>
          </a:prstGeom>
          <a:noFill/>
        </p:spPr>
        <p:txBody>
          <a:bodyPr wrap="square" lIns="0" rIns="0" tIns="0" bIns="0">
            <a:spAutoFit/>
          </a:bodyPr>
          <a:lstStyle/>
          <a:p>
            <a:pPr>
              <a:spcAft>
                <a:spcPts val="0"/>
              </a:spcAft>
              <a:defRPr sz="1400" b="0">
                <a:solidFill>
                  <a:srgbClr val="686C66"/>
                </a:solidFill>
                <a:latin typeface="Arial"/>
              </a:defRPr>
            </a:pPr>
            <a:r>
              <a:t>x</a:t>
            </a:r>
          </a:p>
        </p:txBody>
      </p:sp>
      <p:sp>
        <p:nvSpPr>
          <p:cNvPr id="8" name="TextBox 7"/>
          <p:cNvSpPr txBox="1"/>
          <p:nvPr/>
        </p:nvSpPr>
        <p:spPr>
          <a:xfrm>
            <a:off x="621792" y="2505456"/>
            <a:ext cx="914400" cy="274320"/>
          </a:xfrm>
          <a:prstGeom prst="rect">
            <a:avLst/>
          </a:prstGeom>
          <a:noFill/>
        </p:spPr>
        <p:txBody>
          <a:bodyPr wrap="square" lIns="0" rIns="0" tIns="0" bIns="0">
            <a:spAutoFit/>
          </a:bodyPr>
          <a:lstStyle/>
          <a:p>
            <a:pPr>
              <a:spcAft>
                <a:spcPts val="0"/>
              </a:spcAft>
              <a:defRPr sz="1400" b="0">
                <a:solidFill>
                  <a:srgbClr val="686C66"/>
                </a:solidFill>
                <a:latin typeface="Arial"/>
              </a:defRPr>
            </a:pPr>
            <a:r>
              <a:t>y</a:t>
            </a:r>
          </a:p>
        </p:txBody>
      </p:sp>
      <p:sp>
        <p:nvSpPr>
          <p:cNvPr id="9" name="Freeform 8"/>
          <p:cNvSpPr/>
          <p:nvPr/>
        </p:nvSpPr>
        <p:spPr>
          <a:xfrm>
            <a:off x="896112" y="3845966"/>
            <a:ext cx="6510528" cy="727862"/>
          </a:xfrm>
          <a:custGeom>
            <a:avLst/>
            <a:gdLst/>
            <a:ahLst/>
            <a:cxnLst/>
            <a:rect l="l" t="t" r="r" b="b"/>
            <a:pathLst>
              <a:path w="7120" h="796">
                <a:moveTo>
                  <a:pt x="0" y="796"/>
                </a:moveTo>
                <a:lnTo>
                  <a:pt x="18" y="794"/>
                </a:lnTo>
                <a:lnTo>
                  <a:pt x="36" y="792"/>
                </a:lnTo>
                <a:lnTo>
                  <a:pt x="54" y="790"/>
                </a:lnTo>
                <a:lnTo>
                  <a:pt x="71" y="788"/>
                </a:lnTo>
                <a:lnTo>
                  <a:pt x="89" y="786"/>
                </a:lnTo>
                <a:lnTo>
                  <a:pt x="107" y="784"/>
                </a:lnTo>
                <a:lnTo>
                  <a:pt x="125" y="782"/>
                </a:lnTo>
                <a:lnTo>
                  <a:pt x="143" y="780"/>
                </a:lnTo>
                <a:lnTo>
                  <a:pt x="161" y="778"/>
                </a:lnTo>
                <a:lnTo>
                  <a:pt x="178" y="776"/>
                </a:lnTo>
                <a:lnTo>
                  <a:pt x="196" y="774"/>
                </a:lnTo>
                <a:lnTo>
                  <a:pt x="214" y="772"/>
                </a:lnTo>
                <a:lnTo>
                  <a:pt x="232" y="770"/>
                </a:lnTo>
                <a:lnTo>
                  <a:pt x="250" y="768"/>
                </a:lnTo>
                <a:lnTo>
                  <a:pt x="268" y="766"/>
                </a:lnTo>
                <a:lnTo>
                  <a:pt x="286" y="764"/>
                </a:lnTo>
                <a:lnTo>
                  <a:pt x="303" y="762"/>
                </a:lnTo>
                <a:lnTo>
                  <a:pt x="321" y="760"/>
                </a:lnTo>
                <a:lnTo>
                  <a:pt x="339" y="758"/>
                </a:lnTo>
                <a:lnTo>
                  <a:pt x="357" y="756"/>
                </a:lnTo>
                <a:lnTo>
                  <a:pt x="375" y="754"/>
                </a:lnTo>
                <a:lnTo>
                  <a:pt x="393" y="752"/>
                </a:lnTo>
                <a:lnTo>
                  <a:pt x="410" y="750"/>
                </a:lnTo>
                <a:lnTo>
                  <a:pt x="428" y="748"/>
                </a:lnTo>
                <a:lnTo>
                  <a:pt x="446" y="746"/>
                </a:lnTo>
                <a:lnTo>
                  <a:pt x="464" y="744"/>
                </a:lnTo>
                <a:lnTo>
                  <a:pt x="482" y="742"/>
                </a:lnTo>
                <a:lnTo>
                  <a:pt x="500" y="740"/>
                </a:lnTo>
                <a:lnTo>
                  <a:pt x="517" y="738"/>
                </a:lnTo>
                <a:lnTo>
                  <a:pt x="535" y="736"/>
                </a:lnTo>
                <a:lnTo>
                  <a:pt x="553" y="734"/>
                </a:lnTo>
                <a:lnTo>
                  <a:pt x="571" y="732"/>
                </a:lnTo>
                <a:lnTo>
                  <a:pt x="589" y="730"/>
                </a:lnTo>
                <a:lnTo>
                  <a:pt x="607" y="728"/>
                </a:lnTo>
                <a:lnTo>
                  <a:pt x="625" y="726"/>
                </a:lnTo>
                <a:lnTo>
                  <a:pt x="642" y="724"/>
                </a:lnTo>
                <a:lnTo>
                  <a:pt x="660" y="722"/>
                </a:lnTo>
                <a:lnTo>
                  <a:pt x="678" y="720"/>
                </a:lnTo>
                <a:lnTo>
                  <a:pt x="696" y="718"/>
                </a:lnTo>
                <a:lnTo>
                  <a:pt x="714" y="716"/>
                </a:lnTo>
                <a:lnTo>
                  <a:pt x="732" y="714"/>
                </a:lnTo>
                <a:lnTo>
                  <a:pt x="749" y="712"/>
                </a:lnTo>
                <a:lnTo>
                  <a:pt x="767" y="710"/>
                </a:lnTo>
                <a:lnTo>
                  <a:pt x="785" y="708"/>
                </a:lnTo>
                <a:lnTo>
                  <a:pt x="803" y="706"/>
                </a:lnTo>
                <a:lnTo>
                  <a:pt x="821" y="704"/>
                </a:lnTo>
                <a:lnTo>
                  <a:pt x="839" y="702"/>
                </a:lnTo>
                <a:lnTo>
                  <a:pt x="857" y="700"/>
                </a:lnTo>
                <a:lnTo>
                  <a:pt x="874" y="698"/>
                </a:lnTo>
                <a:lnTo>
                  <a:pt x="892" y="696"/>
                </a:lnTo>
                <a:lnTo>
                  <a:pt x="910" y="694"/>
                </a:lnTo>
                <a:lnTo>
                  <a:pt x="928" y="692"/>
                </a:lnTo>
                <a:lnTo>
                  <a:pt x="946" y="690"/>
                </a:lnTo>
                <a:lnTo>
                  <a:pt x="964" y="688"/>
                </a:lnTo>
                <a:lnTo>
                  <a:pt x="981" y="686"/>
                </a:lnTo>
                <a:lnTo>
                  <a:pt x="999" y="684"/>
                </a:lnTo>
                <a:lnTo>
                  <a:pt x="1017" y="682"/>
                </a:lnTo>
                <a:lnTo>
                  <a:pt x="1035" y="680"/>
                </a:lnTo>
                <a:lnTo>
                  <a:pt x="1053" y="678"/>
                </a:lnTo>
                <a:lnTo>
                  <a:pt x="1071" y="676"/>
                </a:lnTo>
                <a:lnTo>
                  <a:pt x="1089" y="674"/>
                </a:lnTo>
                <a:lnTo>
                  <a:pt x="1106" y="672"/>
                </a:lnTo>
                <a:lnTo>
                  <a:pt x="1124" y="670"/>
                </a:lnTo>
                <a:lnTo>
                  <a:pt x="1142" y="668"/>
                </a:lnTo>
                <a:lnTo>
                  <a:pt x="1160" y="666"/>
                </a:lnTo>
                <a:lnTo>
                  <a:pt x="1178" y="664"/>
                </a:lnTo>
                <a:lnTo>
                  <a:pt x="1196" y="662"/>
                </a:lnTo>
                <a:lnTo>
                  <a:pt x="1213" y="660"/>
                </a:lnTo>
                <a:lnTo>
                  <a:pt x="1231" y="658"/>
                </a:lnTo>
                <a:lnTo>
                  <a:pt x="1249" y="656"/>
                </a:lnTo>
                <a:lnTo>
                  <a:pt x="1267" y="654"/>
                </a:lnTo>
                <a:lnTo>
                  <a:pt x="1285" y="652"/>
                </a:lnTo>
                <a:lnTo>
                  <a:pt x="1303" y="650"/>
                </a:lnTo>
                <a:lnTo>
                  <a:pt x="1321" y="648"/>
                </a:lnTo>
                <a:lnTo>
                  <a:pt x="1338" y="646"/>
                </a:lnTo>
                <a:lnTo>
                  <a:pt x="1356" y="644"/>
                </a:lnTo>
                <a:lnTo>
                  <a:pt x="1374" y="642"/>
                </a:lnTo>
                <a:lnTo>
                  <a:pt x="1392" y="640"/>
                </a:lnTo>
                <a:lnTo>
                  <a:pt x="1410" y="638"/>
                </a:lnTo>
                <a:lnTo>
                  <a:pt x="1428" y="636"/>
                </a:lnTo>
                <a:lnTo>
                  <a:pt x="1445" y="634"/>
                </a:lnTo>
                <a:lnTo>
                  <a:pt x="1463" y="632"/>
                </a:lnTo>
                <a:lnTo>
                  <a:pt x="1481" y="630"/>
                </a:lnTo>
                <a:lnTo>
                  <a:pt x="1499" y="628"/>
                </a:lnTo>
                <a:lnTo>
                  <a:pt x="1517" y="626"/>
                </a:lnTo>
                <a:lnTo>
                  <a:pt x="1535" y="624"/>
                </a:lnTo>
                <a:lnTo>
                  <a:pt x="1552" y="622"/>
                </a:lnTo>
                <a:lnTo>
                  <a:pt x="1570" y="620"/>
                </a:lnTo>
                <a:lnTo>
                  <a:pt x="1588" y="618"/>
                </a:lnTo>
                <a:lnTo>
                  <a:pt x="1606" y="616"/>
                </a:lnTo>
                <a:lnTo>
                  <a:pt x="1624" y="614"/>
                </a:lnTo>
                <a:lnTo>
                  <a:pt x="1642" y="612"/>
                </a:lnTo>
                <a:lnTo>
                  <a:pt x="1660" y="610"/>
                </a:lnTo>
                <a:lnTo>
                  <a:pt x="1677" y="608"/>
                </a:lnTo>
                <a:lnTo>
                  <a:pt x="1695" y="606"/>
                </a:lnTo>
                <a:lnTo>
                  <a:pt x="1713" y="604"/>
                </a:lnTo>
                <a:lnTo>
                  <a:pt x="1731" y="602"/>
                </a:lnTo>
                <a:lnTo>
                  <a:pt x="1749" y="600"/>
                </a:lnTo>
                <a:lnTo>
                  <a:pt x="1767" y="598"/>
                </a:lnTo>
                <a:lnTo>
                  <a:pt x="1784" y="596"/>
                </a:lnTo>
                <a:lnTo>
                  <a:pt x="1802" y="594"/>
                </a:lnTo>
                <a:lnTo>
                  <a:pt x="1820" y="592"/>
                </a:lnTo>
                <a:lnTo>
                  <a:pt x="1838" y="590"/>
                </a:lnTo>
                <a:lnTo>
                  <a:pt x="1856" y="588"/>
                </a:lnTo>
                <a:lnTo>
                  <a:pt x="1874" y="586"/>
                </a:lnTo>
                <a:lnTo>
                  <a:pt x="1892" y="584"/>
                </a:lnTo>
                <a:lnTo>
                  <a:pt x="1909" y="582"/>
                </a:lnTo>
                <a:lnTo>
                  <a:pt x="1927" y="580"/>
                </a:lnTo>
                <a:lnTo>
                  <a:pt x="1945" y="578"/>
                </a:lnTo>
                <a:lnTo>
                  <a:pt x="1963" y="576"/>
                </a:lnTo>
                <a:lnTo>
                  <a:pt x="1981" y="574"/>
                </a:lnTo>
                <a:lnTo>
                  <a:pt x="1999" y="572"/>
                </a:lnTo>
                <a:lnTo>
                  <a:pt x="2016" y="570"/>
                </a:lnTo>
                <a:lnTo>
                  <a:pt x="2034" y="568"/>
                </a:lnTo>
                <a:lnTo>
                  <a:pt x="2052" y="566"/>
                </a:lnTo>
                <a:lnTo>
                  <a:pt x="2070" y="564"/>
                </a:lnTo>
                <a:lnTo>
                  <a:pt x="2088" y="562"/>
                </a:lnTo>
                <a:lnTo>
                  <a:pt x="2106" y="560"/>
                </a:lnTo>
                <a:lnTo>
                  <a:pt x="2124" y="558"/>
                </a:lnTo>
                <a:lnTo>
                  <a:pt x="2141" y="556"/>
                </a:lnTo>
                <a:lnTo>
                  <a:pt x="2159" y="554"/>
                </a:lnTo>
                <a:lnTo>
                  <a:pt x="2177" y="552"/>
                </a:lnTo>
                <a:lnTo>
                  <a:pt x="2195" y="550"/>
                </a:lnTo>
                <a:lnTo>
                  <a:pt x="2213" y="548"/>
                </a:lnTo>
                <a:lnTo>
                  <a:pt x="2231" y="546"/>
                </a:lnTo>
                <a:lnTo>
                  <a:pt x="2248" y="544"/>
                </a:lnTo>
                <a:lnTo>
                  <a:pt x="2266" y="542"/>
                </a:lnTo>
                <a:lnTo>
                  <a:pt x="2284" y="540"/>
                </a:lnTo>
                <a:lnTo>
                  <a:pt x="2302" y="538"/>
                </a:lnTo>
                <a:lnTo>
                  <a:pt x="2320" y="536"/>
                </a:lnTo>
                <a:lnTo>
                  <a:pt x="2338" y="534"/>
                </a:lnTo>
                <a:lnTo>
                  <a:pt x="2355" y="532"/>
                </a:lnTo>
                <a:lnTo>
                  <a:pt x="2373" y="530"/>
                </a:lnTo>
                <a:lnTo>
                  <a:pt x="2391" y="528"/>
                </a:lnTo>
                <a:lnTo>
                  <a:pt x="2409" y="526"/>
                </a:lnTo>
                <a:lnTo>
                  <a:pt x="2427" y="524"/>
                </a:lnTo>
                <a:lnTo>
                  <a:pt x="2445" y="522"/>
                </a:lnTo>
                <a:lnTo>
                  <a:pt x="2463" y="520"/>
                </a:lnTo>
                <a:lnTo>
                  <a:pt x="2480" y="519"/>
                </a:lnTo>
                <a:lnTo>
                  <a:pt x="2498" y="517"/>
                </a:lnTo>
                <a:lnTo>
                  <a:pt x="2516" y="515"/>
                </a:lnTo>
                <a:lnTo>
                  <a:pt x="2534" y="513"/>
                </a:lnTo>
                <a:lnTo>
                  <a:pt x="2552" y="511"/>
                </a:lnTo>
                <a:lnTo>
                  <a:pt x="2570" y="509"/>
                </a:lnTo>
                <a:lnTo>
                  <a:pt x="2587" y="507"/>
                </a:lnTo>
                <a:lnTo>
                  <a:pt x="2605" y="505"/>
                </a:lnTo>
                <a:lnTo>
                  <a:pt x="2623" y="503"/>
                </a:lnTo>
                <a:lnTo>
                  <a:pt x="2641" y="501"/>
                </a:lnTo>
                <a:lnTo>
                  <a:pt x="2659" y="499"/>
                </a:lnTo>
                <a:lnTo>
                  <a:pt x="2677" y="497"/>
                </a:lnTo>
                <a:lnTo>
                  <a:pt x="2695" y="495"/>
                </a:lnTo>
                <a:lnTo>
                  <a:pt x="2712" y="493"/>
                </a:lnTo>
                <a:lnTo>
                  <a:pt x="2730" y="491"/>
                </a:lnTo>
                <a:lnTo>
                  <a:pt x="2748" y="489"/>
                </a:lnTo>
                <a:lnTo>
                  <a:pt x="2766" y="487"/>
                </a:lnTo>
                <a:lnTo>
                  <a:pt x="2784" y="485"/>
                </a:lnTo>
                <a:lnTo>
                  <a:pt x="2802" y="483"/>
                </a:lnTo>
                <a:lnTo>
                  <a:pt x="2819" y="481"/>
                </a:lnTo>
                <a:lnTo>
                  <a:pt x="2837" y="479"/>
                </a:lnTo>
                <a:lnTo>
                  <a:pt x="2855" y="477"/>
                </a:lnTo>
                <a:lnTo>
                  <a:pt x="2873" y="475"/>
                </a:lnTo>
                <a:lnTo>
                  <a:pt x="2891" y="473"/>
                </a:lnTo>
                <a:lnTo>
                  <a:pt x="2909" y="471"/>
                </a:lnTo>
                <a:lnTo>
                  <a:pt x="2927" y="469"/>
                </a:lnTo>
                <a:lnTo>
                  <a:pt x="2944" y="467"/>
                </a:lnTo>
                <a:lnTo>
                  <a:pt x="2962" y="465"/>
                </a:lnTo>
                <a:lnTo>
                  <a:pt x="2980" y="463"/>
                </a:lnTo>
                <a:lnTo>
                  <a:pt x="2998" y="461"/>
                </a:lnTo>
                <a:lnTo>
                  <a:pt x="3016" y="459"/>
                </a:lnTo>
                <a:lnTo>
                  <a:pt x="3034" y="457"/>
                </a:lnTo>
                <a:lnTo>
                  <a:pt x="3051" y="455"/>
                </a:lnTo>
                <a:lnTo>
                  <a:pt x="3069" y="453"/>
                </a:lnTo>
                <a:lnTo>
                  <a:pt x="3087" y="451"/>
                </a:lnTo>
                <a:lnTo>
                  <a:pt x="3105" y="449"/>
                </a:lnTo>
                <a:lnTo>
                  <a:pt x="3123" y="447"/>
                </a:lnTo>
                <a:lnTo>
                  <a:pt x="3141" y="445"/>
                </a:lnTo>
                <a:lnTo>
                  <a:pt x="3158" y="443"/>
                </a:lnTo>
                <a:lnTo>
                  <a:pt x="3176" y="441"/>
                </a:lnTo>
                <a:lnTo>
                  <a:pt x="3194" y="439"/>
                </a:lnTo>
                <a:lnTo>
                  <a:pt x="3212" y="437"/>
                </a:lnTo>
                <a:lnTo>
                  <a:pt x="3230" y="435"/>
                </a:lnTo>
                <a:lnTo>
                  <a:pt x="3248" y="433"/>
                </a:lnTo>
                <a:lnTo>
                  <a:pt x="3266" y="431"/>
                </a:lnTo>
                <a:lnTo>
                  <a:pt x="3283" y="429"/>
                </a:lnTo>
                <a:lnTo>
                  <a:pt x="3301" y="427"/>
                </a:lnTo>
                <a:lnTo>
                  <a:pt x="3319" y="425"/>
                </a:lnTo>
                <a:lnTo>
                  <a:pt x="3337" y="423"/>
                </a:lnTo>
                <a:lnTo>
                  <a:pt x="3355" y="421"/>
                </a:lnTo>
                <a:lnTo>
                  <a:pt x="3373" y="419"/>
                </a:lnTo>
                <a:lnTo>
                  <a:pt x="3390" y="417"/>
                </a:lnTo>
                <a:lnTo>
                  <a:pt x="3408" y="415"/>
                </a:lnTo>
                <a:lnTo>
                  <a:pt x="3426" y="413"/>
                </a:lnTo>
                <a:lnTo>
                  <a:pt x="3444" y="411"/>
                </a:lnTo>
                <a:lnTo>
                  <a:pt x="3462" y="409"/>
                </a:lnTo>
                <a:lnTo>
                  <a:pt x="3480" y="407"/>
                </a:lnTo>
                <a:lnTo>
                  <a:pt x="3498" y="405"/>
                </a:lnTo>
                <a:lnTo>
                  <a:pt x="3515" y="403"/>
                </a:lnTo>
                <a:lnTo>
                  <a:pt x="3533" y="401"/>
                </a:lnTo>
                <a:lnTo>
                  <a:pt x="3551" y="399"/>
                </a:lnTo>
                <a:lnTo>
                  <a:pt x="3569" y="397"/>
                </a:lnTo>
                <a:lnTo>
                  <a:pt x="3587" y="395"/>
                </a:lnTo>
                <a:lnTo>
                  <a:pt x="3605" y="393"/>
                </a:lnTo>
                <a:lnTo>
                  <a:pt x="3622" y="391"/>
                </a:lnTo>
                <a:lnTo>
                  <a:pt x="3640" y="389"/>
                </a:lnTo>
                <a:lnTo>
                  <a:pt x="3658" y="387"/>
                </a:lnTo>
                <a:lnTo>
                  <a:pt x="3676" y="385"/>
                </a:lnTo>
                <a:lnTo>
                  <a:pt x="3694" y="383"/>
                </a:lnTo>
                <a:lnTo>
                  <a:pt x="3712" y="381"/>
                </a:lnTo>
                <a:lnTo>
                  <a:pt x="3730" y="379"/>
                </a:lnTo>
                <a:lnTo>
                  <a:pt x="3747" y="377"/>
                </a:lnTo>
                <a:lnTo>
                  <a:pt x="3765" y="375"/>
                </a:lnTo>
                <a:lnTo>
                  <a:pt x="3783" y="373"/>
                </a:lnTo>
                <a:lnTo>
                  <a:pt x="3801" y="371"/>
                </a:lnTo>
                <a:lnTo>
                  <a:pt x="3819" y="369"/>
                </a:lnTo>
                <a:lnTo>
                  <a:pt x="3837" y="367"/>
                </a:lnTo>
                <a:lnTo>
                  <a:pt x="3854" y="365"/>
                </a:lnTo>
                <a:lnTo>
                  <a:pt x="3872" y="363"/>
                </a:lnTo>
                <a:lnTo>
                  <a:pt x="3890" y="361"/>
                </a:lnTo>
                <a:lnTo>
                  <a:pt x="3908" y="359"/>
                </a:lnTo>
                <a:lnTo>
                  <a:pt x="3926" y="357"/>
                </a:lnTo>
                <a:lnTo>
                  <a:pt x="3944" y="355"/>
                </a:lnTo>
                <a:lnTo>
                  <a:pt x="3962" y="353"/>
                </a:lnTo>
                <a:lnTo>
                  <a:pt x="3979" y="351"/>
                </a:lnTo>
                <a:lnTo>
                  <a:pt x="3997" y="349"/>
                </a:lnTo>
                <a:lnTo>
                  <a:pt x="4015" y="347"/>
                </a:lnTo>
                <a:lnTo>
                  <a:pt x="4033" y="345"/>
                </a:lnTo>
                <a:lnTo>
                  <a:pt x="4051" y="343"/>
                </a:lnTo>
                <a:lnTo>
                  <a:pt x="4069" y="341"/>
                </a:lnTo>
                <a:lnTo>
                  <a:pt x="4086" y="339"/>
                </a:lnTo>
                <a:lnTo>
                  <a:pt x="4104" y="337"/>
                </a:lnTo>
                <a:lnTo>
                  <a:pt x="4122" y="335"/>
                </a:lnTo>
                <a:lnTo>
                  <a:pt x="4140" y="333"/>
                </a:lnTo>
                <a:lnTo>
                  <a:pt x="4158" y="331"/>
                </a:lnTo>
                <a:lnTo>
                  <a:pt x="4176" y="329"/>
                </a:lnTo>
                <a:lnTo>
                  <a:pt x="4193" y="327"/>
                </a:lnTo>
                <a:lnTo>
                  <a:pt x="4211" y="325"/>
                </a:lnTo>
                <a:lnTo>
                  <a:pt x="4229" y="323"/>
                </a:lnTo>
                <a:lnTo>
                  <a:pt x="4247" y="321"/>
                </a:lnTo>
                <a:lnTo>
                  <a:pt x="4265" y="319"/>
                </a:lnTo>
                <a:lnTo>
                  <a:pt x="4283" y="317"/>
                </a:lnTo>
                <a:lnTo>
                  <a:pt x="4301" y="315"/>
                </a:lnTo>
                <a:lnTo>
                  <a:pt x="4318" y="313"/>
                </a:lnTo>
                <a:lnTo>
                  <a:pt x="4336" y="311"/>
                </a:lnTo>
                <a:lnTo>
                  <a:pt x="4354" y="309"/>
                </a:lnTo>
                <a:lnTo>
                  <a:pt x="4372" y="307"/>
                </a:lnTo>
                <a:lnTo>
                  <a:pt x="4390" y="305"/>
                </a:lnTo>
                <a:lnTo>
                  <a:pt x="4408" y="303"/>
                </a:lnTo>
                <a:lnTo>
                  <a:pt x="4425" y="301"/>
                </a:lnTo>
                <a:lnTo>
                  <a:pt x="4443" y="299"/>
                </a:lnTo>
                <a:lnTo>
                  <a:pt x="4461" y="297"/>
                </a:lnTo>
                <a:lnTo>
                  <a:pt x="4479" y="295"/>
                </a:lnTo>
                <a:lnTo>
                  <a:pt x="4497" y="293"/>
                </a:lnTo>
                <a:lnTo>
                  <a:pt x="4515" y="291"/>
                </a:lnTo>
                <a:lnTo>
                  <a:pt x="4533" y="289"/>
                </a:lnTo>
                <a:lnTo>
                  <a:pt x="4550" y="287"/>
                </a:lnTo>
                <a:lnTo>
                  <a:pt x="4568" y="285"/>
                </a:lnTo>
                <a:lnTo>
                  <a:pt x="4586" y="283"/>
                </a:lnTo>
                <a:lnTo>
                  <a:pt x="4604" y="281"/>
                </a:lnTo>
                <a:lnTo>
                  <a:pt x="4622" y="279"/>
                </a:lnTo>
                <a:lnTo>
                  <a:pt x="4640" y="277"/>
                </a:lnTo>
                <a:lnTo>
                  <a:pt x="4657" y="275"/>
                </a:lnTo>
                <a:lnTo>
                  <a:pt x="4675" y="273"/>
                </a:lnTo>
                <a:lnTo>
                  <a:pt x="4693" y="271"/>
                </a:lnTo>
                <a:lnTo>
                  <a:pt x="4711" y="269"/>
                </a:lnTo>
                <a:lnTo>
                  <a:pt x="4729" y="267"/>
                </a:lnTo>
                <a:lnTo>
                  <a:pt x="4747" y="265"/>
                </a:lnTo>
                <a:lnTo>
                  <a:pt x="4765" y="263"/>
                </a:lnTo>
                <a:lnTo>
                  <a:pt x="4782" y="261"/>
                </a:lnTo>
                <a:lnTo>
                  <a:pt x="4800" y="259"/>
                </a:lnTo>
                <a:lnTo>
                  <a:pt x="4818" y="257"/>
                </a:lnTo>
                <a:lnTo>
                  <a:pt x="4836" y="255"/>
                </a:lnTo>
                <a:lnTo>
                  <a:pt x="4854" y="253"/>
                </a:lnTo>
                <a:lnTo>
                  <a:pt x="4872" y="251"/>
                </a:lnTo>
                <a:lnTo>
                  <a:pt x="4889" y="249"/>
                </a:lnTo>
                <a:lnTo>
                  <a:pt x="4907" y="247"/>
                </a:lnTo>
                <a:lnTo>
                  <a:pt x="4925" y="245"/>
                </a:lnTo>
                <a:lnTo>
                  <a:pt x="4943" y="243"/>
                </a:lnTo>
                <a:lnTo>
                  <a:pt x="4961" y="241"/>
                </a:lnTo>
                <a:lnTo>
                  <a:pt x="4979" y="239"/>
                </a:lnTo>
                <a:lnTo>
                  <a:pt x="4996" y="237"/>
                </a:lnTo>
                <a:lnTo>
                  <a:pt x="5014" y="235"/>
                </a:lnTo>
                <a:lnTo>
                  <a:pt x="5032" y="233"/>
                </a:lnTo>
                <a:lnTo>
                  <a:pt x="5050" y="231"/>
                </a:lnTo>
                <a:lnTo>
                  <a:pt x="5068" y="229"/>
                </a:lnTo>
                <a:lnTo>
                  <a:pt x="5086" y="227"/>
                </a:lnTo>
                <a:lnTo>
                  <a:pt x="5104" y="226"/>
                </a:lnTo>
                <a:lnTo>
                  <a:pt x="5121" y="224"/>
                </a:lnTo>
                <a:lnTo>
                  <a:pt x="5139" y="222"/>
                </a:lnTo>
                <a:lnTo>
                  <a:pt x="5157" y="220"/>
                </a:lnTo>
                <a:lnTo>
                  <a:pt x="5175" y="218"/>
                </a:lnTo>
                <a:lnTo>
                  <a:pt x="5193" y="216"/>
                </a:lnTo>
                <a:lnTo>
                  <a:pt x="5211" y="214"/>
                </a:lnTo>
                <a:lnTo>
                  <a:pt x="5228" y="212"/>
                </a:lnTo>
                <a:lnTo>
                  <a:pt x="5246" y="210"/>
                </a:lnTo>
                <a:lnTo>
                  <a:pt x="5264" y="208"/>
                </a:lnTo>
                <a:lnTo>
                  <a:pt x="5282" y="206"/>
                </a:lnTo>
                <a:lnTo>
                  <a:pt x="5300" y="204"/>
                </a:lnTo>
                <a:lnTo>
                  <a:pt x="5318" y="202"/>
                </a:lnTo>
                <a:lnTo>
                  <a:pt x="5336" y="200"/>
                </a:lnTo>
                <a:lnTo>
                  <a:pt x="5353" y="198"/>
                </a:lnTo>
                <a:lnTo>
                  <a:pt x="5371" y="196"/>
                </a:lnTo>
                <a:lnTo>
                  <a:pt x="5389" y="194"/>
                </a:lnTo>
                <a:lnTo>
                  <a:pt x="5407" y="192"/>
                </a:lnTo>
                <a:lnTo>
                  <a:pt x="5425" y="190"/>
                </a:lnTo>
                <a:lnTo>
                  <a:pt x="5443" y="188"/>
                </a:lnTo>
                <a:lnTo>
                  <a:pt x="5460" y="186"/>
                </a:lnTo>
                <a:lnTo>
                  <a:pt x="5478" y="184"/>
                </a:lnTo>
                <a:lnTo>
                  <a:pt x="5496" y="182"/>
                </a:lnTo>
                <a:lnTo>
                  <a:pt x="5514" y="180"/>
                </a:lnTo>
                <a:lnTo>
                  <a:pt x="5532" y="178"/>
                </a:lnTo>
                <a:lnTo>
                  <a:pt x="5550" y="176"/>
                </a:lnTo>
                <a:lnTo>
                  <a:pt x="5568" y="174"/>
                </a:lnTo>
                <a:lnTo>
                  <a:pt x="5585" y="172"/>
                </a:lnTo>
                <a:lnTo>
                  <a:pt x="5603" y="170"/>
                </a:lnTo>
                <a:lnTo>
                  <a:pt x="5621" y="168"/>
                </a:lnTo>
                <a:lnTo>
                  <a:pt x="5639" y="166"/>
                </a:lnTo>
                <a:lnTo>
                  <a:pt x="5657" y="164"/>
                </a:lnTo>
                <a:lnTo>
                  <a:pt x="5675" y="162"/>
                </a:lnTo>
                <a:lnTo>
                  <a:pt x="5692" y="160"/>
                </a:lnTo>
                <a:lnTo>
                  <a:pt x="5710" y="158"/>
                </a:lnTo>
                <a:lnTo>
                  <a:pt x="5728" y="156"/>
                </a:lnTo>
                <a:lnTo>
                  <a:pt x="5746" y="154"/>
                </a:lnTo>
                <a:lnTo>
                  <a:pt x="5764" y="152"/>
                </a:lnTo>
                <a:lnTo>
                  <a:pt x="5782" y="150"/>
                </a:lnTo>
                <a:lnTo>
                  <a:pt x="5799" y="148"/>
                </a:lnTo>
                <a:lnTo>
                  <a:pt x="5817" y="146"/>
                </a:lnTo>
                <a:lnTo>
                  <a:pt x="5835" y="144"/>
                </a:lnTo>
                <a:lnTo>
                  <a:pt x="5853" y="142"/>
                </a:lnTo>
                <a:lnTo>
                  <a:pt x="5871" y="140"/>
                </a:lnTo>
                <a:lnTo>
                  <a:pt x="5889" y="138"/>
                </a:lnTo>
                <a:lnTo>
                  <a:pt x="5907" y="136"/>
                </a:lnTo>
                <a:lnTo>
                  <a:pt x="5924" y="134"/>
                </a:lnTo>
                <a:lnTo>
                  <a:pt x="5942" y="132"/>
                </a:lnTo>
                <a:lnTo>
                  <a:pt x="5960" y="130"/>
                </a:lnTo>
                <a:lnTo>
                  <a:pt x="5978" y="128"/>
                </a:lnTo>
                <a:lnTo>
                  <a:pt x="5996" y="126"/>
                </a:lnTo>
                <a:lnTo>
                  <a:pt x="6014" y="124"/>
                </a:lnTo>
                <a:lnTo>
                  <a:pt x="6031" y="122"/>
                </a:lnTo>
                <a:lnTo>
                  <a:pt x="6049" y="120"/>
                </a:lnTo>
                <a:lnTo>
                  <a:pt x="6067" y="118"/>
                </a:lnTo>
                <a:lnTo>
                  <a:pt x="6085" y="116"/>
                </a:lnTo>
                <a:lnTo>
                  <a:pt x="6103" y="114"/>
                </a:lnTo>
                <a:lnTo>
                  <a:pt x="6121" y="112"/>
                </a:lnTo>
                <a:lnTo>
                  <a:pt x="6139" y="110"/>
                </a:lnTo>
                <a:lnTo>
                  <a:pt x="6156" y="108"/>
                </a:lnTo>
                <a:lnTo>
                  <a:pt x="6174" y="106"/>
                </a:lnTo>
                <a:lnTo>
                  <a:pt x="6192" y="104"/>
                </a:lnTo>
                <a:lnTo>
                  <a:pt x="6210" y="102"/>
                </a:lnTo>
                <a:lnTo>
                  <a:pt x="6228" y="100"/>
                </a:lnTo>
                <a:lnTo>
                  <a:pt x="6246" y="98"/>
                </a:lnTo>
                <a:lnTo>
                  <a:pt x="6263" y="96"/>
                </a:lnTo>
                <a:lnTo>
                  <a:pt x="6281" y="94"/>
                </a:lnTo>
                <a:lnTo>
                  <a:pt x="6299" y="92"/>
                </a:lnTo>
                <a:lnTo>
                  <a:pt x="6317" y="90"/>
                </a:lnTo>
                <a:lnTo>
                  <a:pt x="6335" y="88"/>
                </a:lnTo>
                <a:lnTo>
                  <a:pt x="6353" y="86"/>
                </a:lnTo>
                <a:lnTo>
                  <a:pt x="6371" y="84"/>
                </a:lnTo>
                <a:lnTo>
                  <a:pt x="6388" y="82"/>
                </a:lnTo>
                <a:lnTo>
                  <a:pt x="6406" y="80"/>
                </a:lnTo>
                <a:lnTo>
                  <a:pt x="6424" y="78"/>
                </a:lnTo>
                <a:lnTo>
                  <a:pt x="6442" y="76"/>
                </a:lnTo>
                <a:lnTo>
                  <a:pt x="6460" y="74"/>
                </a:lnTo>
                <a:lnTo>
                  <a:pt x="6478" y="72"/>
                </a:lnTo>
                <a:lnTo>
                  <a:pt x="6495" y="70"/>
                </a:lnTo>
                <a:lnTo>
                  <a:pt x="6513" y="68"/>
                </a:lnTo>
                <a:lnTo>
                  <a:pt x="6531" y="66"/>
                </a:lnTo>
                <a:lnTo>
                  <a:pt x="6549" y="64"/>
                </a:lnTo>
                <a:lnTo>
                  <a:pt x="6567" y="62"/>
                </a:lnTo>
                <a:lnTo>
                  <a:pt x="6585" y="60"/>
                </a:lnTo>
                <a:lnTo>
                  <a:pt x="6603" y="58"/>
                </a:lnTo>
                <a:lnTo>
                  <a:pt x="6620" y="56"/>
                </a:lnTo>
                <a:lnTo>
                  <a:pt x="6638" y="54"/>
                </a:lnTo>
                <a:lnTo>
                  <a:pt x="6656" y="52"/>
                </a:lnTo>
                <a:lnTo>
                  <a:pt x="6674" y="50"/>
                </a:lnTo>
                <a:lnTo>
                  <a:pt x="6692" y="48"/>
                </a:lnTo>
                <a:lnTo>
                  <a:pt x="6710" y="46"/>
                </a:lnTo>
                <a:lnTo>
                  <a:pt x="6727" y="44"/>
                </a:lnTo>
                <a:lnTo>
                  <a:pt x="6745" y="42"/>
                </a:lnTo>
                <a:lnTo>
                  <a:pt x="6763" y="40"/>
                </a:lnTo>
                <a:lnTo>
                  <a:pt x="6781" y="38"/>
                </a:lnTo>
                <a:lnTo>
                  <a:pt x="6799" y="36"/>
                </a:lnTo>
                <a:lnTo>
                  <a:pt x="6817" y="34"/>
                </a:lnTo>
                <a:lnTo>
                  <a:pt x="6834" y="32"/>
                </a:lnTo>
                <a:lnTo>
                  <a:pt x="6852" y="30"/>
                </a:lnTo>
                <a:lnTo>
                  <a:pt x="6870" y="28"/>
                </a:lnTo>
                <a:lnTo>
                  <a:pt x="6888" y="26"/>
                </a:lnTo>
                <a:lnTo>
                  <a:pt x="6906" y="24"/>
                </a:lnTo>
                <a:lnTo>
                  <a:pt x="6924" y="22"/>
                </a:lnTo>
                <a:lnTo>
                  <a:pt x="6942" y="20"/>
                </a:lnTo>
                <a:lnTo>
                  <a:pt x="6959" y="18"/>
                </a:lnTo>
                <a:lnTo>
                  <a:pt x="6977" y="16"/>
                </a:lnTo>
                <a:lnTo>
                  <a:pt x="6995" y="14"/>
                </a:lnTo>
                <a:lnTo>
                  <a:pt x="7013" y="12"/>
                </a:lnTo>
                <a:lnTo>
                  <a:pt x="7031" y="10"/>
                </a:lnTo>
                <a:lnTo>
                  <a:pt x="7049" y="8"/>
                </a:lnTo>
                <a:lnTo>
                  <a:pt x="7066" y="6"/>
                </a:lnTo>
                <a:lnTo>
                  <a:pt x="7084" y="4"/>
                </a:lnTo>
                <a:lnTo>
                  <a:pt x="7102" y="2"/>
                </a:lnTo>
                <a:lnTo>
                  <a:pt x="7120" y="0"/>
                </a:lnTo>
              </a:path>
            </a:pathLst>
          </a:custGeom>
          <a:noFill/>
          <a:ln w="19050">
            <a:solidFill>
              <a:srgbClr val="C4B8DC"/>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0" name="Freeform 9"/>
          <p:cNvSpPr/>
          <p:nvPr/>
        </p:nvSpPr>
        <p:spPr>
          <a:xfrm>
            <a:off x="896112" y="4134917"/>
            <a:ext cx="6510528" cy="395021"/>
          </a:xfrm>
          <a:custGeom>
            <a:avLst/>
            <a:gdLst/>
            <a:ahLst/>
            <a:cxnLst/>
            <a:rect l="l" t="t" r="r" b="b"/>
            <a:pathLst>
              <a:path w="7120" h="432">
                <a:moveTo>
                  <a:pt x="0" y="432"/>
                </a:moveTo>
                <a:lnTo>
                  <a:pt x="18" y="431"/>
                </a:lnTo>
                <a:lnTo>
                  <a:pt x="36" y="430"/>
                </a:lnTo>
                <a:lnTo>
                  <a:pt x="54" y="429"/>
                </a:lnTo>
                <a:lnTo>
                  <a:pt x="71" y="427"/>
                </a:lnTo>
                <a:lnTo>
                  <a:pt x="89" y="426"/>
                </a:lnTo>
                <a:lnTo>
                  <a:pt x="107" y="425"/>
                </a:lnTo>
                <a:lnTo>
                  <a:pt x="125" y="424"/>
                </a:lnTo>
                <a:lnTo>
                  <a:pt x="143" y="423"/>
                </a:lnTo>
                <a:lnTo>
                  <a:pt x="161" y="422"/>
                </a:lnTo>
                <a:lnTo>
                  <a:pt x="178" y="421"/>
                </a:lnTo>
                <a:lnTo>
                  <a:pt x="196" y="420"/>
                </a:lnTo>
                <a:lnTo>
                  <a:pt x="214" y="419"/>
                </a:lnTo>
                <a:lnTo>
                  <a:pt x="232" y="418"/>
                </a:lnTo>
                <a:lnTo>
                  <a:pt x="250" y="417"/>
                </a:lnTo>
                <a:lnTo>
                  <a:pt x="268" y="416"/>
                </a:lnTo>
                <a:lnTo>
                  <a:pt x="286" y="414"/>
                </a:lnTo>
                <a:lnTo>
                  <a:pt x="303" y="413"/>
                </a:lnTo>
                <a:lnTo>
                  <a:pt x="321" y="412"/>
                </a:lnTo>
                <a:lnTo>
                  <a:pt x="339" y="411"/>
                </a:lnTo>
                <a:lnTo>
                  <a:pt x="357" y="410"/>
                </a:lnTo>
                <a:lnTo>
                  <a:pt x="375" y="409"/>
                </a:lnTo>
                <a:lnTo>
                  <a:pt x="393" y="408"/>
                </a:lnTo>
                <a:lnTo>
                  <a:pt x="410" y="407"/>
                </a:lnTo>
                <a:lnTo>
                  <a:pt x="428" y="406"/>
                </a:lnTo>
                <a:lnTo>
                  <a:pt x="446" y="405"/>
                </a:lnTo>
                <a:lnTo>
                  <a:pt x="464" y="404"/>
                </a:lnTo>
                <a:lnTo>
                  <a:pt x="482" y="403"/>
                </a:lnTo>
                <a:lnTo>
                  <a:pt x="500" y="401"/>
                </a:lnTo>
                <a:lnTo>
                  <a:pt x="517" y="400"/>
                </a:lnTo>
                <a:lnTo>
                  <a:pt x="535" y="399"/>
                </a:lnTo>
                <a:lnTo>
                  <a:pt x="553" y="398"/>
                </a:lnTo>
                <a:lnTo>
                  <a:pt x="571" y="397"/>
                </a:lnTo>
                <a:lnTo>
                  <a:pt x="589" y="396"/>
                </a:lnTo>
                <a:lnTo>
                  <a:pt x="607" y="395"/>
                </a:lnTo>
                <a:lnTo>
                  <a:pt x="625" y="394"/>
                </a:lnTo>
                <a:lnTo>
                  <a:pt x="642" y="393"/>
                </a:lnTo>
                <a:lnTo>
                  <a:pt x="660" y="392"/>
                </a:lnTo>
                <a:lnTo>
                  <a:pt x="678" y="391"/>
                </a:lnTo>
                <a:lnTo>
                  <a:pt x="696" y="390"/>
                </a:lnTo>
                <a:lnTo>
                  <a:pt x="714" y="388"/>
                </a:lnTo>
                <a:lnTo>
                  <a:pt x="732" y="387"/>
                </a:lnTo>
                <a:lnTo>
                  <a:pt x="749" y="386"/>
                </a:lnTo>
                <a:lnTo>
                  <a:pt x="767" y="385"/>
                </a:lnTo>
                <a:lnTo>
                  <a:pt x="785" y="384"/>
                </a:lnTo>
                <a:lnTo>
                  <a:pt x="803" y="383"/>
                </a:lnTo>
                <a:lnTo>
                  <a:pt x="821" y="382"/>
                </a:lnTo>
                <a:lnTo>
                  <a:pt x="839" y="381"/>
                </a:lnTo>
                <a:lnTo>
                  <a:pt x="857" y="380"/>
                </a:lnTo>
                <a:lnTo>
                  <a:pt x="874" y="379"/>
                </a:lnTo>
                <a:lnTo>
                  <a:pt x="892" y="378"/>
                </a:lnTo>
                <a:lnTo>
                  <a:pt x="910" y="377"/>
                </a:lnTo>
                <a:lnTo>
                  <a:pt x="928" y="375"/>
                </a:lnTo>
                <a:lnTo>
                  <a:pt x="946" y="374"/>
                </a:lnTo>
                <a:lnTo>
                  <a:pt x="964" y="373"/>
                </a:lnTo>
                <a:lnTo>
                  <a:pt x="981" y="372"/>
                </a:lnTo>
                <a:lnTo>
                  <a:pt x="999" y="371"/>
                </a:lnTo>
                <a:lnTo>
                  <a:pt x="1017" y="370"/>
                </a:lnTo>
                <a:lnTo>
                  <a:pt x="1035" y="369"/>
                </a:lnTo>
                <a:lnTo>
                  <a:pt x="1053" y="368"/>
                </a:lnTo>
                <a:lnTo>
                  <a:pt x="1071" y="367"/>
                </a:lnTo>
                <a:lnTo>
                  <a:pt x="1089" y="366"/>
                </a:lnTo>
                <a:lnTo>
                  <a:pt x="1106" y="365"/>
                </a:lnTo>
                <a:lnTo>
                  <a:pt x="1124" y="364"/>
                </a:lnTo>
                <a:lnTo>
                  <a:pt x="1142" y="362"/>
                </a:lnTo>
                <a:lnTo>
                  <a:pt x="1160" y="361"/>
                </a:lnTo>
                <a:lnTo>
                  <a:pt x="1178" y="360"/>
                </a:lnTo>
                <a:lnTo>
                  <a:pt x="1196" y="359"/>
                </a:lnTo>
                <a:lnTo>
                  <a:pt x="1213" y="358"/>
                </a:lnTo>
                <a:lnTo>
                  <a:pt x="1231" y="357"/>
                </a:lnTo>
                <a:lnTo>
                  <a:pt x="1249" y="356"/>
                </a:lnTo>
                <a:lnTo>
                  <a:pt x="1267" y="355"/>
                </a:lnTo>
                <a:lnTo>
                  <a:pt x="1285" y="354"/>
                </a:lnTo>
                <a:lnTo>
                  <a:pt x="1303" y="353"/>
                </a:lnTo>
                <a:lnTo>
                  <a:pt x="1321" y="352"/>
                </a:lnTo>
                <a:lnTo>
                  <a:pt x="1338" y="351"/>
                </a:lnTo>
                <a:lnTo>
                  <a:pt x="1356" y="349"/>
                </a:lnTo>
                <a:lnTo>
                  <a:pt x="1374" y="348"/>
                </a:lnTo>
                <a:lnTo>
                  <a:pt x="1392" y="347"/>
                </a:lnTo>
                <a:lnTo>
                  <a:pt x="1410" y="346"/>
                </a:lnTo>
                <a:lnTo>
                  <a:pt x="1428" y="345"/>
                </a:lnTo>
                <a:lnTo>
                  <a:pt x="1445" y="344"/>
                </a:lnTo>
                <a:lnTo>
                  <a:pt x="1463" y="343"/>
                </a:lnTo>
                <a:lnTo>
                  <a:pt x="1481" y="342"/>
                </a:lnTo>
                <a:lnTo>
                  <a:pt x="1499" y="341"/>
                </a:lnTo>
                <a:lnTo>
                  <a:pt x="1517" y="340"/>
                </a:lnTo>
                <a:lnTo>
                  <a:pt x="1535" y="339"/>
                </a:lnTo>
                <a:lnTo>
                  <a:pt x="1552" y="338"/>
                </a:lnTo>
                <a:lnTo>
                  <a:pt x="1570" y="336"/>
                </a:lnTo>
                <a:lnTo>
                  <a:pt x="1588" y="335"/>
                </a:lnTo>
                <a:lnTo>
                  <a:pt x="1606" y="334"/>
                </a:lnTo>
                <a:lnTo>
                  <a:pt x="1624" y="333"/>
                </a:lnTo>
                <a:lnTo>
                  <a:pt x="1642" y="332"/>
                </a:lnTo>
                <a:lnTo>
                  <a:pt x="1660" y="331"/>
                </a:lnTo>
                <a:lnTo>
                  <a:pt x="1677" y="330"/>
                </a:lnTo>
                <a:lnTo>
                  <a:pt x="1695" y="329"/>
                </a:lnTo>
                <a:lnTo>
                  <a:pt x="1713" y="328"/>
                </a:lnTo>
                <a:lnTo>
                  <a:pt x="1731" y="327"/>
                </a:lnTo>
                <a:lnTo>
                  <a:pt x="1749" y="326"/>
                </a:lnTo>
                <a:lnTo>
                  <a:pt x="1767" y="325"/>
                </a:lnTo>
                <a:lnTo>
                  <a:pt x="1784" y="323"/>
                </a:lnTo>
                <a:lnTo>
                  <a:pt x="1802" y="322"/>
                </a:lnTo>
                <a:lnTo>
                  <a:pt x="1820" y="321"/>
                </a:lnTo>
                <a:lnTo>
                  <a:pt x="1838" y="320"/>
                </a:lnTo>
                <a:lnTo>
                  <a:pt x="1856" y="319"/>
                </a:lnTo>
                <a:lnTo>
                  <a:pt x="1874" y="318"/>
                </a:lnTo>
                <a:lnTo>
                  <a:pt x="1892" y="317"/>
                </a:lnTo>
                <a:lnTo>
                  <a:pt x="1909" y="316"/>
                </a:lnTo>
                <a:lnTo>
                  <a:pt x="1927" y="315"/>
                </a:lnTo>
                <a:lnTo>
                  <a:pt x="1945" y="314"/>
                </a:lnTo>
                <a:lnTo>
                  <a:pt x="1963" y="313"/>
                </a:lnTo>
                <a:lnTo>
                  <a:pt x="1981" y="312"/>
                </a:lnTo>
                <a:lnTo>
                  <a:pt x="1999" y="310"/>
                </a:lnTo>
                <a:lnTo>
                  <a:pt x="2016" y="309"/>
                </a:lnTo>
                <a:lnTo>
                  <a:pt x="2034" y="308"/>
                </a:lnTo>
                <a:lnTo>
                  <a:pt x="2052" y="307"/>
                </a:lnTo>
                <a:lnTo>
                  <a:pt x="2070" y="306"/>
                </a:lnTo>
                <a:lnTo>
                  <a:pt x="2088" y="305"/>
                </a:lnTo>
                <a:lnTo>
                  <a:pt x="2106" y="304"/>
                </a:lnTo>
                <a:lnTo>
                  <a:pt x="2124" y="303"/>
                </a:lnTo>
                <a:lnTo>
                  <a:pt x="2141" y="302"/>
                </a:lnTo>
                <a:lnTo>
                  <a:pt x="2159" y="301"/>
                </a:lnTo>
                <a:lnTo>
                  <a:pt x="2177" y="300"/>
                </a:lnTo>
                <a:lnTo>
                  <a:pt x="2195" y="299"/>
                </a:lnTo>
                <a:lnTo>
                  <a:pt x="2213" y="297"/>
                </a:lnTo>
                <a:lnTo>
                  <a:pt x="2231" y="296"/>
                </a:lnTo>
                <a:lnTo>
                  <a:pt x="2248" y="295"/>
                </a:lnTo>
                <a:lnTo>
                  <a:pt x="2266" y="294"/>
                </a:lnTo>
                <a:lnTo>
                  <a:pt x="2284" y="293"/>
                </a:lnTo>
                <a:lnTo>
                  <a:pt x="2302" y="292"/>
                </a:lnTo>
                <a:lnTo>
                  <a:pt x="2320" y="291"/>
                </a:lnTo>
                <a:lnTo>
                  <a:pt x="2338" y="290"/>
                </a:lnTo>
                <a:lnTo>
                  <a:pt x="2355" y="289"/>
                </a:lnTo>
                <a:lnTo>
                  <a:pt x="2373" y="288"/>
                </a:lnTo>
                <a:lnTo>
                  <a:pt x="2391" y="287"/>
                </a:lnTo>
                <a:lnTo>
                  <a:pt x="2409" y="286"/>
                </a:lnTo>
                <a:lnTo>
                  <a:pt x="2427" y="284"/>
                </a:lnTo>
                <a:lnTo>
                  <a:pt x="2445" y="283"/>
                </a:lnTo>
                <a:lnTo>
                  <a:pt x="2463" y="282"/>
                </a:lnTo>
                <a:lnTo>
                  <a:pt x="2480" y="281"/>
                </a:lnTo>
                <a:lnTo>
                  <a:pt x="2498" y="280"/>
                </a:lnTo>
                <a:lnTo>
                  <a:pt x="2516" y="279"/>
                </a:lnTo>
                <a:lnTo>
                  <a:pt x="2534" y="278"/>
                </a:lnTo>
                <a:lnTo>
                  <a:pt x="2552" y="277"/>
                </a:lnTo>
                <a:lnTo>
                  <a:pt x="2570" y="276"/>
                </a:lnTo>
                <a:lnTo>
                  <a:pt x="2587" y="275"/>
                </a:lnTo>
                <a:lnTo>
                  <a:pt x="2605" y="274"/>
                </a:lnTo>
                <a:lnTo>
                  <a:pt x="2623" y="273"/>
                </a:lnTo>
                <a:lnTo>
                  <a:pt x="2641" y="271"/>
                </a:lnTo>
                <a:lnTo>
                  <a:pt x="2659" y="270"/>
                </a:lnTo>
                <a:lnTo>
                  <a:pt x="2677" y="269"/>
                </a:lnTo>
                <a:lnTo>
                  <a:pt x="2695" y="268"/>
                </a:lnTo>
                <a:lnTo>
                  <a:pt x="2712" y="267"/>
                </a:lnTo>
                <a:lnTo>
                  <a:pt x="2730" y="266"/>
                </a:lnTo>
                <a:lnTo>
                  <a:pt x="2748" y="265"/>
                </a:lnTo>
                <a:lnTo>
                  <a:pt x="2766" y="264"/>
                </a:lnTo>
                <a:lnTo>
                  <a:pt x="2784" y="263"/>
                </a:lnTo>
                <a:lnTo>
                  <a:pt x="2802" y="262"/>
                </a:lnTo>
                <a:lnTo>
                  <a:pt x="2819" y="261"/>
                </a:lnTo>
                <a:lnTo>
                  <a:pt x="2837" y="260"/>
                </a:lnTo>
                <a:lnTo>
                  <a:pt x="2855" y="258"/>
                </a:lnTo>
                <a:lnTo>
                  <a:pt x="2873" y="257"/>
                </a:lnTo>
                <a:lnTo>
                  <a:pt x="2891" y="256"/>
                </a:lnTo>
                <a:lnTo>
                  <a:pt x="2909" y="255"/>
                </a:lnTo>
                <a:lnTo>
                  <a:pt x="2927" y="254"/>
                </a:lnTo>
                <a:lnTo>
                  <a:pt x="2944" y="253"/>
                </a:lnTo>
                <a:lnTo>
                  <a:pt x="2962" y="252"/>
                </a:lnTo>
                <a:lnTo>
                  <a:pt x="2980" y="251"/>
                </a:lnTo>
                <a:lnTo>
                  <a:pt x="2998" y="250"/>
                </a:lnTo>
                <a:lnTo>
                  <a:pt x="3016" y="249"/>
                </a:lnTo>
                <a:lnTo>
                  <a:pt x="3034" y="248"/>
                </a:lnTo>
                <a:lnTo>
                  <a:pt x="3051" y="247"/>
                </a:lnTo>
                <a:lnTo>
                  <a:pt x="3069" y="245"/>
                </a:lnTo>
                <a:lnTo>
                  <a:pt x="3087" y="244"/>
                </a:lnTo>
                <a:lnTo>
                  <a:pt x="3105" y="243"/>
                </a:lnTo>
                <a:lnTo>
                  <a:pt x="3123" y="242"/>
                </a:lnTo>
                <a:lnTo>
                  <a:pt x="3141" y="241"/>
                </a:lnTo>
                <a:lnTo>
                  <a:pt x="3158" y="240"/>
                </a:lnTo>
                <a:lnTo>
                  <a:pt x="3176" y="239"/>
                </a:lnTo>
                <a:lnTo>
                  <a:pt x="3194" y="238"/>
                </a:lnTo>
                <a:lnTo>
                  <a:pt x="3212" y="237"/>
                </a:lnTo>
                <a:lnTo>
                  <a:pt x="3230" y="236"/>
                </a:lnTo>
                <a:lnTo>
                  <a:pt x="3248" y="235"/>
                </a:lnTo>
                <a:lnTo>
                  <a:pt x="3266" y="234"/>
                </a:lnTo>
                <a:lnTo>
                  <a:pt x="3283" y="232"/>
                </a:lnTo>
                <a:lnTo>
                  <a:pt x="3301" y="231"/>
                </a:lnTo>
                <a:lnTo>
                  <a:pt x="3319" y="230"/>
                </a:lnTo>
                <a:lnTo>
                  <a:pt x="3337" y="229"/>
                </a:lnTo>
                <a:lnTo>
                  <a:pt x="3355" y="228"/>
                </a:lnTo>
                <a:lnTo>
                  <a:pt x="3373" y="227"/>
                </a:lnTo>
                <a:lnTo>
                  <a:pt x="3390" y="226"/>
                </a:lnTo>
                <a:lnTo>
                  <a:pt x="3408" y="225"/>
                </a:lnTo>
                <a:lnTo>
                  <a:pt x="3426" y="224"/>
                </a:lnTo>
                <a:lnTo>
                  <a:pt x="3444" y="223"/>
                </a:lnTo>
                <a:lnTo>
                  <a:pt x="3462" y="222"/>
                </a:lnTo>
                <a:lnTo>
                  <a:pt x="3480" y="221"/>
                </a:lnTo>
                <a:lnTo>
                  <a:pt x="3498" y="219"/>
                </a:lnTo>
                <a:lnTo>
                  <a:pt x="3515" y="218"/>
                </a:lnTo>
                <a:lnTo>
                  <a:pt x="3533" y="217"/>
                </a:lnTo>
                <a:lnTo>
                  <a:pt x="3551" y="216"/>
                </a:lnTo>
                <a:lnTo>
                  <a:pt x="3569" y="215"/>
                </a:lnTo>
                <a:lnTo>
                  <a:pt x="3587" y="214"/>
                </a:lnTo>
                <a:lnTo>
                  <a:pt x="3605" y="213"/>
                </a:lnTo>
                <a:lnTo>
                  <a:pt x="3622" y="212"/>
                </a:lnTo>
                <a:lnTo>
                  <a:pt x="3640" y="211"/>
                </a:lnTo>
                <a:lnTo>
                  <a:pt x="3658" y="210"/>
                </a:lnTo>
                <a:lnTo>
                  <a:pt x="3676" y="209"/>
                </a:lnTo>
                <a:lnTo>
                  <a:pt x="3694" y="208"/>
                </a:lnTo>
                <a:lnTo>
                  <a:pt x="3712" y="206"/>
                </a:lnTo>
                <a:lnTo>
                  <a:pt x="3730" y="205"/>
                </a:lnTo>
                <a:lnTo>
                  <a:pt x="3747" y="204"/>
                </a:lnTo>
                <a:lnTo>
                  <a:pt x="3765" y="203"/>
                </a:lnTo>
                <a:lnTo>
                  <a:pt x="3783" y="202"/>
                </a:lnTo>
                <a:lnTo>
                  <a:pt x="3801" y="201"/>
                </a:lnTo>
                <a:lnTo>
                  <a:pt x="3819" y="200"/>
                </a:lnTo>
                <a:lnTo>
                  <a:pt x="3837" y="199"/>
                </a:lnTo>
                <a:lnTo>
                  <a:pt x="3854" y="198"/>
                </a:lnTo>
                <a:lnTo>
                  <a:pt x="3872" y="197"/>
                </a:lnTo>
                <a:lnTo>
                  <a:pt x="3890" y="196"/>
                </a:lnTo>
                <a:lnTo>
                  <a:pt x="3908" y="195"/>
                </a:lnTo>
                <a:lnTo>
                  <a:pt x="3926" y="193"/>
                </a:lnTo>
                <a:lnTo>
                  <a:pt x="3944" y="192"/>
                </a:lnTo>
                <a:lnTo>
                  <a:pt x="3962" y="191"/>
                </a:lnTo>
                <a:lnTo>
                  <a:pt x="3979" y="190"/>
                </a:lnTo>
                <a:lnTo>
                  <a:pt x="3997" y="189"/>
                </a:lnTo>
                <a:lnTo>
                  <a:pt x="4015" y="188"/>
                </a:lnTo>
                <a:lnTo>
                  <a:pt x="4033" y="187"/>
                </a:lnTo>
                <a:lnTo>
                  <a:pt x="4051" y="186"/>
                </a:lnTo>
                <a:lnTo>
                  <a:pt x="4069" y="185"/>
                </a:lnTo>
                <a:lnTo>
                  <a:pt x="4086" y="184"/>
                </a:lnTo>
                <a:lnTo>
                  <a:pt x="4104" y="183"/>
                </a:lnTo>
                <a:lnTo>
                  <a:pt x="4122" y="182"/>
                </a:lnTo>
                <a:lnTo>
                  <a:pt x="4140" y="180"/>
                </a:lnTo>
                <a:lnTo>
                  <a:pt x="4158" y="179"/>
                </a:lnTo>
                <a:lnTo>
                  <a:pt x="4176" y="178"/>
                </a:lnTo>
                <a:lnTo>
                  <a:pt x="4193" y="177"/>
                </a:lnTo>
                <a:lnTo>
                  <a:pt x="4211" y="176"/>
                </a:lnTo>
                <a:lnTo>
                  <a:pt x="4229" y="175"/>
                </a:lnTo>
                <a:lnTo>
                  <a:pt x="4247" y="174"/>
                </a:lnTo>
                <a:lnTo>
                  <a:pt x="4265" y="173"/>
                </a:lnTo>
                <a:lnTo>
                  <a:pt x="4283" y="172"/>
                </a:lnTo>
                <a:lnTo>
                  <a:pt x="4301" y="171"/>
                </a:lnTo>
                <a:lnTo>
                  <a:pt x="4318" y="170"/>
                </a:lnTo>
                <a:lnTo>
                  <a:pt x="4336" y="169"/>
                </a:lnTo>
                <a:lnTo>
                  <a:pt x="4354" y="167"/>
                </a:lnTo>
                <a:lnTo>
                  <a:pt x="4372" y="166"/>
                </a:lnTo>
                <a:lnTo>
                  <a:pt x="4390" y="165"/>
                </a:lnTo>
                <a:lnTo>
                  <a:pt x="4408" y="164"/>
                </a:lnTo>
                <a:lnTo>
                  <a:pt x="4425" y="163"/>
                </a:lnTo>
                <a:lnTo>
                  <a:pt x="4443" y="162"/>
                </a:lnTo>
                <a:lnTo>
                  <a:pt x="4461" y="161"/>
                </a:lnTo>
                <a:lnTo>
                  <a:pt x="4479" y="160"/>
                </a:lnTo>
                <a:lnTo>
                  <a:pt x="4497" y="159"/>
                </a:lnTo>
                <a:lnTo>
                  <a:pt x="4515" y="158"/>
                </a:lnTo>
                <a:lnTo>
                  <a:pt x="4533" y="157"/>
                </a:lnTo>
                <a:lnTo>
                  <a:pt x="4550" y="156"/>
                </a:lnTo>
                <a:lnTo>
                  <a:pt x="4568" y="154"/>
                </a:lnTo>
                <a:lnTo>
                  <a:pt x="4586" y="153"/>
                </a:lnTo>
                <a:lnTo>
                  <a:pt x="4604" y="152"/>
                </a:lnTo>
                <a:lnTo>
                  <a:pt x="4622" y="151"/>
                </a:lnTo>
                <a:lnTo>
                  <a:pt x="4640" y="150"/>
                </a:lnTo>
                <a:lnTo>
                  <a:pt x="4657" y="149"/>
                </a:lnTo>
                <a:lnTo>
                  <a:pt x="4675" y="148"/>
                </a:lnTo>
                <a:lnTo>
                  <a:pt x="4693" y="147"/>
                </a:lnTo>
                <a:lnTo>
                  <a:pt x="4711" y="146"/>
                </a:lnTo>
                <a:lnTo>
                  <a:pt x="4729" y="145"/>
                </a:lnTo>
                <a:lnTo>
                  <a:pt x="4747" y="144"/>
                </a:lnTo>
                <a:lnTo>
                  <a:pt x="4765" y="143"/>
                </a:lnTo>
                <a:lnTo>
                  <a:pt x="4782" y="141"/>
                </a:lnTo>
                <a:lnTo>
                  <a:pt x="4800" y="140"/>
                </a:lnTo>
                <a:lnTo>
                  <a:pt x="4818" y="139"/>
                </a:lnTo>
                <a:lnTo>
                  <a:pt x="4836" y="138"/>
                </a:lnTo>
                <a:lnTo>
                  <a:pt x="4854" y="137"/>
                </a:lnTo>
                <a:lnTo>
                  <a:pt x="4872" y="136"/>
                </a:lnTo>
                <a:lnTo>
                  <a:pt x="4889" y="135"/>
                </a:lnTo>
                <a:lnTo>
                  <a:pt x="4907" y="134"/>
                </a:lnTo>
                <a:lnTo>
                  <a:pt x="4925" y="133"/>
                </a:lnTo>
                <a:lnTo>
                  <a:pt x="4943" y="132"/>
                </a:lnTo>
                <a:lnTo>
                  <a:pt x="4961" y="131"/>
                </a:lnTo>
                <a:lnTo>
                  <a:pt x="4979" y="130"/>
                </a:lnTo>
                <a:lnTo>
                  <a:pt x="4996" y="128"/>
                </a:lnTo>
                <a:lnTo>
                  <a:pt x="5014" y="127"/>
                </a:lnTo>
                <a:lnTo>
                  <a:pt x="5032" y="126"/>
                </a:lnTo>
                <a:lnTo>
                  <a:pt x="5050" y="125"/>
                </a:lnTo>
                <a:lnTo>
                  <a:pt x="5068" y="124"/>
                </a:lnTo>
                <a:lnTo>
                  <a:pt x="5086" y="123"/>
                </a:lnTo>
                <a:lnTo>
                  <a:pt x="5104" y="122"/>
                </a:lnTo>
                <a:lnTo>
                  <a:pt x="5121" y="121"/>
                </a:lnTo>
                <a:lnTo>
                  <a:pt x="5139" y="120"/>
                </a:lnTo>
                <a:lnTo>
                  <a:pt x="5157" y="119"/>
                </a:lnTo>
                <a:lnTo>
                  <a:pt x="5175" y="118"/>
                </a:lnTo>
                <a:lnTo>
                  <a:pt x="5193" y="117"/>
                </a:lnTo>
                <a:lnTo>
                  <a:pt x="5211" y="115"/>
                </a:lnTo>
                <a:lnTo>
                  <a:pt x="5228" y="114"/>
                </a:lnTo>
                <a:lnTo>
                  <a:pt x="5246" y="113"/>
                </a:lnTo>
                <a:lnTo>
                  <a:pt x="5264" y="112"/>
                </a:lnTo>
                <a:lnTo>
                  <a:pt x="5282" y="111"/>
                </a:lnTo>
                <a:lnTo>
                  <a:pt x="5300" y="110"/>
                </a:lnTo>
                <a:lnTo>
                  <a:pt x="5318" y="109"/>
                </a:lnTo>
                <a:lnTo>
                  <a:pt x="5336" y="108"/>
                </a:lnTo>
                <a:lnTo>
                  <a:pt x="5353" y="107"/>
                </a:lnTo>
                <a:lnTo>
                  <a:pt x="5371" y="106"/>
                </a:lnTo>
                <a:lnTo>
                  <a:pt x="5389" y="105"/>
                </a:lnTo>
                <a:lnTo>
                  <a:pt x="5407" y="104"/>
                </a:lnTo>
                <a:lnTo>
                  <a:pt x="5425" y="102"/>
                </a:lnTo>
                <a:lnTo>
                  <a:pt x="5443" y="101"/>
                </a:lnTo>
                <a:lnTo>
                  <a:pt x="5460" y="100"/>
                </a:lnTo>
                <a:lnTo>
                  <a:pt x="5478" y="99"/>
                </a:lnTo>
                <a:lnTo>
                  <a:pt x="5496" y="98"/>
                </a:lnTo>
                <a:lnTo>
                  <a:pt x="5514" y="97"/>
                </a:lnTo>
                <a:lnTo>
                  <a:pt x="5532" y="96"/>
                </a:lnTo>
                <a:lnTo>
                  <a:pt x="5550" y="95"/>
                </a:lnTo>
                <a:lnTo>
                  <a:pt x="5568" y="94"/>
                </a:lnTo>
                <a:lnTo>
                  <a:pt x="5585" y="93"/>
                </a:lnTo>
                <a:lnTo>
                  <a:pt x="5603" y="92"/>
                </a:lnTo>
                <a:lnTo>
                  <a:pt x="5621" y="91"/>
                </a:lnTo>
                <a:lnTo>
                  <a:pt x="5639" y="89"/>
                </a:lnTo>
                <a:lnTo>
                  <a:pt x="5657" y="88"/>
                </a:lnTo>
                <a:lnTo>
                  <a:pt x="5675" y="87"/>
                </a:lnTo>
                <a:lnTo>
                  <a:pt x="5692" y="86"/>
                </a:lnTo>
                <a:lnTo>
                  <a:pt x="5710" y="85"/>
                </a:lnTo>
                <a:lnTo>
                  <a:pt x="5728" y="84"/>
                </a:lnTo>
                <a:lnTo>
                  <a:pt x="5746" y="83"/>
                </a:lnTo>
                <a:lnTo>
                  <a:pt x="5764" y="82"/>
                </a:lnTo>
                <a:lnTo>
                  <a:pt x="5782" y="81"/>
                </a:lnTo>
                <a:lnTo>
                  <a:pt x="5799" y="80"/>
                </a:lnTo>
                <a:lnTo>
                  <a:pt x="5817" y="79"/>
                </a:lnTo>
                <a:lnTo>
                  <a:pt x="5835" y="78"/>
                </a:lnTo>
                <a:lnTo>
                  <a:pt x="5853" y="76"/>
                </a:lnTo>
                <a:lnTo>
                  <a:pt x="5871" y="75"/>
                </a:lnTo>
                <a:lnTo>
                  <a:pt x="5889" y="74"/>
                </a:lnTo>
                <a:lnTo>
                  <a:pt x="5907" y="73"/>
                </a:lnTo>
                <a:lnTo>
                  <a:pt x="5924" y="72"/>
                </a:lnTo>
                <a:lnTo>
                  <a:pt x="5942" y="71"/>
                </a:lnTo>
                <a:lnTo>
                  <a:pt x="5960" y="70"/>
                </a:lnTo>
                <a:lnTo>
                  <a:pt x="5978" y="69"/>
                </a:lnTo>
                <a:lnTo>
                  <a:pt x="5996" y="68"/>
                </a:lnTo>
                <a:lnTo>
                  <a:pt x="6014" y="67"/>
                </a:lnTo>
                <a:lnTo>
                  <a:pt x="6031" y="66"/>
                </a:lnTo>
                <a:lnTo>
                  <a:pt x="6049" y="65"/>
                </a:lnTo>
                <a:lnTo>
                  <a:pt x="6067" y="63"/>
                </a:lnTo>
                <a:lnTo>
                  <a:pt x="6085" y="62"/>
                </a:lnTo>
                <a:lnTo>
                  <a:pt x="6103" y="61"/>
                </a:lnTo>
                <a:lnTo>
                  <a:pt x="6121" y="60"/>
                </a:lnTo>
                <a:lnTo>
                  <a:pt x="6139" y="59"/>
                </a:lnTo>
                <a:lnTo>
                  <a:pt x="6156" y="58"/>
                </a:lnTo>
                <a:lnTo>
                  <a:pt x="6174" y="57"/>
                </a:lnTo>
                <a:lnTo>
                  <a:pt x="6192" y="56"/>
                </a:lnTo>
                <a:lnTo>
                  <a:pt x="6210" y="55"/>
                </a:lnTo>
                <a:lnTo>
                  <a:pt x="6228" y="54"/>
                </a:lnTo>
                <a:lnTo>
                  <a:pt x="6246" y="53"/>
                </a:lnTo>
                <a:lnTo>
                  <a:pt x="6263" y="52"/>
                </a:lnTo>
                <a:lnTo>
                  <a:pt x="6281" y="50"/>
                </a:lnTo>
                <a:lnTo>
                  <a:pt x="6299" y="49"/>
                </a:lnTo>
                <a:lnTo>
                  <a:pt x="6317" y="48"/>
                </a:lnTo>
                <a:lnTo>
                  <a:pt x="6335" y="47"/>
                </a:lnTo>
                <a:lnTo>
                  <a:pt x="6353" y="46"/>
                </a:lnTo>
                <a:lnTo>
                  <a:pt x="6371" y="45"/>
                </a:lnTo>
                <a:lnTo>
                  <a:pt x="6388" y="44"/>
                </a:lnTo>
                <a:lnTo>
                  <a:pt x="6406" y="43"/>
                </a:lnTo>
                <a:lnTo>
                  <a:pt x="6424" y="42"/>
                </a:lnTo>
                <a:lnTo>
                  <a:pt x="6442" y="41"/>
                </a:lnTo>
                <a:lnTo>
                  <a:pt x="6460" y="40"/>
                </a:lnTo>
                <a:lnTo>
                  <a:pt x="6478" y="39"/>
                </a:lnTo>
                <a:lnTo>
                  <a:pt x="6495" y="37"/>
                </a:lnTo>
                <a:lnTo>
                  <a:pt x="6513" y="36"/>
                </a:lnTo>
                <a:lnTo>
                  <a:pt x="6531" y="35"/>
                </a:lnTo>
                <a:lnTo>
                  <a:pt x="6549" y="34"/>
                </a:lnTo>
                <a:lnTo>
                  <a:pt x="6567" y="33"/>
                </a:lnTo>
                <a:lnTo>
                  <a:pt x="6585" y="32"/>
                </a:lnTo>
                <a:lnTo>
                  <a:pt x="6603" y="31"/>
                </a:lnTo>
                <a:lnTo>
                  <a:pt x="6620" y="30"/>
                </a:lnTo>
                <a:lnTo>
                  <a:pt x="6638" y="29"/>
                </a:lnTo>
                <a:lnTo>
                  <a:pt x="6656" y="28"/>
                </a:lnTo>
                <a:lnTo>
                  <a:pt x="6674" y="27"/>
                </a:lnTo>
                <a:lnTo>
                  <a:pt x="6692" y="26"/>
                </a:lnTo>
                <a:lnTo>
                  <a:pt x="6710" y="24"/>
                </a:lnTo>
                <a:lnTo>
                  <a:pt x="6727" y="23"/>
                </a:lnTo>
                <a:lnTo>
                  <a:pt x="6745" y="22"/>
                </a:lnTo>
                <a:lnTo>
                  <a:pt x="6763" y="21"/>
                </a:lnTo>
                <a:lnTo>
                  <a:pt x="6781" y="20"/>
                </a:lnTo>
                <a:lnTo>
                  <a:pt x="6799" y="19"/>
                </a:lnTo>
                <a:lnTo>
                  <a:pt x="6817" y="18"/>
                </a:lnTo>
                <a:lnTo>
                  <a:pt x="6834" y="17"/>
                </a:lnTo>
                <a:lnTo>
                  <a:pt x="6852" y="16"/>
                </a:lnTo>
                <a:lnTo>
                  <a:pt x="6870" y="15"/>
                </a:lnTo>
                <a:lnTo>
                  <a:pt x="6888" y="14"/>
                </a:lnTo>
                <a:lnTo>
                  <a:pt x="6906" y="13"/>
                </a:lnTo>
                <a:lnTo>
                  <a:pt x="6924" y="11"/>
                </a:lnTo>
                <a:lnTo>
                  <a:pt x="6942" y="10"/>
                </a:lnTo>
                <a:lnTo>
                  <a:pt x="6959" y="9"/>
                </a:lnTo>
                <a:lnTo>
                  <a:pt x="6977" y="8"/>
                </a:lnTo>
                <a:lnTo>
                  <a:pt x="6995" y="7"/>
                </a:lnTo>
                <a:lnTo>
                  <a:pt x="7013" y="6"/>
                </a:lnTo>
                <a:lnTo>
                  <a:pt x="7031" y="5"/>
                </a:lnTo>
                <a:lnTo>
                  <a:pt x="7049" y="4"/>
                </a:lnTo>
                <a:lnTo>
                  <a:pt x="7066" y="3"/>
                </a:lnTo>
                <a:lnTo>
                  <a:pt x="7084" y="2"/>
                </a:lnTo>
                <a:lnTo>
                  <a:pt x="7102" y="1"/>
                </a:lnTo>
                <a:lnTo>
                  <a:pt x="7120" y="0"/>
                </a:lnTo>
              </a:path>
            </a:pathLst>
          </a:custGeom>
          <a:noFill/>
          <a:ln w="19050">
            <a:solidFill>
              <a:srgbClr val="C4B8DC"/>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1" name="Freeform 10"/>
          <p:cNvSpPr/>
          <p:nvPr/>
        </p:nvSpPr>
        <p:spPr>
          <a:xfrm>
            <a:off x="896112" y="3731666"/>
            <a:ext cx="6510528" cy="958291"/>
          </a:xfrm>
          <a:custGeom>
            <a:avLst/>
            <a:gdLst/>
            <a:ahLst/>
            <a:cxnLst/>
            <a:rect l="l" t="t" r="r" b="b"/>
            <a:pathLst>
              <a:path w="7120" h="1048">
                <a:moveTo>
                  <a:pt x="0" y="1048"/>
                </a:moveTo>
                <a:lnTo>
                  <a:pt x="18" y="1045"/>
                </a:lnTo>
                <a:lnTo>
                  <a:pt x="36" y="1042"/>
                </a:lnTo>
                <a:lnTo>
                  <a:pt x="54" y="1040"/>
                </a:lnTo>
                <a:lnTo>
                  <a:pt x="71" y="1037"/>
                </a:lnTo>
                <a:lnTo>
                  <a:pt x="89" y="1034"/>
                </a:lnTo>
                <a:lnTo>
                  <a:pt x="107" y="1032"/>
                </a:lnTo>
                <a:lnTo>
                  <a:pt x="125" y="1029"/>
                </a:lnTo>
                <a:lnTo>
                  <a:pt x="143" y="1027"/>
                </a:lnTo>
                <a:lnTo>
                  <a:pt x="161" y="1024"/>
                </a:lnTo>
                <a:lnTo>
                  <a:pt x="178" y="1021"/>
                </a:lnTo>
                <a:lnTo>
                  <a:pt x="196" y="1019"/>
                </a:lnTo>
                <a:lnTo>
                  <a:pt x="214" y="1016"/>
                </a:lnTo>
                <a:lnTo>
                  <a:pt x="232" y="1013"/>
                </a:lnTo>
                <a:lnTo>
                  <a:pt x="250" y="1011"/>
                </a:lnTo>
                <a:lnTo>
                  <a:pt x="268" y="1008"/>
                </a:lnTo>
                <a:lnTo>
                  <a:pt x="286" y="1006"/>
                </a:lnTo>
                <a:lnTo>
                  <a:pt x="303" y="1003"/>
                </a:lnTo>
                <a:lnTo>
                  <a:pt x="321" y="1000"/>
                </a:lnTo>
                <a:lnTo>
                  <a:pt x="339" y="998"/>
                </a:lnTo>
                <a:lnTo>
                  <a:pt x="357" y="995"/>
                </a:lnTo>
                <a:lnTo>
                  <a:pt x="375" y="992"/>
                </a:lnTo>
                <a:lnTo>
                  <a:pt x="393" y="990"/>
                </a:lnTo>
                <a:lnTo>
                  <a:pt x="410" y="987"/>
                </a:lnTo>
                <a:lnTo>
                  <a:pt x="428" y="985"/>
                </a:lnTo>
                <a:lnTo>
                  <a:pt x="446" y="982"/>
                </a:lnTo>
                <a:lnTo>
                  <a:pt x="464" y="979"/>
                </a:lnTo>
                <a:lnTo>
                  <a:pt x="482" y="977"/>
                </a:lnTo>
                <a:lnTo>
                  <a:pt x="500" y="974"/>
                </a:lnTo>
                <a:lnTo>
                  <a:pt x="517" y="971"/>
                </a:lnTo>
                <a:lnTo>
                  <a:pt x="535" y="969"/>
                </a:lnTo>
                <a:lnTo>
                  <a:pt x="553" y="966"/>
                </a:lnTo>
                <a:lnTo>
                  <a:pt x="571" y="964"/>
                </a:lnTo>
                <a:lnTo>
                  <a:pt x="589" y="961"/>
                </a:lnTo>
                <a:lnTo>
                  <a:pt x="607" y="958"/>
                </a:lnTo>
                <a:lnTo>
                  <a:pt x="625" y="956"/>
                </a:lnTo>
                <a:lnTo>
                  <a:pt x="642" y="953"/>
                </a:lnTo>
                <a:lnTo>
                  <a:pt x="660" y="950"/>
                </a:lnTo>
                <a:lnTo>
                  <a:pt x="678" y="948"/>
                </a:lnTo>
                <a:lnTo>
                  <a:pt x="696" y="945"/>
                </a:lnTo>
                <a:lnTo>
                  <a:pt x="714" y="943"/>
                </a:lnTo>
                <a:lnTo>
                  <a:pt x="732" y="940"/>
                </a:lnTo>
                <a:lnTo>
                  <a:pt x="749" y="937"/>
                </a:lnTo>
                <a:lnTo>
                  <a:pt x="767" y="935"/>
                </a:lnTo>
                <a:lnTo>
                  <a:pt x="785" y="932"/>
                </a:lnTo>
                <a:lnTo>
                  <a:pt x="803" y="929"/>
                </a:lnTo>
                <a:lnTo>
                  <a:pt x="821" y="927"/>
                </a:lnTo>
                <a:lnTo>
                  <a:pt x="839" y="924"/>
                </a:lnTo>
                <a:lnTo>
                  <a:pt x="857" y="922"/>
                </a:lnTo>
                <a:lnTo>
                  <a:pt x="874" y="919"/>
                </a:lnTo>
                <a:lnTo>
                  <a:pt x="892" y="916"/>
                </a:lnTo>
                <a:lnTo>
                  <a:pt x="910" y="914"/>
                </a:lnTo>
                <a:lnTo>
                  <a:pt x="928" y="911"/>
                </a:lnTo>
                <a:lnTo>
                  <a:pt x="946" y="908"/>
                </a:lnTo>
                <a:lnTo>
                  <a:pt x="964" y="906"/>
                </a:lnTo>
                <a:lnTo>
                  <a:pt x="981" y="903"/>
                </a:lnTo>
                <a:lnTo>
                  <a:pt x="999" y="901"/>
                </a:lnTo>
                <a:lnTo>
                  <a:pt x="1017" y="898"/>
                </a:lnTo>
                <a:lnTo>
                  <a:pt x="1035" y="895"/>
                </a:lnTo>
                <a:lnTo>
                  <a:pt x="1053" y="893"/>
                </a:lnTo>
                <a:lnTo>
                  <a:pt x="1071" y="890"/>
                </a:lnTo>
                <a:lnTo>
                  <a:pt x="1089" y="887"/>
                </a:lnTo>
                <a:lnTo>
                  <a:pt x="1106" y="885"/>
                </a:lnTo>
                <a:lnTo>
                  <a:pt x="1124" y="882"/>
                </a:lnTo>
                <a:lnTo>
                  <a:pt x="1142" y="880"/>
                </a:lnTo>
                <a:lnTo>
                  <a:pt x="1160" y="877"/>
                </a:lnTo>
                <a:lnTo>
                  <a:pt x="1178" y="874"/>
                </a:lnTo>
                <a:lnTo>
                  <a:pt x="1196" y="872"/>
                </a:lnTo>
                <a:lnTo>
                  <a:pt x="1213" y="869"/>
                </a:lnTo>
                <a:lnTo>
                  <a:pt x="1231" y="866"/>
                </a:lnTo>
                <a:lnTo>
                  <a:pt x="1249" y="864"/>
                </a:lnTo>
                <a:lnTo>
                  <a:pt x="1267" y="861"/>
                </a:lnTo>
                <a:lnTo>
                  <a:pt x="1285" y="859"/>
                </a:lnTo>
                <a:lnTo>
                  <a:pt x="1303" y="856"/>
                </a:lnTo>
                <a:lnTo>
                  <a:pt x="1321" y="853"/>
                </a:lnTo>
                <a:lnTo>
                  <a:pt x="1338" y="851"/>
                </a:lnTo>
                <a:lnTo>
                  <a:pt x="1356" y="848"/>
                </a:lnTo>
                <a:lnTo>
                  <a:pt x="1374" y="845"/>
                </a:lnTo>
                <a:lnTo>
                  <a:pt x="1392" y="843"/>
                </a:lnTo>
                <a:lnTo>
                  <a:pt x="1410" y="840"/>
                </a:lnTo>
                <a:lnTo>
                  <a:pt x="1428" y="838"/>
                </a:lnTo>
                <a:lnTo>
                  <a:pt x="1445" y="835"/>
                </a:lnTo>
                <a:lnTo>
                  <a:pt x="1463" y="832"/>
                </a:lnTo>
                <a:lnTo>
                  <a:pt x="1481" y="830"/>
                </a:lnTo>
                <a:lnTo>
                  <a:pt x="1499" y="827"/>
                </a:lnTo>
                <a:lnTo>
                  <a:pt x="1517" y="824"/>
                </a:lnTo>
                <a:lnTo>
                  <a:pt x="1535" y="822"/>
                </a:lnTo>
                <a:lnTo>
                  <a:pt x="1552" y="819"/>
                </a:lnTo>
                <a:lnTo>
                  <a:pt x="1570" y="817"/>
                </a:lnTo>
                <a:lnTo>
                  <a:pt x="1588" y="814"/>
                </a:lnTo>
                <a:lnTo>
                  <a:pt x="1606" y="811"/>
                </a:lnTo>
                <a:lnTo>
                  <a:pt x="1624" y="809"/>
                </a:lnTo>
                <a:lnTo>
                  <a:pt x="1642" y="806"/>
                </a:lnTo>
                <a:lnTo>
                  <a:pt x="1660" y="803"/>
                </a:lnTo>
                <a:lnTo>
                  <a:pt x="1677" y="801"/>
                </a:lnTo>
                <a:lnTo>
                  <a:pt x="1695" y="798"/>
                </a:lnTo>
                <a:lnTo>
                  <a:pt x="1713" y="796"/>
                </a:lnTo>
                <a:lnTo>
                  <a:pt x="1731" y="793"/>
                </a:lnTo>
                <a:lnTo>
                  <a:pt x="1749" y="790"/>
                </a:lnTo>
                <a:lnTo>
                  <a:pt x="1767" y="788"/>
                </a:lnTo>
                <a:lnTo>
                  <a:pt x="1784" y="785"/>
                </a:lnTo>
                <a:lnTo>
                  <a:pt x="1802" y="782"/>
                </a:lnTo>
                <a:lnTo>
                  <a:pt x="1820" y="780"/>
                </a:lnTo>
                <a:lnTo>
                  <a:pt x="1838" y="777"/>
                </a:lnTo>
                <a:lnTo>
                  <a:pt x="1856" y="775"/>
                </a:lnTo>
                <a:lnTo>
                  <a:pt x="1874" y="772"/>
                </a:lnTo>
                <a:lnTo>
                  <a:pt x="1892" y="769"/>
                </a:lnTo>
                <a:lnTo>
                  <a:pt x="1909" y="767"/>
                </a:lnTo>
                <a:lnTo>
                  <a:pt x="1927" y="764"/>
                </a:lnTo>
                <a:lnTo>
                  <a:pt x="1945" y="761"/>
                </a:lnTo>
                <a:lnTo>
                  <a:pt x="1963" y="759"/>
                </a:lnTo>
                <a:lnTo>
                  <a:pt x="1981" y="756"/>
                </a:lnTo>
                <a:lnTo>
                  <a:pt x="1999" y="754"/>
                </a:lnTo>
                <a:lnTo>
                  <a:pt x="2016" y="751"/>
                </a:lnTo>
                <a:lnTo>
                  <a:pt x="2034" y="748"/>
                </a:lnTo>
                <a:lnTo>
                  <a:pt x="2052" y="746"/>
                </a:lnTo>
                <a:lnTo>
                  <a:pt x="2070" y="743"/>
                </a:lnTo>
                <a:lnTo>
                  <a:pt x="2088" y="740"/>
                </a:lnTo>
                <a:lnTo>
                  <a:pt x="2106" y="738"/>
                </a:lnTo>
                <a:lnTo>
                  <a:pt x="2124" y="735"/>
                </a:lnTo>
                <a:lnTo>
                  <a:pt x="2141" y="733"/>
                </a:lnTo>
                <a:lnTo>
                  <a:pt x="2159" y="730"/>
                </a:lnTo>
                <a:lnTo>
                  <a:pt x="2177" y="727"/>
                </a:lnTo>
                <a:lnTo>
                  <a:pt x="2195" y="725"/>
                </a:lnTo>
                <a:lnTo>
                  <a:pt x="2213" y="722"/>
                </a:lnTo>
                <a:lnTo>
                  <a:pt x="2231" y="719"/>
                </a:lnTo>
                <a:lnTo>
                  <a:pt x="2248" y="717"/>
                </a:lnTo>
                <a:lnTo>
                  <a:pt x="2266" y="714"/>
                </a:lnTo>
                <a:lnTo>
                  <a:pt x="2284" y="712"/>
                </a:lnTo>
                <a:lnTo>
                  <a:pt x="2302" y="709"/>
                </a:lnTo>
                <a:lnTo>
                  <a:pt x="2320" y="706"/>
                </a:lnTo>
                <a:lnTo>
                  <a:pt x="2338" y="704"/>
                </a:lnTo>
                <a:lnTo>
                  <a:pt x="2355" y="701"/>
                </a:lnTo>
                <a:lnTo>
                  <a:pt x="2373" y="698"/>
                </a:lnTo>
                <a:lnTo>
                  <a:pt x="2391" y="696"/>
                </a:lnTo>
                <a:lnTo>
                  <a:pt x="2409" y="693"/>
                </a:lnTo>
                <a:lnTo>
                  <a:pt x="2427" y="691"/>
                </a:lnTo>
                <a:lnTo>
                  <a:pt x="2445" y="688"/>
                </a:lnTo>
                <a:lnTo>
                  <a:pt x="2463" y="685"/>
                </a:lnTo>
                <a:lnTo>
                  <a:pt x="2480" y="683"/>
                </a:lnTo>
                <a:lnTo>
                  <a:pt x="2498" y="680"/>
                </a:lnTo>
                <a:lnTo>
                  <a:pt x="2516" y="677"/>
                </a:lnTo>
                <a:lnTo>
                  <a:pt x="2534" y="675"/>
                </a:lnTo>
                <a:lnTo>
                  <a:pt x="2552" y="672"/>
                </a:lnTo>
                <a:lnTo>
                  <a:pt x="2570" y="670"/>
                </a:lnTo>
                <a:lnTo>
                  <a:pt x="2587" y="667"/>
                </a:lnTo>
                <a:lnTo>
                  <a:pt x="2605" y="664"/>
                </a:lnTo>
                <a:lnTo>
                  <a:pt x="2623" y="662"/>
                </a:lnTo>
                <a:lnTo>
                  <a:pt x="2641" y="659"/>
                </a:lnTo>
                <a:lnTo>
                  <a:pt x="2659" y="656"/>
                </a:lnTo>
                <a:lnTo>
                  <a:pt x="2677" y="654"/>
                </a:lnTo>
                <a:lnTo>
                  <a:pt x="2695" y="651"/>
                </a:lnTo>
                <a:lnTo>
                  <a:pt x="2712" y="649"/>
                </a:lnTo>
                <a:lnTo>
                  <a:pt x="2730" y="646"/>
                </a:lnTo>
                <a:lnTo>
                  <a:pt x="2748" y="643"/>
                </a:lnTo>
                <a:lnTo>
                  <a:pt x="2766" y="641"/>
                </a:lnTo>
                <a:lnTo>
                  <a:pt x="2784" y="638"/>
                </a:lnTo>
                <a:lnTo>
                  <a:pt x="2802" y="635"/>
                </a:lnTo>
                <a:lnTo>
                  <a:pt x="2819" y="633"/>
                </a:lnTo>
                <a:lnTo>
                  <a:pt x="2837" y="630"/>
                </a:lnTo>
                <a:lnTo>
                  <a:pt x="2855" y="628"/>
                </a:lnTo>
                <a:lnTo>
                  <a:pt x="2873" y="625"/>
                </a:lnTo>
                <a:lnTo>
                  <a:pt x="2891" y="622"/>
                </a:lnTo>
                <a:lnTo>
                  <a:pt x="2909" y="620"/>
                </a:lnTo>
                <a:lnTo>
                  <a:pt x="2927" y="617"/>
                </a:lnTo>
                <a:lnTo>
                  <a:pt x="2944" y="614"/>
                </a:lnTo>
                <a:lnTo>
                  <a:pt x="2962" y="612"/>
                </a:lnTo>
                <a:lnTo>
                  <a:pt x="2980" y="609"/>
                </a:lnTo>
                <a:lnTo>
                  <a:pt x="2998" y="607"/>
                </a:lnTo>
                <a:lnTo>
                  <a:pt x="3016" y="604"/>
                </a:lnTo>
                <a:lnTo>
                  <a:pt x="3034" y="601"/>
                </a:lnTo>
                <a:lnTo>
                  <a:pt x="3051" y="599"/>
                </a:lnTo>
                <a:lnTo>
                  <a:pt x="3069" y="596"/>
                </a:lnTo>
                <a:lnTo>
                  <a:pt x="3087" y="593"/>
                </a:lnTo>
                <a:lnTo>
                  <a:pt x="3105" y="591"/>
                </a:lnTo>
                <a:lnTo>
                  <a:pt x="3123" y="588"/>
                </a:lnTo>
                <a:lnTo>
                  <a:pt x="3141" y="586"/>
                </a:lnTo>
                <a:lnTo>
                  <a:pt x="3158" y="583"/>
                </a:lnTo>
                <a:lnTo>
                  <a:pt x="3176" y="580"/>
                </a:lnTo>
                <a:lnTo>
                  <a:pt x="3194" y="578"/>
                </a:lnTo>
                <a:lnTo>
                  <a:pt x="3212" y="575"/>
                </a:lnTo>
                <a:lnTo>
                  <a:pt x="3230" y="572"/>
                </a:lnTo>
                <a:lnTo>
                  <a:pt x="3248" y="570"/>
                </a:lnTo>
                <a:lnTo>
                  <a:pt x="3266" y="567"/>
                </a:lnTo>
                <a:lnTo>
                  <a:pt x="3283" y="565"/>
                </a:lnTo>
                <a:lnTo>
                  <a:pt x="3301" y="562"/>
                </a:lnTo>
                <a:lnTo>
                  <a:pt x="3319" y="559"/>
                </a:lnTo>
                <a:lnTo>
                  <a:pt x="3337" y="557"/>
                </a:lnTo>
                <a:lnTo>
                  <a:pt x="3355" y="554"/>
                </a:lnTo>
                <a:lnTo>
                  <a:pt x="3373" y="551"/>
                </a:lnTo>
                <a:lnTo>
                  <a:pt x="3390" y="549"/>
                </a:lnTo>
                <a:lnTo>
                  <a:pt x="3408" y="546"/>
                </a:lnTo>
                <a:lnTo>
                  <a:pt x="3426" y="544"/>
                </a:lnTo>
                <a:lnTo>
                  <a:pt x="3444" y="541"/>
                </a:lnTo>
                <a:lnTo>
                  <a:pt x="3462" y="538"/>
                </a:lnTo>
                <a:lnTo>
                  <a:pt x="3480" y="536"/>
                </a:lnTo>
                <a:lnTo>
                  <a:pt x="3498" y="533"/>
                </a:lnTo>
                <a:lnTo>
                  <a:pt x="3515" y="530"/>
                </a:lnTo>
                <a:lnTo>
                  <a:pt x="3533" y="528"/>
                </a:lnTo>
                <a:lnTo>
                  <a:pt x="3551" y="525"/>
                </a:lnTo>
                <a:lnTo>
                  <a:pt x="3569" y="523"/>
                </a:lnTo>
                <a:lnTo>
                  <a:pt x="3587" y="520"/>
                </a:lnTo>
                <a:lnTo>
                  <a:pt x="3605" y="517"/>
                </a:lnTo>
                <a:lnTo>
                  <a:pt x="3622" y="515"/>
                </a:lnTo>
                <a:lnTo>
                  <a:pt x="3640" y="512"/>
                </a:lnTo>
                <a:lnTo>
                  <a:pt x="3658" y="509"/>
                </a:lnTo>
                <a:lnTo>
                  <a:pt x="3676" y="507"/>
                </a:lnTo>
                <a:lnTo>
                  <a:pt x="3694" y="504"/>
                </a:lnTo>
                <a:lnTo>
                  <a:pt x="3712" y="502"/>
                </a:lnTo>
                <a:lnTo>
                  <a:pt x="3730" y="499"/>
                </a:lnTo>
                <a:lnTo>
                  <a:pt x="3747" y="496"/>
                </a:lnTo>
                <a:lnTo>
                  <a:pt x="3765" y="494"/>
                </a:lnTo>
                <a:lnTo>
                  <a:pt x="3783" y="491"/>
                </a:lnTo>
                <a:lnTo>
                  <a:pt x="3801" y="488"/>
                </a:lnTo>
                <a:lnTo>
                  <a:pt x="3819" y="486"/>
                </a:lnTo>
                <a:lnTo>
                  <a:pt x="3837" y="483"/>
                </a:lnTo>
                <a:lnTo>
                  <a:pt x="3854" y="481"/>
                </a:lnTo>
                <a:lnTo>
                  <a:pt x="3872" y="478"/>
                </a:lnTo>
                <a:lnTo>
                  <a:pt x="3890" y="475"/>
                </a:lnTo>
                <a:lnTo>
                  <a:pt x="3908" y="473"/>
                </a:lnTo>
                <a:lnTo>
                  <a:pt x="3926" y="470"/>
                </a:lnTo>
                <a:lnTo>
                  <a:pt x="3944" y="467"/>
                </a:lnTo>
                <a:lnTo>
                  <a:pt x="3962" y="465"/>
                </a:lnTo>
                <a:lnTo>
                  <a:pt x="3979" y="462"/>
                </a:lnTo>
                <a:lnTo>
                  <a:pt x="3997" y="460"/>
                </a:lnTo>
                <a:lnTo>
                  <a:pt x="4015" y="457"/>
                </a:lnTo>
                <a:lnTo>
                  <a:pt x="4033" y="454"/>
                </a:lnTo>
                <a:lnTo>
                  <a:pt x="4051" y="452"/>
                </a:lnTo>
                <a:lnTo>
                  <a:pt x="4069" y="449"/>
                </a:lnTo>
                <a:lnTo>
                  <a:pt x="4086" y="446"/>
                </a:lnTo>
                <a:lnTo>
                  <a:pt x="4104" y="444"/>
                </a:lnTo>
                <a:lnTo>
                  <a:pt x="4122" y="441"/>
                </a:lnTo>
                <a:lnTo>
                  <a:pt x="4140" y="439"/>
                </a:lnTo>
                <a:lnTo>
                  <a:pt x="4158" y="436"/>
                </a:lnTo>
                <a:lnTo>
                  <a:pt x="4176" y="433"/>
                </a:lnTo>
                <a:lnTo>
                  <a:pt x="4193" y="431"/>
                </a:lnTo>
                <a:lnTo>
                  <a:pt x="4211" y="428"/>
                </a:lnTo>
                <a:lnTo>
                  <a:pt x="4229" y="425"/>
                </a:lnTo>
                <a:lnTo>
                  <a:pt x="4247" y="423"/>
                </a:lnTo>
                <a:lnTo>
                  <a:pt x="4265" y="420"/>
                </a:lnTo>
                <a:lnTo>
                  <a:pt x="4283" y="418"/>
                </a:lnTo>
                <a:lnTo>
                  <a:pt x="4301" y="415"/>
                </a:lnTo>
                <a:lnTo>
                  <a:pt x="4318" y="412"/>
                </a:lnTo>
                <a:lnTo>
                  <a:pt x="4336" y="410"/>
                </a:lnTo>
                <a:lnTo>
                  <a:pt x="4354" y="407"/>
                </a:lnTo>
                <a:lnTo>
                  <a:pt x="4372" y="404"/>
                </a:lnTo>
                <a:lnTo>
                  <a:pt x="4390" y="402"/>
                </a:lnTo>
                <a:lnTo>
                  <a:pt x="4408" y="399"/>
                </a:lnTo>
                <a:lnTo>
                  <a:pt x="4425" y="397"/>
                </a:lnTo>
                <a:lnTo>
                  <a:pt x="4443" y="394"/>
                </a:lnTo>
                <a:lnTo>
                  <a:pt x="4461" y="391"/>
                </a:lnTo>
                <a:lnTo>
                  <a:pt x="4479" y="389"/>
                </a:lnTo>
                <a:lnTo>
                  <a:pt x="4497" y="386"/>
                </a:lnTo>
                <a:lnTo>
                  <a:pt x="4515" y="383"/>
                </a:lnTo>
                <a:lnTo>
                  <a:pt x="4533" y="381"/>
                </a:lnTo>
                <a:lnTo>
                  <a:pt x="4550" y="378"/>
                </a:lnTo>
                <a:lnTo>
                  <a:pt x="4568" y="376"/>
                </a:lnTo>
                <a:lnTo>
                  <a:pt x="4586" y="373"/>
                </a:lnTo>
                <a:lnTo>
                  <a:pt x="4604" y="370"/>
                </a:lnTo>
                <a:lnTo>
                  <a:pt x="4622" y="368"/>
                </a:lnTo>
                <a:lnTo>
                  <a:pt x="4640" y="365"/>
                </a:lnTo>
                <a:lnTo>
                  <a:pt x="4657" y="362"/>
                </a:lnTo>
                <a:lnTo>
                  <a:pt x="4675" y="360"/>
                </a:lnTo>
                <a:lnTo>
                  <a:pt x="4693" y="357"/>
                </a:lnTo>
                <a:lnTo>
                  <a:pt x="4711" y="355"/>
                </a:lnTo>
                <a:lnTo>
                  <a:pt x="4729" y="352"/>
                </a:lnTo>
                <a:lnTo>
                  <a:pt x="4747" y="349"/>
                </a:lnTo>
                <a:lnTo>
                  <a:pt x="4765" y="347"/>
                </a:lnTo>
                <a:lnTo>
                  <a:pt x="4782" y="344"/>
                </a:lnTo>
                <a:lnTo>
                  <a:pt x="4800" y="341"/>
                </a:lnTo>
                <a:lnTo>
                  <a:pt x="4818" y="339"/>
                </a:lnTo>
                <a:lnTo>
                  <a:pt x="4836" y="336"/>
                </a:lnTo>
                <a:lnTo>
                  <a:pt x="4854" y="334"/>
                </a:lnTo>
                <a:lnTo>
                  <a:pt x="4872" y="331"/>
                </a:lnTo>
                <a:lnTo>
                  <a:pt x="4889" y="328"/>
                </a:lnTo>
                <a:lnTo>
                  <a:pt x="4907" y="326"/>
                </a:lnTo>
                <a:lnTo>
                  <a:pt x="4925" y="323"/>
                </a:lnTo>
                <a:lnTo>
                  <a:pt x="4943" y="320"/>
                </a:lnTo>
                <a:lnTo>
                  <a:pt x="4961" y="318"/>
                </a:lnTo>
                <a:lnTo>
                  <a:pt x="4979" y="315"/>
                </a:lnTo>
                <a:lnTo>
                  <a:pt x="4996" y="313"/>
                </a:lnTo>
                <a:lnTo>
                  <a:pt x="5014" y="310"/>
                </a:lnTo>
                <a:lnTo>
                  <a:pt x="5032" y="307"/>
                </a:lnTo>
                <a:lnTo>
                  <a:pt x="5050" y="305"/>
                </a:lnTo>
                <a:lnTo>
                  <a:pt x="5068" y="302"/>
                </a:lnTo>
                <a:lnTo>
                  <a:pt x="5086" y="299"/>
                </a:lnTo>
                <a:lnTo>
                  <a:pt x="5104" y="297"/>
                </a:lnTo>
                <a:lnTo>
                  <a:pt x="5121" y="294"/>
                </a:lnTo>
                <a:lnTo>
                  <a:pt x="5139" y="292"/>
                </a:lnTo>
                <a:lnTo>
                  <a:pt x="5157" y="289"/>
                </a:lnTo>
                <a:lnTo>
                  <a:pt x="5175" y="286"/>
                </a:lnTo>
                <a:lnTo>
                  <a:pt x="5193" y="284"/>
                </a:lnTo>
                <a:lnTo>
                  <a:pt x="5211" y="281"/>
                </a:lnTo>
                <a:lnTo>
                  <a:pt x="5228" y="278"/>
                </a:lnTo>
                <a:lnTo>
                  <a:pt x="5246" y="276"/>
                </a:lnTo>
                <a:lnTo>
                  <a:pt x="5264" y="273"/>
                </a:lnTo>
                <a:lnTo>
                  <a:pt x="5282" y="271"/>
                </a:lnTo>
                <a:lnTo>
                  <a:pt x="5300" y="268"/>
                </a:lnTo>
                <a:lnTo>
                  <a:pt x="5318" y="265"/>
                </a:lnTo>
                <a:lnTo>
                  <a:pt x="5336" y="263"/>
                </a:lnTo>
                <a:lnTo>
                  <a:pt x="5353" y="260"/>
                </a:lnTo>
                <a:lnTo>
                  <a:pt x="5371" y="257"/>
                </a:lnTo>
                <a:lnTo>
                  <a:pt x="5389" y="255"/>
                </a:lnTo>
                <a:lnTo>
                  <a:pt x="5407" y="252"/>
                </a:lnTo>
                <a:lnTo>
                  <a:pt x="5425" y="250"/>
                </a:lnTo>
                <a:lnTo>
                  <a:pt x="5443" y="247"/>
                </a:lnTo>
                <a:lnTo>
                  <a:pt x="5460" y="244"/>
                </a:lnTo>
                <a:lnTo>
                  <a:pt x="5478" y="242"/>
                </a:lnTo>
                <a:lnTo>
                  <a:pt x="5496" y="239"/>
                </a:lnTo>
                <a:lnTo>
                  <a:pt x="5514" y="236"/>
                </a:lnTo>
                <a:lnTo>
                  <a:pt x="5532" y="234"/>
                </a:lnTo>
                <a:lnTo>
                  <a:pt x="5550" y="231"/>
                </a:lnTo>
                <a:lnTo>
                  <a:pt x="5568" y="229"/>
                </a:lnTo>
                <a:lnTo>
                  <a:pt x="5585" y="226"/>
                </a:lnTo>
                <a:lnTo>
                  <a:pt x="5603" y="223"/>
                </a:lnTo>
                <a:lnTo>
                  <a:pt x="5621" y="221"/>
                </a:lnTo>
                <a:lnTo>
                  <a:pt x="5639" y="218"/>
                </a:lnTo>
                <a:lnTo>
                  <a:pt x="5657" y="215"/>
                </a:lnTo>
                <a:lnTo>
                  <a:pt x="5675" y="213"/>
                </a:lnTo>
                <a:lnTo>
                  <a:pt x="5692" y="210"/>
                </a:lnTo>
                <a:lnTo>
                  <a:pt x="5710" y="208"/>
                </a:lnTo>
                <a:lnTo>
                  <a:pt x="5728" y="205"/>
                </a:lnTo>
                <a:lnTo>
                  <a:pt x="5746" y="202"/>
                </a:lnTo>
                <a:lnTo>
                  <a:pt x="5764" y="200"/>
                </a:lnTo>
                <a:lnTo>
                  <a:pt x="5782" y="197"/>
                </a:lnTo>
                <a:lnTo>
                  <a:pt x="5799" y="194"/>
                </a:lnTo>
                <a:lnTo>
                  <a:pt x="5817" y="192"/>
                </a:lnTo>
                <a:lnTo>
                  <a:pt x="5835" y="189"/>
                </a:lnTo>
                <a:lnTo>
                  <a:pt x="5853" y="187"/>
                </a:lnTo>
                <a:lnTo>
                  <a:pt x="5871" y="184"/>
                </a:lnTo>
                <a:lnTo>
                  <a:pt x="5889" y="181"/>
                </a:lnTo>
                <a:lnTo>
                  <a:pt x="5907" y="179"/>
                </a:lnTo>
                <a:lnTo>
                  <a:pt x="5924" y="176"/>
                </a:lnTo>
                <a:lnTo>
                  <a:pt x="5942" y="173"/>
                </a:lnTo>
                <a:lnTo>
                  <a:pt x="5960" y="171"/>
                </a:lnTo>
                <a:lnTo>
                  <a:pt x="5978" y="168"/>
                </a:lnTo>
                <a:lnTo>
                  <a:pt x="5996" y="166"/>
                </a:lnTo>
                <a:lnTo>
                  <a:pt x="6014" y="163"/>
                </a:lnTo>
                <a:lnTo>
                  <a:pt x="6031" y="160"/>
                </a:lnTo>
                <a:lnTo>
                  <a:pt x="6049" y="158"/>
                </a:lnTo>
                <a:lnTo>
                  <a:pt x="6067" y="155"/>
                </a:lnTo>
                <a:lnTo>
                  <a:pt x="6085" y="152"/>
                </a:lnTo>
                <a:lnTo>
                  <a:pt x="6103" y="150"/>
                </a:lnTo>
                <a:lnTo>
                  <a:pt x="6121" y="147"/>
                </a:lnTo>
                <a:lnTo>
                  <a:pt x="6139" y="145"/>
                </a:lnTo>
                <a:lnTo>
                  <a:pt x="6156" y="142"/>
                </a:lnTo>
                <a:lnTo>
                  <a:pt x="6174" y="139"/>
                </a:lnTo>
                <a:lnTo>
                  <a:pt x="6192" y="137"/>
                </a:lnTo>
                <a:lnTo>
                  <a:pt x="6210" y="134"/>
                </a:lnTo>
                <a:lnTo>
                  <a:pt x="6228" y="131"/>
                </a:lnTo>
                <a:lnTo>
                  <a:pt x="6246" y="129"/>
                </a:lnTo>
                <a:lnTo>
                  <a:pt x="6263" y="126"/>
                </a:lnTo>
                <a:lnTo>
                  <a:pt x="6281" y="124"/>
                </a:lnTo>
                <a:lnTo>
                  <a:pt x="6299" y="121"/>
                </a:lnTo>
                <a:lnTo>
                  <a:pt x="6317" y="118"/>
                </a:lnTo>
                <a:lnTo>
                  <a:pt x="6335" y="116"/>
                </a:lnTo>
                <a:lnTo>
                  <a:pt x="6353" y="113"/>
                </a:lnTo>
                <a:lnTo>
                  <a:pt x="6371" y="110"/>
                </a:lnTo>
                <a:lnTo>
                  <a:pt x="6388" y="108"/>
                </a:lnTo>
                <a:lnTo>
                  <a:pt x="6406" y="105"/>
                </a:lnTo>
                <a:lnTo>
                  <a:pt x="6424" y="103"/>
                </a:lnTo>
                <a:lnTo>
                  <a:pt x="6442" y="100"/>
                </a:lnTo>
                <a:lnTo>
                  <a:pt x="6460" y="97"/>
                </a:lnTo>
                <a:lnTo>
                  <a:pt x="6478" y="95"/>
                </a:lnTo>
                <a:lnTo>
                  <a:pt x="6495" y="92"/>
                </a:lnTo>
                <a:lnTo>
                  <a:pt x="6513" y="89"/>
                </a:lnTo>
                <a:lnTo>
                  <a:pt x="6531" y="87"/>
                </a:lnTo>
                <a:lnTo>
                  <a:pt x="6549" y="84"/>
                </a:lnTo>
                <a:lnTo>
                  <a:pt x="6567" y="82"/>
                </a:lnTo>
                <a:lnTo>
                  <a:pt x="6585" y="79"/>
                </a:lnTo>
                <a:lnTo>
                  <a:pt x="6603" y="76"/>
                </a:lnTo>
                <a:lnTo>
                  <a:pt x="6620" y="74"/>
                </a:lnTo>
                <a:lnTo>
                  <a:pt x="6638" y="71"/>
                </a:lnTo>
                <a:lnTo>
                  <a:pt x="6656" y="68"/>
                </a:lnTo>
                <a:lnTo>
                  <a:pt x="6674" y="66"/>
                </a:lnTo>
                <a:lnTo>
                  <a:pt x="6692" y="63"/>
                </a:lnTo>
                <a:lnTo>
                  <a:pt x="6710" y="61"/>
                </a:lnTo>
                <a:lnTo>
                  <a:pt x="6727" y="58"/>
                </a:lnTo>
                <a:lnTo>
                  <a:pt x="6745" y="55"/>
                </a:lnTo>
                <a:lnTo>
                  <a:pt x="6763" y="53"/>
                </a:lnTo>
                <a:lnTo>
                  <a:pt x="6781" y="50"/>
                </a:lnTo>
                <a:lnTo>
                  <a:pt x="6799" y="47"/>
                </a:lnTo>
                <a:lnTo>
                  <a:pt x="6817" y="45"/>
                </a:lnTo>
                <a:lnTo>
                  <a:pt x="6834" y="42"/>
                </a:lnTo>
                <a:lnTo>
                  <a:pt x="6852" y="40"/>
                </a:lnTo>
                <a:lnTo>
                  <a:pt x="6870" y="37"/>
                </a:lnTo>
                <a:lnTo>
                  <a:pt x="6888" y="34"/>
                </a:lnTo>
                <a:lnTo>
                  <a:pt x="6906" y="32"/>
                </a:lnTo>
                <a:lnTo>
                  <a:pt x="6924" y="29"/>
                </a:lnTo>
                <a:lnTo>
                  <a:pt x="6942" y="26"/>
                </a:lnTo>
                <a:lnTo>
                  <a:pt x="6959" y="24"/>
                </a:lnTo>
                <a:lnTo>
                  <a:pt x="6977" y="21"/>
                </a:lnTo>
                <a:lnTo>
                  <a:pt x="6995" y="19"/>
                </a:lnTo>
                <a:lnTo>
                  <a:pt x="7013" y="16"/>
                </a:lnTo>
                <a:lnTo>
                  <a:pt x="7031" y="13"/>
                </a:lnTo>
                <a:lnTo>
                  <a:pt x="7049" y="11"/>
                </a:lnTo>
                <a:lnTo>
                  <a:pt x="7066" y="8"/>
                </a:lnTo>
                <a:lnTo>
                  <a:pt x="7084" y="5"/>
                </a:lnTo>
                <a:lnTo>
                  <a:pt x="7102" y="3"/>
                </a:lnTo>
                <a:lnTo>
                  <a:pt x="7120" y="0"/>
                </a:lnTo>
              </a:path>
            </a:pathLst>
          </a:custGeom>
          <a:noFill/>
          <a:ln w="19050">
            <a:solidFill>
              <a:srgbClr val="C4B8DC"/>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 name="Freeform 11"/>
          <p:cNvSpPr/>
          <p:nvPr/>
        </p:nvSpPr>
        <p:spPr>
          <a:xfrm>
            <a:off x="896112" y="3887114"/>
            <a:ext cx="6510528" cy="841248"/>
          </a:xfrm>
          <a:custGeom>
            <a:avLst/>
            <a:gdLst/>
            <a:ahLst/>
            <a:cxnLst/>
            <a:rect l="l" t="t" r="r" b="b"/>
            <a:pathLst>
              <a:path w="7120" h="920">
                <a:moveTo>
                  <a:pt x="0" y="920"/>
                </a:moveTo>
                <a:lnTo>
                  <a:pt x="18" y="917"/>
                </a:lnTo>
                <a:lnTo>
                  <a:pt x="36" y="915"/>
                </a:lnTo>
                <a:lnTo>
                  <a:pt x="54" y="913"/>
                </a:lnTo>
                <a:lnTo>
                  <a:pt x="71" y="911"/>
                </a:lnTo>
                <a:lnTo>
                  <a:pt x="89" y="908"/>
                </a:lnTo>
                <a:lnTo>
                  <a:pt x="107" y="906"/>
                </a:lnTo>
                <a:lnTo>
                  <a:pt x="125" y="904"/>
                </a:lnTo>
                <a:lnTo>
                  <a:pt x="143" y="901"/>
                </a:lnTo>
                <a:lnTo>
                  <a:pt x="161" y="899"/>
                </a:lnTo>
                <a:lnTo>
                  <a:pt x="178" y="897"/>
                </a:lnTo>
                <a:lnTo>
                  <a:pt x="196" y="894"/>
                </a:lnTo>
                <a:lnTo>
                  <a:pt x="214" y="892"/>
                </a:lnTo>
                <a:lnTo>
                  <a:pt x="232" y="890"/>
                </a:lnTo>
                <a:lnTo>
                  <a:pt x="250" y="888"/>
                </a:lnTo>
                <a:lnTo>
                  <a:pt x="268" y="885"/>
                </a:lnTo>
                <a:lnTo>
                  <a:pt x="286" y="883"/>
                </a:lnTo>
                <a:lnTo>
                  <a:pt x="303" y="881"/>
                </a:lnTo>
                <a:lnTo>
                  <a:pt x="321" y="878"/>
                </a:lnTo>
                <a:lnTo>
                  <a:pt x="339" y="876"/>
                </a:lnTo>
                <a:lnTo>
                  <a:pt x="357" y="874"/>
                </a:lnTo>
                <a:lnTo>
                  <a:pt x="375" y="871"/>
                </a:lnTo>
                <a:lnTo>
                  <a:pt x="393" y="869"/>
                </a:lnTo>
                <a:lnTo>
                  <a:pt x="410" y="867"/>
                </a:lnTo>
                <a:lnTo>
                  <a:pt x="428" y="864"/>
                </a:lnTo>
                <a:lnTo>
                  <a:pt x="446" y="862"/>
                </a:lnTo>
                <a:lnTo>
                  <a:pt x="464" y="860"/>
                </a:lnTo>
                <a:lnTo>
                  <a:pt x="482" y="858"/>
                </a:lnTo>
                <a:lnTo>
                  <a:pt x="500" y="855"/>
                </a:lnTo>
                <a:lnTo>
                  <a:pt x="517" y="853"/>
                </a:lnTo>
                <a:lnTo>
                  <a:pt x="535" y="851"/>
                </a:lnTo>
                <a:lnTo>
                  <a:pt x="553" y="848"/>
                </a:lnTo>
                <a:lnTo>
                  <a:pt x="571" y="846"/>
                </a:lnTo>
                <a:lnTo>
                  <a:pt x="589" y="844"/>
                </a:lnTo>
                <a:lnTo>
                  <a:pt x="607" y="841"/>
                </a:lnTo>
                <a:lnTo>
                  <a:pt x="625" y="839"/>
                </a:lnTo>
                <a:lnTo>
                  <a:pt x="642" y="837"/>
                </a:lnTo>
                <a:lnTo>
                  <a:pt x="660" y="834"/>
                </a:lnTo>
                <a:lnTo>
                  <a:pt x="678" y="832"/>
                </a:lnTo>
                <a:lnTo>
                  <a:pt x="696" y="830"/>
                </a:lnTo>
                <a:lnTo>
                  <a:pt x="714" y="828"/>
                </a:lnTo>
                <a:lnTo>
                  <a:pt x="732" y="825"/>
                </a:lnTo>
                <a:lnTo>
                  <a:pt x="749" y="823"/>
                </a:lnTo>
                <a:lnTo>
                  <a:pt x="767" y="821"/>
                </a:lnTo>
                <a:lnTo>
                  <a:pt x="785" y="818"/>
                </a:lnTo>
                <a:lnTo>
                  <a:pt x="803" y="816"/>
                </a:lnTo>
                <a:lnTo>
                  <a:pt x="821" y="814"/>
                </a:lnTo>
                <a:lnTo>
                  <a:pt x="839" y="811"/>
                </a:lnTo>
                <a:lnTo>
                  <a:pt x="857" y="809"/>
                </a:lnTo>
                <a:lnTo>
                  <a:pt x="874" y="807"/>
                </a:lnTo>
                <a:lnTo>
                  <a:pt x="892" y="804"/>
                </a:lnTo>
                <a:lnTo>
                  <a:pt x="910" y="802"/>
                </a:lnTo>
                <a:lnTo>
                  <a:pt x="928" y="800"/>
                </a:lnTo>
                <a:lnTo>
                  <a:pt x="946" y="798"/>
                </a:lnTo>
                <a:lnTo>
                  <a:pt x="964" y="795"/>
                </a:lnTo>
                <a:lnTo>
                  <a:pt x="981" y="793"/>
                </a:lnTo>
                <a:lnTo>
                  <a:pt x="999" y="791"/>
                </a:lnTo>
                <a:lnTo>
                  <a:pt x="1017" y="788"/>
                </a:lnTo>
                <a:lnTo>
                  <a:pt x="1035" y="786"/>
                </a:lnTo>
                <a:lnTo>
                  <a:pt x="1053" y="784"/>
                </a:lnTo>
                <a:lnTo>
                  <a:pt x="1071" y="781"/>
                </a:lnTo>
                <a:lnTo>
                  <a:pt x="1089" y="779"/>
                </a:lnTo>
                <a:lnTo>
                  <a:pt x="1106" y="777"/>
                </a:lnTo>
                <a:lnTo>
                  <a:pt x="1124" y="774"/>
                </a:lnTo>
                <a:lnTo>
                  <a:pt x="1142" y="772"/>
                </a:lnTo>
                <a:lnTo>
                  <a:pt x="1160" y="770"/>
                </a:lnTo>
                <a:lnTo>
                  <a:pt x="1178" y="768"/>
                </a:lnTo>
                <a:lnTo>
                  <a:pt x="1196" y="765"/>
                </a:lnTo>
                <a:lnTo>
                  <a:pt x="1213" y="763"/>
                </a:lnTo>
                <a:lnTo>
                  <a:pt x="1231" y="761"/>
                </a:lnTo>
                <a:lnTo>
                  <a:pt x="1249" y="758"/>
                </a:lnTo>
                <a:lnTo>
                  <a:pt x="1267" y="756"/>
                </a:lnTo>
                <a:lnTo>
                  <a:pt x="1285" y="754"/>
                </a:lnTo>
                <a:lnTo>
                  <a:pt x="1303" y="751"/>
                </a:lnTo>
                <a:lnTo>
                  <a:pt x="1321" y="749"/>
                </a:lnTo>
                <a:lnTo>
                  <a:pt x="1338" y="747"/>
                </a:lnTo>
                <a:lnTo>
                  <a:pt x="1356" y="745"/>
                </a:lnTo>
                <a:lnTo>
                  <a:pt x="1374" y="742"/>
                </a:lnTo>
                <a:lnTo>
                  <a:pt x="1392" y="740"/>
                </a:lnTo>
                <a:lnTo>
                  <a:pt x="1410" y="738"/>
                </a:lnTo>
                <a:lnTo>
                  <a:pt x="1428" y="735"/>
                </a:lnTo>
                <a:lnTo>
                  <a:pt x="1445" y="733"/>
                </a:lnTo>
                <a:lnTo>
                  <a:pt x="1463" y="731"/>
                </a:lnTo>
                <a:lnTo>
                  <a:pt x="1481" y="728"/>
                </a:lnTo>
                <a:lnTo>
                  <a:pt x="1499" y="726"/>
                </a:lnTo>
                <a:lnTo>
                  <a:pt x="1517" y="724"/>
                </a:lnTo>
                <a:lnTo>
                  <a:pt x="1535" y="721"/>
                </a:lnTo>
                <a:lnTo>
                  <a:pt x="1552" y="719"/>
                </a:lnTo>
                <a:lnTo>
                  <a:pt x="1570" y="717"/>
                </a:lnTo>
                <a:lnTo>
                  <a:pt x="1588" y="715"/>
                </a:lnTo>
                <a:lnTo>
                  <a:pt x="1606" y="712"/>
                </a:lnTo>
                <a:lnTo>
                  <a:pt x="1624" y="710"/>
                </a:lnTo>
                <a:lnTo>
                  <a:pt x="1642" y="708"/>
                </a:lnTo>
                <a:lnTo>
                  <a:pt x="1660" y="705"/>
                </a:lnTo>
                <a:lnTo>
                  <a:pt x="1677" y="703"/>
                </a:lnTo>
                <a:lnTo>
                  <a:pt x="1695" y="701"/>
                </a:lnTo>
                <a:lnTo>
                  <a:pt x="1713" y="698"/>
                </a:lnTo>
                <a:lnTo>
                  <a:pt x="1731" y="696"/>
                </a:lnTo>
                <a:lnTo>
                  <a:pt x="1749" y="694"/>
                </a:lnTo>
                <a:lnTo>
                  <a:pt x="1767" y="691"/>
                </a:lnTo>
                <a:lnTo>
                  <a:pt x="1784" y="689"/>
                </a:lnTo>
                <a:lnTo>
                  <a:pt x="1802" y="687"/>
                </a:lnTo>
                <a:lnTo>
                  <a:pt x="1820" y="685"/>
                </a:lnTo>
                <a:lnTo>
                  <a:pt x="1838" y="682"/>
                </a:lnTo>
                <a:lnTo>
                  <a:pt x="1856" y="680"/>
                </a:lnTo>
                <a:lnTo>
                  <a:pt x="1874" y="678"/>
                </a:lnTo>
                <a:lnTo>
                  <a:pt x="1892" y="675"/>
                </a:lnTo>
                <a:lnTo>
                  <a:pt x="1909" y="673"/>
                </a:lnTo>
                <a:lnTo>
                  <a:pt x="1927" y="671"/>
                </a:lnTo>
                <a:lnTo>
                  <a:pt x="1945" y="668"/>
                </a:lnTo>
                <a:lnTo>
                  <a:pt x="1963" y="666"/>
                </a:lnTo>
                <a:lnTo>
                  <a:pt x="1981" y="664"/>
                </a:lnTo>
                <a:lnTo>
                  <a:pt x="1999" y="661"/>
                </a:lnTo>
                <a:lnTo>
                  <a:pt x="2016" y="659"/>
                </a:lnTo>
                <a:lnTo>
                  <a:pt x="2034" y="657"/>
                </a:lnTo>
                <a:lnTo>
                  <a:pt x="2052" y="655"/>
                </a:lnTo>
                <a:lnTo>
                  <a:pt x="2070" y="652"/>
                </a:lnTo>
                <a:lnTo>
                  <a:pt x="2088" y="650"/>
                </a:lnTo>
                <a:lnTo>
                  <a:pt x="2106" y="648"/>
                </a:lnTo>
                <a:lnTo>
                  <a:pt x="2124" y="645"/>
                </a:lnTo>
                <a:lnTo>
                  <a:pt x="2141" y="643"/>
                </a:lnTo>
                <a:lnTo>
                  <a:pt x="2159" y="641"/>
                </a:lnTo>
                <a:lnTo>
                  <a:pt x="2177" y="638"/>
                </a:lnTo>
                <a:lnTo>
                  <a:pt x="2195" y="636"/>
                </a:lnTo>
                <a:lnTo>
                  <a:pt x="2213" y="634"/>
                </a:lnTo>
                <a:lnTo>
                  <a:pt x="2231" y="631"/>
                </a:lnTo>
                <a:lnTo>
                  <a:pt x="2248" y="629"/>
                </a:lnTo>
                <a:lnTo>
                  <a:pt x="2266" y="627"/>
                </a:lnTo>
                <a:lnTo>
                  <a:pt x="2284" y="625"/>
                </a:lnTo>
                <a:lnTo>
                  <a:pt x="2302" y="622"/>
                </a:lnTo>
                <a:lnTo>
                  <a:pt x="2320" y="620"/>
                </a:lnTo>
                <a:lnTo>
                  <a:pt x="2338" y="618"/>
                </a:lnTo>
                <a:lnTo>
                  <a:pt x="2355" y="615"/>
                </a:lnTo>
                <a:lnTo>
                  <a:pt x="2373" y="613"/>
                </a:lnTo>
                <a:lnTo>
                  <a:pt x="2391" y="611"/>
                </a:lnTo>
                <a:lnTo>
                  <a:pt x="2409" y="608"/>
                </a:lnTo>
                <a:lnTo>
                  <a:pt x="2427" y="606"/>
                </a:lnTo>
                <a:lnTo>
                  <a:pt x="2445" y="604"/>
                </a:lnTo>
                <a:lnTo>
                  <a:pt x="2463" y="602"/>
                </a:lnTo>
                <a:lnTo>
                  <a:pt x="2480" y="599"/>
                </a:lnTo>
                <a:lnTo>
                  <a:pt x="2498" y="597"/>
                </a:lnTo>
                <a:lnTo>
                  <a:pt x="2516" y="595"/>
                </a:lnTo>
                <a:lnTo>
                  <a:pt x="2534" y="592"/>
                </a:lnTo>
                <a:lnTo>
                  <a:pt x="2552" y="590"/>
                </a:lnTo>
                <a:lnTo>
                  <a:pt x="2570" y="588"/>
                </a:lnTo>
                <a:lnTo>
                  <a:pt x="2587" y="585"/>
                </a:lnTo>
                <a:lnTo>
                  <a:pt x="2605" y="583"/>
                </a:lnTo>
                <a:lnTo>
                  <a:pt x="2623" y="581"/>
                </a:lnTo>
                <a:lnTo>
                  <a:pt x="2641" y="578"/>
                </a:lnTo>
                <a:lnTo>
                  <a:pt x="2659" y="576"/>
                </a:lnTo>
                <a:lnTo>
                  <a:pt x="2677" y="574"/>
                </a:lnTo>
                <a:lnTo>
                  <a:pt x="2695" y="572"/>
                </a:lnTo>
                <a:lnTo>
                  <a:pt x="2712" y="569"/>
                </a:lnTo>
                <a:lnTo>
                  <a:pt x="2730" y="567"/>
                </a:lnTo>
                <a:lnTo>
                  <a:pt x="2748" y="565"/>
                </a:lnTo>
                <a:lnTo>
                  <a:pt x="2766" y="562"/>
                </a:lnTo>
                <a:lnTo>
                  <a:pt x="2784" y="560"/>
                </a:lnTo>
                <a:lnTo>
                  <a:pt x="2802" y="558"/>
                </a:lnTo>
                <a:lnTo>
                  <a:pt x="2819" y="555"/>
                </a:lnTo>
                <a:lnTo>
                  <a:pt x="2837" y="553"/>
                </a:lnTo>
                <a:lnTo>
                  <a:pt x="2855" y="551"/>
                </a:lnTo>
                <a:lnTo>
                  <a:pt x="2873" y="548"/>
                </a:lnTo>
                <a:lnTo>
                  <a:pt x="2891" y="546"/>
                </a:lnTo>
                <a:lnTo>
                  <a:pt x="2909" y="544"/>
                </a:lnTo>
                <a:lnTo>
                  <a:pt x="2927" y="542"/>
                </a:lnTo>
                <a:lnTo>
                  <a:pt x="2944" y="539"/>
                </a:lnTo>
                <a:lnTo>
                  <a:pt x="2962" y="537"/>
                </a:lnTo>
                <a:lnTo>
                  <a:pt x="2980" y="535"/>
                </a:lnTo>
                <a:lnTo>
                  <a:pt x="2998" y="532"/>
                </a:lnTo>
                <a:lnTo>
                  <a:pt x="3016" y="530"/>
                </a:lnTo>
                <a:lnTo>
                  <a:pt x="3034" y="528"/>
                </a:lnTo>
                <a:lnTo>
                  <a:pt x="3051" y="525"/>
                </a:lnTo>
                <a:lnTo>
                  <a:pt x="3069" y="523"/>
                </a:lnTo>
                <a:lnTo>
                  <a:pt x="3087" y="521"/>
                </a:lnTo>
                <a:lnTo>
                  <a:pt x="3105" y="518"/>
                </a:lnTo>
                <a:lnTo>
                  <a:pt x="3123" y="516"/>
                </a:lnTo>
                <a:lnTo>
                  <a:pt x="3141" y="514"/>
                </a:lnTo>
                <a:lnTo>
                  <a:pt x="3158" y="512"/>
                </a:lnTo>
                <a:lnTo>
                  <a:pt x="3176" y="509"/>
                </a:lnTo>
                <a:lnTo>
                  <a:pt x="3194" y="507"/>
                </a:lnTo>
                <a:lnTo>
                  <a:pt x="3212" y="505"/>
                </a:lnTo>
                <a:lnTo>
                  <a:pt x="3230" y="502"/>
                </a:lnTo>
                <a:lnTo>
                  <a:pt x="3248" y="500"/>
                </a:lnTo>
                <a:lnTo>
                  <a:pt x="3266" y="498"/>
                </a:lnTo>
                <a:lnTo>
                  <a:pt x="3283" y="495"/>
                </a:lnTo>
                <a:lnTo>
                  <a:pt x="3301" y="493"/>
                </a:lnTo>
                <a:lnTo>
                  <a:pt x="3319" y="491"/>
                </a:lnTo>
                <a:lnTo>
                  <a:pt x="3337" y="488"/>
                </a:lnTo>
                <a:lnTo>
                  <a:pt x="3355" y="486"/>
                </a:lnTo>
                <a:lnTo>
                  <a:pt x="3373" y="484"/>
                </a:lnTo>
                <a:lnTo>
                  <a:pt x="3390" y="482"/>
                </a:lnTo>
                <a:lnTo>
                  <a:pt x="3408" y="479"/>
                </a:lnTo>
                <a:lnTo>
                  <a:pt x="3426" y="477"/>
                </a:lnTo>
                <a:lnTo>
                  <a:pt x="3444" y="475"/>
                </a:lnTo>
                <a:lnTo>
                  <a:pt x="3462" y="472"/>
                </a:lnTo>
                <a:lnTo>
                  <a:pt x="3480" y="470"/>
                </a:lnTo>
                <a:lnTo>
                  <a:pt x="3498" y="468"/>
                </a:lnTo>
                <a:lnTo>
                  <a:pt x="3515" y="465"/>
                </a:lnTo>
                <a:lnTo>
                  <a:pt x="3533" y="463"/>
                </a:lnTo>
                <a:lnTo>
                  <a:pt x="3551" y="461"/>
                </a:lnTo>
                <a:lnTo>
                  <a:pt x="3569" y="459"/>
                </a:lnTo>
                <a:lnTo>
                  <a:pt x="3587" y="456"/>
                </a:lnTo>
                <a:lnTo>
                  <a:pt x="3605" y="454"/>
                </a:lnTo>
                <a:lnTo>
                  <a:pt x="3622" y="452"/>
                </a:lnTo>
                <a:lnTo>
                  <a:pt x="3640" y="449"/>
                </a:lnTo>
                <a:lnTo>
                  <a:pt x="3658" y="447"/>
                </a:lnTo>
                <a:lnTo>
                  <a:pt x="3676" y="445"/>
                </a:lnTo>
                <a:lnTo>
                  <a:pt x="3694" y="442"/>
                </a:lnTo>
                <a:lnTo>
                  <a:pt x="3712" y="440"/>
                </a:lnTo>
                <a:lnTo>
                  <a:pt x="3730" y="438"/>
                </a:lnTo>
                <a:lnTo>
                  <a:pt x="3747" y="435"/>
                </a:lnTo>
                <a:lnTo>
                  <a:pt x="3765" y="433"/>
                </a:lnTo>
                <a:lnTo>
                  <a:pt x="3783" y="431"/>
                </a:lnTo>
                <a:lnTo>
                  <a:pt x="3801" y="429"/>
                </a:lnTo>
                <a:lnTo>
                  <a:pt x="3819" y="426"/>
                </a:lnTo>
                <a:lnTo>
                  <a:pt x="3837" y="424"/>
                </a:lnTo>
                <a:lnTo>
                  <a:pt x="3854" y="422"/>
                </a:lnTo>
                <a:lnTo>
                  <a:pt x="3872" y="419"/>
                </a:lnTo>
                <a:lnTo>
                  <a:pt x="3890" y="417"/>
                </a:lnTo>
                <a:lnTo>
                  <a:pt x="3908" y="415"/>
                </a:lnTo>
                <a:lnTo>
                  <a:pt x="3926" y="412"/>
                </a:lnTo>
                <a:lnTo>
                  <a:pt x="3944" y="410"/>
                </a:lnTo>
                <a:lnTo>
                  <a:pt x="3962" y="408"/>
                </a:lnTo>
                <a:lnTo>
                  <a:pt x="3979" y="405"/>
                </a:lnTo>
                <a:lnTo>
                  <a:pt x="3997" y="403"/>
                </a:lnTo>
                <a:lnTo>
                  <a:pt x="4015" y="401"/>
                </a:lnTo>
                <a:lnTo>
                  <a:pt x="4033" y="399"/>
                </a:lnTo>
                <a:lnTo>
                  <a:pt x="4051" y="396"/>
                </a:lnTo>
                <a:lnTo>
                  <a:pt x="4069" y="394"/>
                </a:lnTo>
                <a:lnTo>
                  <a:pt x="4086" y="392"/>
                </a:lnTo>
                <a:lnTo>
                  <a:pt x="4104" y="389"/>
                </a:lnTo>
                <a:lnTo>
                  <a:pt x="4122" y="387"/>
                </a:lnTo>
                <a:lnTo>
                  <a:pt x="4140" y="385"/>
                </a:lnTo>
                <a:lnTo>
                  <a:pt x="4158" y="382"/>
                </a:lnTo>
                <a:lnTo>
                  <a:pt x="4176" y="380"/>
                </a:lnTo>
                <a:lnTo>
                  <a:pt x="4193" y="378"/>
                </a:lnTo>
                <a:lnTo>
                  <a:pt x="4211" y="375"/>
                </a:lnTo>
                <a:lnTo>
                  <a:pt x="4229" y="373"/>
                </a:lnTo>
                <a:lnTo>
                  <a:pt x="4247" y="371"/>
                </a:lnTo>
                <a:lnTo>
                  <a:pt x="4265" y="369"/>
                </a:lnTo>
                <a:lnTo>
                  <a:pt x="4283" y="366"/>
                </a:lnTo>
                <a:lnTo>
                  <a:pt x="4301" y="364"/>
                </a:lnTo>
                <a:lnTo>
                  <a:pt x="4318" y="362"/>
                </a:lnTo>
                <a:lnTo>
                  <a:pt x="4336" y="359"/>
                </a:lnTo>
                <a:lnTo>
                  <a:pt x="4354" y="357"/>
                </a:lnTo>
                <a:lnTo>
                  <a:pt x="4372" y="355"/>
                </a:lnTo>
                <a:lnTo>
                  <a:pt x="4390" y="352"/>
                </a:lnTo>
                <a:lnTo>
                  <a:pt x="4408" y="350"/>
                </a:lnTo>
                <a:lnTo>
                  <a:pt x="4425" y="348"/>
                </a:lnTo>
                <a:lnTo>
                  <a:pt x="4443" y="345"/>
                </a:lnTo>
                <a:lnTo>
                  <a:pt x="4461" y="343"/>
                </a:lnTo>
                <a:lnTo>
                  <a:pt x="4479" y="341"/>
                </a:lnTo>
                <a:lnTo>
                  <a:pt x="4497" y="339"/>
                </a:lnTo>
                <a:lnTo>
                  <a:pt x="4515" y="336"/>
                </a:lnTo>
                <a:lnTo>
                  <a:pt x="4533" y="334"/>
                </a:lnTo>
                <a:lnTo>
                  <a:pt x="4550" y="332"/>
                </a:lnTo>
                <a:lnTo>
                  <a:pt x="4568" y="329"/>
                </a:lnTo>
                <a:lnTo>
                  <a:pt x="4586" y="327"/>
                </a:lnTo>
                <a:lnTo>
                  <a:pt x="4604" y="325"/>
                </a:lnTo>
                <a:lnTo>
                  <a:pt x="4622" y="322"/>
                </a:lnTo>
                <a:lnTo>
                  <a:pt x="4640" y="320"/>
                </a:lnTo>
                <a:lnTo>
                  <a:pt x="4657" y="318"/>
                </a:lnTo>
                <a:lnTo>
                  <a:pt x="4675" y="316"/>
                </a:lnTo>
                <a:lnTo>
                  <a:pt x="4693" y="313"/>
                </a:lnTo>
                <a:lnTo>
                  <a:pt x="4711" y="311"/>
                </a:lnTo>
                <a:lnTo>
                  <a:pt x="4729" y="309"/>
                </a:lnTo>
                <a:lnTo>
                  <a:pt x="4747" y="306"/>
                </a:lnTo>
                <a:lnTo>
                  <a:pt x="4765" y="304"/>
                </a:lnTo>
                <a:lnTo>
                  <a:pt x="4782" y="302"/>
                </a:lnTo>
                <a:lnTo>
                  <a:pt x="4800" y="299"/>
                </a:lnTo>
                <a:lnTo>
                  <a:pt x="4818" y="297"/>
                </a:lnTo>
                <a:lnTo>
                  <a:pt x="4836" y="295"/>
                </a:lnTo>
                <a:lnTo>
                  <a:pt x="4854" y="292"/>
                </a:lnTo>
                <a:lnTo>
                  <a:pt x="4872" y="290"/>
                </a:lnTo>
                <a:lnTo>
                  <a:pt x="4889" y="288"/>
                </a:lnTo>
                <a:lnTo>
                  <a:pt x="4907" y="286"/>
                </a:lnTo>
                <a:lnTo>
                  <a:pt x="4925" y="283"/>
                </a:lnTo>
                <a:lnTo>
                  <a:pt x="4943" y="281"/>
                </a:lnTo>
                <a:lnTo>
                  <a:pt x="4961" y="279"/>
                </a:lnTo>
                <a:lnTo>
                  <a:pt x="4979" y="276"/>
                </a:lnTo>
                <a:lnTo>
                  <a:pt x="4996" y="274"/>
                </a:lnTo>
                <a:lnTo>
                  <a:pt x="5014" y="272"/>
                </a:lnTo>
                <a:lnTo>
                  <a:pt x="5032" y="269"/>
                </a:lnTo>
                <a:lnTo>
                  <a:pt x="5050" y="267"/>
                </a:lnTo>
                <a:lnTo>
                  <a:pt x="5068" y="265"/>
                </a:lnTo>
                <a:lnTo>
                  <a:pt x="5086" y="262"/>
                </a:lnTo>
                <a:lnTo>
                  <a:pt x="5104" y="260"/>
                </a:lnTo>
                <a:lnTo>
                  <a:pt x="5121" y="258"/>
                </a:lnTo>
                <a:lnTo>
                  <a:pt x="5139" y="256"/>
                </a:lnTo>
                <a:lnTo>
                  <a:pt x="5157" y="253"/>
                </a:lnTo>
                <a:lnTo>
                  <a:pt x="5175" y="251"/>
                </a:lnTo>
                <a:lnTo>
                  <a:pt x="5193" y="249"/>
                </a:lnTo>
                <a:lnTo>
                  <a:pt x="5211" y="246"/>
                </a:lnTo>
                <a:lnTo>
                  <a:pt x="5228" y="244"/>
                </a:lnTo>
                <a:lnTo>
                  <a:pt x="5246" y="242"/>
                </a:lnTo>
                <a:lnTo>
                  <a:pt x="5264" y="239"/>
                </a:lnTo>
                <a:lnTo>
                  <a:pt x="5282" y="237"/>
                </a:lnTo>
                <a:lnTo>
                  <a:pt x="5300" y="235"/>
                </a:lnTo>
                <a:lnTo>
                  <a:pt x="5318" y="232"/>
                </a:lnTo>
                <a:lnTo>
                  <a:pt x="5336" y="230"/>
                </a:lnTo>
                <a:lnTo>
                  <a:pt x="5353" y="228"/>
                </a:lnTo>
                <a:lnTo>
                  <a:pt x="5371" y="226"/>
                </a:lnTo>
                <a:lnTo>
                  <a:pt x="5389" y="223"/>
                </a:lnTo>
                <a:lnTo>
                  <a:pt x="5407" y="221"/>
                </a:lnTo>
                <a:lnTo>
                  <a:pt x="5425" y="219"/>
                </a:lnTo>
                <a:lnTo>
                  <a:pt x="5443" y="216"/>
                </a:lnTo>
                <a:lnTo>
                  <a:pt x="5460" y="214"/>
                </a:lnTo>
                <a:lnTo>
                  <a:pt x="5478" y="212"/>
                </a:lnTo>
                <a:lnTo>
                  <a:pt x="5496" y="209"/>
                </a:lnTo>
                <a:lnTo>
                  <a:pt x="5514" y="207"/>
                </a:lnTo>
                <a:lnTo>
                  <a:pt x="5532" y="205"/>
                </a:lnTo>
                <a:lnTo>
                  <a:pt x="5550" y="202"/>
                </a:lnTo>
                <a:lnTo>
                  <a:pt x="5568" y="200"/>
                </a:lnTo>
                <a:lnTo>
                  <a:pt x="5585" y="198"/>
                </a:lnTo>
                <a:lnTo>
                  <a:pt x="5603" y="196"/>
                </a:lnTo>
                <a:lnTo>
                  <a:pt x="5621" y="193"/>
                </a:lnTo>
                <a:lnTo>
                  <a:pt x="5639" y="191"/>
                </a:lnTo>
                <a:lnTo>
                  <a:pt x="5657" y="189"/>
                </a:lnTo>
                <a:lnTo>
                  <a:pt x="5675" y="186"/>
                </a:lnTo>
                <a:lnTo>
                  <a:pt x="5692" y="184"/>
                </a:lnTo>
                <a:lnTo>
                  <a:pt x="5710" y="182"/>
                </a:lnTo>
                <a:lnTo>
                  <a:pt x="5728" y="179"/>
                </a:lnTo>
                <a:lnTo>
                  <a:pt x="5746" y="177"/>
                </a:lnTo>
                <a:lnTo>
                  <a:pt x="5764" y="175"/>
                </a:lnTo>
                <a:lnTo>
                  <a:pt x="5782" y="173"/>
                </a:lnTo>
                <a:lnTo>
                  <a:pt x="5799" y="170"/>
                </a:lnTo>
                <a:lnTo>
                  <a:pt x="5817" y="168"/>
                </a:lnTo>
                <a:lnTo>
                  <a:pt x="5835" y="166"/>
                </a:lnTo>
                <a:lnTo>
                  <a:pt x="5853" y="163"/>
                </a:lnTo>
                <a:lnTo>
                  <a:pt x="5871" y="161"/>
                </a:lnTo>
                <a:lnTo>
                  <a:pt x="5889" y="159"/>
                </a:lnTo>
                <a:lnTo>
                  <a:pt x="5907" y="156"/>
                </a:lnTo>
                <a:lnTo>
                  <a:pt x="5924" y="154"/>
                </a:lnTo>
                <a:lnTo>
                  <a:pt x="5942" y="152"/>
                </a:lnTo>
                <a:lnTo>
                  <a:pt x="5960" y="149"/>
                </a:lnTo>
                <a:lnTo>
                  <a:pt x="5978" y="147"/>
                </a:lnTo>
                <a:lnTo>
                  <a:pt x="5996" y="145"/>
                </a:lnTo>
                <a:lnTo>
                  <a:pt x="6014" y="143"/>
                </a:lnTo>
                <a:lnTo>
                  <a:pt x="6031" y="140"/>
                </a:lnTo>
                <a:lnTo>
                  <a:pt x="6049" y="138"/>
                </a:lnTo>
                <a:lnTo>
                  <a:pt x="6067" y="136"/>
                </a:lnTo>
                <a:lnTo>
                  <a:pt x="6085" y="133"/>
                </a:lnTo>
                <a:lnTo>
                  <a:pt x="6103" y="131"/>
                </a:lnTo>
                <a:lnTo>
                  <a:pt x="6121" y="129"/>
                </a:lnTo>
                <a:lnTo>
                  <a:pt x="6139" y="126"/>
                </a:lnTo>
                <a:lnTo>
                  <a:pt x="6156" y="124"/>
                </a:lnTo>
                <a:lnTo>
                  <a:pt x="6174" y="122"/>
                </a:lnTo>
                <a:lnTo>
                  <a:pt x="6192" y="119"/>
                </a:lnTo>
                <a:lnTo>
                  <a:pt x="6210" y="117"/>
                </a:lnTo>
                <a:lnTo>
                  <a:pt x="6228" y="115"/>
                </a:lnTo>
                <a:lnTo>
                  <a:pt x="6246" y="113"/>
                </a:lnTo>
                <a:lnTo>
                  <a:pt x="6263" y="110"/>
                </a:lnTo>
                <a:lnTo>
                  <a:pt x="6281" y="108"/>
                </a:lnTo>
                <a:lnTo>
                  <a:pt x="6299" y="106"/>
                </a:lnTo>
                <a:lnTo>
                  <a:pt x="6317" y="103"/>
                </a:lnTo>
                <a:lnTo>
                  <a:pt x="6335" y="101"/>
                </a:lnTo>
                <a:lnTo>
                  <a:pt x="6353" y="99"/>
                </a:lnTo>
                <a:lnTo>
                  <a:pt x="6371" y="96"/>
                </a:lnTo>
                <a:lnTo>
                  <a:pt x="6388" y="94"/>
                </a:lnTo>
                <a:lnTo>
                  <a:pt x="6406" y="92"/>
                </a:lnTo>
                <a:lnTo>
                  <a:pt x="6424" y="89"/>
                </a:lnTo>
                <a:lnTo>
                  <a:pt x="6442" y="87"/>
                </a:lnTo>
                <a:lnTo>
                  <a:pt x="6460" y="85"/>
                </a:lnTo>
                <a:lnTo>
                  <a:pt x="6478" y="83"/>
                </a:lnTo>
                <a:lnTo>
                  <a:pt x="6495" y="80"/>
                </a:lnTo>
                <a:lnTo>
                  <a:pt x="6513" y="78"/>
                </a:lnTo>
                <a:lnTo>
                  <a:pt x="6531" y="76"/>
                </a:lnTo>
                <a:lnTo>
                  <a:pt x="6549" y="73"/>
                </a:lnTo>
                <a:lnTo>
                  <a:pt x="6567" y="71"/>
                </a:lnTo>
                <a:lnTo>
                  <a:pt x="6585" y="69"/>
                </a:lnTo>
                <a:lnTo>
                  <a:pt x="6603" y="66"/>
                </a:lnTo>
                <a:lnTo>
                  <a:pt x="6620" y="64"/>
                </a:lnTo>
                <a:lnTo>
                  <a:pt x="6638" y="62"/>
                </a:lnTo>
                <a:lnTo>
                  <a:pt x="6656" y="59"/>
                </a:lnTo>
                <a:lnTo>
                  <a:pt x="6674" y="57"/>
                </a:lnTo>
                <a:lnTo>
                  <a:pt x="6692" y="55"/>
                </a:lnTo>
                <a:lnTo>
                  <a:pt x="6710" y="53"/>
                </a:lnTo>
                <a:lnTo>
                  <a:pt x="6727" y="50"/>
                </a:lnTo>
                <a:lnTo>
                  <a:pt x="6745" y="48"/>
                </a:lnTo>
                <a:lnTo>
                  <a:pt x="6763" y="46"/>
                </a:lnTo>
                <a:lnTo>
                  <a:pt x="6781" y="43"/>
                </a:lnTo>
                <a:lnTo>
                  <a:pt x="6799" y="41"/>
                </a:lnTo>
                <a:lnTo>
                  <a:pt x="6817" y="39"/>
                </a:lnTo>
                <a:lnTo>
                  <a:pt x="6834" y="36"/>
                </a:lnTo>
                <a:lnTo>
                  <a:pt x="6852" y="34"/>
                </a:lnTo>
                <a:lnTo>
                  <a:pt x="6870" y="32"/>
                </a:lnTo>
                <a:lnTo>
                  <a:pt x="6888" y="30"/>
                </a:lnTo>
                <a:lnTo>
                  <a:pt x="6906" y="27"/>
                </a:lnTo>
                <a:lnTo>
                  <a:pt x="6924" y="25"/>
                </a:lnTo>
                <a:lnTo>
                  <a:pt x="6942" y="23"/>
                </a:lnTo>
                <a:lnTo>
                  <a:pt x="6959" y="20"/>
                </a:lnTo>
                <a:lnTo>
                  <a:pt x="6977" y="18"/>
                </a:lnTo>
                <a:lnTo>
                  <a:pt x="6995" y="16"/>
                </a:lnTo>
                <a:lnTo>
                  <a:pt x="7013" y="13"/>
                </a:lnTo>
                <a:lnTo>
                  <a:pt x="7031" y="11"/>
                </a:lnTo>
                <a:lnTo>
                  <a:pt x="7049" y="9"/>
                </a:lnTo>
                <a:lnTo>
                  <a:pt x="7066" y="6"/>
                </a:lnTo>
                <a:lnTo>
                  <a:pt x="7084" y="4"/>
                </a:lnTo>
                <a:lnTo>
                  <a:pt x="7102" y="2"/>
                </a:lnTo>
                <a:lnTo>
                  <a:pt x="7120" y="0"/>
                </a:lnTo>
              </a:path>
            </a:pathLst>
          </a:custGeom>
          <a:noFill/>
          <a:ln w="19050">
            <a:solidFill>
              <a:srgbClr val="C4B8DC"/>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3" name="Freeform 12"/>
          <p:cNvSpPr/>
          <p:nvPr/>
        </p:nvSpPr>
        <p:spPr>
          <a:xfrm>
            <a:off x="896112" y="3947465"/>
            <a:ext cx="6510528" cy="702259"/>
          </a:xfrm>
          <a:custGeom>
            <a:avLst/>
            <a:gdLst/>
            <a:ahLst/>
            <a:cxnLst/>
            <a:rect l="l" t="t" r="r" b="b"/>
            <a:pathLst>
              <a:path w="7120" h="768">
                <a:moveTo>
                  <a:pt x="0" y="768"/>
                </a:moveTo>
                <a:lnTo>
                  <a:pt x="18" y="766"/>
                </a:lnTo>
                <a:lnTo>
                  <a:pt x="36" y="764"/>
                </a:lnTo>
                <a:lnTo>
                  <a:pt x="54" y="762"/>
                </a:lnTo>
                <a:lnTo>
                  <a:pt x="71" y="761"/>
                </a:lnTo>
                <a:lnTo>
                  <a:pt x="89" y="759"/>
                </a:lnTo>
                <a:lnTo>
                  <a:pt x="107" y="757"/>
                </a:lnTo>
                <a:lnTo>
                  <a:pt x="125" y="755"/>
                </a:lnTo>
                <a:lnTo>
                  <a:pt x="143" y="753"/>
                </a:lnTo>
                <a:lnTo>
                  <a:pt x="161" y="751"/>
                </a:lnTo>
                <a:lnTo>
                  <a:pt x="178" y="749"/>
                </a:lnTo>
                <a:lnTo>
                  <a:pt x="196" y="747"/>
                </a:lnTo>
                <a:lnTo>
                  <a:pt x="214" y="745"/>
                </a:lnTo>
                <a:lnTo>
                  <a:pt x="232" y="743"/>
                </a:lnTo>
                <a:lnTo>
                  <a:pt x="250" y="741"/>
                </a:lnTo>
                <a:lnTo>
                  <a:pt x="268" y="739"/>
                </a:lnTo>
                <a:lnTo>
                  <a:pt x="286" y="737"/>
                </a:lnTo>
                <a:lnTo>
                  <a:pt x="303" y="735"/>
                </a:lnTo>
                <a:lnTo>
                  <a:pt x="321" y="734"/>
                </a:lnTo>
                <a:lnTo>
                  <a:pt x="339" y="732"/>
                </a:lnTo>
                <a:lnTo>
                  <a:pt x="357" y="730"/>
                </a:lnTo>
                <a:lnTo>
                  <a:pt x="375" y="728"/>
                </a:lnTo>
                <a:lnTo>
                  <a:pt x="393" y="726"/>
                </a:lnTo>
                <a:lnTo>
                  <a:pt x="410" y="724"/>
                </a:lnTo>
                <a:lnTo>
                  <a:pt x="428" y="722"/>
                </a:lnTo>
                <a:lnTo>
                  <a:pt x="446" y="720"/>
                </a:lnTo>
                <a:lnTo>
                  <a:pt x="464" y="718"/>
                </a:lnTo>
                <a:lnTo>
                  <a:pt x="482" y="716"/>
                </a:lnTo>
                <a:lnTo>
                  <a:pt x="500" y="714"/>
                </a:lnTo>
                <a:lnTo>
                  <a:pt x="517" y="712"/>
                </a:lnTo>
                <a:lnTo>
                  <a:pt x="535" y="710"/>
                </a:lnTo>
                <a:lnTo>
                  <a:pt x="553" y="709"/>
                </a:lnTo>
                <a:lnTo>
                  <a:pt x="571" y="707"/>
                </a:lnTo>
                <a:lnTo>
                  <a:pt x="589" y="705"/>
                </a:lnTo>
                <a:lnTo>
                  <a:pt x="607" y="703"/>
                </a:lnTo>
                <a:lnTo>
                  <a:pt x="625" y="701"/>
                </a:lnTo>
                <a:lnTo>
                  <a:pt x="642" y="699"/>
                </a:lnTo>
                <a:lnTo>
                  <a:pt x="660" y="697"/>
                </a:lnTo>
                <a:lnTo>
                  <a:pt x="678" y="695"/>
                </a:lnTo>
                <a:lnTo>
                  <a:pt x="696" y="693"/>
                </a:lnTo>
                <a:lnTo>
                  <a:pt x="714" y="691"/>
                </a:lnTo>
                <a:lnTo>
                  <a:pt x="732" y="689"/>
                </a:lnTo>
                <a:lnTo>
                  <a:pt x="749" y="687"/>
                </a:lnTo>
                <a:lnTo>
                  <a:pt x="767" y="685"/>
                </a:lnTo>
                <a:lnTo>
                  <a:pt x="785" y="683"/>
                </a:lnTo>
                <a:lnTo>
                  <a:pt x="803" y="682"/>
                </a:lnTo>
                <a:lnTo>
                  <a:pt x="821" y="680"/>
                </a:lnTo>
                <a:lnTo>
                  <a:pt x="839" y="678"/>
                </a:lnTo>
                <a:lnTo>
                  <a:pt x="857" y="676"/>
                </a:lnTo>
                <a:lnTo>
                  <a:pt x="874" y="674"/>
                </a:lnTo>
                <a:lnTo>
                  <a:pt x="892" y="672"/>
                </a:lnTo>
                <a:lnTo>
                  <a:pt x="910" y="670"/>
                </a:lnTo>
                <a:lnTo>
                  <a:pt x="928" y="668"/>
                </a:lnTo>
                <a:lnTo>
                  <a:pt x="946" y="666"/>
                </a:lnTo>
                <a:lnTo>
                  <a:pt x="964" y="664"/>
                </a:lnTo>
                <a:lnTo>
                  <a:pt x="981" y="662"/>
                </a:lnTo>
                <a:lnTo>
                  <a:pt x="999" y="660"/>
                </a:lnTo>
                <a:lnTo>
                  <a:pt x="1017" y="658"/>
                </a:lnTo>
                <a:lnTo>
                  <a:pt x="1035" y="657"/>
                </a:lnTo>
                <a:lnTo>
                  <a:pt x="1053" y="655"/>
                </a:lnTo>
                <a:lnTo>
                  <a:pt x="1071" y="653"/>
                </a:lnTo>
                <a:lnTo>
                  <a:pt x="1089" y="651"/>
                </a:lnTo>
                <a:lnTo>
                  <a:pt x="1106" y="649"/>
                </a:lnTo>
                <a:lnTo>
                  <a:pt x="1124" y="647"/>
                </a:lnTo>
                <a:lnTo>
                  <a:pt x="1142" y="645"/>
                </a:lnTo>
                <a:lnTo>
                  <a:pt x="1160" y="643"/>
                </a:lnTo>
                <a:lnTo>
                  <a:pt x="1178" y="641"/>
                </a:lnTo>
                <a:lnTo>
                  <a:pt x="1196" y="639"/>
                </a:lnTo>
                <a:lnTo>
                  <a:pt x="1213" y="637"/>
                </a:lnTo>
                <a:lnTo>
                  <a:pt x="1231" y="635"/>
                </a:lnTo>
                <a:lnTo>
                  <a:pt x="1249" y="633"/>
                </a:lnTo>
                <a:lnTo>
                  <a:pt x="1267" y="632"/>
                </a:lnTo>
                <a:lnTo>
                  <a:pt x="1285" y="630"/>
                </a:lnTo>
                <a:lnTo>
                  <a:pt x="1303" y="628"/>
                </a:lnTo>
                <a:lnTo>
                  <a:pt x="1321" y="626"/>
                </a:lnTo>
                <a:lnTo>
                  <a:pt x="1338" y="624"/>
                </a:lnTo>
                <a:lnTo>
                  <a:pt x="1356" y="622"/>
                </a:lnTo>
                <a:lnTo>
                  <a:pt x="1374" y="620"/>
                </a:lnTo>
                <a:lnTo>
                  <a:pt x="1392" y="618"/>
                </a:lnTo>
                <a:lnTo>
                  <a:pt x="1410" y="616"/>
                </a:lnTo>
                <a:lnTo>
                  <a:pt x="1428" y="614"/>
                </a:lnTo>
                <a:lnTo>
                  <a:pt x="1445" y="612"/>
                </a:lnTo>
                <a:lnTo>
                  <a:pt x="1463" y="610"/>
                </a:lnTo>
                <a:lnTo>
                  <a:pt x="1481" y="608"/>
                </a:lnTo>
                <a:lnTo>
                  <a:pt x="1499" y="606"/>
                </a:lnTo>
                <a:lnTo>
                  <a:pt x="1517" y="605"/>
                </a:lnTo>
                <a:lnTo>
                  <a:pt x="1535" y="603"/>
                </a:lnTo>
                <a:lnTo>
                  <a:pt x="1552" y="601"/>
                </a:lnTo>
                <a:lnTo>
                  <a:pt x="1570" y="599"/>
                </a:lnTo>
                <a:lnTo>
                  <a:pt x="1588" y="597"/>
                </a:lnTo>
                <a:lnTo>
                  <a:pt x="1606" y="595"/>
                </a:lnTo>
                <a:lnTo>
                  <a:pt x="1624" y="593"/>
                </a:lnTo>
                <a:lnTo>
                  <a:pt x="1642" y="591"/>
                </a:lnTo>
                <a:lnTo>
                  <a:pt x="1660" y="589"/>
                </a:lnTo>
                <a:lnTo>
                  <a:pt x="1677" y="587"/>
                </a:lnTo>
                <a:lnTo>
                  <a:pt x="1695" y="585"/>
                </a:lnTo>
                <a:lnTo>
                  <a:pt x="1713" y="583"/>
                </a:lnTo>
                <a:lnTo>
                  <a:pt x="1731" y="581"/>
                </a:lnTo>
                <a:lnTo>
                  <a:pt x="1749" y="580"/>
                </a:lnTo>
                <a:lnTo>
                  <a:pt x="1767" y="578"/>
                </a:lnTo>
                <a:lnTo>
                  <a:pt x="1784" y="576"/>
                </a:lnTo>
                <a:lnTo>
                  <a:pt x="1802" y="574"/>
                </a:lnTo>
                <a:lnTo>
                  <a:pt x="1820" y="572"/>
                </a:lnTo>
                <a:lnTo>
                  <a:pt x="1838" y="570"/>
                </a:lnTo>
                <a:lnTo>
                  <a:pt x="1856" y="568"/>
                </a:lnTo>
                <a:lnTo>
                  <a:pt x="1874" y="566"/>
                </a:lnTo>
                <a:lnTo>
                  <a:pt x="1892" y="564"/>
                </a:lnTo>
                <a:lnTo>
                  <a:pt x="1909" y="562"/>
                </a:lnTo>
                <a:lnTo>
                  <a:pt x="1927" y="560"/>
                </a:lnTo>
                <a:lnTo>
                  <a:pt x="1945" y="558"/>
                </a:lnTo>
                <a:lnTo>
                  <a:pt x="1963" y="556"/>
                </a:lnTo>
                <a:lnTo>
                  <a:pt x="1981" y="555"/>
                </a:lnTo>
                <a:lnTo>
                  <a:pt x="1999" y="553"/>
                </a:lnTo>
                <a:lnTo>
                  <a:pt x="2016" y="551"/>
                </a:lnTo>
                <a:lnTo>
                  <a:pt x="2034" y="549"/>
                </a:lnTo>
                <a:lnTo>
                  <a:pt x="2052" y="547"/>
                </a:lnTo>
                <a:lnTo>
                  <a:pt x="2070" y="545"/>
                </a:lnTo>
                <a:lnTo>
                  <a:pt x="2088" y="543"/>
                </a:lnTo>
                <a:lnTo>
                  <a:pt x="2106" y="541"/>
                </a:lnTo>
                <a:lnTo>
                  <a:pt x="2124" y="539"/>
                </a:lnTo>
                <a:lnTo>
                  <a:pt x="2141" y="537"/>
                </a:lnTo>
                <a:lnTo>
                  <a:pt x="2159" y="535"/>
                </a:lnTo>
                <a:lnTo>
                  <a:pt x="2177" y="533"/>
                </a:lnTo>
                <a:lnTo>
                  <a:pt x="2195" y="531"/>
                </a:lnTo>
                <a:lnTo>
                  <a:pt x="2213" y="529"/>
                </a:lnTo>
                <a:lnTo>
                  <a:pt x="2231" y="528"/>
                </a:lnTo>
                <a:lnTo>
                  <a:pt x="2248" y="526"/>
                </a:lnTo>
                <a:lnTo>
                  <a:pt x="2266" y="524"/>
                </a:lnTo>
                <a:lnTo>
                  <a:pt x="2284" y="522"/>
                </a:lnTo>
                <a:lnTo>
                  <a:pt x="2302" y="520"/>
                </a:lnTo>
                <a:lnTo>
                  <a:pt x="2320" y="518"/>
                </a:lnTo>
                <a:lnTo>
                  <a:pt x="2338" y="516"/>
                </a:lnTo>
                <a:lnTo>
                  <a:pt x="2355" y="514"/>
                </a:lnTo>
                <a:lnTo>
                  <a:pt x="2373" y="512"/>
                </a:lnTo>
                <a:lnTo>
                  <a:pt x="2391" y="510"/>
                </a:lnTo>
                <a:lnTo>
                  <a:pt x="2409" y="508"/>
                </a:lnTo>
                <a:lnTo>
                  <a:pt x="2427" y="506"/>
                </a:lnTo>
                <a:lnTo>
                  <a:pt x="2445" y="504"/>
                </a:lnTo>
                <a:lnTo>
                  <a:pt x="2463" y="503"/>
                </a:lnTo>
                <a:lnTo>
                  <a:pt x="2480" y="501"/>
                </a:lnTo>
                <a:lnTo>
                  <a:pt x="2498" y="499"/>
                </a:lnTo>
                <a:lnTo>
                  <a:pt x="2516" y="497"/>
                </a:lnTo>
                <a:lnTo>
                  <a:pt x="2534" y="495"/>
                </a:lnTo>
                <a:lnTo>
                  <a:pt x="2552" y="493"/>
                </a:lnTo>
                <a:lnTo>
                  <a:pt x="2570" y="491"/>
                </a:lnTo>
                <a:lnTo>
                  <a:pt x="2587" y="489"/>
                </a:lnTo>
                <a:lnTo>
                  <a:pt x="2605" y="487"/>
                </a:lnTo>
                <a:lnTo>
                  <a:pt x="2623" y="485"/>
                </a:lnTo>
                <a:lnTo>
                  <a:pt x="2641" y="483"/>
                </a:lnTo>
                <a:lnTo>
                  <a:pt x="2659" y="481"/>
                </a:lnTo>
                <a:lnTo>
                  <a:pt x="2677" y="479"/>
                </a:lnTo>
                <a:lnTo>
                  <a:pt x="2695" y="478"/>
                </a:lnTo>
                <a:lnTo>
                  <a:pt x="2712" y="476"/>
                </a:lnTo>
                <a:lnTo>
                  <a:pt x="2730" y="474"/>
                </a:lnTo>
                <a:lnTo>
                  <a:pt x="2748" y="472"/>
                </a:lnTo>
                <a:lnTo>
                  <a:pt x="2766" y="470"/>
                </a:lnTo>
                <a:lnTo>
                  <a:pt x="2784" y="468"/>
                </a:lnTo>
                <a:lnTo>
                  <a:pt x="2802" y="466"/>
                </a:lnTo>
                <a:lnTo>
                  <a:pt x="2819" y="464"/>
                </a:lnTo>
                <a:lnTo>
                  <a:pt x="2837" y="462"/>
                </a:lnTo>
                <a:lnTo>
                  <a:pt x="2855" y="460"/>
                </a:lnTo>
                <a:lnTo>
                  <a:pt x="2873" y="458"/>
                </a:lnTo>
                <a:lnTo>
                  <a:pt x="2891" y="456"/>
                </a:lnTo>
                <a:lnTo>
                  <a:pt x="2909" y="454"/>
                </a:lnTo>
                <a:lnTo>
                  <a:pt x="2927" y="452"/>
                </a:lnTo>
                <a:lnTo>
                  <a:pt x="2944" y="451"/>
                </a:lnTo>
                <a:lnTo>
                  <a:pt x="2962" y="449"/>
                </a:lnTo>
                <a:lnTo>
                  <a:pt x="2980" y="447"/>
                </a:lnTo>
                <a:lnTo>
                  <a:pt x="2998" y="445"/>
                </a:lnTo>
                <a:lnTo>
                  <a:pt x="3016" y="443"/>
                </a:lnTo>
                <a:lnTo>
                  <a:pt x="3034" y="441"/>
                </a:lnTo>
                <a:lnTo>
                  <a:pt x="3051" y="439"/>
                </a:lnTo>
                <a:lnTo>
                  <a:pt x="3069" y="437"/>
                </a:lnTo>
                <a:lnTo>
                  <a:pt x="3087" y="435"/>
                </a:lnTo>
                <a:lnTo>
                  <a:pt x="3105" y="433"/>
                </a:lnTo>
                <a:lnTo>
                  <a:pt x="3123" y="431"/>
                </a:lnTo>
                <a:lnTo>
                  <a:pt x="3141" y="429"/>
                </a:lnTo>
                <a:lnTo>
                  <a:pt x="3158" y="427"/>
                </a:lnTo>
                <a:lnTo>
                  <a:pt x="3176" y="426"/>
                </a:lnTo>
                <a:lnTo>
                  <a:pt x="3194" y="424"/>
                </a:lnTo>
                <a:lnTo>
                  <a:pt x="3212" y="422"/>
                </a:lnTo>
                <a:lnTo>
                  <a:pt x="3230" y="420"/>
                </a:lnTo>
                <a:lnTo>
                  <a:pt x="3248" y="418"/>
                </a:lnTo>
                <a:lnTo>
                  <a:pt x="3266" y="416"/>
                </a:lnTo>
                <a:lnTo>
                  <a:pt x="3283" y="414"/>
                </a:lnTo>
                <a:lnTo>
                  <a:pt x="3301" y="412"/>
                </a:lnTo>
                <a:lnTo>
                  <a:pt x="3319" y="410"/>
                </a:lnTo>
                <a:lnTo>
                  <a:pt x="3337" y="408"/>
                </a:lnTo>
                <a:lnTo>
                  <a:pt x="3355" y="406"/>
                </a:lnTo>
                <a:lnTo>
                  <a:pt x="3373" y="404"/>
                </a:lnTo>
                <a:lnTo>
                  <a:pt x="3390" y="402"/>
                </a:lnTo>
                <a:lnTo>
                  <a:pt x="3408" y="400"/>
                </a:lnTo>
                <a:lnTo>
                  <a:pt x="3426" y="399"/>
                </a:lnTo>
                <a:lnTo>
                  <a:pt x="3444" y="397"/>
                </a:lnTo>
                <a:lnTo>
                  <a:pt x="3462" y="395"/>
                </a:lnTo>
                <a:lnTo>
                  <a:pt x="3480" y="393"/>
                </a:lnTo>
                <a:lnTo>
                  <a:pt x="3498" y="391"/>
                </a:lnTo>
                <a:lnTo>
                  <a:pt x="3515" y="389"/>
                </a:lnTo>
                <a:lnTo>
                  <a:pt x="3533" y="387"/>
                </a:lnTo>
                <a:lnTo>
                  <a:pt x="3551" y="385"/>
                </a:lnTo>
                <a:lnTo>
                  <a:pt x="3569" y="383"/>
                </a:lnTo>
                <a:lnTo>
                  <a:pt x="3587" y="381"/>
                </a:lnTo>
                <a:lnTo>
                  <a:pt x="3605" y="379"/>
                </a:lnTo>
                <a:lnTo>
                  <a:pt x="3622" y="377"/>
                </a:lnTo>
                <a:lnTo>
                  <a:pt x="3640" y="375"/>
                </a:lnTo>
                <a:lnTo>
                  <a:pt x="3658" y="374"/>
                </a:lnTo>
                <a:lnTo>
                  <a:pt x="3676" y="372"/>
                </a:lnTo>
                <a:lnTo>
                  <a:pt x="3694" y="370"/>
                </a:lnTo>
                <a:lnTo>
                  <a:pt x="3712" y="368"/>
                </a:lnTo>
                <a:lnTo>
                  <a:pt x="3730" y="366"/>
                </a:lnTo>
                <a:lnTo>
                  <a:pt x="3747" y="364"/>
                </a:lnTo>
                <a:lnTo>
                  <a:pt x="3765" y="362"/>
                </a:lnTo>
                <a:lnTo>
                  <a:pt x="3783" y="360"/>
                </a:lnTo>
                <a:lnTo>
                  <a:pt x="3801" y="358"/>
                </a:lnTo>
                <a:lnTo>
                  <a:pt x="3819" y="356"/>
                </a:lnTo>
                <a:lnTo>
                  <a:pt x="3837" y="354"/>
                </a:lnTo>
                <a:lnTo>
                  <a:pt x="3854" y="352"/>
                </a:lnTo>
                <a:lnTo>
                  <a:pt x="3872" y="350"/>
                </a:lnTo>
                <a:lnTo>
                  <a:pt x="3890" y="349"/>
                </a:lnTo>
                <a:lnTo>
                  <a:pt x="3908" y="347"/>
                </a:lnTo>
                <a:lnTo>
                  <a:pt x="3926" y="345"/>
                </a:lnTo>
                <a:lnTo>
                  <a:pt x="3944" y="343"/>
                </a:lnTo>
                <a:lnTo>
                  <a:pt x="3962" y="341"/>
                </a:lnTo>
                <a:lnTo>
                  <a:pt x="3979" y="339"/>
                </a:lnTo>
                <a:lnTo>
                  <a:pt x="3997" y="337"/>
                </a:lnTo>
                <a:lnTo>
                  <a:pt x="4015" y="335"/>
                </a:lnTo>
                <a:lnTo>
                  <a:pt x="4033" y="333"/>
                </a:lnTo>
                <a:lnTo>
                  <a:pt x="4051" y="331"/>
                </a:lnTo>
                <a:lnTo>
                  <a:pt x="4069" y="329"/>
                </a:lnTo>
                <a:lnTo>
                  <a:pt x="4086" y="327"/>
                </a:lnTo>
                <a:lnTo>
                  <a:pt x="4104" y="325"/>
                </a:lnTo>
                <a:lnTo>
                  <a:pt x="4122" y="323"/>
                </a:lnTo>
                <a:lnTo>
                  <a:pt x="4140" y="322"/>
                </a:lnTo>
                <a:lnTo>
                  <a:pt x="4158" y="320"/>
                </a:lnTo>
                <a:lnTo>
                  <a:pt x="4176" y="318"/>
                </a:lnTo>
                <a:lnTo>
                  <a:pt x="4193" y="316"/>
                </a:lnTo>
                <a:lnTo>
                  <a:pt x="4211" y="314"/>
                </a:lnTo>
                <a:lnTo>
                  <a:pt x="4229" y="312"/>
                </a:lnTo>
                <a:lnTo>
                  <a:pt x="4247" y="310"/>
                </a:lnTo>
                <a:lnTo>
                  <a:pt x="4265" y="308"/>
                </a:lnTo>
                <a:lnTo>
                  <a:pt x="4283" y="306"/>
                </a:lnTo>
                <a:lnTo>
                  <a:pt x="4301" y="304"/>
                </a:lnTo>
                <a:lnTo>
                  <a:pt x="4318" y="302"/>
                </a:lnTo>
                <a:lnTo>
                  <a:pt x="4336" y="300"/>
                </a:lnTo>
                <a:lnTo>
                  <a:pt x="4354" y="298"/>
                </a:lnTo>
                <a:lnTo>
                  <a:pt x="4372" y="297"/>
                </a:lnTo>
                <a:lnTo>
                  <a:pt x="4390" y="295"/>
                </a:lnTo>
                <a:lnTo>
                  <a:pt x="4408" y="293"/>
                </a:lnTo>
                <a:lnTo>
                  <a:pt x="4425" y="291"/>
                </a:lnTo>
                <a:lnTo>
                  <a:pt x="4443" y="289"/>
                </a:lnTo>
                <a:lnTo>
                  <a:pt x="4461" y="287"/>
                </a:lnTo>
                <a:lnTo>
                  <a:pt x="4479" y="285"/>
                </a:lnTo>
                <a:lnTo>
                  <a:pt x="4497" y="283"/>
                </a:lnTo>
                <a:lnTo>
                  <a:pt x="4515" y="281"/>
                </a:lnTo>
                <a:lnTo>
                  <a:pt x="4533" y="279"/>
                </a:lnTo>
                <a:lnTo>
                  <a:pt x="4550" y="277"/>
                </a:lnTo>
                <a:lnTo>
                  <a:pt x="4568" y="275"/>
                </a:lnTo>
                <a:lnTo>
                  <a:pt x="4586" y="273"/>
                </a:lnTo>
                <a:lnTo>
                  <a:pt x="4604" y="272"/>
                </a:lnTo>
                <a:lnTo>
                  <a:pt x="4622" y="270"/>
                </a:lnTo>
                <a:lnTo>
                  <a:pt x="4640" y="268"/>
                </a:lnTo>
                <a:lnTo>
                  <a:pt x="4657" y="266"/>
                </a:lnTo>
                <a:lnTo>
                  <a:pt x="4675" y="264"/>
                </a:lnTo>
                <a:lnTo>
                  <a:pt x="4693" y="262"/>
                </a:lnTo>
                <a:lnTo>
                  <a:pt x="4711" y="260"/>
                </a:lnTo>
                <a:lnTo>
                  <a:pt x="4729" y="258"/>
                </a:lnTo>
                <a:lnTo>
                  <a:pt x="4747" y="256"/>
                </a:lnTo>
                <a:lnTo>
                  <a:pt x="4765" y="254"/>
                </a:lnTo>
                <a:lnTo>
                  <a:pt x="4782" y="252"/>
                </a:lnTo>
                <a:lnTo>
                  <a:pt x="4800" y="250"/>
                </a:lnTo>
                <a:lnTo>
                  <a:pt x="4818" y="248"/>
                </a:lnTo>
                <a:lnTo>
                  <a:pt x="4836" y="246"/>
                </a:lnTo>
                <a:lnTo>
                  <a:pt x="4854" y="245"/>
                </a:lnTo>
                <a:lnTo>
                  <a:pt x="4872" y="243"/>
                </a:lnTo>
                <a:lnTo>
                  <a:pt x="4889" y="241"/>
                </a:lnTo>
                <a:lnTo>
                  <a:pt x="4907" y="239"/>
                </a:lnTo>
                <a:lnTo>
                  <a:pt x="4925" y="237"/>
                </a:lnTo>
                <a:lnTo>
                  <a:pt x="4943" y="235"/>
                </a:lnTo>
                <a:lnTo>
                  <a:pt x="4961" y="233"/>
                </a:lnTo>
                <a:lnTo>
                  <a:pt x="4979" y="231"/>
                </a:lnTo>
                <a:lnTo>
                  <a:pt x="4996" y="229"/>
                </a:lnTo>
                <a:lnTo>
                  <a:pt x="5014" y="227"/>
                </a:lnTo>
                <a:lnTo>
                  <a:pt x="5032" y="225"/>
                </a:lnTo>
                <a:lnTo>
                  <a:pt x="5050" y="223"/>
                </a:lnTo>
                <a:lnTo>
                  <a:pt x="5068" y="221"/>
                </a:lnTo>
                <a:lnTo>
                  <a:pt x="5086" y="220"/>
                </a:lnTo>
                <a:lnTo>
                  <a:pt x="5104" y="218"/>
                </a:lnTo>
                <a:lnTo>
                  <a:pt x="5121" y="216"/>
                </a:lnTo>
                <a:lnTo>
                  <a:pt x="5139" y="214"/>
                </a:lnTo>
                <a:lnTo>
                  <a:pt x="5157" y="212"/>
                </a:lnTo>
                <a:lnTo>
                  <a:pt x="5175" y="210"/>
                </a:lnTo>
                <a:lnTo>
                  <a:pt x="5193" y="208"/>
                </a:lnTo>
                <a:lnTo>
                  <a:pt x="5211" y="206"/>
                </a:lnTo>
                <a:lnTo>
                  <a:pt x="5228" y="204"/>
                </a:lnTo>
                <a:lnTo>
                  <a:pt x="5246" y="202"/>
                </a:lnTo>
                <a:lnTo>
                  <a:pt x="5264" y="200"/>
                </a:lnTo>
                <a:lnTo>
                  <a:pt x="5282" y="198"/>
                </a:lnTo>
                <a:lnTo>
                  <a:pt x="5300" y="196"/>
                </a:lnTo>
                <a:lnTo>
                  <a:pt x="5318" y="195"/>
                </a:lnTo>
                <a:lnTo>
                  <a:pt x="5336" y="193"/>
                </a:lnTo>
                <a:lnTo>
                  <a:pt x="5353" y="191"/>
                </a:lnTo>
                <a:lnTo>
                  <a:pt x="5371" y="189"/>
                </a:lnTo>
                <a:lnTo>
                  <a:pt x="5389" y="187"/>
                </a:lnTo>
                <a:lnTo>
                  <a:pt x="5407" y="185"/>
                </a:lnTo>
                <a:lnTo>
                  <a:pt x="5425" y="183"/>
                </a:lnTo>
                <a:lnTo>
                  <a:pt x="5443" y="181"/>
                </a:lnTo>
                <a:lnTo>
                  <a:pt x="5460" y="179"/>
                </a:lnTo>
                <a:lnTo>
                  <a:pt x="5478" y="177"/>
                </a:lnTo>
                <a:lnTo>
                  <a:pt x="5496" y="175"/>
                </a:lnTo>
                <a:lnTo>
                  <a:pt x="5514" y="173"/>
                </a:lnTo>
                <a:lnTo>
                  <a:pt x="5532" y="171"/>
                </a:lnTo>
                <a:lnTo>
                  <a:pt x="5550" y="169"/>
                </a:lnTo>
                <a:lnTo>
                  <a:pt x="5568" y="168"/>
                </a:lnTo>
                <a:lnTo>
                  <a:pt x="5585" y="166"/>
                </a:lnTo>
                <a:lnTo>
                  <a:pt x="5603" y="164"/>
                </a:lnTo>
                <a:lnTo>
                  <a:pt x="5621" y="162"/>
                </a:lnTo>
                <a:lnTo>
                  <a:pt x="5639" y="160"/>
                </a:lnTo>
                <a:lnTo>
                  <a:pt x="5657" y="158"/>
                </a:lnTo>
                <a:lnTo>
                  <a:pt x="5675" y="156"/>
                </a:lnTo>
                <a:lnTo>
                  <a:pt x="5692" y="154"/>
                </a:lnTo>
                <a:lnTo>
                  <a:pt x="5710" y="152"/>
                </a:lnTo>
                <a:lnTo>
                  <a:pt x="5728" y="150"/>
                </a:lnTo>
                <a:lnTo>
                  <a:pt x="5746" y="148"/>
                </a:lnTo>
                <a:lnTo>
                  <a:pt x="5764" y="146"/>
                </a:lnTo>
                <a:lnTo>
                  <a:pt x="5782" y="144"/>
                </a:lnTo>
                <a:lnTo>
                  <a:pt x="5799" y="143"/>
                </a:lnTo>
                <a:lnTo>
                  <a:pt x="5817" y="141"/>
                </a:lnTo>
                <a:lnTo>
                  <a:pt x="5835" y="139"/>
                </a:lnTo>
                <a:lnTo>
                  <a:pt x="5853" y="137"/>
                </a:lnTo>
                <a:lnTo>
                  <a:pt x="5871" y="135"/>
                </a:lnTo>
                <a:lnTo>
                  <a:pt x="5889" y="133"/>
                </a:lnTo>
                <a:lnTo>
                  <a:pt x="5907" y="131"/>
                </a:lnTo>
                <a:lnTo>
                  <a:pt x="5924" y="129"/>
                </a:lnTo>
                <a:lnTo>
                  <a:pt x="5942" y="127"/>
                </a:lnTo>
                <a:lnTo>
                  <a:pt x="5960" y="125"/>
                </a:lnTo>
                <a:lnTo>
                  <a:pt x="5978" y="123"/>
                </a:lnTo>
                <a:lnTo>
                  <a:pt x="5996" y="121"/>
                </a:lnTo>
                <a:lnTo>
                  <a:pt x="6014" y="119"/>
                </a:lnTo>
                <a:lnTo>
                  <a:pt x="6031" y="117"/>
                </a:lnTo>
                <a:lnTo>
                  <a:pt x="6049" y="116"/>
                </a:lnTo>
                <a:lnTo>
                  <a:pt x="6067" y="114"/>
                </a:lnTo>
                <a:lnTo>
                  <a:pt x="6085" y="112"/>
                </a:lnTo>
                <a:lnTo>
                  <a:pt x="6103" y="110"/>
                </a:lnTo>
                <a:lnTo>
                  <a:pt x="6121" y="108"/>
                </a:lnTo>
                <a:lnTo>
                  <a:pt x="6139" y="106"/>
                </a:lnTo>
                <a:lnTo>
                  <a:pt x="6156" y="104"/>
                </a:lnTo>
                <a:lnTo>
                  <a:pt x="6174" y="102"/>
                </a:lnTo>
                <a:lnTo>
                  <a:pt x="6192" y="100"/>
                </a:lnTo>
                <a:lnTo>
                  <a:pt x="6210" y="98"/>
                </a:lnTo>
                <a:lnTo>
                  <a:pt x="6228" y="96"/>
                </a:lnTo>
                <a:lnTo>
                  <a:pt x="6246" y="94"/>
                </a:lnTo>
                <a:lnTo>
                  <a:pt x="6263" y="92"/>
                </a:lnTo>
                <a:lnTo>
                  <a:pt x="6281" y="91"/>
                </a:lnTo>
                <a:lnTo>
                  <a:pt x="6299" y="89"/>
                </a:lnTo>
                <a:lnTo>
                  <a:pt x="6317" y="87"/>
                </a:lnTo>
                <a:lnTo>
                  <a:pt x="6335" y="85"/>
                </a:lnTo>
                <a:lnTo>
                  <a:pt x="6353" y="83"/>
                </a:lnTo>
                <a:lnTo>
                  <a:pt x="6371" y="81"/>
                </a:lnTo>
                <a:lnTo>
                  <a:pt x="6388" y="79"/>
                </a:lnTo>
                <a:lnTo>
                  <a:pt x="6406" y="77"/>
                </a:lnTo>
                <a:lnTo>
                  <a:pt x="6424" y="75"/>
                </a:lnTo>
                <a:lnTo>
                  <a:pt x="6442" y="73"/>
                </a:lnTo>
                <a:lnTo>
                  <a:pt x="6460" y="71"/>
                </a:lnTo>
                <a:lnTo>
                  <a:pt x="6478" y="69"/>
                </a:lnTo>
                <a:lnTo>
                  <a:pt x="6495" y="67"/>
                </a:lnTo>
                <a:lnTo>
                  <a:pt x="6513" y="66"/>
                </a:lnTo>
                <a:lnTo>
                  <a:pt x="6531" y="64"/>
                </a:lnTo>
                <a:lnTo>
                  <a:pt x="6549" y="62"/>
                </a:lnTo>
                <a:lnTo>
                  <a:pt x="6567" y="60"/>
                </a:lnTo>
                <a:lnTo>
                  <a:pt x="6585" y="58"/>
                </a:lnTo>
                <a:lnTo>
                  <a:pt x="6603" y="56"/>
                </a:lnTo>
                <a:lnTo>
                  <a:pt x="6620" y="54"/>
                </a:lnTo>
                <a:lnTo>
                  <a:pt x="6638" y="52"/>
                </a:lnTo>
                <a:lnTo>
                  <a:pt x="6656" y="50"/>
                </a:lnTo>
                <a:lnTo>
                  <a:pt x="6674" y="48"/>
                </a:lnTo>
                <a:lnTo>
                  <a:pt x="6692" y="46"/>
                </a:lnTo>
                <a:lnTo>
                  <a:pt x="6710" y="44"/>
                </a:lnTo>
                <a:lnTo>
                  <a:pt x="6727" y="42"/>
                </a:lnTo>
                <a:lnTo>
                  <a:pt x="6745" y="40"/>
                </a:lnTo>
                <a:lnTo>
                  <a:pt x="6763" y="39"/>
                </a:lnTo>
                <a:lnTo>
                  <a:pt x="6781" y="37"/>
                </a:lnTo>
                <a:lnTo>
                  <a:pt x="6799" y="35"/>
                </a:lnTo>
                <a:lnTo>
                  <a:pt x="6817" y="33"/>
                </a:lnTo>
                <a:lnTo>
                  <a:pt x="6834" y="31"/>
                </a:lnTo>
                <a:lnTo>
                  <a:pt x="6852" y="29"/>
                </a:lnTo>
                <a:lnTo>
                  <a:pt x="6870" y="27"/>
                </a:lnTo>
                <a:lnTo>
                  <a:pt x="6888" y="25"/>
                </a:lnTo>
                <a:lnTo>
                  <a:pt x="6906" y="23"/>
                </a:lnTo>
                <a:lnTo>
                  <a:pt x="6924" y="21"/>
                </a:lnTo>
                <a:lnTo>
                  <a:pt x="6942" y="19"/>
                </a:lnTo>
                <a:lnTo>
                  <a:pt x="6959" y="17"/>
                </a:lnTo>
                <a:lnTo>
                  <a:pt x="6977" y="15"/>
                </a:lnTo>
                <a:lnTo>
                  <a:pt x="6995" y="14"/>
                </a:lnTo>
                <a:lnTo>
                  <a:pt x="7013" y="12"/>
                </a:lnTo>
                <a:lnTo>
                  <a:pt x="7031" y="10"/>
                </a:lnTo>
                <a:lnTo>
                  <a:pt x="7049" y="8"/>
                </a:lnTo>
                <a:lnTo>
                  <a:pt x="7066" y="6"/>
                </a:lnTo>
                <a:lnTo>
                  <a:pt x="7084" y="4"/>
                </a:lnTo>
                <a:lnTo>
                  <a:pt x="7102" y="2"/>
                </a:lnTo>
                <a:lnTo>
                  <a:pt x="7120" y="0"/>
                </a:lnTo>
              </a:path>
            </a:pathLst>
          </a:custGeom>
          <a:noFill/>
          <a:ln w="19050">
            <a:solidFill>
              <a:srgbClr val="C4B8DC"/>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4" name="Freeform 13"/>
          <p:cNvSpPr/>
          <p:nvPr/>
        </p:nvSpPr>
        <p:spPr>
          <a:xfrm>
            <a:off x="896112" y="3925519"/>
            <a:ext cx="6510528" cy="686714"/>
          </a:xfrm>
          <a:custGeom>
            <a:avLst/>
            <a:gdLst/>
            <a:ahLst/>
            <a:cxnLst/>
            <a:rect l="l" t="t" r="r" b="b"/>
            <a:pathLst>
              <a:path w="7120" h="751">
                <a:moveTo>
                  <a:pt x="0" y="751"/>
                </a:moveTo>
                <a:lnTo>
                  <a:pt x="18" y="750"/>
                </a:lnTo>
                <a:lnTo>
                  <a:pt x="36" y="748"/>
                </a:lnTo>
                <a:lnTo>
                  <a:pt x="54" y="746"/>
                </a:lnTo>
                <a:lnTo>
                  <a:pt x="71" y="744"/>
                </a:lnTo>
                <a:lnTo>
                  <a:pt x="89" y="742"/>
                </a:lnTo>
                <a:lnTo>
                  <a:pt x="107" y="740"/>
                </a:lnTo>
                <a:lnTo>
                  <a:pt x="125" y="738"/>
                </a:lnTo>
                <a:lnTo>
                  <a:pt x="143" y="736"/>
                </a:lnTo>
                <a:lnTo>
                  <a:pt x="161" y="735"/>
                </a:lnTo>
                <a:lnTo>
                  <a:pt x="178" y="733"/>
                </a:lnTo>
                <a:lnTo>
                  <a:pt x="196" y="731"/>
                </a:lnTo>
                <a:lnTo>
                  <a:pt x="214" y="729"/>
                </a:lnTo>
                <a:lnTo>
                  <a:pt x="232" y="727"/>
                </a:lnTo>
                <a:lnTo>
                  <a:pt x="250" y="725"/>
                </a:lnTo>
                <a:lnTo>
                  <a:pt x="268" y="723"/>
                </a:lnTo>
                <a:lnTo>
                  <a:pt x="286" y="721"/>
                </a:lnTo>
                <a:lnTo>
                  <a:pt x="303" y="719"/>
                </a:lnTo>
                <a:lnTo>
                  <a:pt x="321" y="718"/>
                </a:lnTo>
                <a:lnTo>
                  <a:pt x="339" y="716"/>
                </a:lnTo>
                <a:lnTo>
                  <a:pt x="357" y="714"/>
                </a:lnTo>
                <a:lnTo>
                  <a:pt x="375" y="712"/>
                </a:lnTo>
                <a:lnTo>
                  <a:pt x="393" y="710"/>
                </a:lnTo>
                <a:lnTo>
                  <a:pt x="410" y="708"/>
                </a:lnTo>
                <a:lnTo>
                  <a:pt x="428" y="706"/>
                </a:lnTo>
                <a:lnTo>
                  <a:pt x="446" y="704"/>
                </a:lnTo>
                <a:lnTo>
                  <a:pt x="464" y="703"/>
                </a:lnTo>
                <a:lnTo>
                  <a:pt x="482" y="701"/>
                </a:lnTo>
                <a:lnTo>
                  <a:pt x="500" y="699"/>
                </a:lnTo>
                <a:lnTo>
                  <a:pt x="517" y="697"/>
                </a:lnTo>
                <a:lnTo>
                  <a:pt x="535" y="695"/>
                </a:lnTo>
                <a:lnTo>
                  <a:pt x="553" y="693"/>
                </a:lnTo>
                <a:lnTo>
                  <a:pt x="571" y="691"/>
                </a:lnTo>
                <a:lnTo>
                  <a:pt x="589" y="689"/>
                </a:lnTo>
                <a:lnTo>
                  <a:pt x="607" y="687"/>
                </a:lnTo>
                <a:lnTo>
                  <a:pt x="625" y="686"/>
                </a:lnTo>
                <a:lnTo>
                  <a:pt x="642" y="684"/>
                </a:lnTo>
                <a:lnTo>
                  <a:pt x="660" y="682"/>
                </a:lnTo>
                <a:lnTo>
                  <a:pt x="678" y="680"/>
                </a:lnTo>
                <a:lnTo>
                  <a:pt x="696" y="678"/>
                </a:lnTo>
                <a:lnTo>
                  <a:pt x="714" y="676"/>
                </a:lnTo>
                <a:lnTo>
                  <a:pt x="732" y="674"/>
                </a:lnTo>
                <a:lnTo>
                  <a:pt x="749" y="672"/>
                </a:lnTo>
                <a:lnTo>
                  <a:pt x="767" y="671"/>
                </a:lnTo>
                <a:lnTo>
                  <a:pt x="785" y="669"/>
                </a:lnTo>
                <a:lnTo>
                  <a:pt x="803" y="667"/>
                </a:lnTo>
                <a:lnTo>
                  <a:pt x="821" y="665"/>
                </a:lnTo>
                <a:lnTo>
                  <a:pt x="839" y="663"/>
                </a:lnTo>
                <a:lnTo>
                  <a:pt x="857" y="661"/>
                </a:lnTo>
                <a:lnTo>
                  <a:pt x="874" y="659"/>
                </a:lnTo>
                <a:lnTo>
                  <a:pt x="892" y="657"/>
                </a:lnTo>
                <a:lnTo>
                  <a:pt x="910" y="655"/>
                </a:lnTo>
                <a:lnTo>
                  <a:pt x="928" y="654"/>
                </a:lnTo>
                <a:lnTo>
                  <a:pt x="946" y="652"/>
                </a:lnTo>
                <a:lnTo>
                  <a:pt x="964" y="650"/>
                </a:lnTo>
                <a:lnTo>
                  <a:pt x="981" y="648"/>
                </a:lnTo>
                <a:lnTo>
                  <a:pt x="999" y="646"/>
                </a:lnTo>
                <a:lnTo>
                  <a:pt x="1017" y="644"/>
                </a:lnTo>
                <a:lnTo>
                  <a:pt x="1035" y="642"/>
                </a:lnTo>
                <a:lnTo>
                  <a:pt x="1053" y="640"/>
                </a:lnTo>
                <a:lnTo>
                  <a:pt x="1071" y="639"/>
                </a:lnTo>
                <a:lnTo>
                  <a:pt x="1089" y="637"/>
                </a:lnTo>
                <a:lnTo>
                  <a:pt x="1106" y="635"/>
                </a:lnTo>
                <a:lnTo>
                  <a:pt x="1124" y="633"/>
                </a:lnTo>
                <a:lnTo>
                  <a:pt x="1142" y="631"/>
                </a:lnTo>
                <a:lnTo>
                  <a:pt x="1160" y="629"/>
                </a:lnTo>
                <a:lnTo>
                  <a:pt x="1178" y="627"/>
                </a:lnTo>
                <a:lnTo>
                  <a:pt x="1196" y="625"/>
                </a:lnTo>
                <a:lnTo>
                  <a:pt x="1213" y="623"/>
                </a:lnTo>
                <a:lnTo>
                  <a:pt x="1231" y="622"/>
                </a:lnTo>
                <a:lnTo>
                  <a:pt x="1249" y="620"/>
                </a:lnTo>
                <a:lnTo>
                  <a:pt x="1267" y="618"/>
                </a:lnTo>
                <a:lnTo>
                  <a:pt x="1285" y="616"/>
                </a:lnTo>
                <a:lnTo>
                  <a:pt x="1303" y="614"/>
                </a:lnTo>
                <a:lnTo>
                  <a:pt x="1321" y="612"/>
                </a:lnTo>
                <a:lnTo>
                  <a:pt x="1338" y="610"/>
                </a:lnTo>
                <a:lnTo>
                  <a:pt x="1356" y="608"/>
                </a:lnTo>
                <a:lnTo>
                  <a:pt x="1374" y="606"/>
                </a:lnTo>
                <a:lnTo>
                  <a:pt x="1392" y="605"/>
                </a:lnTo>
                <a:lnTo>
                  <a:pt x="1410" y="603"/>
                </a:lnTo>
                <a:lnTo>
                  <a:pt x="1428" y="601"/>
                </a:lnTo>
                <a:lnTo>
                  <a:pt x="1445" y="599"/>
                </a:lnTo>
                <a:lnTo>
                  <a:pt x="1463" y="597"/>
                </a:lnTo>
                <a:lnTo>
                  <a:pt x="1481" y="595"/>
                </a:lnTo>
                <a:lnTo>
                  <a:pt x="1499" y="593"/>
                </a:lnTo>
                <a:lnTo>
                  <a:pt x="1517" y="591"/>
                </a:lnTo>
                <a:lnTo>
                  <a:pt x="1535" y="590"/>
                </a:lnTo>
                <a:lnTo>
                  <a:pt x="1552" y="588"/>
                </a:lnTo>
                <a:lnTo>
                  <a:pt x="1570" y="586"/>
                </a:lnTo>
                <a:lnTo>
                  <a:pt x="1588" y="584"/>
                </a:lnTo>
                <a:lnTo>
                  <a:pt x="1606" y="582"/>
                </a:lnTo>
                <a:lnTo>
                  <a:pt x="1624" y="580"/>
                </a:lnTo>
                <a:lnTo>
                  <a:pt x="1642" y="578"/>
                </a:lnTo>
                <a:lnTo>
                  <a:pt x="1660" y="576"/>
                </a:lnTo>
                <a:lnTo>
                  <a:pt x="1677" y="574"/>
                </a:lnTo>
                <a:lnTo>
                  <a:pt x="1695" y="573"/>
                </a:lnTo>
                <a:lnTo>
                  <a:pt x="1713" y="571"/>
                </a:lnTo>
                <a:lnTo>
                  <a:pt x="1731" y="569"/>
                </a:lnTo>
                <a:lnTo>
                  <a:pt x="1749" y="567"/>
                </a:lnTo>
                <a:lnTo>
                  <a:pt x="1767" y="565"/>
                </a:lnTo>
                <a:lnTo>
                  <a:pt x="1784" y="563"/>
                </a:lnTo>
                <a:lnTo>
                  <a:pt x="1802" y="561"/>
                </a:lnTo>
                <a:lnTo>
                  <a:pt x="1820" y="559"/>
                </a:lnTo>
                <a:lnTo>
                  <a:pt x="1838" y="558"/>
                </a:lnTo>
                <a:lnTo>
                  <a:pt x="1856" y="556"/>
                </a:lnTo>
                <a:lnTo>
                  <a:pt x="1874" y="554"/>
                </a:lnTo>
                <a:lnTo>
                  <a:pt x="1892" y="552"/>
                </a:lnTo>
                <a:lnTo>
                  <a:pt x="1909" y="550"/>
                </a:lnTo>
                <a:lnTo>
                  <a:pt x="1927" y="548"/>
                </a:lnTo>
                <a:lnTo>
                  <a:pt x="1945" y="546"/>
                </a:lnTo>
                <a:lnTo>
                  <a:pt x="1963" y="544"/>
                </a:lnTo>
                <a:lnTo>
                  <a:pt x="1981" y="542"/>
                </a:lnTo>
                <a:lnTo>
                  <a:pt x="1999" y="541"/>
                </a:lnTo>
                <a:lnTo>
                  <a:pt x="2016" y="539"/>
                </a:lnTo>
                <a:lnTo>
                  <a:pt x="2034" y="537"/>
                </a:lnTo>
                <a:lnTo>
                  <a:pt x="2052" y="535"/>
                </a:lnTo>
                <a:lnTo>
                  <a:pt x="2070" y="533"/>
                </a:lnTo>
                <a:lnTo>
                  <a:pt x="2088" y="531"/>
                </a:lnTo>
                <a:lnTo>
                  <a:pt x="2106" y="529"/>
                </a:lnTo>
                <a:lnTo>
                  <a:pt x="2124" y="527"/>
                </a:lnTo>
                <a:lnTo>
                  <a:pt x="2141" y="526"/>
                </a:lnTo>
                <a:lnTo>
                  <a:pt x="2159" y="524"/>
                </a:lnTo>
                <a:lnTo>
                  <a:pt x="2177" y="522"/>
                </a:lnTo>
                <a:lnTo>
                  <a:pt x="2195" y="520"/>
                </a:lnTo>
                <a:lnTo>
                  <a:pt x="2213" y="518"/>
                </a:lnTo>
                <a:lnTo>
                  <a:pt x="2231" y="516"/>
                </a:lnTo>
                <a:lnTo>
                  <a:pt x="2248" y="514"/>
                </a:lnTo>
                <a:lnTo>
                  <a:pt x="2266" y="512"/>
                </a:lnTo>
                <a:lnTo>
                  <a:pt x="2284" y="510"/>
                </a:lnTo>
                <a:lnTo>
                  <a:pt x="2302" y="509"/>
                </a:lnTo>
                <a:lnTo>
                  <a:pt x="2320" y="507"/>
                </a:lnTo>
                <a:lnTo>
                  <a:pt x="2338" y="505"/>
                </a:lnTo>
                <a:lnTo>
                  <a:pt x="2355" y="503"/>
                </a:lnTo>
                <a:lnTo>
                  <a:pt x="2373" y="501"/>
                </a:lnTo>
                <a:lnTo>
                  <a:pt x="2391" y="499"/>
                </a:lnTo>
                <a:lnTo>
                  <a:pt x="2409" y="497"/>
                </a:lnTo>
                <a:lnTo>
                  <a:pt x="2427" y="495"/>
                </a:lnTo>
                <a:lnTo>
                  <a:pt x="2445" y="494"/>
                </a:lnTo>
                <a:lnTo>
                  <a:pt x="2463" y="492"/>
                </a:lnTo>
                <a:lnTo>
                  <a:pt x="2480" y="490"/>
                </a:lnTo>
                <a:lnTo>
                  <a:pt x="2498" y="488"/>
                </a:lnTo>
                <a:lnTo>
                  <a:pt x="2516" y="486"/>
                </a:lnTo>
                <a:lnTo>
                  <a:pt x="2534" y="484"/>
                </a:lnTo>
                <a:lnTo>
                  <a:pt x="2552" y="482"/>
                </a:lnTo>
                <a:lnTo>
                  <a:pt x="2570" y="480"/>
                </a:lnTo>
                <a:lnTo>
                  <a:pt x="2587" y="478"/>
                </a:lnTo>
                <a:lnTo>
                  <a:pt x="2605" y="477"/>
                </a:lnTo>
                <a:lnTo>
                  <a:pt x="2623" y="475"/>
                </a:lnTo>
                <a:lnTo>
                  <a:pt x="2641" y="473"/>
                </a:lnTo>
                <a:lnTo>
                  <a:pt x="2659" y="471"/>
                </a:lnTo>
                <a:lnTo>
                  <a:pt x="2677" y="469"/>
                </a:lnTo>
                <a:lnTo>
                  <a:pt x="2695" y="467"/>
                </a:lnTo>
                <a:lnTo>
                  <a:pt x="2712" y="465"/>
                </a:lnTo>
                <a:lnTo>
                  <a:pt x="2730" y="463"/>
                </a:lnTo>
                <a:lnTo>
                  <a:pt x="2748" y="461"/>
                </a:lnTo>
                <a:lnTo>
                  <a:pt x="2766" y="460"/>
                </a:lnTo>
                <a:lnTo>
                  <a:pt x="2784" y="458"/>
                </a:lnTo>
                <a:lnTo>
                  <a:pt x="2802" y="456"/>
                </a:lnTo>
                <a:lnTo>
                  <a:pt x="2819" y="454"/>
                </a:lnTo>
                <a:lnTo>
                  <a:pt x="2837" y="452"/>
                </a:lnTo>
                <a:lnTo>
                  <a:pt x="2855" y="450"/>
                </a:lnTo>
                <a:lnTo>
                  <a:pt x="2873" y="448"/>
                </a:lnTo>
                <a:lnTo>
                  <a:pt x="2891" y="446"/>
                </a:lnTo>
                <a:lnTo>
                  <a:pt x="2909" y="445"/>
                </a:lnTo>
                <a:lnTo>
                  <a:pt x="2927" y="443"/>
                </a:lnTo>
                <a:lnTo>
                  <a:pt x="2944" y="441"/>
                </a:lnTo>
                <a:lnTo>
                  <a:pt x="2962" y="439"/>
                </a:lnTo>
                <a:lnTo>
                  <a:pt x="2980" y="437"/>
                </a:lnTo>
                <a:lnTo>
                  <a:pt x="2998" y="435"/>
                </a:lnTo>
                <a:lnTo>
                  <a:pt x="3016" y="433"/>
                </a:lnTo>
                <a:lnTo>
                  <a:pt x="3034" y="431"/>
                </a:lnTo>
                <a:lnTo>
                  <a:pt x="3051" y="429"/>
                </a:lnTo>
                <a:lnTo>
                  <a:pt x="3069" y="428"/>
                </a:lnTo>
                <a:lnTo>
                  <a:pt x="3087" y="426"/>
                </a:lnTo>
                <a:lnTo>
                  <a:pt x="3105" y="424"/>
                </a:lnTo>
                <a:lnTo>
                  <a:pt x="3123" y="422"/>
                </a:lnTo>
                <a:lnTo>
                  <a:pt x="3141" y="420"/>
                </a:lnTo>
                <a:lnTo>
                  <a:pt x="3158" y="418"/>
                </a:lnTo>
                <a:lnTo>
                  <a:pt x="3176" y="416"/>
                </a:lnTo>
                <a:lnTo>
                  <a:pt x="3194" y="414"/>
                </a:lnTo>
                <a:lnTo>
                  <a:pt x="3212" y="413"/>
                </a:lnTo>
                <a:lnTo>
                  <a:pt x="3230" y="411"/>
                </a:lnTo>
                <a:lnTo>
                  <a:pt x="3248" y="409"/>
                </a:lnTo>
                <a:lnTo>
                  <a:pt x="3266" y="407"/>
                </a:lnTo>
                <a:lnTo>
                  <a:pt x="3283" y="405"/>
                </a:lnTo>
                <a:lnTo>
                  <a:pt x="3301" y="403"/>
                </a:lnTo>
                <a:lnTo>
                  <a:pt x="3319" y="401"/>
                </a:lnTo>
                <a:lnTo>
                  <a:pt x="3337" y="399"/>
                </a:lnTo>
                <a:lnTo>
                  <a:pt x="3355" y="397"/>
                </a:lnTo>
                <a:lnTo>
                  <a:pt x="3373" y="396"/>
                </a:lnTo>
                <a:lnTo>
                  <a:pt x="3390" y="394"/>
                </a:lnTo>
                <a:lnTo>
                  <a:pt x="3408" y="392"/>
                </a:lnTo>
                <a:lnTo>
                  <a:pt x="3426" y="390"/>
                </a:lnTo>
                <a:lnTo>
                  <a:pt x="3444" y="388"/>
                </a:lnTo>
                <a:lnTo>
                  <a:pt x="3462" y="386"/>
                </a:lnTo>
                <a:lnTo>
                  <a:pt x="3480" y="384"/>
                </a:lnTo>
                <a:lnTo>
                  <a:pt x="3498" y="382"/>
                </a:lnTo>
                <a:lnTo>
                  <a:pt x="3515" y="381"/>
                </a:lnTo>
                <a:lnTo>
                  <a:pt x="3533" y="379"/>
                </a:lnTo>
                <a:lnTo>
                  <a:pt x="3551" y="377"/>
                </a:lnTo>
                <a:lnTo>
                  <a:pt x="3569" y="375"/>
                </a:lnTo>
                <a:lnTo>
                  <a:pt x="3587" y="373"/>
                </a:lnTo>
                <a:lnTo>
                  <a:pt x="3605" y="371"/>
                </a:lnTo>
                <a:lnTo>
                  <a:pt x="3622" y="369"/>
                </a:lnTo>
                <a:lnTo>
                  <a:pt x="3640" y="367"/>
                </a:lnTo>
                <a:lnTo>
                  <a:pt x="3658" y="365"/>
                </a:lnTo>
                <a:lnTo>
                  <a:pt x="3676" y="364"/>
                </a:lnTo>
                <a:lnTo>
                  <a:pt x="3694" y="362"/>
                </a:lnTo>
                <a:lnTo>
                  <a:pt x="3712" y="360"/>
                </a:lnTo>
                <a:lnTo>
                  <a:pt x="3730" y="358"/>
                </a:lnTo>
                <a:lnTo>
                  <a:pt x="3747" y="356"/>
                </a:lnTo>
                <a:lnTo>
                  <a:pt x="3765" y="354"/>
                </a:lnTo>
                <a:lnTo>
                  <a:pt x="3783" y="352"/>
                </a:lnTo>
                <a:lnTo>
                  <a:pt x="3801" y="350"/>
                </a:lnTo>
                <a:lnTo>
                  <a:pt x="3819" y="348"/>
                </a:lnTo>
                <a:lnTo>
                  <a:pt x="3837" y="347"/>
                </a:lnTo>
                <a:lnTo>
                  <a:pt x="3854" y="345"/>
                </a:lnTo>
                <a:lnTo>
                  <a:pt x="3872" y="343"/>
                </a:lnTo>
                <a:lnTo>
                  <a:pt x="3890" y="341"/>
                </a:lnTo>
                <a:lnTo>
                  <a:pt x="3908" y="339"/>
                </a:lnTo>
                <a:lnTo>
                  <a:pt x="3926" y="337"/>
                </a:lnTo>
                <a:lnTo>
                  <a:pt x="3944" y="335"/>
                </a:lnTo>
                <a:lnTo>
                  <a:pt x="3962" y="333"/>
                </a:lnTo>
                <a:lnTo>
                  <a:pt x="3979" y="332"/>
                </a:lnTo>
                <a:lnTo>
                  <a:pt x="3997" y="330"/>
                </a:lnTo>
                <a:lnTo>
                  <a:pt x="4015" y="328"/>
                </a:lnTo>
                <a:lnTo>
                  <a:pt x="4033" y="326"/>
                </a:lnTo>
                <a:lnTo>
                  <a:pt x="4051" y="324"/>
                </a:lnTo>
                <a:lnTo>
                  <a:pt x="4069" y="322"/>
                </a:lnTo>
                <a:lnTo>
                  <a:pt x="4086" y="320"/>
                </a:lnTo>
                <a:lnTo>
                  <a:pt x="4104" y="318"/>
                </a:lnTo>
                <a:lnTo>
                  <a:pt x="4122" y="316"/>
                </a:lnTo>
                <a:lnTo>
                  <a:pt x="4140" y="315"/>
                </a:lnTo>
                <a:lnTo>
                  <a:pt x="4158" y="313"/>
                </a:lnTo>
                <a:lnTo>
                  <a:pt x="4176" y="311"/>
                </a:lnTo>
                <a:lnTo>
                  <a:pt x="4193" y="309"/>
                </a:lnTo>
                <a:lnTo>
                  <a:pt x="4211" y="307"/>
                </a:lnTo>
                <a:lnTo>
                  <a:pt x="4229" y="305"/>
                </a:lnTo>
                <a:lnTo>
                  <a:pt x="4247" y="303"/>
                </a:lnTo>
                <a:lnTo>
                  <a:pt x="4265" y="301"/>
                </a:lnTo>
                <a:lnTo>
                  <a:pt x="4283" y="300"/>
                </a:lnTo>
                <a:lnTo>
                  <a:pt x="4301" y="298"/>
                </a:lnTo>
                <a:lnTo>
                  <a:pt x="4318" y="296"/>
                </a:lnTo>
                <a:lnTo>
                  <a:pt x="4336" y="294"/>
                </a:lnTo>
                <a:lnTo>
                  <a:pt x="4354" y="292"/>
                </a:lnTo>
                <a:lnTo>
                  <a:pt x="4372" y="290"/>
                </a:lnTo>
                <a:lnTo>
                  <a:pt x="4390" y="288"/>
                </a:lnTo>
                <a:lnTo>
                  <a:pt x="4408" y="286"/>
                </a:lnTo>
                <a:lnTo>
                  <a:pt x="4425" y="284"/>
                </a:lnTo>
                <a:lnTo>
                  <a:pt x="4443" y="283"/>
                </a:lnTo>
                <a:lnTo>
                  <a:pt x="4461" y="281"/>
                </a:lnTo>
                <a:lnTo>
                  <a:pt x="4479" y="279"/>
                </a:lnTo>
                <a:lnTo>
                  <a:pt x="4497" y="277"/>
                </a:lnTo>
                <a:lnTo>
                  <a:pt x="4515" y="275"/>
                </a:lnTo>
                <a:lnTo>
                  <a:pt x="4533" y="273"/>
                </a:lnTo>
                <a:lnTo>
                  <a:pt x="4550" y="271"/>
                </a:lnTo>
                <a:lnTo>
                  <a:pt x="4568" y="269"/>
                </a:lnTo>
                <a:lnTo>
                  <a:pt x="4586" y="268"/>
                </a:lnTo>
                <a:lnTo>
                  <a:pt x="4604" y="266"/>
                </a:lnTo>
                <a:lnTo>
                  <a:pt x="4622" y="264"/>
                </a:lnTo>
                <a:lnTo>
                  <a:pt x="4640" y="262"/>
                </a:lnTo>
                <a:lnTo>
                  <a:pt x="4657" y="260"/>
                </a:lnTo>
                <a:lnTo>
                  <a:pt x="4675" y="258"/>
                </a:lnTo>
                <a:lnTo>
                  <a:pt x="4693" y="256"/>
                </a:lnTo>
                <a:lnTo>
                  <a:pt x="4711" y="254"/>
                </a:lnTo>
                <a:lnTo>
                  <a:pt x="4729" y="252"/>
                </a:lnTo>
                <a:lnTo>
                  <a:pt x="4747" y="251"/>
                </a:lnTo>
                <a:lnTo>
                  <a:pt x="4765" y="249"/>
                </a:lnTo>
                <a:lnTo>
                  <a:pt x="4782" y="247"/>
                </a:lnTo>
                <a:lnTo>
                  <a:pt x="4800" y="245"/>
                </a:lnTo>
                <a:lnTo>
                  <a:pt x="4818" y="243"/>
                </a:lnTo>
                <a:lnTo>
                  <a:pt x="4836" y="241"/>
                </a:lnTo>
                <a:lnTo>
                  <a:pt x="4854" y="239"/>
                </a:lnTo>
                <a:lnTo>
                  <a:pt x="4872" y="237"/>
                </a:lnTo>
                <a:lnTo>
                  <a:pt x="4889" y="236"/>
                </a:lnTo>
                <a:lnTo>
                  <a:pt x="4907" y="234"/>
                </a:lnTo>
                <a:lnTo>
                  <a:pt x="4925" y="232"/>
                </a:lnTo>
                <a:lnTo>
                  <a:pt x="4943" y="230"/>
                </a:lnTo>
                <a:lnTo>
                  <a:pt x="4961" y="228"/>
                </a:lnTo>
                <a:lnTo>
                  <a:pt x="4979" y="226"/>
                </a:lnTo>
                <a:lnTo>
                  <a:pt x="4996" y="224"/>
                </a:lnTo>
                <a:lnTo>
                  <a:pt x="5014" y="222"/>
                </a:lnTo>
                <a:lnTo>
                  <a:pt x="5032" y="220"/>
                </a:lnTo>
                <a:lnTo>
                  <a:pt x="5050" y="219"/>
                </a:lnTo>
                <a:lnTo>
                  <a:pt x="5068" y="217"/>
                </a:lnTo>
                <a:lnTo>
                  <a:pt x="5086" y="215"/>
                </a:lnTo>
                <a:lnTo>
                  <a:pt x="5104" y="213"/>
                </a:lnTo>
                <a:lnTo>
                  <a:pt x="5121" y="211"/>
                </a:lnTo>
                <a:lnTo>
                  <a:pt x="5139" y="209"/>
                </a:lnTo>
                <a:lnTo>
                  <a:pt x="5157" y="207"/>
                </a:lnTo>
                <a:lnTo>
                  <a:pt x="5175" y="205"/>
                </a:lnTo>
                <a:lnTo>
                  <a:pt x="5193" y="203"/>
                </a:lnTo>
                <a:lnTo>
                  <a:pt x="5211" y="202"/>
                </a:lnTo>
                <a:lnTo>
                  <a:pt x="5228" y="200"/>
                </a:lnTo>
                <a:lnTo>
                  <a:pt x="5246" y="198"/>
                </a:lnTo>
                <a:lnTo>
                  <a:pt x="5264" y="196"/>
                </a:lnTo>
                <a:lnTo>
                  <a:pt x="5282" y="194"/>
                </a:lnTo>
                <a:lnTo>
                  <a:pt x="5300" y="192"/>
                </a:lnTo>
                <a:lnTo>
                  <a:pt x="5318" y="190"/>
                </a:lnTo>
                <a:lnTo>
                  <a:pt x="5336" y="188"/>
                </a:lnTo>
                <a:lnTo>
                  <a:pt x="5353" y="187"/>
                </a:lnTo>
                <a:lnTo>
                  <a:pt x="5371" y="185"/>
                </a:lnTo>
                <a:lnTo>
                  <a:pt x="5389" y="183"/>
                </a:lnTo>
                <a:lnTo>
                  <a:pt x="5407" y="181"/>
                </a:lnTo>
                <a:lnTo>
                  <a:pt x="5425" y="179"/>
                </a:lnTo>
                <a:lnTo>
                  <a:pt x="5443" y="177"/>
                </a:lnTo>
                <a:lnTo>
                  <a:pt x="5460" y="175"/>
                </a:lnTo>
                <a:lnTo>
                  <a:pt x="5478" y="173"/>
                </a:lnTo>
                <a:lnTo>
                  <a:pt x="5496" y="171"/>
                </a:lnTo>
                <a:lnTo>
                  <a:pt x="5514" y="170"/>
                </a:lnTo>
                <a:lnTo>
                  <a:pt x="5532" y="168"/>
                </a:lnTo>
                <a:lnTo>
                  <a:pt x="5550" y="166"/>
                </a:lnTo>
                <a:lnTo>
                  <a:pt x="5568" y="164"/>
                </a:lnTo>
                <a:lnTo>
                  <a:pt x="5585" y="162"/>
                </a:lnTo>
                <a:lnTo>
                  <a:pt x="5603" y="160"/>
                </a:lnTo>
                <a:lnTo>
                  <a:pt x="5621" y="158"/>
                </a:lnTo>
                <a:lnTo>
                  <a:pt x="5639" y="156"/>
                </a:lnTo>
                <a:lnTo>
                  <a:pt x="5657" y="155"/>
                </a:lnTo>
                <a:lnTo>
                  <a:pt x="5675" y="153"/>
                </a:lnTo>
                <a:lnTo>
                  <a:pt x="5692" y="151"/>
                </a:lnTo>
                <a:lnTo>
                  <a:pt x="5710" y="149"/>
                </a:lnTo>
                <a:lnTo>
                  <a:pt x="5728" y="147"/>
                </a:lnTo>
                <a:lnTo>
                  <a:pt x="5746" y="145"/>
                </a:lnTo>
                <a:lnTo>
                  <a:pt x="5764" y="143"/>
                </a:lnTo>
                <a:lnTo>
                  <a:pt x="5782" y="141"/>
                </a:lnTo>
                <a:lnTo>
                  <a:pt x="5799" y="139"/>
                </a:lnTo>
                <a:lnTo>
                  <a:pt x="5817" y="138"/>
                </a:lnTo>
                <a:lnTo>
                  <a:pt x="5835" y="136"/>
                </a:lnTo>
                <a:lnTo>
                  <a:pt x="5853" y="134"/>
                </a:lnTo>
                <a:lnTo>
                  <a:pt x="5871" y="132"/>
                </a:lnTo>
                <a:lnTo>
                  <a:pt x="5889" y="130"/>
                </a:lnTo>
                <a:lnTo>
                  <a:pt x="5907" y="128"/>
                </a:lnTo>
                <a:lnTo>
                  <a:pt x="5924" y="126"/>
                </a:lnTo>
                <a:lnTo>
                  <a:pt x="5942" y="124"/>
                </a:lnTo>
                <a:lnTo>
                  <a:pt x="5960" y="123"/>
                </a:lnTo>
                <a:lnTo>
                  <a:pt x="5978" y="121"/>
                </a:lnTo>
                <a:lnTo>
                  <a:pt x="5996" y="119"/>
                </a:lnTo>
                <a:lnTo>
                  <a:pt x="6014" y="117"/>
                </a:lnTo>
                <a:lnTo>
                  <a:pt x="6031" y="115"/>
                </a:lnTo>
                <a:lnTo>
                  <a:pt x="6049" y="113"/>
                </a:lnTo>
                <a:lnTo>
                  <a:pt x="6067" y="111"/>
                </a:lnTo>
                <a:lnTo>
                  <a:pt x="6085" y="109"/>
                </a:lnTo>
                <a:lnTo>
                  <a:pt x="6103" y="107"/>
                </a:lnTo>
                <a:lnTo>
                  <a:pt x="6121" y="106"/>
                </a:lnTo>
                <a:lnTo>
                  <a:pt x="6139" y="104"/>
                </a:lnTo>
                <a:lnTo>
                  <a:pt x="6156" y="102"/>
                </a:lnTo>
                <a:lnTo>
                  <a:pt x="6174" y="100"/>
                </a:lnTo>
                <a:lnTo>
                  <a:pt x="6192" y="98"/>
                </a:lnTo>
                <a:lnTo>
                  <a:pt x="6210" y="96"/>
                </a:lnTo>
                <a:lnTo>
                  <a:pt x="6228" y="94"/>
                </a:lnTo>
                <a:lnTo>
                  <a:pt x="6246" y="92"/>
                </a:lnTo>
                <a:lnTo>
                  <a:pt x="6263" y="91"/>
                </a:lnTo>
                <a:lnTo>
                  <a:pt x="6281" y="89"/>
                </a:lnTo>
                <a:lnTo>
                  <a:pt x="6299" y="87"/>
                </a:lnTo>
                <a:lnTo>
                  <a:pt x="6317" y="85"/>
                </a:lnTo>
                <a:lnTo>
                  <a:pt x="6335" y="83"/>
                </a:lnTo>
                <a:lnTo>
                  <a:pt x="6353" y="81"/>
                </a:lnTo>
                <a:lnTo>
                  <a:pt x="6371" y="79"/>
                </a:lnTo>
                <a:lnTo>
                  <a:pt x="6388" y="77"/>
                </a:lnTo>
                <a:lnTo>
                  <a:pt x="6406" y="75"/>
                </a:lnTo>
                <a:lnTo>
                  <a:pt x="6424" y="74"/>
                </a:lnTo>
                <a:lnTo>
                  <a:pt x="6442" y="72"/>
                </a:lnTo>
                <a:lnTo>
                  <a:pt x="6460" y="70"/>
                </a:lnTo>
                <a:lnTo>
                  <a:pt x="6478" y="68"/>
                </a:lnTo>
                <a:lnTo>
                  <a:pt x="6495" y="66"/>
                </a:lnTo>
                <a:lnTo>
                  <a:pt x="6513" y="64"/>
                </a:lnTo>
                <a:lnTo>
                  <a:pt x="6531" y="62"/>
                </a:lnTo>
                <a:lnTo>
                  <a:pt x="6549" y="60"/>
                </a:lnTo>
                <a:lnTo>
                  <a:pt x="6567" y="58"/>
                </a:lnTo>
                <a:lnTo>
                  <a:pt x="6585" y="57"/>
                </a:lnTo>
                <a:lnTo>
                  <a:pt x="6603" y="55"/>
                </a:lnTo>
                <a:lnTo>
                  <a:pt x="6620" y="53"/>
                </a:lnTo>
                <a:lnTo>
                  <a:pt x="6638" y="51"/>
                </a:lnTo>
                <a:lnTo>
                  <a:pt x="6656" y="49"/>
                </a:lnTo>
                <a:lnTo>
                  <a:pt x="6674" y="47"/>
                </a:lnTo>
                <a:lnTo>
                  <a:pt x="6692" y="45"/>
                </a:lnTo>
                <a:lnTo>
                  <a:pt x="6710" y="43"/>
                </a:lnTo>
                <a:lnTo>
                  <a:pt x="6727" y="42"/>
                </a:lnTo>
                <a:lnTo>
                  <a:pt x="6745" y="40"/>
                </a:lnTo>
                <a:lnTo>
                  <a:pt x="6763" y="38"/>
                </a:lnTo>
                <a:lnTo>
                  <a:pt x="6781" y="36"/>
                </a:lnTo>
                <a:lnTo>
                  <a:pt x="6799" y="34"/>
                </a:lnTo>
                <a:lnTo>
                  <a:pt x="6817" y="32"/>
                </a:lnTo>
                <a:lnTo>
                  <a:pt x="6834" y="30"/>
                </a:lnTo>
                <a:lnTo>
                  <a:pt x="6852" y="28"/>
                </a:lnTo>
                <a:lnTo>
                  <a:pt x="6870" y="26"/>
                </a:lnTo>
                <a:lnTo>
                  <a:pt x="6888" y="25"/>
                </a:lnTo>
                <a:lnTo>
                  <a:pt x="6906" y="23"/>
                </a:lnTo>
                <a:lnTo>
                  <a:pt x="6924" y="21"/>
                </a:lnTo>
                <a:lnTo>
                  <a:pt x="6942" y="19"/>
                </a:lnTo>
                <a:lnTo>
                  <a:pt x="6959" y="17"/>
                </a:lnTo>
                <a:lnTo>
                  <a:pt x="6977" y="15"/>
                </a:lnTo>
                <a:lnTo>
                  <a:pt x="6995" y="13"/>
                </a:lnTo>
                <a:lnTo>
                  <a:pt x="7013" y="11"/>
                </a:lnTo>
                <a:lnTo>
                  <a:pt x="7031" y="10"/>
                </a:lnTo>
                <a:lnTo>
                  <a:pt x="7049" y="8"/>
                </a:lnTo>
                <a:lnTo>
                  <a:pt x="7066" y="6"/>
                </a:lnTo>
                <a:lnTo>
                  <a:pt x="7084" y="4"/>
                </a:lnTo>
                <a:lnTo>
                  <a:pt x="7102" y="2"/>
                </a:lnTo>
                <a:lnTo>
                  <a:pt x="7120" y="0"/>
                </a:lnTo>
              </a:path>
            </a:pathLst>
          </a:custGeom>
          <a:noFill/>
          <a:ln w="19050">
            <a:solidFill>
              <a:srgbClr val="C4B8DC"/>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5" name="Freeform 14"/>
          <p:cNvSpPr/>
          <p:nvPr/>
        </p:nvSpPr>
        <p:spPr>
          <a:xfrm>
            <a:off x="896112" y="3807562"/>
            <a:ext cx="6510528" cy="778154"/>
          </a:xfrm>
          <a:custGeom>
            <a:avLst/>
            <a:gdLst/>
            <a:ahLst/>
            <a:cxnLst/>
            <a:rect l="l" t="t" r="r" b="b"/>
            <a:pathLst>
              <a:path w="7120" h="851">
                <a:moveTo>
                  <a:pt x="0" y="851"/>
                </a:moveTo>
                <a:lnTo>
                  <a:pt x="18" y="849"/>
                </a:lnTo>
                <a:lnTo>
                  <a:pt x="36" y="847"/>
                </a:lnTo>
                <a:lnTo>
                  <a:pt x="54" y="845"/>
                </a:lnTo>
                <a:lnTo>
                  <a:pt x="71" y="843"/>
                </a:lnTo>
                <a:lnTo>
                  <a:pt x="89" y="841"/>
                </a:lnTo>
                <a:lnTo>
                  <a:pt x="107" y="838"/>
                </a:lnTo>
                <a:lnTo>
                  <a:pt x="125" y="836"/>
                </a:lnTo>
                <a:lnTo>
                  <a:pt x="143" y="834"/>
                </a:lnTo>
                <a:lnTo>
                  <a:pt x="161" y="832"/>
                </a:lnTo>
                <a:lnTo>
                  <a:pt x="178" y="830"/>
                </a:lnTo>
                <a:lnTo>
                  <a:pt x="196" y="828"/>
                </a:lnTo>
                <a:lnTo>
                  <a:pt x="214" y="826"/>
                </a:lnTo>
                <a:lnTo>
                  <a:pt x="232" y="823"/>
                </a:lnTo>
                <a:lnTo>
                  <a:pt x="250" y="821"/>
                </a:lnTo>
                <a:lnTo>
                  <a:pt x="268" y="819"/>
                </a:lnTo>
                <a:lnTo>
                  <a:pt x="286" y="817"/>
                </a:lnTo>
                <a:lnTo>
                  <a:pt x="303" y="815"/>
                </a:lnTo>
                <a:lnTo>
                  <a:pt x="321" y="813"/>
                </a:lnTo>
                <a:lnTo>
                  <a:pt x="339" y="811"/>
                </a:lnTo>
                <a:lnTo>
                  <a:pt x="357" y="809"/>
                </a:lnTo>
                <a:lnTo>
                  <a:pt x="375" y="806"/>
                </a:lnTo>
                <a:lnTo>
                  <a:pt x="393" y="804"/>
                </a:lnTo>
                <a:lnTo>
                  <a:pt x="410" y="802"/>
                </a:lnTo>
                <a:lnTo>
                  <a:pt x="428" y="800"/>
                </a:lnTo>
                <a:lnTo>
                  <a:pt x="446" y="798"/>
                </a:lnTo>
                <a:lnTo>
                  <a:pt x="464" y="796"/>
                </a:lnTo>
                <a:lnTo>
                  <a:pt x="482" y="794"/>
                </a:lnTo>
                <a:lnTo>
                  <a:pt x="500" y="791"/>
                </a:lnTo>
                <a:lnTo>
                  <a:pt x="517" y="789"/>
                </a:lnTo>
                <a:lnTo>
                  <a:pt x="535" y="787"/>
                </a:lnTo>
                <a:lnTo>
                  <a:pt x="553" y="785"/>
                </a:lnTo>
                <a:lnTo>
                  <a:pt x="571" y="783"/>
                </a:lnTo>
                <a:lnTo>
                  <a:pt x="589" y="781"/>
                </a:lnTo>
                <a:lnTo>
                  <a:pt x="607" y="779"/>
                </a:lnTo>
                <a:lnTo>
                  <a:pt x="625" y="777"/>
                </a:lnTo>
                <a:lnTo>
                  <a:pt x="642" y="774"/>
                </a:lnTo>
                <a:lnTo>
                  <a:pt x="660" y="772"/>
                </a:lnTo>
                <a:lnTo>
                  <a:pt x="678" y="770"/>
                </a:lnTo>
                <a:lnTo>
                  <a:pt x="696" y="768"/>
                </a:lnTo>
                <a:lnTo>
                  <a:pt x="714" y="766"/>
                </a:lnTo>
                <a:lnTo>
                  <a:pt x="732" y="764"/>
                </a:lnTo>
                <a:lnTo>
                  <a:pt x="749" y="762"/>
                </a:lnTo>
                <a:lnTo>
                  <a:pt x="767" y="759"/>
                </a:lnTo>
                <a:lnTo>
                  <a:pt x="785" y="757"/>
                </a:lnTo>
                <a:lnTo>
                  <a:pt x="803" y="755"/>
                </a:lnTo>
                <a:lnTo>
                  <a:pt x="821" y="753"/>
                </a:lnTo>
                <a:lnTo>
                  <a:pt x="839" y="751"/>
                </a:lnTo>
                <a:lnTo>
                  <a:pt x="857" y="749"/>
                </a:lnTo>
                <a:lnTo>
                  <a:pt x="874" y="747"/>
                </a:lnTo>
                <a:lnTo>
                  <a:pt x="892" y="745"/>
                </a:lnTo>
                <a:lnTo>
                  <a:pt x="910" y="742"/>
                </a:lnTo>
                <a:lnTo>
                  <a:pt x="928" y="740"/>
                </a:lnTo>
                <a:lnTo>
                  <a:pt x="946" y="738"/>
                </a:lnTo>
                <a:lnTo>
                  <a:pt x="964" y="736"/>
                </a:lnTo>
                <a:lnTo>
                  <a:pt x="981" y="734"/>
                </a:lnTo>
                <a:lnTo>
                  <a:pt x="999" y="732"/>
                </a:lnTo>
                <a:lnTo>
                  <a:pt x="1017" y="730"/>
                </a:lnTo>
                <a:lnTo>
                  <a:pt x="1035" y="727"/>
                </a:lnTo>
                <a:lnTo>
                  <a:pt x="1053" y="725"/>
                </a:lnTo>
                <a:lnTo>
                  <a:pt x="1071" y="723"/>
                </a:lnTo>
                <a:lnTo>
                  <a:pt x="1089" y="721"/>
                </a:lnTo>
                <a:lnTo>
                  <a:pt x="1106" y="719"/>
                </a:lnTo>
                <a:lnTo>
                  <a:pt x="1124" y="717"/>
                </a:lnTo>
                <a:lnTo>
                  <a:pt x="1142" y="715"/>
                </a:lnTo>
                <a:lnTo>
                  <a:pt x="1160" y="713"/>
                </a:lnTo>
                <a:lnTo>
                  <a:pt x="1178" y="710"/>
                </a:lnTo>
                <a:lnTo>
                  <a:pt x="1196" y="708"/>
                </a:lnTo>
                <a:lnTo>
                  <a:pt x="1213" y="706"/>
                </a:lnTo>
                <a:lnTo>
                  <a:pt x="1231" y="704"/>
                </a:lnTo>
                <a:lnTo>
                  <a:pt x="1249" y="702"/>
                </a:lnTo>
                <a:lnTo>
                  <a:pt x="1267" y="700"/>
                </a:lnTo>
                <a:lnTo>
                  <a:pt x="1285" y="698"/>
                </a:lnTo>
                <a:lnTo>
                  <a:pt x="1303" y="695"/>
                </a:lnTo>
                <a:lnTo>
                  <a:pt x="1321" y="693"/>
                </a:lnTo>
                <a:lnTo>
                  <a:pt x="1338" y="691"/>
                </a:lnTo>
                <a:lnTo>
                  <a:pt x="1356" y="689"/>
                </a:lnTo>
                <a:lnTo>
                  <a:pt x="1374" y="687"/>
                </a:lnTo>
                <a:lnTo>
                  <a:pt x="1392" y="685"/>
                </a:lnTo>
                <a:lnTo>
                  <a:pt x="1410" y="683"/>
                </a:lnTo>
                <a:lnTo>
                  <a:pt x="1428" y="681"/>
                </a:lnTo>
                <a:lnTo>
                  <a:pt x="1445" y="678"/>
                </a:lnTo>
                <a:lnTo>
                  <a:pt x="1463" y="676"/>
                </a:lnTo>
                <a:lnTo>
                  <a:pt x="1481" y="674"/>
                </a:lnTo>
                <a:lnTo>
                  <a:pt x="1499" y="672"/>
                </a:lnTo>
                <a:lnTo>
                  <a:pt x="1517" y="670"/>
                </a:lnTo>
                <a:lnTo>
                  <a:pt x="1535" y="668"/>
                </a:lnTo>
                <a:lnTo>
                  <a:pt x="1552" y="666"/>
                </a:lnTo>
                <a:lnTo>
                  <a:pt x="1570" y="663"/>
                </a:lnTo>
                <a:lnTo>
                  <a:pt x="1588" y="661"/>
                </a:lnTo>
                <a:lnTo>
                  <a:pt x="1606" y="659"/>
                </a:lnTo>
                <a:lnTo>
                  <a:pt x="1624" y="657"/>
                </a:lnTo>
                <a:lnTo>
                  <a:pt x="1642" y="655"/>
                </a:lnTo>
                <a:lnTo>
                  <a:pt x="1660" y="653"/>
                </a:lnTo>
                <a:lnTo>
                  <a:pt x="1677" y="651"/>
                </a:lnTo>
                <a:lnTo>
                  <a:pt x="1695" y="648"/>
                </a:lnTo>
                <a:lnTo>
                  <a:pt x="1713" y="646"/>
                </a:lnTo>
                <a:lnTo>
                  <a:pt x="1731" y="644"/>
                </a:lnTo>
                <a:lnTo>
                  <a:pt x="1749" y="642"/>
                </a:lnTo>
                <a:lnTo>
                  <a:pt x="1767" y="640"/>
                </a:lnTo>
                <a:lnTo>
                  <a:pt x="1784" y="638"/>
                </a:lnTo>
                <a:lnTo>
                  <a:pt x="1802" y="636"/>
                </a:lnTo>
                <a:lnTo>
                  <a:pt x="1820" y="634"/>
                </a:lnTo>
                <a:lnTo>
                  <a:pt x="1838" y="631"/>
                </a:lnTo>
                <a:lnTo>
                  <a:pt x="1856" y="629"/>
                </a:lnTo>
                <a:lnTo>
                  <a:pt x="1874" y="627"/>
                </a:lnTo>
                <a:lnTo>
                  <a:pt x="1892" y="625"/>
                </a:lnTo>
                <a:lnTo>
                  <a:pt x="1909" y="623"/>
                </a:lnTo>
                <a:lnTo>
                  <a:pt x="1927" y="621"/>
                </a:lnTo>
                <a:lnTo>
                  <a:pt x="1945" y="619"/>
                </a:lnTo>
                <a:lnTo>
                  <a:pt x="1963" y="616"/>
                </a:lnTo>
                <a:lnTo>
                  <a:pt x="1981" y="614"/>
                </a:lnTo>
                <a:lnTo>
                  <a:pt x="1999" y="612"/>
                </a:lnTo>
                <a:lnTo>
                  <a:pt x="2016" y="610"/>
                </a:lnTo>
                <a:lnTo>
                  <a:pt x="2034" y="608"/>
                </a:lnTo>
                <a:lnTo>
                  <a:pt x="2052" y="606"/>
                </a:lnTo>
                <a:lnTo>
                  <a:pt x="2070" y="604"/>
                </a:lnTo>
                <a:lnTo>
                  <a:pt x="2088" y="602"/>
                </a:lnTo>
                <a:lnTo>
                  <a:pt x="2106" y="599"/>
                </a:lnTo>
                <a:lnTo>
                  <a:pt x="2124" y="597"/>
                </a:lnTo>
                <a:lnTo>
                  <a:pt x="2141" y="595"/>
                </a:lnTo>
                <a:lnTo>
                  <a:pt x="2159" y="593"/>
                </a:lnTo>
                <a:lnTo>
                  <a:pt x="2177" y="591"/>
                </a:lnTo>
                <a:lnTo>
                  <a:pt x="2195" y="589"/>
                </a:lnTo>
                <a:lnTo>
                  <a:pt x="2213" y="587"/>
                </a:lnTo>
                <a:lnTo>
                  <a:pt x="2231" y="584"/>
                </a:lnTo>
                <a:lnTo>
                  <a:pt x="2248" y="582"/>
                </a:lnTo>
                <a:lnTo>
                  <a:pt x="2266" y="580"/>
                </a:lnTo>
                <a:lnTo>
                  <a:pt x="2284" y="578"/>
                </a:lnTo>
                <a:lnTo>
                  <a:pt x="2302" y="576"/>
                </a:lnTo>
                <a:lnTo>
                  <a:pt x="2320" y="574"/>
                </a:lnTo>
                <a:lnTo>
                  <a:pt x="2338" y="572"/>
                </a:lnTo>
                <a:lnTo>
                  <a:pt x="2355" y="570"/>
                </a:lnTo>
                <a:lnTo>
                  <a:pt x="2373" y="567"/>
                </a:lnTo>
                <a:lnTo>
                  <a:pt x="2391" y="565"/>
                </a:lnTo>
                <a:lnTo>
                  <a:pt x="2409" y="563"/>
                </a:lnTo>
                <a:lnTo>
                  <a:pt x="2427" y="561"/>
                </a:lnTo>
                <a:lnTo>
                  <a:pt x="2445" y="559"/>
                </a:lnTo>
                <a:lnTo>
                  <a:pt x="2463" y="557"/>
                </a:lnTo>
                <a:lnTo>
                  <a:pt x="2480" y="555"/>
                </a:lnTo>
                <a:lnTo>
                  <a:pt x="2498" y="552"/>
                </a:lnTo>
                <a:lnTo>
                  <a:pt x="2516" y="550"/>
                </a:lnTo>
                <a:lnTo>
                  <a:pt x="2534" y="548"/>
                </a:lnTo>
                <a:lnTo>
                  <a:pt x="2552" y="546"/>
                </a:lnTo>
                <a:lnTo>
                  <a:pt x="2570" y="544"/>
                </a:lnTo>
                <a:lnTo>
                  <a:pt x="2587" y="542"/>
                </a:lnTo>
                <a:lnTo>
                  <a:pt x="2605" y="540"/>
                </a:lnTo>
                <a:lnTo>
                  <a:pt x="2623" y="538"/>
                </a:lnTo>
                <a:lnTo>
                  <a:pt x="2641" y="535"/>
                </a:lnTo>
                <a:lnTo>
                  <a:pt x="2659" y="533"/>
                </a:lnTo>
                <a:lnTo>
                  <a:pt x="2677" y="531"/>
                </a:lnTo>
                <a:lnTo>
                  <a:pt x="2695" y="529"/>
                </a:lnTo>
                <a:lnTo>
                  <a:pt x="2712" y="527"/>
                </a:lnTo>
                <a:lnTo>
                  <a:pt x="2730" y="525"/>
                </a:lnTo>
                <a:lnTo>
                  <a:pt x="2748" y="523"/>
                </a:lnTo>
                <a:lnTo>
                  <a:pt x="2766" y="520"/>
                </a:lnTo>
                <a:lnTo>
                  <a:pt x="2784" y="518"/>
                </a:lnTo>
                <a:lnTo>
                  <a:pt x="2802" y="516"/>
                </a:lnTo>
                <a:lnTo>
                  <a:pt x="2819" y="514"/>
                </a:lnTo>
                <a:lnTo>
                  <a:pt x="2837" y="512"/>
                </a:lnTo>
                <a:lnTo>
                  <a:pt x="2855" y="510"/>
                </a:lnTo>
                <a:lnTo>
                  <a:pt x="2873" y="508"/>
                </a:lnTo>
                <a:lnTo>
                  <a:pt x="2891" y="506"/>
                </a:lnTo>
                <a:lnTo>
                  <a:pt x="2909" y="503"/>
                </a:lnTo>
                <a:lnTo>
                  <a:pt x="2927" y="501"/>
                </a:lnTo>
                <a:lnTo>
                  <a:pt x="2944" y="499"/>
                </a:lnTo>
                <a:lnTo>
                  <a:pt x="2962" y="497"/>
                </a:lnTo>
                <a:lnTo>
                  <a:pt x="2980" y="495"/>
                </a:lnTo>
                <a:lnTo>
                  <a:pt x="2998" y="493"/>
                </a:lnTo>
                <a:lnTo>
                  <a:pt x="3016" y="491"/>
                </a:lnTo>
                <a:lnTo>
                  <a:pt x="3034" y="488"/>
                </a:lnTo>
                <a:lnTo>
                  <a:pt x="3051" y="486"/>
                </a:lnTo>
                <a:lnTo>
                  <a:pt x="3069" y="484"/>
                </a:lnTo>
                <a:lnTo>
                  <a:pt x="3087" y="482"/>
                </a:lnTo>
                <a:lnTo>
                  <a:pt x="3105" y="480"/>
                </a:lnTo>
                <a:lnTo>
                  <a:pt x="3123" y="478"/>
                </a:lnTo>
                <a:lnTo>
                  <a:pt x="3141" y="476"/>
                </a:lnTo>
                <a:lnTo>
                  <a:pt x="3158" y="473"/>
                </a:lnTo>
                <a:lnTo>
                  <a:pt x="3176" y="471"/>
                </a:lnTo>
                <a:lnTo>
                  <a:pt x="3194" y="469"/>
                </a:lnTo>
                <a:lnTo>
                  <a:pt x="3212" y="467"/>
                </a:lnTo>
                <a:lnTo>
                  <a:pt x="3230" y="465"/>
                </a:lnTo>
                <a:lnTo>
                  <a:pt x="3248" y="463"/>
                </a:lnTo>
                <a:lnTo>
                  <a:pt x="3266" y="461"/>
                </a:lnTo>
                <a:lnTo>
                  <a:pt x="3283" y="459"/>
                </a:lnTo>
                <a:lnTo>
                  <a:pt x="3301" y="456"/>
                </a:lnTo>
                <a:lnTo>
                  <a:pt x="3319" y="454"/>
                </a:lnTo>
                <a:lnTo>
                  <a:pt x="3337" y="452"/>
                </a:lnTo>
                <a:lnTo>
                  <a:pt x="3355" y="450"/>
                </a:lnTo>
                <a:lnTo>
                  <a:pt x="3373" y="448"/>
                </a:lnTo>
                <a:lnTo>
                  <a:pt x="3390" y="446"/>
                </a:lnTo>
                <a:lnTo>
                  <a:pt x="3408" y="444"/>
                </a:lnTo>
                <a:lnTo>
                  <a:pt x="3426" y="441"/>
                </a:lnTo>
                <a:lnTo>
                  <a:pt x="3444" y="439"/>
                </a:lnTo>
                <a:lnTo>
                  <a:pt x="3462" y="437"/>
                </a:lnTo>
                <a:lnTo>
                  <a:pt x="3480" y="435"/>
                </a:lnTo>
                <a:lnTo>
                  <a:pt x="3498" y="433"/>
                </a:lnTo>
                <a:lnTo>
                  <a:pt x="3515" y="431"/>
                </a:lnTo>
                <a:lnTo>
                  <a:pt x="3533" y="429"/>
                </a:lnTo>
                <a:lnTo>
                  <a:pt x="3551" y="427"/>
                </a:lnTo>
                <a:lnTo>
                  <a:pt x="3569" y="424"/>
                </a:lnTo>
                <a:lnTo>
                  <a:pt x="3587" y="422"/>
                </a:lnTo>
                <a:lnTo>
                  <a:pt x="3605" y="420"/>
                </a:lnTo>
                <a:lnTo>
                  <a:pt x="3622" y="418"/>
                </a:lnTo>
                <a:lnTo>
                  <a:pt x="3640" y="416"/>
                </a:lnTo>
                <a:lnTo>
                  <a:pt x="3658" y="414"/>
                </a:lnTo>
                <a:lnTo>
                  <a:pt x="3676" y="412"/>
                </a:lnTo>
                <a:lnTo>
                  <a:pt x="3694" y="409"/>
                </a:lnTo>
                <a:lnTo>
                  <a:pt x="3712" y="407"/>
                </a:lnTo>
                <a:lnTo>
                  <a:pt x="3730" y="405"/>
                </a:lnTo>
                <a:lnTo>
                  <a:pt x="3747" y="403"/>
                </a:lnTo>
                <a:lnTo>
                  <a:pt x="3765" y="401"/>
                </a:lnTo>
                <a:lnTo>
                  <a:pt x="3783" y="399"/>
                </a:lnTo>
                <a:lnTo>
                  <a:pt x="3801" y="397"/>
                </a:lnTo>
                <a:lnTo>
                  <a:pt x="3819" y="395"/>
                </a:lnTo>
                <a:lnTo>
                  <a:pt x="3837" y="392"/>
                </a:lnTo>
                <a:lnTo>
                  <a:pt x="3854" y="390"/>
                </a:lnTo>
                <a:lnTo>
                  <a:pt x="3872" y="388"/>
                </a:lnTo>
                <a:lnTo>
                  <a:pt x="3890" y="386"/>
                </a:lnTo>
                <a:lnTo>
                  <a:pt x="3908" y="384"/>
                </a:lnTo>
                <a:lnTo>
                  <a:pt x="3926" y="382"/>
                </a:lnTo>
                <a:lnTo>
                  <a:pt x="3944" y="380"/>
                </a:lnTo>
                <a:lnTo>
                  <a:pt x="3962" y="377"/>
                </a:lnTo>
                <a:lnTo>
                  <a:pt x="3979" y="375"/>
                </a:lnTo>
                <a:lnTo>
                  <a:pt x="3997" y="373"/>
                </a:lnTo>
                <a:lnTo>
                  <a:pt x="4015" y="371"/>
                </a:lnTo>
                <a:lnTo>
                  <a:pt x="4033" y="369"/>
                </a:lnTo>
                <a:lnTo>
                  <a:pt x="4051" y="367"/>
                </a:lnTo>
                <a:lnTo>
                  <a:pt x="4069" y="365"/>
                </a:lnTo>
                <a:lnTo>
                  <a:pt x="4086" y="363"/>
                </a:lnTo>
                <a:lnTo>
                  <a:pt x="4104" y="360"/>
                </a:lnTo>
                <a:lnTo>
                  <a:pt x="4122" y="358"/>
                </a:lnTo>
                <a:lnTo>
                  <a:pt x="4140" y="356"/>
                </a:lnTo>
                <a:lnTo>
                  <a:pt x="4158" y="354"/>
                </a:lnTo>
                <a:lnTo>
                  <a:pt x="4176" y="352"/>
                </a:lnTo>
                <a:lnTo>
                  <a:pt x="4193" y="350"/>
                </a:lnTo>
                <a:lnTo>
                  <a:pt x="4211" y="348"/>
                </a:lnTo>
                <a:lnTo>
                  <a:pt x="4229" y="345"/>
                </a:lnTo>
                <a:lnTo>
                  <a:pt x="4247" y="343"/>
                </a:lnTo>
                <a:lnTo>
                  <a:pt x="4265" y="341"/>
                </a:lnTo>
                <a:lnTo>
                  <a:pt x="4283" y="339"/>
                </a:lnTo>
                <a:lnTo>
                  <a:pt x="4301" y="337"/>
                </a:lnTo>
                <a:lnTo>
                  <a:pt x="4318" y="335"/>
                </a:lnTo>
                <a:lnTo>
                  <a:pt x="4336" y="333"/>
                </a:lnTo>
                <a:lnTo>
                  <a:pt x="4354" y="331"/>
                </a:lnTo>
                <a:lnTo>
                  <a:pt x="4372" y="328"/>
                </a:lnTo>
                <a:lnTo>
                  <a:pt x="4390" y="326"/>
                </a:lnTo>
                <a:lnTo>
                  <a:pt x="4408" y="324"/>
                </a:lnTo>
                <a:lnTo>
                  <a:pt x="4425" y="322"/>
                </a:lnTo>
                <a:lnTo>
                  <a:pt x="4443" y="320"/>
                </a:lnTo>
                <a:lnTo>
                  <a:pt x="4461" y="318"/>
                </a:lnTo>
                <a:lnTo>
                  <a:pt x="4479" y="316"/>
                </a:lnTo>
                <a:lnTo>
                  <a:pt x="4497" y="313"/>
                </a:lnTo>
                <a:lnTo>
                  <a:pt x="4515" y="311"/>
                </a:lnTo>
                <a:lnTo>
                  <a:pt x="4533" y="309"/>
                </a:lnTo>
                <a:lnTo>
                  <a:pt x="4550" y="307"/>
                </a:lnTo>
                <a:lnTo>
                  <a:pt x="4568" y="305"/>
                </a:lnTo>
                <a:lnTo>
                  <a:pt x="4586" y="303"/>
                </a:lnTo>
                <a:lnTo>
                  <a:pt x="4604" y="301"/>
                </a:lnTo>
                <a:lnTo>
                  <a:pt x="4622" y="299"/>
                </a:lnTo>
                <a:lnTo>
                  <a:pt x="4640" y="296"/>
                </a:lnTo>
                <a:lnTo>
                  <a:pt x="4657" y="294"/>
                </a:lnTo>
                <a:lnTo>
                  <a:pt x="4675" y="292"/>
                </a:lnTo>
                <a:lnTo>
                  <a:pt x="4693" y="290"/>
                </a:lnTo>
                <a:lnTo>
                  <a:pt x="4711" y="288"/>
                </a:lnTo>
                <a:lnTo>
                  <a:pt x="4729" y="286"/>
                </a:lnTo>
                <a:lnTo>
                  <a:pt x="4747" y="284"/>
                </a:lnTo>
                <a:lnTo>
                  <a:pt x="4765" y="281"/>
                </a:lnTo>
                <a:lnTo>
                  <a:pt x="4782" y="279"/>
                </a:lnTo>
                <a:lnTo>
                  <a:pt x="4800" y="277"/>
                </a:lnTo>
                <a:lnTo>
                  <a:pt x="4818" y="275"/>
                </a:lnTo>
                <a:lnTo>
                  <a:pt x="4836" y="273"/>
                </a:lnTo>
                <a:lnTo>
                  <a:pt x="4854" y="271"/>
                </a:lnTo>
                <a:lnTo>
                  <a:pt x="4872" y="269"/>
                </a:lnTo>
                <a:lnTo>
                  <a:pt x="4889" y="266"/>
                </a:lnTo>
                <a:lnTo>
                  <a:pt x="4907" y="264"/>
                </a:lnTo>
                <a:lnTo>
                  <a:pt x="4925" y="262"/>
                </a:lnTo>
                <a:lnTo>
                  <a:pt x="4943" y="260"/>
                </a:lnTo>
                <a:lnTo>
                  <a:pt x="4961" y="258"/>
                </a:lnTo>
                <a:lnTo>
                  <a:pt x="4979" y="256"/>
                </a:lnTo>
                <a:lnTo>
                  <a:pt x="4996" y="254"/>
                </a:lnTo>
                <a:lnTo>
                  <a:pt x="5014" y="252"/>
                </a:lnTo>
                <a:lnTo>
                  <a:pt x="5032" y="249"/>
                </a:lnTo>
                <a:lnTo>
                  <a:pt x="5050" y="247"/>
                </a:lnTo>
                <a:lnTo>
                  <a:pt x="5068" y="245"/>
                </a:lnTo>
                <a:lnTo>
                  <a:pt x="5086" y="243"/>
                </a:lnTo>
                <a:lnTo>
                  <a:pt x="5104" y="241"/>
                </a:lnTo>
                <a:lnTo>
                  <a:pt x="5121" y="239"/>
                </a:lnTo>
                <a:lnTo>
                  <a:pt x="5139" y="237"/>
                </a:lnTo>
                <a:lnTo>
                  <a:pt x="5157" y="234"/>
                </a:lnTo>
                <a:lnTo>
                  <a:pt x="5175" y="232"/>
                </a:lnTo>
                <a:lnTo>
                  <a:pt x="5193" y="230"/>
                </a:lnTo>
                <a:lnTo>
                  <a:pt x="5211" y="228"/>
                </a:lnTo>
                <a:lnTo>
                  <a:pt x="5228" y="226"/>
                </a:lnTo>
                <a:lnTo>
                  <a:pt x="5246" y="224"/>
                </a:lnTo>
                <a:lnTo>
                  <a:pt x="5264" y="222"/>
                </a:lnTo>
                <a:lnTo>
                  <a:pt x="5282" y="220"/>
                </a:lnTo>
                <a:lnTo>
                  <a:pt x="5300" y="217"/>
                </a:lnTo>
                <a:lnTo>
                  <a:pt x="5318" y="215"/>
                </a:lnTo>
                <a:lnTo>
                  <a:pt x="5336" y="213"/>
                </a:lnTo>
                <a:lnTo>
                  <a:pt x="5353" y="211"/>
                </a:lnTo>
                <a:lnTo>
                  <a:pt x="5371" y="209"/>
                </a:lnTo>
                <a:lnTo>
                  <a:pt x="5389" y="207"/>
                </a:lnTo>
                <a:lnTo>
                  <a:pt x="5407" y="205"/>
                </a:lnTo>
                <a:lnTo>
                  <a:pt x="5425" y="202"/>
                </a:lnTo>
                <a:lnTo>
                  <a:pt x="5443" y="200"/>
                </a:lnTo>
                <a:lnTo>
                  <a:pt x="5460" y="198"/>
                </a:lnTo>
                <a:lnTo>
                  <a:pt x="5478" y="196"/>
                </a:lnTo>
                <a:lnTo>
                  <a:pt x="5496" y="194"/>
                </a:lnTo>
                <a:lnTo>
                  <a:pt x="5514" y="192"/>
                </a:lnTo>
                <a:lnTo>
                  <a:pt x="5532" y="190"/>
                </a:lnTo>
                <a:lnTo>
                  <a:pt x="5550" y="188"/>
                </a:lnTo>
                <a:lnTo>
                  <a:pt x="5568" y="185"/>
                </a:lnTo>
                <a:lnTo>
                  <a:pt x="5585" y="183"/>
                </a:lnTo>
                <a:lnTo>
                  <a:pt x="5603" y="181"/>
                </a:lnTo>
                <a:lnTo>
                  <a:pt x="5621" y="179"/>
                </a:lnTo>
                <a:lnTo>
                  <a:pt x="5639" y="177"/>
                </a:lnTo>
                <a:lnTo>
                  <a:pt x="5657" y="175"/>
                </a:lnTo>
                <a:lnTo>
                  <a:pt x="5675" y="173"/>
                </a:lnTo>
                <a:lnTo>
                  <a:pt x="5692" y="170"/>
                </a:lnTo>
                <a:lnTo>
                  <a:pt x="5710" y="168"/>
                </a:lnTo>
                <a:lnTo>
                  <a:pt x="5728" y="166"/>
                </a:lnTo>
                <a:lnTo>
                  <a:pt x="5746" y="164"/>
                </a:lnTo>
                <a:lnTo>
                  <a:pt x="5764" y="162"/>
                </a:lnTo>
                <a:lnTo>
                  <a:pt x="5782" y="160"/>
                </a:lnTo>
                <a:lnTo>
                  <a:pt x="5799" y="158"/>
                </a:lnTo>
                <a:lnTo>
                  <a:pt x="5817" y="156"/>
                </a:lnTo>
                <a:lnTo>
                  <a:pt x="5835" y="153"/>
                </a:lnTo>
                <a:lnTo>
                  <a:pt x="5853" y="151"/>
                </a:lnTo>
                <a:lnTo>
                  <a:pt x="5871" y="149"/>
                </a:lnTo>
                <a:lnTo>
                  <a:pt x="5889" y="147"/>
                </a:lnTo>
                <a:lnTo>
                  <a:pt x="5907" y="145"/>
                </a:lnTo>
                <a:lnTo>
                  <a:pt x="5924" y="143"/>
                </a:lnTo>
                <a:lnTo>
                  <a:pt x="5942" y="141"/>
                </a:lnTo>
                <a:lnTo>
                  <a:pt x="5960" y="138"/>
                </a:lnTo>
                <a:lnTo>
                  <a:pt x="5978" y="136"/>
                </a:lnTo>
                <a:lnTo>
                  <a:pt x="5996" y="134"/>
                </a:lnTo>
                <a:lnTo>
                  <a:pt x="6014" y="132"/>
                </a:lnTo>
                <a:lnTo>
                  <a:pt x="6031" y="130"/>
                </a:lnTo>
                <a:lnTo>
                  <a:pt x="6049" y="128"/>
                </a:lnTo>
                <a:lnTo>
                  <a:pt x="6067" y="126"/>
                </a:lnTo>
                <a:lnTo>
                  <a:pt x="6085" y="124"/>
                </a:lnTo>
                <a:lnTo>
                  <a:pt x="6103" y="121"/>
                </a:lnTo>
                <a:lnTo>
                  <a:pt x="6121" y="119"/>
                </a:lnTo>
                <a:lnTo>
                  <a:pt x="6139" y="117"/>
                </a:lnTo>
                <a:lnTo>
                  <a:pt x="6156" y="115"/>
                </a:lnTo>
                <a:lnTo>
                  <a:pt x="6174" y="113"/>
                </a:lnTo>
                <a:lnTo>
                  <a:pt x="6192" y="111"/>
                </a:lnTo>
                <a:lnTo>
                  <a:pt x="6210" y="109"/>
                </a:lnTo>
                <a:lnTo>
                  <a:pt x="6228" y="106"/>
                </a:lnTo>
                <a:lnTo>
                  <a:pt x="6246" y="104"/>
                </a:lnTo>
                <a:lnTo>
                  <a:pt x="6263" y="102"/>
                </a:lnTo>
                <a:lnTo>
                  <a:pt x="6281" y="100"/>
                </a:lnTo>
                <a:lnTo>
                  <a:pt x="6299" y="98"/>
                </a:lnTo>
                <a:lnTo>
                  <a:pt x="6317" y="96"/>
                </a:lnTo>
                <a:lnTo>
                  <a:pt x="6335" y="94"/>
                </a:lnTo>
                <a:lnTo>
                  <a:pt x="6353" y="92"/>
                </a:lnTo>
                <a:lnTo>
                  <a:pt x="6371" y="89"/>
                </a:lnTo>
                <a:lnTo>
                  <a:pt x="6388" y="87"/>
                </a:lnTo>
                <a:lnTo>
                  <a:pt x="6406" y="85"/>
                </a:lnTo>
                <a:lnTo>
                  <a:pt x="6424" y="83"/>
                </a:lnTo>
                <a:lnTo>
                  <a:pt x="6442" y="81"/>
                </a:lnTo>
                <a:lnTo>
                  <a:pt x="6460" y="79"/>
                </a:lnTo>
                <a:lnTo>
                  <a:pt x="6478" y="77"/>
                </a:lnTo>
                <a:lnTo>
                  <a:pt x="6495" y="74"/>
                </a:lnTo>
                <a:lnTo>
                  <a:pt x="6513" y="72"/>
                </a:lnTo>
                <a:lnTo>
                  <a:pt x="6531" y="70"/>
                </a:lnTo>
                <a:lnTo>
                  <a:pt x="6549" y="68"/>
                </a:lnTo>
                <a:lnTo>
                  <a:pt x="6567" y="66"/>
                </a:lnTo>
                <a:lnTo>
                  <a:pt x="6585" y="64"/>
                </a:lnTo>
                <a:lnTo>
                  <a:pt x="6603" y="62"/>
                </a:lnTo>
                <a:lnTo>
                  <a:pt x="6620" y="59"/>
                </a:lnTo>
                <a:lnTo>
                  <a:pt x="6638" y="57"/>
                </a:lnTo>
                <a:lnTo>
                  <a:pt x="6656" y="55"/>
                </a:lnTo>
                <a:lnTo>
                  <a:pt x="6674" y="53"/>
                </a:lnTo>
                <a:lnTo>
                  <a:pt x="6692" y="51"/>
                </a:lnTo>
                <a:lnTo>
                  <a:pt x="6710" y="49"/>
                </a:lnTo>
                <a:lnTo>
                  <a:pt x="6727" y="47"/>
                </a:lnTo>
                <a:lnTo>
                  <a:pt x="6745" y="45"/>
                </a:lnTo>
                <a:lnTo>
                  <a:pt x="6763" y="42"/>
                </a:lnTo>
                <a:lnTo>
                  <a:pt x="6781" y="40"/>
                </a:lnTo>
                <a:lnTo>
                  <a:pt x="6799" y="38"/>
                </a:lnTo>
                <a:lnTo>
                  <a:pt x="6817" y="36"/>
                </a:lnTo>
                <a:lnTo>
                  <a:pt x="6834" y="34"/>
                </a:lnTo>
                <a:lnTo>
                  <a:pt x="6852" y="32"/>
                </a:lnTo>
                <a:lnTo>
                  <a:pt x="6870" y="30"/>
                </a:lnTo>
                <a:lnTo>
                  <a:pt x="6888" y="27"/>
                </a:lnTo>
                <a:lnTo>
                  <a:pt x="6906" y="25"/>
                </a:lnTo>
                <a:lnTo>
                  <a:pt x="6924" y="23"/>
                </a:lnTo>
                <a:lnTo>
                  <a:pt x="6942" y="21"/>
                </a:lnTo>
                <a:lnTo>
                  <a:pt x="6959" y="19"/>
                </a:lnTo>
                <a:lnTo>
                  <a:pt x="6977" y="17"/>
                </a:lnTo>
                <a:lnTo>
                  <a:pt x="6995" y="15"/>
                </a:lnTo>
                <a:lnTo>
                  <a:pt x="7013" y="13"/>
                </a:lnTo>
                <a:lnTo>
                  <a:pt x="7031" y="10"/>
                </a:lnTo>
                <a:lnTo>
                  <a:pt x="7049" y="8"/>
                </a:lnTo>
                <a:lnTo>
                  <a:pt x="7066" y="6"/>
                </a:lnTo>
                <a:lnTo>
                  <a:pt x="7084" y="4"/>
                </a:lnTo>
                <a:lnTo>
                  <a:pt x="7102" y="2"/>
                </a:lnTo>
                <a:lnTo>
                  <a:pt x="7120" y="0"/>
                </a:lnTo>
              </a:path>
            </a:pathLst>
          </a:custGeom>
          <a:noFill/>
          <a:ln w="19050">
            <a:solidFill>
              <a:srgbClr val="C4B8DC"/>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6" name="Freeform 15"/>
          <p:cNvSpPr/>
          <p:nvPr/>
        </p:nvSpPr>
        <p:spPr>
          <a:xfrm>
            <a:off x="896112" y="4022446"/>
            <a:ext cx="6510528" cy="578815"/>
          </a:xfrm>
          <a:custGeom>
            <a:avLst/>
            <a:gdLst/>
            <a:ahLst/>
            <a:cxnLst/>
            <a:rect l="l" t="t" r="r" b="b"/>
            <a:pathLst>
              <a:path w="7120" h="633">
                <a:moveTo>
                  <a:pt x="0" y="633"/>
                </a:moveTo>
                <a:lnTo>
                  <a:pt x="18" y="632"/>
                </a:lnTo>
                <a:lnTo>
                  <a:pt x="36" y="630"/>
                </a:lnTo>
                <a:lnTo>
                  <a:pt x="54" y="628"/>
                </a:lnTo>
                <a:lnTo>
                  <a:pt x="71" y="627"/>
                </a:lnTo>
                <a:lnTo>
                  <a:pt x="89" y="625"/>
                </a:lnTo>
                <a:lnTo>
                  <a:pt x="107" y="624"/>
                </a:lnTo>
                <a:lnTo>
                  <a:pt x="125" y="622"/>
                </a:lnTo>
                <a:lnTo>
                  <a:pt x="143" y="620"/>
                </a:lnTo>
                <a:lnTo>
                  <a:pt x="161" y="619"/>
                </a:lnTo>
                <a:lnTo>
                  <a:pt x="178" y="617"/>
                </a:lnTo>
                <a:lnTo>
                  <a:pt x="196" y="616"/>
                </a:lnTo>
                <a:lnTo>
                  <a:pt x="214" y="614"/>
                </a:lnTo>
                <a:lnTo>
                  <a:pt x="232" y="613"/>
                </a:lnTo>
                <a:lnTo>
                  <a:pt x="250" y="611"/>
                </a:lnTo>
                <a:lnTo>
                  <a:pt x="268" y="609"/>
                </a:lnTo>
                <a:lnTo>
                  <a:pt x="286" y="608"/>
                </a:lnTo>
                <a:lnTo>
                  <a:pt x="303" y="606"/>
                </a:lnTo>
                <a:lnTo>
                  <a:pt x="321" y="605"/>
                </a:lnTo>
                <a:lnTo>
                  <a:pt x="339" y="603"/>
                </a:lnTo>
                <a:lnTo>
                  <a:pt x="357" y="601"/>
                </a:lnTo>
                <a:lnTo>
                  <a:pt x="375" y="600"/>
                </a:lnTo>
                <a:lnTo>
                  <a:pt x="393" y="598"/>
                </a:lnTo>
                <a:lnTo>
                  <a:pt x="410" y="597"/>
                </a:lnTo>
                <a:lnTo>
                  <a:pt x="428" y="595"/>
                </a:lnTo>
                <a:lnTo>
                  <a:pt x="446" y="593"/>
                </a:lnTo>
                <a:lnTo>
                  <a:pt x="464" y="592"/>
                </a:lnTo>
                <a:lnTo>
                  <a:pt x="482" y="590"/>
                </a:lnTo>
                <a:lnTo>
                  <a:pt x="500" y="589"/>
                </a:lnTo>
                <a:lnTo>
                  <a:pt x="517" y="587"/>
                </a:lnTo>
                <a:lnTo>
                  <a:pt x="535" y="586"/>
                </a:lnTo>
                <a:lnTo>
                  <a:pt x="553" y="584"/>
                </a:lnTo>
                <a:lnTo>
                  <a:pt x="571" y="582"/>
                </a:lnTo>
                <a:lnTo>
                  <a:pt x="589" y="581"/>
                </a:lnTo>
                <a:lnTo>
                  <a:pt x="607" y="579"/>
                </a:lnTo>
                <a:lnTo>
                  <a:pt x="625" y="578"/>
                </a:lnTo>
                <a:lnTo>
                  <a:pt x="642" y="576"/>
                </a:lnTo>
                <a:lnTo>
                  <a:pt x="660" y="574"/>
                </a:lnTo>
                <a:lnTo>
                  <a:pt x="678" y="573"/>
                </a:lnTo>
                <a:lnTo>
                  <a:pt x="696" y="571"/>
                </a:lnTo>
                <a:lnTo>
                  <a:pt x="714" y="570"/>
                </a:lnTo>
                <a:lnTo>
                  <a:pt x="732" y="568"/>
                </a:lnTo>
                <a:lnTo>
                  <a:pt x="749" y="567"/>
                </a:lnTo>
                <a:lnTo>
                  <a:pt x="767" y="565"/>
                </a:lnTo>
                <a:lnTo>
                  <a:pt x="785" y="563"/>
                </a:lnTo>
                <a:lnTo>
                  <a:pt x="803" y="562"/>
                </a:lnTo>
                <a:lnTo>
                  <a:pt x="821" y="560"/>
                </a:lnTo>
                <a:lnTo>
                  <a:pt x="839" y="559"/>
                </a:lnTo>
                <a:lnTo>
                  <a:pt x="857" y="557"/>
                </a:lnTo>
                <a:lnTo>
                  <a:pt x="874" y="555"/>
                </a:lnTo>
                <a:lnTo>
                  <a:pt x="892" y="554"/>
                </a:lnTo>
                <a:lnTo>
                  <a:pt x="910" y="552"/>
                </a:lnTo>
                <a:lnTo>
                  <a:pt x="928" y="551"/>
                </a:lnTo>
                <a:lnTo>
                  <a:pt x="946" y="549"/>
                </a:lnTo>
                <a:lnTo>
                  <a:pt x="964" y="547"/>
                </a:lnTo>
                <a:lnTo>
                  <a:pt x="981" y="546"/>
                </a:lnTo>
                <a:lnTo>
                  <a:pt x="999" y="544"/>
                </a:lnTo>
                <a:lnTo>
                  <a:pt x="1017" y="543"/>
                </a:lnTo>
                <a:lnTo>
                  <a:pt x="1035" y="541"/>
                </a:lnTo>
                <a:lnTo>
                  <a:pt x="1053" y="540"/>
                </a:lnTo>
                <a:lnTo>
                  <a:pt x="1071" y="538"/>
                </a:lnTo>
                <a:lnTo>
                  <a:pt x="1089" y="536"/>
                </a:lnTo>
                <a:lnTo>
                  <a:pt x="1106" y="535"/>
                </a:lnTo>
                <a:lnTo>
                  <a:pt x="1124" y="533"/>
                </a:lnTo>
                <a:lnTo>
                  <a:pt x="1142" y="532"/>
                </a:lnTo>
                <a:lnTo>
                  <a:pt x="1160" y="530"/>
                </a:lnTo>
                <a:lnTo>
                  <a:pt x="1178" y="528"/>
                </a:lnTo>
                <a:lnTo>
                  <a:pt x="1196" y="527"/>
                </a:lnTo>
                <a:lnTo>
                  <a:pt x="1213" y="525"/>
                </a:lnTo>
                <a:lnTo>
                  <a:pt x="1231" y="524"/>
                </a:lnTo>
                <a:lnTo>
                  <a:pt x="1249" y="522"/>
                </a:lnTo>
                <a:lnTo>
                  <a:pt x="1267" y="520"/>
                </a:lnTo>
                <a:lnTo>
                  <a:pt x="1285" y="519"/>
                </a:lnTo>
                <a:lnTo>
                  <a:pt x="1303" y="517"/>
                </a:lnTo>
                <a:lnTo>
                  <a:pt x="1321" y="516"/>
                </a:lnTo>
                <a:lnTo>
                  <a:pt x="1338" y="514"/>
                </a:lnTo>
                <a:lnTo>
                  <a:pt x="1356" y="513"/>
                </a:lnTo>
                <a:lnTo>
                  <a:pt x="1374" y="511"/>
                </a:lnTo>
                <a:lnTo>
                  <a:pt x="1392" y="509"/>
                </a:lnTo>
                <a:lnTo>
                  <a:pt x="1410" y="508"/>
                </a:lnTo>
                <a:lnTo>
                  <a:pt x="1428" y="506"/>
                </a:lnTo>
                <a:lnTo>
                  <a:pt x="1445" y="505"/>
                </a:lnTo>
                <a:lnTo>
                  <a:pt x="1463" y="503"/>
                </a:lnTo>
                <a:lnTo>
                  <a:pt x="1481" y="501"/>
                </a:lnTo>
                <a:lnTo>
                  <a:pt x="1499" y="500"/>
                </a:lnTo>
                <a:lnTo>
                  <a:pt x="1517" y="498"/>
                </a:lnTo>
                <a:lnTo>
                  <a:pt x="1535" y="497"/>
                </a:lnTo>
                <a:lnTo>
                  <a:pt x="1552" y="495"/>
                </a:lnTo>
                <a:lnTo>
                  <a:pt x="1570" y="494"/>
                </a:lnTo>
                <a:lnTo>
                  <a:pt x="1588" y="492"/>
                </a:lnTo>
                <a:lnTo>
                  <a:pt x="1606" y="490"/>
                </a:lnTo>
                <a:lnTo>
                  <a:pt x="1624" y="489"/>
                </a:lnTo>
                <a:lnTo>
                  <a:pt x="1642" y="487"/>
                </a:lnTo>
                <a:lnTo>
                  <a:pt x="1660" y="486"/>
                </a:lnTo>
                <a:lnTo>
                  <a:pt x="1677" y="484"/>
                </a:lnTo>
                <a:lnTo>
                  <a:pt x="1695" y="482"/>
                </a:lnTo>
                <a:lnTo>
                  <a:pt x="1713" y="481"/>
                </a:lnTo>
                <a:lnTo>
                  <a:pt x="1731" y="479"/>
                </a:lnTo>
                <a:lnTo>
                  <a:pt x="1749" y="478"/>
                </a:lnTo>
                <a:lnTo>
                  <a:pt x="1767" y="476"/>
                </a:lnTo>
                <a:lnTo>
                  <a:pt x="1784" y="474"/>
                </a:lnTo>
                <a:lnTo>
                  <a:pt x="1802" y="473"/>
                </a:lnTo>
                <a:lnTo>
                  <a:pt x="1820" y="471"/>
                </a:lnTo>
                <a:lnTo>
                  <a:pt x="1838" y="470"/>
                </a:lnTo>
                <a:lnTo>
                  <a:pt x="1856" y="468"/>
                </a:lnTo>
                <a:lnTo>
                  <a:pt x="1874" y="467"/>
                </a:lnTo>
                <a:lnTo>
                  <a:pt x="1892" y="465"/>
                </a:lnTo>
                <a:lnTo>
                  <a:pt x="1909" y="463"/>
                </a:lnTo>
                <a:lnTo>
                  <a:pt x="1927" y="462"/>
                </a:lnTo>
                <a:lnTo>
                  <a:pt x="1945" y="460"/>
                </a:lnTo>
                <a:lnTo>
                  <a:pt x="1963" y="459"/>
                </a:lnTo>
                <a:lnTo>
                  <a:pt x="1981" y="457"/>
                </a:lnTo>
                <a:lnTo>
                  <a:pt x="1999" y="455"/>
                </a:lnTo>
                <a:lnTo>
                  <a:pt x="2016" y="454"/>
                </a:lnTo>
                <a:lnTo>
                  <a:pt x="2034" y="452"/>
                </a:lnTo>
                <a:lnTo>
                  <a:pt x="2052" y="451"/>
                </a:lnTo>
                <a:lnTo>
                  <a:pt x="2070" y="449"/>
                </a:lnTo>
                <a:lnTo>
                  <a:pt x="2088" y="448"/>
                </a:lnTo>
                <a:lnTo>
                  <a:pt x="2106" y="446"/>
                </a:lnTo>
                <a:lnTo>
                  <a:pt x="2124" y="444"/>
                </a:lnTo>
                <a:lnTo>
                  <a:pt x="2141" y="443"/>
                </a:lnTo>
                <a:lnTo>
                  <a:pt x="2159" y="441"/>
                </a:lnTo>
                <a:lnTo>
                  <a:pt x="2177" y="440"/>
                </a:lnTo>
                <a:lnTo>
                  <a:pt x="2195" y="438"/>
                </a:lnTo>
                <a:lnTo>
                  <a:pt x="2213" y="436"/>
                </a:lnTo>
                <a:lnTo>
                  <a:pt x="2231" y="435"/>
                </a:lnTo>
                <a:lnTo>
                  <a:pt x="2248" y="433"/>
                </a:lnTo>
                <a:lnTo>
                  <a:pt x="2266" y="432"/>
                </a:lnTo>
                <a:lnTo>
                  <a:pt x="2284" y="430"/>
                </a:lnTo>
                <a:lnTo>
                  <a:pt x="2302" y="428"/>
                </a:lnTo>
                <a:lnTo>
                  <a:pt x="2320" y="427"/>
                </a:lnTo>
                <a:lnTo>
                  <a:pt x="2338" y="425"/>
                </a:lnTo>
                <a:lnTo>
                  <a:pt x="2355" y="424"/>
                </a:lnTo>
                <a:lnTo>
                  <a:pt x="2373" y="422"/>
                </a:lnTo>
                <a:lnTo>
                  <a:pt x="2391" y="421"/>
                </a:lnTo>
                <a:lnTo>
                  <a:pt x="2409" y="419"/>
                </a:lnTo>
                <a:lnTo>
                  <a:pt x="2427" y="417"/>
                </a:lnTo>
                <a:lnTo>
                  <a:pt x="2445" y="416"/>
                </a:lnTo>
                <a:lnTo>
                  <a:pt x="2463" y="414"/>
                </a:lnTo>
                <a:lnTo>
                  <a:pt x="2480" y="413"/>
                </a:lnTo>
                <a:lnTo>
                  <a:pt x="2498" y="411"/>
                </a:lnTo>
                <a:lnTo>
                  <a:pt x="2516" y="409"/>
                </a:lnTo>
                <a:lnTo>
                  <a:pt x="2534" y="408"/>
                </a:lnTo>
                <a:lnTo>
                  <a:pt x="2552" y="406"/>
                </a:lnTo>
                <a:lnTo>
                  <a:pt x="2570" y="405"/>
                </a:lnTo>
                <a:lnTo>
                  <a:pt x="2587" y="403"/>
                </a:lnTo>
                <a:lnTo>
                  <a:pt x="2605" y="402"/>
                </a:lnTo>
                <a:lnTo>
                  <a:pt x="2623" y="400"/>
                </a:lnTo>
                <a:lnTo>
                  <a:pt x="2641" y="398"/>
                </a:lnTo>
                <a:lnTo>
                  <a:pt x="2659" y="397"/>
                </a:lnTo>
                <a:lnTo>
                  <a:pt x="2677" y="395"/>
                </a:lnTo>
                <a:lnTo>
                  <a:pt x="2695" y="394"/>
                </a:lnTo>
                <a:lnTo>
                  <a:pt x="2712" y="392"/>
                </a:lnTo>
                <a:lnTo>
                  <a:pt x="2730" y="390"/>
                </a:lnTo>
                <a:lnTo>
                  <a:pt x="2748" y="389"/>
                </a:lnTo>
                <a:lnTo>
                  <a:pt x="2766" y="387"/>
                </a:lnTo>
                <a:lnTo>
                  <a:pt x="2784" y="386"/>
                </a:lnTo>
                <a:lnTo>
                  <a:pt x="2802" y="384"/>
                </a:lnTo>
                <a:lnTo>
                  <a:pt x="2819" y="382"/>
                </a:lnTo>
                <a:lnTo>
                  <a:pt x="2837" y="381"/>
                </a:lnTo>
                <a:lnTo>
                  <a:pt x="2855" y="379"/>
                </a:lnTo>
                <a:lnTo>
                  <a:pt x="2873" y="378"/>
                </a:lnTo>
                <a:lnTo>
                  <a:pt x="2891" y="376"/>
                </a:lnTo>
                <a:lnTo>
                  <a:pt x="2909" y="375"/>
                </a:lnTo>
                <a:lnTo>
                  <a:pt x="2927" y="373"/>
                </a:lnTo>
                <a:lnTo>
                  <a:pt x="2944" y="371"/>
                </a:lnTo>
                <a:lnTo>
                  <a:pt x="2962" y="370"/>
                </a:lnTo>
                <a:lnTo>
                  <a:pt x="2980" y="368"/>
                </a:lnTo>
                <a:lnTo>
                  <a:pt x="2998" y="367"/>
                </a:lnTo>
                <a:lnTo>
                  <a:pt x="3016" y="365"/>
                </a:lnTo>
                <a:lnTo>
                  <a:pt x="3034" y="363"/>
                </a:lnTo>
                <a:lnTo>
                  <a:pt x="3051" y="362"/>
                </a:lnTo>
                <a:lnTo>
                  <a:pt x="3069" y="360"/>
                </a:lnTo>
                <a:lnTo>
                  <a:pt x="3087" y="359"/>
                </a:lnTo>
                <a:lnTo>
                  <a:pt x="3105" y="357"/>
                </a:lnTo>
                <a:lnTo>
                  <a:pt x="3123" y="356"/>
                </a:lnTo>
                <a:lnTo>
                  <a:pt x="3141" y="354"/>
                </a:lnTo>
                <a:lnTo>
                  <a:pt x="3158" y="352"/>
                </a:lnTo>
                <a:lnTo>
                  <a:pt x="3176" y="351"/>
                </a:lnTo>
                <a:lnTo>
                  <a:pt x="3194" y="349"/>
                </a:lnTo>
                <a:lnTo>
                  <a:pt x="3212" y="348"/>
                </a:lnTo>
                <a:lnTo>
                  <a:pt x="3230" y="346"/>
                </a:lnTo>
                <a:lnTo>
                  <a:pt x="3248" y="344"/>
                </a:lnTo>
                <a:lnTo>
                  <a:pt x="3266" y="343"/>
                </a:lnTo>
                <a:lnTo>
                  <a:pt x="3283" y="341"/>
                </a:lnTo>
                <a:lnTo>
                  <a:pt x="3301" y="340"/>
                </a:lnTo>
                <a:lnTo>
                  <a:pt x="3319" y="338"/>
                </a:lnTo>
                <a:lnTo>
                  <a:pt x="3337" y="336"/>
                </a:lnTo>
                <a:lnTo>
                  <a:pt x="3355" y="335"/>
                </a:lnTo>
                <a:lnTo>
                  <a:pt x="3373" y="333"/>
                </a:lnTo>
                <a:lnTo>
                  <a:pt x="3390" y="332"/>
                </a:lnTo>
                <a:lnTo>
                  <a:pt x="3408" y="330"/>
                </a:lnTo>
                <a:lnTo>
                  <a:pt x="3426" y="329"/>
                </a:lnTo>
                <a:lnTo>
                  <a:pt x="3444" y="327"/>
                </a:lnTo>
                <a:lnTo>
                  <a:pt x="3462" y="325"/>
                </a:lnTo>
                <a:lnTo>
                  <a:pt x="3480" y="324"/>
                </a:lnTo>
                <a:lnTo>
                  <a:pt x="3498" y="322"/>
                </a:lnTo>
                <a:lnTo>
                  <a:pt x="3515" y="321"/>
                </a:lnTo>
                <a:lnTo>
                  <a:pt x="3533" y="319"/>
                </a:lnTo>
                <a:lnTo>
                  <a:pt x="3551" y="317"/>
                </a:lnTo>
                <a:lnTo>
                  <a:pt x="3569" y="316"/>
                </a:lnTo>
                <a:lnTo>
                  <a:pt x="3587" y="314"/>
                </a:lnTo>
                <a:lnTo>
                  <a:pt x="3605" y="313"/>
                </a:lnTo>
                <a:lnTo>
                  <a:pt x="3622" y="311"/>
                </a:lnTo>
                <a:lnTo>
                  <a:pt x="3640" y="310"/>
                </a:lnTo>
                <a:lnTo>
                  <a:pt x="3658" y="308"/>
                </a:lnTo>
                <a:lnTo>
                  <a:pt x="3676" y="306"/>
                </a:lnTo>
                <a:lnTo>
                  <a:pt x="3694" y="305"/>
                </a:lnTo>
                <a:lnTo>
                  <a:pt x="3712" y="303"/>
                </a:lnTo>
                <a:lnTo>
                  <a:pt x="3730" y="302"/>
                </a:lnTo>
                <a:lnTo>
                  <a:pt x="3747" y="300"/>
                </a:lnTo>
                <a:lnTo>
                  <a:pt x="3765" y="298"/>
                </a:lnTo>
                <a:lnTo>
                  <a:pt x="3783" y="297"/>
                </a:lnTo>
                <a:lnTo>
                  <a:pt x="3801" y="295"/>
                </a:lnTo>
                <a:lnTo>
                  <a:pt x="3819" y="294"/>
                </a:lnTo>
                <a:lnTo>
                  <a:pt x="3837" y="292"/>
                </a:lnTo>
                <a:lnTo>
                  <a:pt x="3854" y="290"/>
                </a:lnTo>
                <a:lnTo>
                  <a:pt x="3872" y="289"/>
                </a:lnTo>
                <a:lnTo>
                  <a:pt x="3890" y="287"/>
                </a:lnTo>
                <a:lnTo>
                  <a:pt x="3908" y="286"/>
                </a:lnTo>
                <a:lnTo>
                  <a:pt x="3926" y="284"/>
                </a:lnTo>
                <a:lnTo>
                  <a:pt x="3944" y="283"/>
                </a:lnTo>
                <a:lnTo>
                  <a:pt x="3962" y="281"/>
                </a:lnTo>
                <a:lnTo>
                  <a:pt x="3979" y="279"/>
                </a:lnTo>
                <a:lnTo>
                  <a:pt x="3997" y="278"/>
                </a:lnTo>
                <a:lnTo>
                  <a:pt x="4015" y="276"/>
                </a:lnTo>
                <a:lnTo>
                  <a:pt x="4033" y="275"/>
                </a:lnTo>
                <a:lnTo>
                  <a:pt x="4051" y="273"/>
                </a:lnTo>
                <a:lnTo>
                  <a:pt x="4069" y="271"/>
                </a:lnTo>
                <a:lnTo>
                  <a:pt x="4086" y="270"/>
                </a:lnTo>
                <a:lnTo>
                  <a:pt x="4104" y="268"/>
                </a:lnTo>
                <a:lnTo>
                  <a:pt x="4122" y="267"/>
                </a:lnTo>
                <a:lnTo>
                  <a:pt x="4140" y="265"/>
                </a:lnTo>
                <a:lnTo>
                  <a:pt x="4158" y="264"/>
                </a:lnTo>
                <a:lnTo>
                  <a:pt x="4176" y="262"/>
                </a:lnTo>
                <a:lnTo>
                  <a:pt x="4193" y="260"/>
                </a:lnTo>
                <a:lnTo>
                  <a:pt x="4211" y="259"/>
                </a:lnTo>
                <a:lnTo>
                  <a:pt x="4229" y="257"/>
                </a:lnTo>
                <a:lnTo>
                  <a:pt x="4247" y="256"/>
                </a:lnTo>
                <a:lnTo>
                  <a:pt x="4265" y="254"/>
                </a:lnTo>
                <a:lnTo>
                  <a:pt x="4283" y="252"/>
                </a:lnTo>
                <a:lnTo>
                  <a:pt x="4301" y="251"/>
                </a:lnTo>
                <a:lnTo>
                  <a:pt x="4318" y="249"/>
                </a:lnTo>
                <a:lnTo>
                  <a:pt x="4336" y="248"/>
                </a:lnTo>
                <a:lnTo>
                  <a:pt x="4354" y="246"/>
                </a:lnTo>
                <a:lnTo>
                  <a:pt x="4372" y="244"/>
                </a:lnTo>
                <a:lnTo>
                  <a:pt x="4390" y="243"/>
                </a:lnTo>
                <a:lnTo>
                  <a:pt x="4408" y="241"/>
                </a:lnTo>
                <a:lnTo>
                  <a:pt x="4425" y="240"/>
                </a:lnTo>
                <a:lnTo>
                  <a:pt x="4443" y="238"/>
                </a:lnTo>
                <a:lnTo>
                  <a:pt x="4461" y="237"/>
                </a:lnTo>
                <a:lnTo>
                  <a:pt x="4479" y="235"/>
                </a:lnTo>
                <a:lnTo>
                  <a:pt x="4497" y="233"/>
                </a:lnTo>
                <a:lnTo>
                  <a:pt x="4515" y="232"/>
                </a:lnTo>
                <a:lnTo>
                  <a:pt x="4533" y="230"/>
                </a:lnTo>
                <a:lnTo>
                  <a:pt x="4550" y="229"/>
                </a:lnTo>
                <a:lnTo>
                  <a:pt x="4568" y="227"/>
                </a:lnTo>
                <a:lnTo>
                  <a:pt x="4586" y="225"/>
                </a:lnTo>
                <a:lnTo>
                  <a:pt x="4604" y="224"/>
                </a:lnTo>
                <a:lnTo>
                  <a:pt x="4622" y="222"/>
                </a:lnTo>
                <a:lnTo>
                  <a:pt x="4640" y="221"/>
                </a:lnTo>
                <a:lnTo>
                  <a:pt x="4657" y="219"/>
                </a:lnTo>
                <a:lnTo>
                  <a:pt x="4675" y="217"/>
                </a:lnTo>
                <a:lnTo>
                  <a:pt x="4693" y="216"/>
                </a:lnTo>
                <a:lnTo>
                  <a:pt x="4711" y="214"/>
                </a:lnTo>
                <a:lnTo>
                  <a:pt x="4729" y="213"/>
                </a:lnTo>
                <a:lnTo>
                  <a:pt x="4747" y="211"/>
                </a:lnTo>
                <a:lnTo>
                  <a:pt x="4765" y="210"/>
                </a:lnTo>
                <a:lnTo>
                  <a:pt x="4782" y="208"/>
                </a:lnTo>
                <a:lnTo>
                  <a:pt x="4800" y="206"/>
                </a:lnTo>
                <a:lnTo>
                  <a:pt x="4818" y="205"/>
                </a:lnTo>
                <a:lnTo>
                  <a:pt x="4836" y="203"/>
                </a:lnTo>
                <a:lnTo>
                  <a:pt x="4854" y="202"/>
                </a:lnTo>
                <a:lnTo>
                  <a:pt x="4872" y="200"/>
                </a:lnTo>
                <a:lnTo>
                  <a:pt x="4889" y="198"/>
                </a:lnTo>
                <a:lnTo>
                  <a:pt x="4907" y="197"/>
                </a:lnTo>
                <a:lnTo>
                  <a:pt x="4925" y="195"/>
                </a:lnTo>
                <a:lnTo>
                  <a:pt x="4943" y="194"/>
                </a:lnTo>
                <a:lnTo>
                  <a:pt x="4961" y="192"/>
                </a:lnTo>
                <a:lnTo>
                  <a:pt x="4979" y="191"/>
                </a:lnTo>
                <a:lnTo>
                  <a:pt x="4996" y="189"/>
                </a:lnTo>
                <a:lnTo>
                  <a:pt x="5014" y="187"/>
                </a:lnTo>
                <a:lnTo>
                  <a:pt x="5032" y="186"/>
                </a:lnTo>
                <a:lnTo>
                  <a:pt x="5050" y="184"/>
                </a:lnTo>
                <a:lnTo>
                  <a:pt x="5068" y="183"/>
                </a:lnTo>
                <a:lnTo>
                  <a:pt x="5086" y="181"/>
                </a:lnTo>
                <a:lnTo>
                  <a:pt x="5104" y="179"/>
                </a:lnTo>
                <a:lnTo>
                  <a:pt x="5121" y="178"/>
                </a:lnTo>
                <a:lnTo>
                  <a:pt x="5139" y="176"/>
                </a:lnTo>
                <a:lnTo>
                  <a:pt x="5157" y="175"/>
                </a:lnTo>
                <a:lnTo>
                  <a:pt x="5175" y="173"/>
                </a:lnTo>
                <a:lnTo>
                  <a:pt x="5193" y="171"/>
                </a:lnTo>
                <a:lnTo>
                  <a:pt x="5211" y="170"/>
                </a:lnTo>
                <a:lnTo>
                  <a:pt x="5228" y="168"/>
                </a:lnTo>
                <a:lnTo>
                  <a:pt x="5246" y="167"/>
                </a:lnTo>
                <a:lnTo>
                  <a:pt x="5264" y="165"/>
                </a:lnTo>
                <a:lnTo>
                  <a:pt x="5282" y="164"/>
                </a:lnTo>
                <a:lnTo>
                  <a:pt x="5300" y="162"/>
                </a:lnTo>
                <a:lnTo>
                  <a:pt x="5318" y="160"/>
                </a:lnTo>
                <a:lnTo>
                  <a:pt x="5336" y="159"/>
                </a:lnTo>
                <a:lnTo>
                  <a:pt x="5353" y="157"/>
                </a:lnTo>
                <a:lnTo>
                  <a:pt x="5371" y="156"/>
                </a:lnTo>
                <a:lnTo>
                  <a:pt x="5389" y="154"/>
                </a:lnTo>
                <a:lnTo>
                  <a:pt x="5407" y="152"/>
                </a:lnTo>
                <a:lnTo>
                  <a:pt x="5425" y="151"/>
                </a:lnTo>
                <a:lnTo>
                  <a:pt x="5443" y="149"/>
                </a:lnTo>
                <a:lnTo>
                  <a:pt x="5460" y="148"/>
                </a:lnTo>
                <a:lnTo>
                  <a:pt x="5478" y="146"/>
                </a:lnTo>
                <a:lnTo>
                  <a:pt x="5496" y="145"/>
                </a:lnTo>
                <a:lnTo>
                  <a:pt x="5514" y="143"/>
                </a:lnTo>
                <a:lnTo>
                  <a:pt x="5532" y="141"/>
                </a:lnTo>
                <a:lnTo>
                  <a:pt x="5550" y="140"/>
                </a:lnTo>
                <a:lnTo>
                  <a:pt x="5568" y="138"/>
                </a:lnTo>
                <a:lnTo>
                  <a:pt x="5585" y="137"/>
                </a:lnTo>
                <a:lnTo>
                  <a:pt x="5603" y="135"/>
                </a:lnTo>
                <a:lnTo>
                  <a:pt x="5621" y="133"/>
                </a:lnTo>
                <a:lnTo>
                  <a:pt x="5639" y="132"/>
                </a:lnTo>
                <a:lnTo>
                  <a:pt x="5657" y="130"/>
                </a:lnTo>
                <a:lnTo>
                  <a:pt x="5675" y="129"/>
                </a:lnTo>
                <a:lnTo>
                  <a:pt x="5692" y="127"/>
                </a:lnTo>
                <a:lnTo>
                  <a:pt x="5710" y="125"/>
                </a:lnTo>
                <a:lnTo>
                  <a:pt x="5728" y="124"/>
                </a:lnTo>
                <a:lnTo>
                  <a:pt x="5746" y="122"/>
                </a:lnTo>
                <a:lnTo>
                  <a:pt x="5764" y="121"/>
                </a:lnTo>
                <a:lnTo>
                  <a:pt x="5782" y="119"/>
                </a:lnTo>
                <a:lnTo>
                  <a:pt x="5799" y="118"/>
                </a:lnTo>
                <a:lnTo>
                  <a:pt x="5817" y="116"/>
                </a:lnTo>
                <a:lnTo>
                  <a:pt x="5835" y="114"/>
                </a:lnTo>
                <a:lnTo>
                  <a:pt x="5853" y="113"/>
                </a:lnTo>
                <a:lnTo>
                  <a:pt x="5871" y="111"/>
                </a:lnTo>
                <a:lnTo>
                  <a:pt x="5889" y="110"/>
                </a:lnTo>
                <a:lnTo>
                  <a:pt x="5907" y="108"/>
                </a:lnTo>
                <a:lnTo>
                  <a:pt x="5924" y="106"/>
                </a:lnTo>
                <a:lnTo>
                  <a:pt x="5942" y="105"/>
                </a:lnTo>
                <a:lnTo>
                  <a:pt x="5960" y="103"/>
                </a:lnTo>
                <a:lnTo>
                  <a:pt x="5978" y="102"/>
                </a:lnTo>
                <a:lnTo>
                  <a:pt x="5996" y="100"/>
                </a:lnTo>
                <a:lnTo>
                  <a:pt x="6014" y="99"/>
                </a:lnTo>
                <a:lnTo>
                  <a:pt x="6031" y="97"/>
                </a:lnTo>
                <a:lnTo>
                  <a:pt x="6049" y="95"/>
                </a:lnTo>
                <a:lnTo>
                  <a:pt x="6067" y="94"/>
                </a:lnTo>
                <a:lnTo>
                  <a:pt x="6085" y="92"/>
                </a:lnTo>
                <a:lnTo>
                  <a:pt x="6103" y="91"/>
                </a:lnTo>
                <a:lnTo>
                  <a:pt x="6121" y="89"/>
                </a:lnTo>
                <a:lnTo>
                  <a:pt x="6139" y="87"/>
                </a:lnTo>
                <a:lnTo>
                  <a:pt x="6156" y="86"/>
                </a:lnTo>
                <a:lnTo>
                  <a:pt x="6174" y="84"/>
                </a:lnTo>
                <a:lnTo>
                  <a:pt x="6192" y="83"/>
                </a:lnTo>
                <a:lnTo>
                  <a:pt x="6210" y="81"/>
                </a:lnTo>
                <a:lnTo>
                  <a:pt x="6228" y="79"/>
                </a:lnTo>
                <a:lnTo>
                  <a:pt x="6246" y="78"/>
                </a:lnTo>
                <a:lnTo>
                  <a:pt x="6263" y="76"/>
                </a:lnTo>
                <a:lnTo>
                  <a:pt x="6281" y="75"/>
                </a:lnTo>
                <a:lnTo>
                  <a:pt x="6299" y="73"/>
                </a:lnTo>
                <a:lnTo>
                  <a:pt x="6317" y="72"/>
                </a:lnTo>
                <a:lnTo>
                  <a:pt x="6335" y="70"/>
                </a:lnTo>
                <a:lnTo>
                  <a:pt x="6353" y="68"/>
                </a:lnTo>
                <a:lnTo>
                  <a:pt x="6371" y="67"/>
                </a:lnTo>
                <a:lnTo>
                  <a:pt x="6388" y="65"/>
                </a:lnTo>
                <a:lnTo>
                  <a:pt x="6406" y="64"/>
                </a:lnTo>
                <a:lnTo>
                  <a:pt x="6424" y="62"/>
                </a:lnTo>
                <a:lnTo>
                  <a:pt x="6442" y="60"/>
                </a:lnTo>
                <a:lnTo>
                  <a:pt x="6460" y="59"/>
                </a:lnTo>
                <a:lnTo>
                  <a:pt x="6478" y="57"/>
                </a:lnTo>
                <a:lnTo>
                  <a:pt x="6495" y="56"/>
                </a:lnTo>
                <a:lnTo>
                  <a:pt x="6513" y="54"/>
                </a:lnTo>
                <a:lnTo>
                  <a:pt x="6531" y="53"/>
                </a:lnTo>
                <a:lnTo>
                  <a:pt x="6549" y="51"/>
                </a:lnTo>
                <a:lnTo>
                  <a:pt x="6567" y="49"/>
                </a:lnTo>
                <a:lnTo>
                  <a:pt x="6585" y="48"/>
                </a:lnTo>
                <a:lnTo>
                  <a:pt x="6603" y="46"/>
                </a:lnTo>
                <a:lnTo>
                  <a:pt x="6620" y="45"/>
                </a:lnTo>
                <a:lnTo>
                  <a:pt x="6638" y="43"/>
                </a:lnTo>
                <a:lnTo>
                  <a:pt x="6656" y="41"/>
                </a:lnTo>
                <a:lnTo>
                  <a:pt x="6674" y="40"/>
                </a:lnTo>
                <a:lnTo>
                  <a:pt x="6692" y="38"/>
                </a:lnTo>
                <a:lnTo>
                  <a:pt x="6710" y="37"/>
                </a:lnTo>
                <a:lnTo>
                  <a:pt x="6727" y="35"/>
                </a:lnTo>
                <a:lnTo>
                  <a:pt x="6745" y="33"/>
                </a:lnTo>
                <a:lnTo>
                  <a:pt x="6763" y="32"/>
                </a:lnTo>
                <a:lnTo>
                  <a:pt x="6781" y="30"/>
                </a:lnTo>
                <a:lnTo>
                  <a:pt x="6799" y="29"/>
                </a:lnTo>
                <a:lnTo>
                  <a:pt x="6817" y="27"/>
                </a:lnTo>
                <a:lnTo>
                  <a:pt x="6834" y="26"/>
                </a:lnTo>
                <a:lnTo>
                  <a:pt x="6852" y="24"/>
                </a:lnTo>
                <a:lnTo>
                  <a:pt x="6870" y="22"/>
                </a:lnTo>
                <a:lnTo>
                  <a:pt x="6888" y="21"/>
                </a:lnTo>
                <a:lnTo>
                  <a:pt x="6906" y="19"/>
                </a:lnTo>
                <a:lnTo>
                  <a:pt x="6924" y="18"/>
                </a:lnTo>
                <a:lnTo>
                  <a:pt x="6942" y="16"/>
                </a:lnTo>
                <a:lnTo>
                  <a:pt x="6959" y="14"/>
                </a:lnTo>
                <a:lnTo>
                  <a:pt x="6977" y="13"/>
                </a:lnTo>
                <a:lnTo>
                  <a:pt x="6995" y="11"/>
                </a:lnTo>
                <a:lnTo>
                  <a:pt x="7013" y="10"/>
                </a:lnTo>
                <a:lnTo>
                  <a:pt x="7031" y="8"/>
                </a:lnTo>
                <a:lnTo>
                  <a:pt x="7049" y="7"/>
                </a:lnTo>
                <a:lnTo>
                  <a:pt x="7066" y="5"/>
                </a:lnTo>
                <a:lnTo>
                  <a:pt x="7084" y="3"/>
                </a:lnTo>
                <a:lnTo>
                  <a:pt x="7102" y="2"/>
                </a:lnTo>
                <a:lnTo>
                  <a:pt x="7120" y="0"/>
                </a:lnTo>
              </a:path>
            </a:pathLst>
          </a:custGeom>
          <a:noFill/>
          <a:ln w="19050">
            <a:solidFill>
              <a:srgbClr val="C4B8DC"/>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7" name="Freeform 16"/>
          <p:cNvSpPr/>
          <p:nvPr/>
        </p:nvSpPr>
        <p:spPr>
          <a:xfrm>
            <a:off x="896112" y="3211373"/>
            <a:ext cx="6510528" cy="1509674"/>
          </a:xfrm>
          <a:custGeom>
            <a:avLst/>
            <a:gdLst/>
            <a:ahLst/>
            <a:cxnLst/>
            <a:rect l="l" t="t" r="r" b="b"/>
            <a:pathLst>
              <a:path w="7120" h="1651">
                <a:moveTo>
                  <a:pt x="0" y="763"/>
                </a:moveTo>
                <a:lnTo>
                  <a:pt x="18" y="774"/>
                </a:lnTo>
                <a:lnTo>
                  <a:pt x="36" y="784"/>
                </a:lnTo>
                <a:lnTo>
                  <a:pt x="54" y="795"/>
                </a:lnTo>
                <a:lnTo>
                  <a:pt x="71" y="805"/>
                </a:lnTo>
                <a:lnTo>
                  <a:pt x="89" y="815"/>
                </a:lnTo>
                <a:lnTo>
                  <a:pt x="107" y="825"/>
                </a:lnTo>
                <a:lnTo>
                  <a:pt x="125" y="835"/>
                </a:lnTo>
                <a:lnTo>
                  <a:pt x="143" y="846"/>
                </a:lnTo>
                <a:lnTo>
                  <a:pt x="161" y="856"/>
                </a:lnTo>
                <a:lnTo>
                  <a:pt x="178" y="865"/>
                </a:lnTo>
                <a:lnTo>
                  <a:pt x="196" y="875"/>
                </a:lnTo>
                <a:lnTo>
                  <a:pt x="214" y="885"/>
                </a:lnTo>
                <a:lnTo>
                  <a:pt x="232" y="895"/>
                </a:lnTo>
                <a:lnTo>
                  <a:pt x="250" y="905"/>
                </a:lnTo>
                <a:lnTo>
                  <a:pt x="268" y="914"/>
                </a:lnTo>
                <a:lnTo>
                  <a:pt x="286" y="924"/>
                </a:lnTo>
                <a:lnTo>
                  <a:pt x="303" y="933"/>
                </a:lnTo>
                <a:lnTo>
                  <a:pt x="321" y="943"/>
                </a:lnTo>
                <a:lnTo>
                  <a:pt x="339" y="952"/>
                </a:lnTo>
                <a:lnTo>
                  <a:pt x="357" y="961"/>
                </a:lnTo>
                <a:lnTo>
                  <a:pt x="375" y="971"/>
                </a:lnTo>
                <a:lnTo>
                  <a:pt x="393" y="980"/>
                </a:lnTo>
                <a:lnTo>
                  <a:pt x="410" y="989"/>
                </a:lnTo>
                <a:lnTo>
                  <a:pt x="428" y="998"/>
                </a:lnTo>
                <a:lnTo>
                  <a:pt x="446" y="1007"/>
                </a:lnTo>
                <a:lnTo>
                  <a:pt x="464" y="1016"/>
                </a:lnTo>
                <a:lnTo>
                  <a:pt x="482" y="1025"/>
                </a:lnTo>
                <a:lnTo>
                  <a:pt x="500" y="1033"/>
                </a:lnTo>
                <a:lnTo>
                  <a:pt x="517" y="1042"/>
                </a:lnTo>
                <a:lnTo>
                  <a:pt x="535" y="1051"/>
                </a:lnTo>
                <a:lnTo>
                  <a:pt x="553" y="1060"/>
                </a:lnTo>
                <a:lnTo>
                  <a:pt x="571" y="1068"/>
                </a:lnTo>
                <a:lnTo>
                  <a:pt x="589" y="1077"/>
                </a:lnTo>
                <a:lnTo>
                  <a:pt x="607" y="1085"/>
                </a:lnTo>
                <a:lnTo>
                  <a:pt x="625" y="1093"/>
                </a:lnTo>
                <a:lnTo>
                  <a:pt x="642" y="1102"/>
                </a:lnTo>
                <a:lnTo>
                  <a:pt x="660" y="1110"/>
                </a:lnTo>
                <a:lnTo>
                  <a:pt x="678" y="1118"/>
                </a:lnTo>
                <a:lnTo>
                  <a:pt x="696" y="1126"/>
                </a:lnTo>
                <a:lnTo>
                  <a:pt x="714" y="1134"/>
                </a:lnTo>
                <a:lnTo>
                  <a:pt x="732" y="1142"/>
                </a:lnTo>
                <a:lnTo>
                  <a:pt x="749" y="1150"/>
                </a:lnTo>
                <a:lnTo>
                  <a:pt x="767" y="1158"/>
                </a:lnTo>
                <a:lnTo>
                  <a:pt x="785" y="1166"/>
                </a:lnTo>
                <a:lnTo>
                  <a:pt x="803" y="1174"/>
                </a:lnTo>
                <a:lnTo>
                  <a:pt x="821" y="1181"/>
                </a:lnTo>
                <a:lnTo>
                  <a:pt x="839" y="1189"/>
                </a:lnTo>
                <a:lnTo>
                  <a:pt x="857" y="1196"/>
                </a:lnTo>
                <a:lnTo>
                  <a:pt x="874" y="1204"/>
                </a:lnTo>
                <a:lnTo>
                  <a:pt x="892" y="1211"/>
                </a:lnTo>
                <a:lnTo>
                  <a:pt x="910" y="1219"/>
                </a:lnTo>
                <a:lnTo>
                  <a:pt x="928" y="1226"/>
                </a:lnTo>
                <a:lnTo>
                  <a:pt x="946" y="1233"/>
                </a:lnTo>
                <a:lnTo>
                  <a:pt x="964" y="1241"/>
                </a:lnTo>
                <a:lnTo>
                  <a:pt x="981" y="1248"/>
                </a:lnTo>
                <a:lnTo>
                  <a:pt x="999" y="1255"/>
                </a:lnTo>
                <a:lnTo>
                  <a:pt x="1017" y="1262"/>
                </a:lnTo>
                <a:lnTo>
                  <a:pt x="1035" y="1269"/>
                </a:lnTo>
                <a:lnTo>
                  <a:pt x="1053" y="1276"/>
                </a:lnTo>
                <a:lnTo>
                  <a:pt x="1071" y="1282"/>
                </a:lnTo>
                <a:lnTo>
                  <a:pt x="1089" y="1289"/>
                </a:lnTo>
                <a:lnTo>
                  <a:pt x="1106" y="1296"/>
                </a:lnTo>
                <a:lnTo>
                  <a:pt x="1124" y="1302"/>
                </a:lnTo>
                <a:lnTo>
                  <a:pt x="1142" y="1309"/>
                </a:lnTo>
                <a:lnTo>
                  <a:pt x="1160" y="1315"/>
                </a:lnTo>
                <a:lnTo>
                  <a:pt x="1178" y="1322"/>
                </a:lnTo>
                <a:lnTo>
                  <a:pt x="1196" y="1328"/>
                </a:lnTo>
                <a:lnTo>
                  <a:pt x="1213" y="1335"/>
                </a:lnTo>
                <a:lnTo>
                  <a:pt x="1231" y="1341"/>
                </a:lnTo>
                <a:lnTo>
                  <a:pt x="1249" y="1347"/>
                </a:lnTo>
                <a:lnTo>
                  <a:pt x="1267" y="1353"/>
                </a:lnTo>
                <a:lnTo>
                  <a:pt x="1285" y="1359"/>
                </a:lnTo>
                <a:lnTo>
                  <a:pt x="1303" y="1365"/>
                </a:lnTo>
                <a:lnTo>
                  <a:pt x="1321" y="1371"/>
                </a:lnTo>
                <a:lnTo>
                  <a:pt x="1338" y="1377"/>
                </a:lnTo>
                <a:lnTo>
                  <a:pt x="1356" y="1383"/>
                </a:lnTo>
                <a:lnTo>
                  <a:pt x="1374" y="1389"/>
                </a:lnTo>
                <a:lnTo>
                  <a:pt x="1392" y="1394"/>
                </a:lnTo>
                <a:lnTo>
                  <a:pt x="1410" y="1400"/>
                </a:lnTo>
                <a:lnTo>
                  <a:pt x="1428" y="1405"/>
                </a:lnTo>
                <a:lnTo>
                  <a:pt x="1445" y="1411"/>
                </a:lnTo>
                <a:lnTo>
                  <a:pt x="1463" y="1416"/>
                </a:lnTo>
                <a:lnTo>
                  <a:pt x="1481" y="1422"/>
                </a:lnTo>
                <a:lnTo>
                  <a:pt x="1499" y="1427"/>
                </a:lnTo>
                <a:lnTo>
                  <a:pt x="1517" y="1432"/>
                </a:lnTo>
                <a:lnTo>
                  <a:pt x="1535" y="1438"/>
                </a:lnTo>
                <a:lnTo>
                  <a:pt x="1552" y="1443"/>
                </a:lnTo>
                <a:lnTo>
                  <a:pt x="1570" y="1448"/>
                </a:lnTo>
                <a:lnTo>
                  <a:pt x="1588" y="1453"/>
                </a:lnTo>
                <a:lnTo>
                  <a:pt x="1606" y="1458"/>
                </a:lnTo>
                <a:lnTo>
                  <a:pt x="1624" y="1463"/>
                </a:lnTo>
                <a:lnTo>
                  <a:pt x="1642" y="1467"/>
                </a:lnTo>
                <a:lnTo>
                  <a:pt x="1660" y="1472"/>
                </a:lnTo>
                <a:lnTo>
                  <a:pt x="1677" y="1477"/>
                </a:lnTo>
                <a:lnTo>
                  <a:pt x="1695" y="1481"/>
                </a:lnTo>
                <a:lnTo>
                  <a:pt x="1713" y="1486"/>
                </a:lnTo>
                <a:lnTo>
                  <a:pt x="1731" y="1491"/>
                </a:lnTo>
                <a:lnTo>
                  <a:pt x="1749" y="1495"/>
                </a:lnTo>
                <a:lnTo>
                  <a:pt x="1767" y="1499"/>
                </a:lnTo>
                <a:lnTo>
                  <a:pt x="1784" y="1504"/>
                </a:lnTo>
                <a:lnTo>
                  <a:pt x="1802" y="1508"/>
                </a:lnTo>
                <a:lnTo>
                  <a:pt x="1820" y="1512"/>
                </a:lnTo>
                <a:lnTo>
                  <a:pt x="1838" y="1516"/>
                </a:lnTo>
                <a:lnTo>
                  <a:pt x="1856" y="1520"/>
                </a:lnTo>
                <a:lnTo>
                  <a:pt x="1874" y="1524"/>
                </a:lnTo>
                <a:lnTo>
                  <a:pt x="1892" y="1528"/>
                </a:lnTo>
                <a:lnTo>
                  <a:pt x="1909" y="1532"/>
                </a:lnTo>
                <a:lnTo>
                  <a:pt x="1927" y="1536"/>
                </a:lnTo>
                <a:lnTo>
                  <a:pt x="1945" y="1540"/>
                </a:lnTo>
                <a:lnTo>
                  <a:pt x="1963" y="1543"/>
                </a:lnTo>
                <a:lnTo>
                  <a:pt x="1981" y="1547"/>
                </a:lnTo>
                <a:lnTo>
                  <a:pt x="1999" y="1551"/>
                </a:lnTo>
                <a:lnTo>
                  <a:pt x="2016" y="1554"/>
                </a:lnTo>
                <a:lnTo>
                  <a:pt x="2034" y="1558"/>
                </a:lnTo>
                <a:lnTo>
                  <a:pt x="2052" y="1561"/>
                </a:lnTo>
                <a:lnTo>
                  <a:pt x="2070" y="1564"/>
                </a:lnTo>
                <a:lnTo>
                  <a:pt x="2088" y="1568"/>
                </a:lnTo>
                <a:lnTo>
                  <a:pt x="2106" y="1571"/>
                </a:lnTo>
                <a:lnTo>
                  <a:pt x="2124" y="1574"/>
                </a:lnTo>
                <a:lnTo>
                  <a:pt x="2141" y="1577"/>
                </a:lnTo>
                <a:lnTo>
                  <a:pt x="2159" y="1580"/>
                </a:lnTo>
                <a:lnTo>
                  <a:pt x="2177" y="1583"/>
                </a:lnTo>
                <a:lnTo>
                  <a:pt x="2195" y="1586"/>
                </a:lnTo>
                <a:lnTo>
                  <a:pt x="2213" y="1589"/>
                </a:lnTo>
                <a:lnTo>
                  <a:pt x="2231" y="1591"/>
                </a:lnTo>
                <a:lnTo>
                  <a:pt x="2248" y="1594"/>
                </a:lnTo>
                <a:lnTo>
                  <a:pt x="2266" y="1597"/>
                </a:lnTo>
                <a:lnTo>
                  <a:pt x="2284" y="1599"/>
                </a:lnTo>
                <a:lnTo>
                  <a:pt x="2302" y="1602"/>
                </a:lnTo>
                <a:lnTo>
                  <a:pt x="2320" y="1604"/>
                </a:lnTo>
                <a:lnTo>
                  <a:pt x="2338" y="1607"/>
                </a:lnTo>
                <a:lnTo>
                  <a:pt x="2355" y="1609"/>
                </a:lnTo>
                <a:lnTo>
                  <a:pt x="2373" y="1611"/>
                </a:lnTo>
                <a:lnTo>
                  <a:pt x="2391" y="1613"/>
                </a:lnTo>
                <a:lnTo>
                  <a:pt x="2409" y="1616"/>
                </a:lnTo>
                <a:lnTo>
                  <a:pt x="2427" y="1618"/>
                </a:lnTo>
                <a:lnTo>
                  <a:pt x="2445" y="1620"/>
                </a:lnTo>
                <a:lnTo>
                  <a:pt x="2463" y="1622"/>
                </a:lnTo>
                <a:lnTo>
                  <a:pt x="2480" y="1624"/>
                </a:lnTo>
                <a:lnTo>
                  <a:pt x="2498" y="1625"/>
                </a:lnTo>
                <a:lnTo>
                  <a:pt x="2516" y="1627"/>
                </a:lnTo>
                <a:lnTo>
                  <a:pt x="2534" y="1629"/>
                </a:lnTo>
                <a:lnTo>
                  <a:pt x="2552" y="1630"/>
                </a:lnTo>
                <a:lnTo>
                  <a:pt x="2570" y="1632"/>
                </a:lnTo>
                <a:lnTo>
                  <a:pt x="2587" y="1634"/>
                </a:lnTo>
                <a:lnTo>
                  <a:pt x="2605" y="1635"/>
                </a:lnTo>
                <a:lnTo>
                  <a:pt x="2623" y="1636"/>
                </a:lnTo>
                <a:lnTo>
                  <a:pt x="2641" y="1638"/>
                </a:lnTo>
                <a:lnTo>
                  <a:pt x="2659" y="1639"/>
                </a:lnTo>
                <a:lnTo>
                  <a:pt x="2677" y="1640"/>
                </a:lnTo>
                <a:lnTo>
                  <a:pt x="2695" y="1641"/>
                </a:lnTo>
                <a:lnTo>
                  <a:pt x="2712" y="1642"/>
                </a:lnTo>
                <a:lnTo>
                  <a:pt x="2730" y="1643"/>
                </a:lnTo>
                <a:lnTo>
                  <a:pt x="2748" y="1644"/>
                </a:lnTo>
                <a:lnTo>
                  <a:pt x="2766" y="1645"/>
                </a:lnTo>
                <a:lnTo>
                  <a:pt x="2784" y="1646"/>
                </a:lnTo>
                <a:lnTo>
                  <a:pt x="2802" y="1647"/>
                </a:lnTo>
                <a:lnTo>
                  <a:pt x="2819" y="1648"/>
                </a:lnTo>
                <a:lnTo>
                  <a:pt x="2837" y="1648"/>
                </a:lnTo>
                <a:lnTo>
                  <a:pt x="2855" y="1649"/>
                </a:lnTo>
                <a:lnTo>
                  <a:pt x="2873" y="1649"/>
                </a:lnTo>
                <a:lnTo>
                  <a:pt x="2891" y="1650"/>
                </a:lnTo>
                <a:lnTo>
                  <a:pt x="2909" y="1650"/>
                </a:lnTo>
                <a:lnTo>
                  <a:pt x="2927" y="1650"/>
                </a:lnTo>
                <a:lnTo>
                  <a:pt x="2944" y="1651"/>
                </a:lnTo>
                <a:lnTo>
                  <a:pt x="2962" y="1651"/>
                </a:lnTo>
                <a:lnTo>
                  <a:pt x="2980" y="1651"/>
                </a:lnTo>
                <a:lnTo>
                  <a:pt x="2998" y="1651"/>
                </a:lnTo>
                <a:lnTo>
                  <a:pt x="3016" y="1651"/>
                </a:lnTo>
                <a:lnTo>
                  <a:pt x="3034" y="1651"/>
                </a:lnTo>
                <a:lnTo>
                  <a:pt x="3051" y="1651"/>
                </a:lnTo>
                <a:lnTo>
                  <a:pt x="3069" y="1651"/>
                </a:lnTo>
                <a:lnTo>
                  <a:pt x="3087" y="1651"/>
                </a:lnTo>
                <a:lnTo>
                  <a:pt x="3105" y="1650"/>
                </a:lnTo>
                <a:lnTo>
                  <a:pt x="3123" y="1650"/>
                </a:lnTo>
                <a:lnTo>
                  <a:pt x="3141" y="1650"/>
                </a:lnTo>
                <a:lnTo>
                  <a:pt x="3158" y="1649"/>
                </a:lnTo>
                <a:lnTo>
                  <a:pt x="3176" y="1649"/>
                </a:lnTo>
                <a:lnTo>
                  <a:pt x="3194" y="1648"/>
                </a:lnTo>
                <a:lnTo>
                  <a:pt x="3212" y="1647"/>
                </a:lnTo>
                <a:lnTo>
                  <a:pt x="3230" y="1647"/>
                </a:lnTo>
                <a:lnTo>
                  <a:pt x="3248" y="1646"/>
                </a:lnTo>
                <a:lnTo>
                  <a:pt x="3266" y="1645"/>
                </a:lnTo>
                <a:lnTo>
                  <a:pt x="3283" y="1644"/>
                </a:lnTo>
                <a:lnTo>
                  <a:pt x="3301" y="1643"/>
                </a:lnTo>
                <a:lnTo>
                  <a:pt x="3319" y="1642"/>
                </a:lnTo>
                <a:lnTo>
                  <a:pt x="3337" y="1641"/>
                </a:lnTo>
                <a:lnTo>
                  <a:pt x="3355" y="1640"/>
                </a:lnTo>
                <a:lnTo>
                  <a:pt x="3373" y="1638"/>
                </a:lnTo>
                <a:lnTo>
                  <a:pt x="3390" y="1637"/>
                </a:lnTo>
                <a:lnTo>
                  <a:pt x="3408" y="1636"/>
                </a:lnTo>
                <a:lnTo>
                  <a:pt x="3426" y="1634"/>
                </a:lnTo>
                <a:lnTo>
                  <a:pt x="3444" y="1633"/>
                </a:lnTo>
                <a:lnTo>
                  <a:pt x="3462" y="1631"/>
                </a:lnTo>
                <a:lnTo>
                  <a:pt x="3480" y="1630"/>
                </a:lnTo>
                <a:lnTo>
                  <a:pt x="3498" y="1628"/>
                </a:lnTo>
                <a:lnTo>
                  <a:pt x="3515" y="1626"/>
                </a:lnTo>
                <a:lnTo>
                  <a:pt x="3533" y="1625"/>
                </a:lnTo>
                <a:lnTo>
                  <a:pt x="3551" y="1623"/>
                </a:lnTo>
                <a:lnTo>
                  <a:pt x="3569" y="1621"/>
                </a:lnTo>
                <a:lnTo>
                  <a:pt x="3587" y="1619"/>
                </a:lnTo>
                <a:lnTo>
                  <a:pt x="3605" y="1617"/>
                </a:lnTo>
                <a:lnTo>
                  <a:pt x="3622" y="1615"/>
                </a:lnTo>
                <a:lnTo>
                  <a:pt x="3640" y="1613"/>
                </a:lnTo>
                <a:lnTo>
                  <a:pt x="3658" y="1610"/>
                </a:lnTo>
                <a:lnTo>
                  <a:pt x="3676" y="1608"/>
                </a:lnTo>
                <a:lnTo>
                  <a:pt x="3694" y="1606"/>
                </a:lnTo>
                <a:lnTo>
                  <a:pt x="3712" y="1603"/>
                </a:lnTo>
                <a:lnTo>
                  <a:pt x="3730" y="1601"/>
                </a:lnTo>
                <a:lnTo>
                  <a:pt x="3747" y="1598"/>
                </a:lnTo>
                <a:lnTo>
                  <a:pt x="3765" y="1596"/>
                </a:lnTo>
                <a:lnTo>
                  <a:pt x="3783" y="1593"/>
                </a:lnTo>
                <a:lnTo>
                  <a:pt x="3801" y="1590"/>
                </a:lnTo>
                <a:lnTo>
                  <a:pt x="3819" y="1588"/>
                </a:lnTo>
                <a:lnTo>
                  <a:pt x="3837" y="1585"/>
                </a:lnTo>
                <a:lnTo>
                  <a:pt x="3854" y="1582"/>
                </a:lnTo>
                <a:lnTo>
                  <a:pt x="3872" y="1579"/>
                </a:lnTo>
                <a:lnTo>
                  <a:pt x="3890" y="1576"/>
                </a:lnTo>
                <a:lnTo>
                  <a:pt x="3908" y="1573"/>
                </a:lnTo>
                <a:lnTo>
                  <a:pt x="3926" y="1570"/>
                </a:lnTo>
                <a:lnTo>
                  <a:pt x="3944" y="1566"/>
                </a:lnTo>
                <a:lnTo>
                  <a:pt x="3962" y="1563"/>
                </a:lnTo>
                <a:lnTo>
                  <a:pt x="3979" y="1560"/>
                </a:lnTo>
                <a:lnTo>
                  <a:pt x="3997" y="1556"/>
                </a:lnTo>
                <a:lnTo>
                  <a:pt x="4015" y="1553"/>
                </a:lnTo>
                <a:lnTo>
                  <a:pt x="4033" y="1549"/>
                </a:lnTo>
                <a:lnTo>
                  <a:pt x="4051" y="1546"/>
                </a:lnTo>
                <a:lnTo>
                  <a:pt x="4069" y="1542"/>
                </a:lnTo>
                <a:lnTo>
                  <a:pt x="4086" y="1538"/>
                </a:lnTo>
                <a:lnTo>
                  <a:pt x="4104" y="1535"/>
                </a:lnTo>
                <a:lnTo>
                  <a:pt x="4122" y="1531"/>
                </a:lnTo>
                <a:lnTo>
                  <a:pt x="4140" y="1527"/>
                </a:lnTo>
                <a:lnTo>
                  <a:pt x="4158" y="1523"/>
                </a:lnTo>
                <a:lnTo>
                  <a:pt x="4176" y="1519"/>
                </a:lnTo>
                <a:lnTo>
                  <a:pt x="4193" y="1515"/>
                </a:lnTo>
                <a:lnTo>
                  <a:pt x="4211" y="1511"/>
                </a:lnTo>
                <a:lnTo>
                  <a:pt x="4229" y="1506"/>
                </a:lnTo>
                <a:lnTo>
                  <a:pt x="4247" y="1502"/>
                </a:lnTo>
                <a:lnTo>
                  <a:pt x="4265" y="1498"/>
                </a:lnTo>
                <a:lnTo>
                  <a:pt x="4283" y="1493"/>
                </a:lnTo>
                <a:lnTo>
                  <a:pt x="4301" y="1489"/>
                </a:lnTo>
                <a:lnTo>
                  <a:pt x="4318" y="1484"/>
                </a:lnTo>
                <a:lnTo>
                  <a:pt x="4336" y="1480"/>
                </a:lnTo>
                <a:lnTo>
                  <a:pt x="4354" y="1475"/>
                </a:lnTo>
                <a:lnTo>
                  <a:pt x="4372" y="1470"/>
                </a:lnTo>
                <a:lnTo>
                  <a:pt x="4390" y="1466"/>
                </a:lnTo>
                <a:lnTo>
                  <a:pt x="4408" y="1461"/>
                </a:lnTo>
                <a:lnTo>
                  <a:pt x="4425" y="1456"/>
                </a:lnTo>
                <a:lnTo>
                  <a:pt x="4443" y="1451"/>
                </a:lnTo>
                <a:lnTo>
                  <a:pt x="4461" y="1446"/>
                </a:lnTo>
                <a:lnTo>
                  <a:pt x="4479" y="1441"/>
                </a:lnTo>
                <a:lnTo>
                  <a:pt x="4497" y="1436"/>
                </a:lnTo>
                <a:lnTo>
                  <a:pt x="4515" y="1430"/>
                </a:lnTo>
                <a:lnTo>
                  <a:pt x="4533" y="1425"/>
                </a:lnTo>
                <a:lnTo>
                  <a:pt x="4550" y="1420"/>
                </a:lnTo>
                <a:lnTo>
                  <a:pt x="4568" y="1414"/>
                </a:lnTo>
                <a:lnTo>
                  <a:pt x="4586" y="1409"/>
                </a:lnTo>
                <a:lnTo>
                  <a:pt x="4604" y="1403"/>
                </a:lnTo>
                <a:lnTo>
                  <a:pt x="4622" y="1398"/>
                </a:lnTo>
                <a:lnTo>
                  <a:pt x="4640" y="1392"/>
                </a:lnTo>
                <a:lnTo>
                  <a:pt x="4657" y="1386"/>
                </a:lnTo>
                <a:lnTo>
                  <a:pt x="4675" y="1381"/>
                </a:lnTo>
                <a:lnTo>
                  <a:pt x="4693" y="1375"/>
                </a:lnTo>
                <a:lnTo>
                  <a:pt x="4711" y="1369"/>
                </a:lnTo>
                <a:lnTo>
                  <a:pt x="4729" y="1363"/>
                </a:lnTo>
                <a:lnTo>
                  <a:pt x="4747" y="1357"/>
                </a:lnTo>
                <a:lnTo>
                  <a:pt x="4765" y="1351"/>
                </a:lnTo>
                <a:lnTo>
                  <a:pt x="4782" y="1345"/>
                </a:lnTo>
                <a:lnTo>
                  <a:pt x="4800" y="1338"/>
                </a:lnTo>
                <a:lnTo>
                  <a:pt x="4818" y="1332"/>
                </a:lnTo>
                <a:lnTo>
                  <a:pt x="4836" y="1326"/>
                </a:lnTo>
                <a:lnTo>
                  <a:pt x="4854" y="1319"/>
                </a:lnTo>
                <a:lnTo>
                  <a:pt x="4872" y="1313"/>
                </a:lnTo>
                <a:lnTo>
                  <a:pt x="4889" y="1306"/>
                </a:lnTo>
                <a:lnTo>
                  <a:pt x="4907" y="1300"/>
                </a:lnTo>
                <a:lnTo>
                  <a:pt x="4925" y="1293"/>
                </a:lnTo>
                <a:lnTo>
                  <a:pt x="4943" y="1287"/>
                </a:lnTo>
                <a:lnTo>
                  <a:pt x="4961" y="1280"/>
                </a:lnTo>
                <a:lnTo>
                  <a:pt x="4979" y="1273"/>
                </a:lnTo>
                <a:lnTo>
                  <a:pt x="4996" y="1266"/>
                </a:lnTo>
                <a:lnTo>
                  <a:pt x="5014" y="1259"/>
                </a:lnTo>
                <a:lnTo>
                  <a:pt x="5032" y="1252"/>
                </a:lnTo>
                <a:lnTo>
                  <a:pt x="5050" y="1245"/>
                </a:lnTo>
                <a:lnTo>
                  <a:pt x="5068" y="1238"/>
                </a:lnTo>
                <a:lnTo>
                  <a:pt x="5086" y="1231"/>
                </a:lnTo>
                <a:lnTo>
                  <a:pt x="5104" y="1223"/>
                </a:lnTo>
                <a:lnTo>
                  <a:pt x="5121" y="1216"/>
                </a:lnTo>
                <a:lnTo>
                  <a:pt x="5139" y="1209"/>
                </a:lnTo>
                <a:lnTo>
                  <a:pt x="5157" y="1201"/>
                </a:lnTo>
                <a:lnTo>
                  <a:pt x="5175" y="1194"/>
                </a:lnTo>
                <a:lnTo>
                  <a:pt x="5193" y="1186"/>
                </a:lnTo>
                <a:lnTo>
                  <a:pt x="5211" y="1178"/>
                </a:lnTo>
                <a:lnTo>
                  <a:pt x="5228" y="1171"/>
                </a:lnTo>
                <a:lnTo>
                  <a:pt x="5246" y="1163"/>
                </a:lnTo>
                <a:lnTo>
                  <a:pt x="5264" y="1155"/>
                </a:lnTo>
                <a:lnTo>
                  <a:pt x="5282" y="1147"/>
                </a:lnTo>
                <a:lnTo>
                  <a:pt x="5300" y="1139"/>
                </a:lnTo>
                <a:lnTo>
                  <a:pt x="5318" y="1131"/>
                </a:lnTo>
                <a:lnTo>
                  <a:pt x="5336" y="1123"/>
                </a:lnTo>
                <a:lnTo>
                  <a:pt x="5353" y="1115"/>
                </a:lnTo>
                <a:lnTo>
                  <a:pt x="5371" y="1107"/>
                </a:lnTo>
                <a:lnTo>
                  <a:pt x="5389" y="1098"/>
                </a:lnTo>
                <a:lnTo>
                  <a:pt x="5407" y="1090"/>
                </a:lnTo>
                <a:lnTo>
                  <a:pt x="5425" y="1082"/>
                </a:lnTo>
                <a:lnTo>
                  <a:pt x="5443" y="1073"/>
                </a:lnTo>
                <a:lnTo>
                  <a:pt x="5460" y="1065"/>
                </a:lnTo>
                <a:lnTo>
                  <a:pt x="5478" y="1056"/>
                </a:lnTo>
                <a:lnTo>
                  <a:pt x="5496" y="1048"/>
                </a:lnTo>
                <a:lnTo>
                  <a:pt x="5514" y="1039"/>
                </a:lnTo>
                <a:lnTo>
                  <a:pt x="5532" y="1030"/>
                </a:lnTo>
                <a:lnTo>
                  <a:pt x="5550" y="1021"/>
                </a:lnTo>
                <a:lnTo>
                  <a:pt x="5568" y="1012"/>
                </a:lnTo>
                <a:lnTo>
                  <a:pt x="5585" y="1003"/>
                </a:lnTo>
                <a:lnTo>
                  <a:pt x="5603" y="994"/>
                </a:lnTo>
                <a:lnTo>
                  <a:pt x="5621" y="985"/>
                </a:lnTo>
                <a:lnTo>
                  <a:pt x="5639" y="976"/>
                </a:lnTo>
                <a:lnTo>
                  <a:pt x="5657" y="967"/>
                </a:lnTo>
                <a:lnTo>
                  <a:pt x="5675" y="958"/>
                </a:lnTo>
                <a:lnTo>
                  <a:pt x="5692" y="948"/>
                </a:lnTo>
                <a:lnTo>
                  <a:pt x="5710" y="939"/>
                </a:lnTo>
                <a:lnTo>
                  <a:pt x="5728" y="930"/>
                </a:lnTo>
                <a:lnTo>
                  <a:pt x="5746" y="920"/>
                </a:lnTo>
                <a:lnTo>
                  <a:pt x="5764" y="910"/>
                </a:lnTo>
                <a:lnTo>
                  <a:pt x="5782" y="901"/>
                </a:lnTo>
                <a:lnTo>
                  <a:pt x="5799" y="891"/>
                </a:lnTo>
                <a:lnTo>
                  <a:pt x="5817" y="881"/>
                </a:lnTo>
                <a:lnTo>
                  <a:pt x="5835" y="872"/>
                </a:lnTo>
                <a:lnTo>
                  <a:pt x="5853" y="862"/>
                </a:lnTo>
                <a:lnTo>
                  <a:pt x="5871" y="852"/>
                </a:lnTo>
                <a:lnTo>
                  <a:pt x="5889" y="842"/>
                </a:lnTo>
                <a:lnTo>
                  <a:pt x="5907" y="832"/>
                </a:lnTo>
                <a:lnTo>
                  <a:pt x="5924" y="821"/>
                </a:lnTo>
                <a:lnTo>
                  <a:pt x="5942" y="811"/>
                </a:lnTo>
                <a:lnTo>
                  <a:pt x="5960" y="801"/>
                </a:lnTo>
                <a:lnTo>
                  <a:pt x="5978" y="791"/>
                </a:lnTo>
                <a:lnTo>
                  <a:pt x="5996" y="780"/>
                </a:lnTo>
                <a:lnTo>
                  <a:pt x="6014" y="770"/>
                </a:lnTo>
                <a:lnTo>
                  <a:pt x="6031" y="759"/>
                </a:lnTo>
                <a:lnTo>
                  <a:pt x="6049" y="749"/>
                </a:lnTo>
                <a:lnTo>
                  <a:pt x="6067" y="738"/>
                </a:lnTo>
                <a:lnTo>
                  <a:pt x="6085" y="727"/>
                </a:lnTo>
                <a:lnTo>
                  <a:pt x="6103" y="717"/>
                </a:lnTo>
                <a:lnTo>
                  <a:pt x="6121" y="706"/>
                </a:lnTo>
                <a:lnTo>
                  <a:pt x="6139" y="695"/>
                </a:lnTo>
                <a:lnTo>
                  <a:pt x="6156" y="684"/>
                </a:lnTo>
                <a:lnTo>
                  <a:pt x="6174" y="673"/>
                </a:lnTo>
                <a:lnTo>
                  <a:pt x="6192" y="662"/>
                </a:lnTo>
                <a:lnTo>
                  <a:pt x="6210" y="651"/>
                </a:lnTo>
                <a:lnTo>
                  <a:pt x="6228" y="640"/>
                </a:lnTo>
                <a:lnTo>
                  <a:pt x="6246" y="628"/>
                </a:lnTo>
                <a:lnTo>
                  <a:pt x="6263" y="617"/>
                </a:lnTo>
                <a:lnTo>
                  <a:pt x="6281" y="606"/>
                </a:lnTo>
                <a:lnTo>
                  <a:pt x="6299" y="594"/>
                </a:lnTo>
                <a:lnTo>
                  <a:pt x="6317" y="583"/>
                </a:lnTo>
                <a:lnTo>
                  <a:pt x="6335" y="571"/>
                </a:lnTo>
                <a:lnTo>
                  <a:pt x="6353" y="559"/>
                </a:lnTo>
                <a:lnTo>
                  <a:pt x="6371" y="548"/>
                </a:lnTo>
                <a:lnTo>
                  <a:pt x="6388" y="536"/>
                </a:lnTo>
                <a:lnTo>
                  <a:pt x="6406" y="524"/>
                </a:lnTo>
                <a:lnTo>
                  <a:pt x="6424" y="512"/>
                </a:lnTo>
                <a:lnTo>
                  <a:pt x="6442" y="500"/>
                </a:lnTo>
                <a:lnTo>
                  <a:pt x="6460" y="488"/>
                </a:lnTo>
                <a:lnTo>
                  <a:pt x="6478" y="476"/>
                </a:lnTo>
                <a:lnTo>
                  <a:pt x="6495" y="464"/>
                </a:lnTo>
                <a:lnTo>
                  <a:pt x="6513" y="452"/>
                </a:lnTo>
                <a:lnTo>
                  <a:pt x="6531" y="440"/>
                </a:lnTo>
                <a:lnTo>
                  <a:pt x="6549" y="427"/>
                </a:lnTo>
                <a:lnTo>
                  <a:pt x="6567" y="415"/>
                </a:lnTo>
                <a:lnTo>
                  <a:pt x="6585" y="403"/>
                </a:lnTo>
                <a:lnTo>
                  <a:pt x="6603" y="390"/>
                </a:lnTo>
                <a:lnTo>
                  <a:pt x="6620" y="378"/>
                </a:lnTo>
                <a:lnTo>
                  <a:pt x="6638" y="365"/>
                </a:lnTo>
                <a:lnTo>
                  <a:pt x="6656" y="352"/>
                </a:lnTo>
                <a:lnTo>
                  <a:pt x="6674" y="339"/>
                </a:lnTo>
                <a:lnTo>
                  <a:pt x="6692" y="327"/>
                </a:lnTo>
                <a:lnTo>
                  <a:pt x="6710" y="314"/>
                </a:lnTo>
                <a:lnTo>
                  <a:pt x="6727" y="301"/>
                </a:lnTo>
                <a:lnTo>
                  <a:pt x="6745" y="288"/>
                </a:lnTo>
                <a:lnTo>
                  <a:pt x="6763" y="275"/>
                </a:lnTo>
                <a:lnTo>
                  <a:pt x="6781" y="262"/>
                </a:lnTo>
                <a:lnTo>
                  <a:pt x="6799" y="248"/>
                </a:lnTo>
                <a:lnTo>
                  <a:pt x="6817" y="235"/>
                </a:lnTo>
                <a:lnTo>
                  <a:pt x="6834" y="222"/>
                </a:lnTo>
                <a:lnTo>
                  <a:pt x="6852" y="208"/>
                </a:lnTo>
                <a:lnTo>
                  <a:pt x="6870" y="195"/>
                </a:lnTo>
                <a:lnTo>
                  <a:pt x="6888" y="182"/>
                </a:lnTo>
                <a:lnTo>
                  <a:pt x="6906" y="168"/>
                </a:lnTo>
                <a:lnTo>
                  <a:pt x="6924" y="154"/>
                </a:lnTo>
                <a:lnTo>
                  <a:pt x="6942" y="141"/>
                </a:lnTo>
                <a:lnTo>
                  <a:pt x="6959" y="127"/>
                </a:lnTo>
                <a:lnTo>
                  <a:pt x="6977" y="113"/>
                </a:lnTo>
                <a:lnTo>
                  <a:pt x="6995" y="99"/>
                </a:lnTo>
                <a:lnTo>
                  <a:pt x="7013" y="85"/>
                </a:lnTo>
                <a:lnTo>
                  <a:pt x="7031" y="71"/>
                </a:lnTo>
                <a:lnTo>
                  <a:pt x="7049" y="57"/>
                </a:lnTo>
                <a:lnTo>
                  <a:pt x="7066" y="43"/>
                </a:lnTo>
                <a:lnTo>
                  <a:pt x="7084" y="29"/>
                </a:lnTo>
                <a:lnTo>
                  <a:pt x="7102" y="15"/>
                </a:lnTo>
                <a:lnTo>
                  <a:pt x="7120" y="0"/>
                </a:lnTo>
              </a:path>
            </a:pathLst>
          </a:custGeom>
          <a:noFill/>
          <a:ln w="25400">
            <a:solidFill>
              <a:srgbClr val="181D16"/>
            </a:solidFill>
            <a:prstDash val="dash"/>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8" name="Freeform 17"/>
          <p:cNvSpPr/>
          <p:nvPr/>
        </p:nvSpPr>
        <p:spPr>
          <a:xfrm>
            <a:off x="896112" y="3912718"/>
            <a:ext cx="6510528" cy="708660"/>
          </a:xfrm>
          <a:custGeom>
            <a:avLst/>
            <a:gdLst/>
            <a:ahLst/>
            <a:cxnLst/>
            <a:rect l="l" t="t" r="r" b="b"/>
            <a:pathLst>
              <a:path w="7120" h="775">
                <a:moveTo>
                  <a:pt x="0" y="775"/>
                </a:moveTo>
                <a:lnTo>
                  <a:pt x="18" y="773"/>
                </a:lnTo>
                <a:lnTo>
                  <a:pt x="36" y="771"/>
                </a:lnTo>
                <a:lnTo>
                  <a:pt x="54" y="769"/>
                </a:lnTo>
                <a:lnTo>
                  <a:pt x="71" y="767"/>
                </a:lnTo>
                <a:lnTo>
                  <a:pt x="89" y="765"/>
                </a:lnTo>
                <a:lnTo>
                  <a:pt x="107" y="763"/>
                </a:lnTo>
                <a:lnTo>
                  <a:pt x="125" y="761"/>
                </a:lnTo>
                <a:lnTo>
                  <a:pt x="143" y="759"/>
                </a:lnTo>
                <a:lnTo>
                  <a:pt x="161" y="757"/>
                </a:lnTo>
                <a:lnTo>
                  <a:pt x="178" y="756"/>
                </a:lnTo>
                <a:lnTo>
                  <a:pt x="196" y="754"/>
                </a:lnTo>
                <a:lnTo>
                  <a:pt x="214" y="752"/>
                </a:lnTo>
                <a:lnTo>
                  <a:pt x="232" y="750"/>
                </a:lnTo>
                <a:lnTo>
                  <a:pt x="250" y="748"/>
                </a:lnTo>
                <a:lnTo>
                  <a:pt x="268" y="746"/>
                </a:lnTo>
                <a:lnTo>
                  <a:pt x="286" y="744"/>
                </a:lnTo>
                <a:lnTo>
                  <a:pt x="303" y="742"/>
                </a:lnTo>
                <a:lnTo>
                  <a:pt x="321" y="740"/>
                </a:lnTo>
                <a:lnTo>
                  <a:pt x="339" y="738"/>
                </a:lnTo>
                <a:lnTo>
                  <a:pt x="357" y="736"/>
                </a:lnTo>
                <a:lnTo>
                  <a:pt x="375" y="734"/>
                </a:lnTo>
                <a:lnTo>
                  <a:pt x="393" y="732"/>
                </a:lnTo>
                <a:lnTo>
                  <a:pt x="410" y="730"/>
                </a:lnTo>
                <a:lnTo>
                  <a:pt x="428" y="728"/>
                </a:lnTo>
                <a:lnTo>
                  <a:pt x="446" y="726"/>
                </a:lnTo>
                <a:lnTo>
                  <a:pt x="464" y="724"/>
                </a:lnTo>
                <a:lnTo>
                  <a:pt x="482" y="723"/>
                </a:lnTo>
                <a:lnTo>
                  <a:pt x="500" y="721"/>
                </a:lnTo>
                <a:lnTo>
                  <a:pt x="517" y="719"/>
                </a:lnTo>
                <a:lnTo>
                  <a:pt x="535" y="717"/>
                </a:lnTo>
                <a:lnTo>
                  <a:pt x="553" y="715"/>
                </a:lnTo>
                <a:lnTo>
                  <a:pt x="571" y="713"/>
                </a:lnTo>
                <a:lnTo>
                  <a:pt x="589" y="711"/>
                </a:lnTo>
                <a:lnTo>
                  <a:pt x="607" y="709"/>
                </a:lnTo>
                <a:lnTo>
                  <a:pt x="625" y="707"/>
                </a:lnTo>
                <a:lnTo>
                  <a:pt x="642" y="705"/>
                </a:lnTo>
                <a:lnTo>
                  <a:pt x="660" y="703"/>
                </a:lnTo>
                <a:lnTo>
                  <a:pt x="678" y="701"/>
                </a:lnTo>
                <a:lnTo>
                  <a:pt x="696" y="699"/>
                </a:lnTo>
                <a:lnTo>
                  <a:pt x="714" y="697"/>
                </a:lnTo>
                <a:lnTo>
                  <a:pt x="732" y="695"/>
                </a:lnTo>
                <a:lnTo>
                  <a:pt x="749" y="693"/>
                </a:lnTo>
                <a:lnTo>
                  <a:pt x="767" y="691"/>
                </a:lnTo>
                <a:lnTo>
                  <a:pt x="785" y="690"/>
                </a:lnTo>
                <a:lnTo>
                  <a:pt x="803" y="688"/>
                </a:lnTo>
                <a:lnTo>
                  <a:pt x="821" y="686"/>
                </a:lnTo>
                <a:lnTo>
                  <a:pt x="839" y="684"/>
                </a:lnTo>
                <a:lnTo>
                  <a:pt x="857" y="682"/>
                </a:lnTo>
                <a:lnTo>
                  <a:pt x="874" y="680"/>
                </a:lnTo>
                <a:lnTo>
                  <a:pt x="892" y="678"/>
                </a:lnTo>
                <a:lnTo>
                  <a:pt x="910" y="676"/>
                </a:lnTo>
                <a:lnTo>
                  <a:pt x="928" y="674"/>
                </a:lnTo>
                <a:lnTo>
                  <a:pt x="946" y="672"/>
                </a:lnTo>
                <a:lnTo>
                  <a:pt x="964" y="670"/>
                </a:lnTo>
                <a:lnTo>
                  <a:pt x="981" y="668"/>
                </a:lnTo>
                <a:lnTo>
                  <a:pt x="999" y="666"/>
                </a:lnTo>
                <a:lnTo>
                  <a:pt x="1017" y="664"/>
                </a:lnTo>
                <a:lnTo>
                  <a:pt x="1035" y="662"/>
                </a:lnTo>
                <a:lnTo>
                  <a:pt x="1053" y="660"/>
                </a:lnTo>
                <a:lnTo>
                  <a:pt x="1071" y="658"/>
                </a:lnTo>
                <a:lnTo>
                  <a:pt x="1089" y="657"/>
                </a:lnTo>
                <a:lnTo>
                  <a:pt x="1106" y="655"/>
                </a:lnTo>
                <a:lnTo>
                  <a:pt x="1124" y="653"/>
                </a:lnTo>
                <a:lnTo>
                  <a:pt x="1142" y="651"/>
                </a:lnTo>
                <a:lnTo>
                  <a:pt x="1160" y="649"/>
                </a:lnTo>
                <a:lnTo>
                  <a:pt x="1178" y="647"/>
                </a:lnTo>
                <a:lnTo>
                  <a:pt x="1196" y="645"/>
                </a:lnTo>
                <a:lnTo>
                  <a:pt x="1213" y="643"/>
                </a:lnTo>
                <a:lnTo>
                  <a:pt x="1231" y="641"/>
                </a:lnTo>
                <a:lnTo>
                  <a:pt x="1249" y="639"/>
                </a:lnTo>
                <a:lnTo>
                  <a:pt x="1267" y="637"/>
                </a:lnTo>
                <a:lnTo>
                  <a:pt x="1285" y="635"/>
                </a:lnTo>
                <a:lnTo>
                  <a:pt x="1303" y="633"/>
                </a:lnTo>
                <a:lnTo>
                  <a:pt x="1321" y="631"/>
                </a:lnTo>
                <a:lnTo>
                  <a:pt x="1338" y="629"/>
                </a:lnTo>
                <a:lnTo>
                  <a:pt x="1356" y="627"/>
                </a:lnTo>
                <a:lnTo>
                  <a:pt x="1374" y="625"/>
                </a:lnTo>
                <a:lnTo>
                  <a:pt x="1392" y="623"/>
                </a:lnTo>
                <a:lnTo>
                  <a:pt x="1410" y="622"/>
                </a:lnTo>
                <a:lnTo>
                  <a:pt x="1428" y="620"/>
                </a:lnTo>
                <a:lnTo>
                  <a:pt x="1445" y="618"/>
                </a:lnTo>
                <a:lnTo>
                  <a:pt x="1463" y="616"/>
                </a:lnTo>
                <a:lnTo>
                  <a:pt x="1481" y="614"/>
                </a:lnTo>
                <a:lnTo>
                  <a:pt x="1499" y="612"/>
                </a:lnTo>
                <a:lnTo>
                  <a:pt x="1517" y="610"/>
                </a:lnTo>
                <a:lnTo>
                  <a:pt x="1535" y="608"/>
                </a:lnTo>
                <a:lnTo>
                  <a:pt x="1552" y="606"/>
                </a:lnTo>
                <a:lnTo>
                  <a:pt x="1570" y="604"/>
                </a:lnTo>
                <a:lnTo>
                  <a:pt x="1588" y="602"/>
                </a:lnTo>
                <a:lnTo>
                  <a:pt x="1606" y="600"/>
                </a:lnTo>
                <a:lnTo>
                  <a:pt x="1624" y="598"/>
                </a:lnTo>
                <a:lnTo>
                  <a:pt x="1642" y="596"/>
                </a:lnTo>
                <a:lnTo>
                  <a:pt x="1660" y="594"/>
                </a:lnTo>
                <a:lnTo>
                  <a:pt x="1677" y="592"/>
                </a:lnTo>
                <a:lnTo>
                  <a:pt x="1695" y="590"/>
                </a:lnTo>
                <a:lnTo>
                  <a:pt x="1713" y="589"/>
                </a:lnTo>
                <a:lnTo>
                  <a:pt x="1731" y="587"/>
                </a:lnTo>
                <a:lnTo>
                  <a:pt x="1749" y="585"/>
                </a:lnTo>
                <a:lnTo>
                  <a:pt x="1767" y="583"/>
                </a:lnTo>
                <a:lnTo>
                  <a:pt x="1784" y="581"/>
                </a:lnTo>
                <a:lnTo>
                  <a:pt x="1802" y="579"/>
                </a:lnTo>
                <a:lnTo>
                  <a:pt x="1820" y="577"/>
                </a:lnTo>
                <a:lnTo>
                  <a:pt x="1838" y="575"/>
                </a:lnTo>
                <a:lnTo>
                  <a:pt x="1856" y="573"/>
                </a:lnTo>
                <a:lnTo>
                  <a:pt x="1874" y="571"/>
                </a:lnTo>
                <a:lnTo>
                  <a:pt x="1892" y="569"/>
                </a:lnTo>
                <a:lnTo>
                  <a:pt x="1909" y="567"/>
                </a:lnTo>
                <a:lnTo>
                  <a:pt x="1927" y="565"/>
                </a:lnTo>
                <a:lnTo>
                  <a:pt x="1945" y="563"/>
                </a:lnTo>
                <a:lnTo>
                  <a:pt x="1963" y="561"/>
                </a:lnTo>
                <a:lnTo>
                  <a:pt x="1981" y="559"/>
                </a:lnTo>
                <a:lnTo>
                  <a:pt x="1999" y="557"/>
                </a:lnTo>
                <a:lnTo>
                  <a:pt x="2016" y="556"/>
                </a:lnTo>
                <a:lnTo>
                  <a:pt x="2034" y="554"/>
                </a:lnTo>
                <a:lnTo>
                  <a:pt x="2052" y="552"/>
                </a:lnTo>
                <a:lnTo>
                  <a:pt x="2070" y="550"/>
                </a:lnTo>
                <a:lnTo>
                  <a:pt x="2088" y="548"/>
                </a:lnTo>
                <a:lnTo>
                  <a:pt x="2106" y="546"/>
                </a:lnTo>
                <a:lnTo>
                  <a:pt x="2124" y="544"/>
                </a:lnTo>
                <a:lnTo>
                  <a:pt x="2141" y="542"/>
                </a:lnTo>
                <a:lnTo>
                  <a:pt x="2159" y="540"/>
                </a:lnTo>
                <a:lnTo>
                  <a:pt x="2177" y="538"/>
                </a:lnTo>
                <a:lnTo>
                  <a:pt x="2195" y="536"/>
                </a:lnTo>
                <a:lnTo>
                  <a:pt x="2213" y="534"/>
                </a:lnTo>
                <a:lnTo>
                  <a:pt x="2231" y="532"/>
                </a:lnTo>
                <a:lnTo>
                  <a:pt x="2248" y="530"/>
                </a:lnTo>
                <a:lnTo>
                  <a:pt x="2266" y="528"/>
                </a:lnTo>
                <a:lnTo>
                  <a:pt x="2284" y="526"/>
                </a:lnTo>
                <a:lnTo>
                  <a:pt x="2302" y="524"/>
                </a:lnTo>
                <a:lnTo>
                  <a:pt x="2320" y="522"/>
                </a:lnTo>
                <a:lnTo>
                  <a:pt x="2338" y="521"/>
                </a:lnTo>
                <a:lnTo>
                  <a:pt x="2355" y="519"/>
                </a:lnTo>
                <a:lnTo>
                  <a:pt x="2373" y="517"/>
                </a:lnTo>
                <a:lnTo>
                  <a:pt x="2391" y="515"/>
                </a:lnTo>
                <a:lnTo>
                  <a:pt x="2409" y="513"/>
                </a:lnTo>
                <a:lnTo>
                  <a:pt x="2427" y="511"/>
                </a:lnTo>
                <a:lnTo>
                  <a:pt x="2445" y="509"/>
                </a:lnTo>
                <a:lnTo>
                  <a:pt x="2463" y="507"/>
                </a:lnTo>
                <a:lnTo>
                  <a:pt x="2480" y="505"/>
                </a:lnTo>
                <a:lnTo>
                  <a:pt x="2498" y="503"/>
                </a:lnTo>
                <a:lnTo>
                  <a:pt x="2516" y="501"/>
                </a:lnTo>
                <a:lnTo>
                  <a:pt x="2534" y="499"/>
                </a:lnTo>
                <a:lnTo>
                  <a:pt x="2552" y="497"/>
                </a:lnTo>
                <a:lnTo>
                  <a:pt x="2570" y="495"/>
                </a:lnTo>
                <a:lnTo>
                  <a:pt x="2587" y="493"/>
                </a:lnTo>
                <a:lnTo>
                  <a:pt x="2605" y="491"/>
                </a:lnTo>
                <a:lnTo>
                  <a:pt x="2623" y="489"/>
                </a:lnTo>
                <a:lnTo>
                  <a:pt x="2641" y="488"/>
                </a:lnTo>
                <a:lnTo>
                  <a:pt x="2659" y="486"/>
                </a:lnTo>
                <a:lnTo>
                  <a:pt x="2677" y="484"/>
                </a:lnTo>
                <a:lnTo>
                  <a:pt x="2695" y="482"/>
                </a:lnTo>
                <a:lnTo>
                  <a:pt x="2712" y="480"/>
                </a:lnTo>
                <a:lnTo>
                  <a:pt x="2730" y="478"/>
                </a:lnTo>
                <a:lnTo>
                  <a:pt x="2748" y="476"/>
                </a:lnTo>
                <a:lnTo>
                  <a:pt x="2766" y="474"/>
                </a:lnTo>
                <a:lnTo>
                  <a:pt x="2784" y="472"/>
                </a:lnTo>
                <a:lnTo>
                  <a:pt x="2802" y="470"/>
                </a:lnTo>
                <a:lnTo>
                  <a:pt x="2819" y="468"/>
                </a:lnTo>
                <a:lnTo>
                  <a:pt x="2837" y="466"/>
                </a:lnTo>
                <a:lnTo>
                  <a:pt x="2855" y="464"/>
                </a:lnTo>
                <a:lnTo>
                  <a:pt x="2873" y="462"/>
                </a:lnTo>
                <a:lnTo>
                  <a:pt x="2891" y="460"/>
                </a:lnTo>
                <a:lnTo>
                  <a:pt x="2909" y="458"/>
                </a:lnTo>
                <a:lnTo>
                  <a:pt x="2927" y="456"/>
                </a:lnTo>
                <a:lnTo>
                  <a:pt x="2944" y="455"/>
                </a:lnTo>
                <a:lnTo>
                  <a:pt x="2962" y="453"/>
                </a:lnTo>
                <a:lnTo>
                  <a:pt x="2980" y="451"/>
                </a:lnTo>
                <a:lnTo>
                  <a:pt x="2998" y="449"/>
                </a:lnTo>
                <a:lnTo>
                  <a:pt x="3016" y="447"/>
                </a:lnTo>
                <a:lnTo>
                  <a:pt x="3034" y="445"/>
                </a:lnTo>
                <a:lnTo>
                  <a:pt x="3051" y="443"/>
                </a:lnTo>
                <a:lnTo>
                  <a:pt x="3069" y="441"/>
                </a:lnTo>
                <a:lnTo>
                  <a:pt x="3087" y="439"/>
                </a:lnTo>
                <a:lnTo>
                  <a:pt x="3105" y="437"/>
                </a:lnTo>
                <a:lnTo>
                  <a:pt x="3123" y="435"/>
                </a:lnTo>
                <a:lnTo>
                  <a:pt x="3141" y="433"/>
                </a:lnTo>
                <a:lnTo>
                  <a:pt x="3158" y="431"/>
                </a:lnTo>
                <a:lnTo>
                  <a:pt x="3176" y="429"/>
                </a:lnTo>
                <a:lnTo>
                  <a:pt x="3194" y="427"/>
                </a:lnTo>
                <a:lnTo>
                  <a:pt x="3212" y="425"/>
                </a:lnTo>
                <a:lnTo>
                  <a:pt x="3230" y="423"/>
                </a:lnTo>
                <a:lnTo>
                  <a:pt x="3248" y="422"/>
                </a:lnTo>
                <a:lnTo>
                  <a:pt x="3266" y="420"/>
                </a:lnTo>
                <a:lnTo>
                  <a:pt x="3283" y="418"/>
                </a:lnTo>
                <a:lnTo>
                  <a:pt x="3301" y="416"/>
                </a:lnTo>
                <a:lnTo>
                  <a:pt x="3319" y="414"/>
                </a:lnTo>
                <a:lnTo>
                  <a:pt x="3337" y="412"/>
                </a:lnTo>
                <a:lnTo>
                  <a:pt x="3355" y="410"/>
                </a:lnTo>
                <a:lnTo>
                  <a:pt x="3373" y="408"/>
                </a:lnTo>
                <a:lnTo>
                  <a:pt x="3390" y="406"/>
                </a:lnTo>
                <a:lnTo>
                  <a:pt x="3408" y="404"/>
                </a:lnTo>
                <a:lnTo>
                  <a:pt x="3426" y="402"/>
                </a:lnTo>
                <a:lnTo>
                  <a:pt x="3444" y="400"/>
                </a:lnTo>
                <a:lnTo>
                  <a:pt x="3462" y="398"/>
                </a:lnTo>
                <a:lnTo>
                  <a:pt x="3480" y="396"/>
                </a:lnTo>
                <a:lnTo>
                  <a:pt x="3498" y="394"/>
                </a:lnTo>
                <a:lnTo>
                  <a:pt x="3515" y="392"/>
                </a:lnTo>
                <a:lnTo>
                  <a:pt x="3533" y="390"/>
                </a:lnTo>
                <a:lnTo>
                  <a:pt x="3551" y="388"/>
                </a:lnTo>
                <a:lnTo>
                  <a:pt x="3569" y="387"/>
                </a:lnTo>
                <a:lnTo>
                  <a:pt x="3587" y="385"/>
                </a:lnTo>
                <a:lnTo>
                  <a:pt x="3605" y="383"/>
                </a:lnTo>
                <a:lnTo>
                  <a:pt x="3622" y="381"/>
                </a:lnTo>
                <a:lnTo>
                  <a:pt x="3640" y="379"/>
                </a:lnTo>
                <a:lnTo>
                  <a:pt x="3658" y="377"/>
                </a:lnTo>
                <a:lnTo>
                  <a:pt x="3676" y="375"/>
                </a:lnTo>
                <a:lnTo>
                  <a:pt x="3694" y="373"/>
                </a:lnTo>
                <a:lnTo>
                  <a:pt x="3712" y="371"/>
                </a:lnTo>
                <a:lnTo>
                  <a:pt x="3730" y="369"/>
                </a:lnTo>
                <a:lnTo>
                  <a:pt x="3747" y="367"/>
                </a:lnTo>
                <a:lnTo>
                  <a:pt x="3765" y="365"/>
                </a:lnTo>
                <a:lnTo>
                  <a:pt x="3783" y="363"/>
                </a:lnTo>
                <a:lnTo>
                  <a:pt x="3801" y="361"/>
                </a:lnTo>
                <a:lnTo>
                  <a:pt x="3819" y="359"/>
                </a:lnTo>
                <a:lnTo>
                  <a:pt x="3837" y="357"/>
                </a:lnTo>
                <a:lnTo>
                  <a:pt x="3854" y="355"/>
                </a:lnTo>
                <a:lnTo>
                  <a:pt x="3872" y="354"/>
                </a:lnTo>
                <a:lnTo>
                  <a:pt x="3890" y="352"/>
                </a:lnTo>
                <a:lnTo>
                  <a:pt x="3908" y="350"/>
                </a:lnTo>
                <a:lnTo>
                  <a:pt x="3926" y="348"/>
                </a:lnTo>
                <a:lnTo>
                  <a:pt x="3944" y="346"/>
                </a:lnTo>
                <a:lnTo>
                  <a:pt x="3962" y="344"/>
                </a:lnTo>
                <a:lnTo>
                  <a:pt x="3979" y="342"/>
                </a:lnTo>
                <a:lnTo>
                  <a:pt x="3997" y="340"/>
                </a:lnTo>
                <a:lnTo>
                  <a:pt x="4015" y="338"/>
                </a:lnTo>
                <a:lnTo>
                  <a:pt x="4033" y="336"/>
                </a:lnTo>
                <a:lnTo>
                  <a:pt x="4051" y="334"/>
                </a:lnTo>
                <a:lnTo>
                  <a:pt x="4069" y="332"/>
                </a:lnTo>
                <a:lnTo>
                  <a:pt x="4086" y="330"/>
                </a:lnTo>
                <a:lnTo>
                  <a:pt x="4104" y="328"/>
                </a:lnTo>
                <a:lnTo>
                  <a:pt x="4122" y="326"/>
                </a:lnTo>
                <a:lnTo>
                  <a:pt x="4140" y="324"/>
                </a:lnTo>
                <a:lnTo>
                  <a:pt x="4158" y="322"/>
                </a:lnTo>
                <a:lnTo>
                  <a:pt x="4176" y="321"/>
                </a:lnTo>
                <a:lnTo>
                  <a:pt x="4193" y="319"/>
                </a:lnTo>
                <a:lnTo>
                  <a:pt x="4211" y="317"/>
                </a:lnTo>
                <a:lnTo>
                  <a:pt x="4229" y="315"/>
                </a:lnTo>
                <a:lnTo>
                  <a:pt x="4247" y="313"/>
                </a:lnTo>
                <a:lnTo>
                  <a:pt x="4265" y="311"/>
                </a:lnTo>
                <a:lnTo>
                  <a:pt x="4283" y="309"/>
                </a:lnTo>
                <a:lnTo>
                  <a:pt x="4301" y="307"/>
                </a:lnTo>
                <a:lnTo>
                  <a:pt x="4318" y="305"/>
                </a:lnTo>
                <a:lnTo>
                  <a:pt x="4336" y="303"/>
                </a:lnTo>
                <a:lnTo>
                  <a:pt x="4354" y="301"/>
                </a:lnTo>
                <a:lnTo>
                  <a:pt x="4372" y="299"/>
                </a:lnTo>
                <a:lnTo>
                  <a:pt x="4390" y="297"/>
                </a:lnTo>
                <a:lnTo>
                  <a:pt x="4408" y="295"/>
                </a:lnTo>
                <a:lnTo>
                  <a:pt x="4425" y="293"/>
                </a:lnTo>
                <a:lnTo>
                  <a:pt x="4443" y="291"/>
                </a:lnTo>
                <a:lnTo>
                  <a:pt x="4461" y="289"/>
                </a:lnTo>
                <a:lnTo>
                  <a:pt x="4479" y="288"/>
                </a:lnTo>
                <a:lnTo>
                  <a:pt x="4497" y="286"/>
                </a:lnTo>
                <a:lnTo>
                  <a:pt x="4515" y="284"/>
                </a:lnTo>
                <a:lnTo>
                  <a:pt x="4533" y="282"/>
                </a:lnTo>
                <a:lnTo>
                  <a:pt x="4550" y="280"/>
                </a:lnTo>
                <a:lnTo>
                  <a:pt x="4568" y="278"/>
                </a:lnTo>
                <a:lnTo>
                  <a:pt x="4586" y="276"/>
                </a:lnTo>
                <a:lnTo>
                  <a:pt x="4604" y="274"/>
                </a:lnTo>
                <a:lnTo>
                  <a:pt x="4622" y="272"/>
                </a:lnTo>
                <a:lnTo>
                  <a:pt x="4640" y="270"/>
                </a:lnTo>
                <a:lnTo>
                  <a:pt x="4657" y="268"/>
                </a:lnTo>
                <a:lnTo>
                  <a:pt x="4675" y="266"/>
                </a:lnTo>
                <a:lnTo>
                  <a:pt x="4693" y="264"/>
                </a:lnTo>
                <a:lnTo>
                  <a:pt x="4711" y="262"/>
                </a:lnTo>
                <a:lnTo>
                  <a:pt x="4729" y="260"/>
                </a:lnTo>
                <a:lnTo>
                  <a:pt x="4747" y="258"/>
                </a:lnTo>
                <a:lnTo>
                  <a:pt x="4765" y="256"/>
                </a:lnTo>
                <a:lnTo>
                  <a:pt x="4782" y="254"/>
                </a:lnTo>
                <a:lnTo>
                  <a:pt x="4800" y="253"/>
                </a:lnTo>
                <a:lnTo>
                  <a:pt x="4818" y="251"/>
                </a:lnTo>
                <a:lnTo>
                  <a:pt x="4836" y="249"/>
                </a:lnTo>
                <a:lnTo>
                  <a:pt x="4854" y="247"/>
                </a:lnTo>
                <a:lnTo>
                  <a:pt x="4872" y="245"/>
                </a:lnTo>
                <a:lnTo>
                  <a:pt x="4889" y="243"/>
                </a:lnTo>
                <a:lnTo>
                  <a:pt x="4907" y="241"/>
                </a:lnTo>
                <a:lnTo>
                  <a:pt x="4925" y="239"/>
                </a:lnTo>
                <a:lnTo>
                  <a:pt x="4943" y="237"/>
                </a:lnTo>
                <a:lnTo>
                  <a:pt x="4961" y="235"/>
                </a:lnTo>
                <a:lnTo>
                  <a:pt x="4979" y="233"/>
                </a:lnTo>
                <a:lnTo>
                  <a:pt x="4996" y="231"/>
                </a:lnTo>
                <a:lnTo>
                  <a:pt x="5014" y="229"/>
                </a:lnTo>
                <a:lnTo>
                  <a:pt x="5032" y="227"/>
                </a:lnTo>
                <a:lnTo>
                  <a:pt x="5050" y="225"/>
                </a:lnTo>
                <a:lnTo>
                  <a:pt x="5068" y="223"/>
                </a:lnTo>
                <a:lnTo>
                  <a:pt x="5086" y="221"/>
                </a:lnTo>
                <a:lnTo>
                  <a:pt x="5104" y="220"/>
                </a:lnTo>
                <a:lnTo>
                  <a:pt x="5121" y="218"/>
                </a:lnTo>
                <a:lnTo>
                  <a:pt x="5139" y="216"/>
                </a:lnTo>
                <a:lnTo>
                  <a:pt x="5157" y="214"/>
                </a:lnTo>
                <a:lnTo>
                  <a:pt x="5175" y="212"/>
                </a:lnTo>
                <a:lnTo>
                  <a:pt x="5193" y="210"/>
                </a:lnTo>
                <a:lnTo>
                  <a:pt x="5211" y="208"/>
                </a:lnTo>
                <a:lnTo>
                  <a:pt x="5228" y="206"/>
                </a:lnTo>
                <a:lnTo>
                  <a:pt x="5246" y="204"/>
                </a:lnTo>
                <a:lnTo>
                  <a:pt x="5264" y="202"/>
                </a:lnTo>
                <a:lnTo>
                  <a:pt x="5282" y="200"/>
                </a:lnTo>
                <a:lnTo>
                  <a:pt x="5300" y="198"/>
                </a:lnTo>
                <a:lnTo>
                  <a:pt x="5318" y="196"/>
                </a:lnTo>
                <a:lnTo>
                  <a:pt x="5336" y="194"/>
                </a:lnTo>
                <a:lnTo>
                  <a:pt x="5353" y="192"/>
                </a:lnTo>
                <a:lnTo>
                  <a:pt x="5371" y="190"/>
                </a:lnTo>
                <a:lnTo>
                  <a:pt x="5389" y="188"/>
                </a:lnTo>
                <a:lnTo>
                  <a:pt x="5407" y="187"/>
                </a:lnTo>
                <a:lnTo>
                  <a:pt x="5425" y="185"/>
                </a:lnTo>
                <a:lnTo>
                  <a:pt x="5443" y="183"/>
                </a:lnTo>
                <a:lnTo>
                  <a:pt x="5460" y="181"/>
                </a:lnTo>
                <a:lnTo>
                  <a:pt x="5478" y="179"/>
                </a:lnTo>
                <a:lnTo>
                  <a:pt x="5496" y="177"/>
                </a:lnTo>
                <a:lnTo>
                  <a:pt x="5514" y="175"/>
                </a:lnTo>
                <a:lnTo>
                  <a:pt x="5532" y="173"/>
                </a:lnTo>
                <a:lnTo>
                  <a:pt x="5550" y="171"/>
                </a:lnTo>
                <a:lnTo>
                  <a:pt x="5568" y="169"/>
                </a:lnTo>
                <a:lnTo>
                  <a:pt x="5585" y="167"/>
                </a:lnTo>
                <a:lnTo>
                  <a:pt x="5603" y="165"/>
                </a:lnTo>
                <a:lnTo>
                  <a:pt x="5621" y="163"/>
                </a:lnTo>
                <a:lnTo>
                  <a:pt x="5639" y="161"/>
                </a:lnTo>
                <a:lnTo>
                  <a:pt x="5657" y="159"/>
                </a:lnTo>
                <a:lnTo>
                  <a:pt x="5675" y="157"/>
                </a:lnTo>
                <a:lnTo>
                  <a:pt x="5692" y="155"/>
                </a:lnTo>
                <a:lnTo>
                  <a:pt x="5710" y="153"/>
                </a:lnTo>
                <a:lnTo>
                  <a:pt x="5728" y="152"/>
                </a:lnTo>
                <a:lnTo>
                  <a:pt x="5746" y="150"/>
                </a:lnTo>
                <a:lnTo>
                  <a:pt x="5764" y="148"/>
                </a:lnTo>
                <a:lnTo>
                  <a:pt x="5782" y="146"/>
                </a:lnTo>
                <a:lnTo>
                  <a:pt x="5799" y="144"/>
                </a:lnTo>
                <a:lnTo>
                  <a:pt x="5817" y="142"/>
                </a:lnTo>
                <a:lnTo>
                  <a:pt x="5835" y="140"/>
                </a:lnTo>
                <a:lnTo>
                  <a:pt x="5853" y="138"/>
                </a:lnTo>
                <a:lnTo>
                  <a:pt x="5871" y="136"/>
                </a:lnTo>
                <a:lnTo>
                  <a:pt x="5889" y="134"/>
                </a:lnTo>
                <a:lnTo>
                  <a:pt x="5907" y="132"/>
                </a:lnTo>
                <a:lnTo>
                  <a:pt x="5924" y="130"/>
                </a:lnTo>
                <a:lnTo>
                  <a:pt x="5942" y="128"/>
                </a:lnTo>
                <a:lnTo>
                  <a:pt x="5960" y="126"/>
                </a:lnTo>
                <a:lnTo>
                  <a:pt x="5978" y="124"/>
                </a:lnTo>
                <a:lnTo>
                  <a:pt x="5996" y="122"/>
                </a:lnTo>
                <a:lnTo>
                  <a:pt x="6014" y="120"/>
                </a:lnTo>
                <a:lnTo>
                  <a:pt x="6031" y="119"/>
                </a:lnTo>
                <a:lnTo>
                  <a:pt x="6049" y="117"/>
                </a:lnTo>
                <a:lnTo>
                  <a:pt x="6067" y="115"/>
                </a:lnTo>
                <a:lnTo>
                  <a:pt x="6085" y="113"/>
                </a:lnTo>
                <a:lnTo>
                  <a:pt x="6103" y="111"/>
                </a:lnTo>
                <a:lnTo>
                  <a:pt x="6121" y="109"/>
                </a:lnTo>
                <a:lnTo>
                  <a:pt x="6139" y="107"/>
                </a:lnTo>
                <a:lnTo>
                  <a:pt x="6156" y="105"/>
                </a:lnTo>
                <a:lnTo>
                  <a:pt x="6174" y="103"/>
                </a:lnTo>
                <a:lnTo>
                  <a:pt x="6192" y="101"/>
                </a:lnTo>
                <a:lnTo>
                  <a:pt x="6210" y="99"/>
                </a:lnTo>
                <a:lnTo>
                  <a:pt x="6228" y="97"/>
                </a:lnTo>
                <a:lnTo>
                  <a:pt x="6246" y="95"/>
                </a:lnTo>
                <a:lnTo>
                  <a:pt x="6263" y="93"/>
                </a:lnTo>
                <a:lnTo>
                  <a:pt x="6281" y="91"/>
                </a:lnTo>
                <a:lnTo>
                  <a:pt x="6299" y="89"/>
                </a:lnTo>
                <a:lnTo>
                  <a:pt x="6317" y="87"/>
                </a:lnTo>
                <a:lnTo>
                  <a:pt x="6335" y="86"/>
                </a:lnTo>
                <a:lnTo>
                  <a:pt x="6353" y="84"/>
                </a:lnTo>
                <a:lnTo>
                  <a:pt x="6371" y="82"/>
                </a:lnTo>
                <a:lnTo>
                  <a:pt x="6388" y="80"/>
                </a:lnTo>
                <a:lnTo>
                  <a:pt x="6406" y="78"/>
                </a:lnTo>
                <a:lnTo>
                  <a:pt x="6424" y="76"/>
                </a:lnTo>
                <a:lnTo>
                  <a:pt x="6442" y="74"/>
                </a:lnTo>
                <a:lnTo>
                  <a:pt x="6460" y="72"/>
                </a:lnTo>
                <a:lnTo>
                  <a:pt x="6478" y="70"/>
                </a:lnTo>
                <a:lnTo>
                  <a:pt x="6495" y="68"/>
                </a:lnTo>
                <a:lnTo>
                  <a:pt x="6513" y="66"/>
                </a:lnTo>
                <a:lnTo>
                  <a:pt x="6531" y="64"/>
                </a:lnTo>
                <a:lnTo>
                  <a:pt x="6549" y="62"/>
                </a:lnTo>
                <a:lnTo>
                  <a:pt x="6567" y="60"/>
                </a:lnTo>
                <a:lnTo>
                  <a:pt x="6585" y="58"/>
                </a:lnTo>
                <a:lnTo>
                  <a:pt x="6603" y="56"/>
                </a:lnTo>
                <a:lnTo>
                  <a:pt x="6620" y="54"/>
                </a:lnTo>
                <a:lnTo>
                  <a:pt x="6638" y="53"/>
                </a:lnTo>
                <a:lnTo>
                  <a:pt x="6656" y="51"/>
                </a:lnTo>
                <a:lnTo>
                  <a:pt x="6674" y="49"/>
                </a:lnTo>
                <a:lnTo>
                  <a:pt x="6692" y="47"/>
                </a:lnTo>
                <a:lnTo>
                  <a:pt x="6710" y="45"/>
                </a:lnTo>
                <a:lnTo>
                  <a:pt x="6727" y="43"/>
                </a:lnTo>
                <a:lnTo>
                  <a:pt x="6745" y="41"/>
                </a:lnTo>
                <a:lnTo>
                  <a:pt x="6763" y="39"/>
                </a:lnTo>
                <a:lnTo>
                  <a:pt x="6781" y="37"/>
                </a:lnTo>
                <a:lnTo>
                  <a:pt x="6799" y="35"/>
                </a:lnTo>
                <a:lnTo>
                  <a:pt x="6817" y="33"/>
                </a:lnTo>
                <a:lnTo>
                  <a:pt x="6834" y="31"/>
                </a:lnTo>
                <a:lnTo>
                  <a:pt x="6852" y="29"/>
                </a:lnTo>
                <a:lnTo>
                  <a:pt x="6870" y="27"/>
                </a:lnTo>
                <a:lnTo>
                  <a:pt x="6888" y="25"/>
                </a:lnTo>
                <a:lnTo>
                  <a:pt x="6906" y="23"/>
                </a:lnTo>
                <a:lnTo>
                  <a:pt x="6924" y="21"/>
                </a:lnTo>
                <a:lnTo>
                  <a:pt x="6942" y="19"/>
                </a:lnTo>
                <a:lnTo>
                  <a:pt x="6959" y="18"/>
                </a:lnTo>
                <a:lnTo>
                  <a:pt x="6977" y="16"/>
                </a:lnTo>
                <a:lnTo>
                  <a:pt x="6995" y="14"/>
                </a:lnTo>
                <a:lnTo>
                  <a:pt x="7013" y="12"/>
                </a:lnTo>
                <a:lnTo>
                  <a:pt x="7031" y="10"/>
                </a:lnTo>
                <a:lnTo>
                  <a:pt x="7049" y="8"/>
                </a:lnTo>
                <a:lnTo>
                  <a:pt x="7066" y="6"/>
                </a:lnTo>
                <a:lnTo>
                  <a:pt x="7084" y="4"/>
                </a:lnTo>
                <a:lnTo>
                  <a:pt x="7102" y="2"/>
                </a:lnTo>
                <a:lnTo>
                  <a:pt x="7120" y="0"/>
                </a:lnTo>
              </a:path>
            </a:pathLst>
          </a:custGeom>
          <a:noFill/>
          <a:ln w="38100">
            <a:solidFill>
              <a:srgbClr val="C6532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cxnSp>
        <p:nvCxnSpPr>
          <p:cNvPr id="19" name="Connector 18"/>
          <p:cNvCxnSpPr/>
          <p:nvPr/>
        </p:nvCxnSpPr>
        <p:spPr>
          <a:xfrm flipV="1">
            <a:off x="4151376" y="4267067"/>
            <a:ext cx="0" cy="427321"/>
          </a:xfrm>
          <a:prstGeom prst="line">
            <a:avLst/>
          </a:prstGeom>
          <a:ln w="25400">
            <a:solidFill>
              <a:srgbClr val="C65326"/>
            </a:solidFill>
          </a:ln>
        </p:spPr>
        <p:style>
          <a:lnRef idx="2">
            <a:schemeClr val="accent1"/>
          </a:lnRef>
          <a:fillRef idx="0">
            <a:schemeClr val="accent1"/>
          </a:fillRef>
          <a:effectRef idx="0">
            <a:schemeClr val="accent1"/>
          </a:effectRef>
          <a:fontRef idx="minor">
            <a:schemeClr val="tx1"/>
          </a:fontRef>
        </p:style>
      </p:cxnSp>
      <p:sp>
        <p:nvSpPr>
          <p:cNvPr id="20" name="Oval 19"/>
          <p:cNvSpPr/>
          <p:nvPr/>
        </p:nvSpPr>
        <p:spPr>
          <a:xfrm>
            <a:off x="4091939" y="4207631"/>
            <a:ext cx="118872" cy="118872"/>
          </a:xfrm>
          <a:prstGeom prst="ellipse">
            <a:avLst/>
          </a:prstGeom>
          <a:solidFill>
            <a:srgbClr val="C65326"/>
          </a:solidFill>
          <a:ln w="19050">
            <a:solidFill>
              <a:srgbClr val="C6532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1" name="Oval 20"/>
          <p:cNvSpPr/>
          <p:nvPr/>
        </p:nvSpPr>
        <p:spPr>
          <a:xfrm>
            <a:off x="4091939" y="4634952"/>
            <a:ext cx="118872" cy="118872"/>
          </a:xfrm>
          <a:prstGeom prst="ellipse">
            <a:avLst/>
          </a:prstGeom>
          <a:solidFill>
            <a:srgbClr val="F5F5F4"/>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2" name="TextBox 21"/>
          <p:cNvSpPr txBox="1"/>
          <p:nvPr/>
        </p:nvSpPr>
        <p:spPr>
          <a:xfrm>
            <a:off x="8001000" y="3063240"/>
            <a:ext cx="3291840" cy="548640"/>
          </a:xfrm>
          <a:prstGeom prst="rect">
            <a:avLst/>
          </a:prstGeom>
          <a:noFill/>
        </p:spPr>
        <p:txBody>
          <a:bodyPr wrap="square" lIns="0" rIns="0" tIns="0" bIns="0">
            <a:spAutoFit/>
          </a:bodyPr>
          <a:lstStyle/>
          <a:p>
            <a:pPr>
              <a:spcAft>
                <a:spcPts val="0"/>
              </a:spcAft>
              <a:defRPr sz="3000" b="0">
                <a:solidFill>
                  <a:srgbClr val="C65326"/>
                </a:solidFill>
                <a:latin typeface="Arial"/>
              </a:defRPr>
            </a:pPr>
            <a:r>
              <a:t>Bias</a:t>
            </a:r>
          </a:p>
        </p:txBody>
      </p:sp>
      <p:sp>
        <p:nvSpPr>
          <p:cNvPr id="23" name="TextBox 22"/>
          <p:cNvSpPr txBox="1"/>
          <p:nvPr/>
        </p:nvSpPr>
        <p:spPr>
          <a:xfrm>
            <a:off x="8001000" y="3767328"/>
            <a:ext cx="3383280" cy="1051560"/>
          </a:xfrm>
          <a:prstGeom prst="rect">
            <a:avLst/>
          </a:prstGeom>
          <a:noFill/>
        </p:spPr>
        <p:txBody>
          <a:bodyPr wrap="square" lIns="0" rIns="0" tIns="0" bIns="0">
            <a:spAutoFit/>
          </a:bodyPr>
          <a:lstStyle/>
          <a:p>
            <a:pPr>
              <a:spcAft>
                <a:spcPts val="0"/>
              </a:spcAft>
              <a:defRPr sz="2300" b="0">
                <a:solidFill>
                  <a:srgbClr val="181D16"/>
                </a:solidFill>
                <a:latin typeface="Arial"/>
              </a:defRPr>
            </a:pPr>
            <a:r>
              <a:t>Average prediction</a:t>
            </a:r>
          </a:p>
          <a:p>
            <a:pPr>
              <a:spcAft>
                <a:spcPts val="0"/>
              </a:spcAft>
              <a:defRPr sz="2300" b="0">
                <a:solidFill>
                  <a:srgbClr val="181D16"/>
                </a:solidFill>
                <a:latin typeface="Arial"/>
              </a:defRPr>
            </a:pPr>
            <a:r>
              <a:t>minus truth.</a:t>
            </a:r>
          </a:p>
        </p:txBody>
      </p:sp>
      <p:cxnSp>
        <p:nvCxnSpPr>
          <p:cNvPr id="24" name="Connector 23"/>
          <p:cNvCxnSpPr/>
          <p:nvPr/>
        </p:nvCxnSpPr>
        <p:spPr>
          <a:xfrm>
            <a:off x="841248" y="5989320"/>
            <a:ext cx="256032" cy="0"/>
          </a:xfrm>
          <a:prstGeom prst="line">
            <a:avLst/>
          </a:prstGeom>
          <a:ln w="25400">
            <a:solidFill>
              <a:srgbClr val="7963AF"/>
            </a:solidFill>
          </a:ln>
        </p:spPr>
        <p:style>
          <a:lnRef idx="2">
            <a:schemeClr val="accent1"/>
          </a:lnRef>
          <a:fillRef idx="0">
            <a:schemeClr val="accent1"/>
          </a:fillRef>
          <a:effectRef idx="0">
            <a:schemeClr val="accent1"/>
          </a:effectRef>
          <a:fontRef idx="minor">
            <a:schemeClr val="tx1"/>
          </a:fontRef>
        </p:style>
      </p:cxnSp>
      <p:sp>
        <p:nvSpPr>
          <p:cNvPr id="25" name="TextBox 24"/>
          <p:cNvSpPr txBox="1"/>
          <p:nvPr/>
        </p:nvSpPr>
        <p:spPr>
          <a:xfrm>
            <a:off x="1197864" y="5870448"/>
            <a:ext cx="2468880" cy="320040"/>
          </a:xfrm>
          <a:prstGeom prst="rect">
            <a:avLst/>
          </a:prstGeom>
          <a:noFill/>
        </p:spPr>
        <p:txBody>
          <a:bodyPr wrap="square" lIns="0" rIns="0" tIns="0" bIns="0">
            <a:spAutoFit/>
          </a:bodyPr>
          <a:lstStyle/>
          <a:p>
            <a:pPr>
              <a:spcAft>
                <a:spcPts val="0"/>
              </a:spcAft>
              <a:defRPr sz="1300" b="0">
                <a:solidFill>
                  <a:srgbClr val="686C66"/>
                </a:solidFill>
                <a:latin typeface="Arial"/>
              </a:defRPr>
            </a:pPr>
            <a:r>
              <a:t>one straight fit</a:t>
            </a:r>
          </a:p>
        </p:txBody>
      </p:sp>
      <p:cxnSp>
        <p:nvCxnSpPr>
          <p:cNvPr id="26" name="Connector 25"/>
          <p:cNvCxnSpPr/>
          <p:nvPr/>
        </p:nvCxnSpPr>
        <p:spPr>
          <a:xfrm>
            <a:off x="3621024" y="5989320"/>
            <a:ext cx="256032" cy="0"/>
          </a:xfrm>
          <a:prstGeom prst="line">
            <a:avLst/>
          </a:prstGeom>
          <a:ln w="25400">
            <a:solidFill>
              <a:srgbClr val="C65326"/>
            </a:solidFill>
          </a:ln>
        </p:spPr>
        <p:style>
          <a:lnRef idx="2">
            <a:schemeClr val="accent1"/>
          </a:lnRef>
          <a:fillRef idx="0">
            <a:schemeClr val="accent1"/>
          </a:fillRef>
          <a:effectRef idx="0">
            <a:schemeClr val="accent1"/>
          </a:effectRef>
          <a:fontRef idx="minor">
            <a:schemeClr val="tx1"/>
          </a:fontRef>
        </p:style>
      </p:cxnSp>
      <p:sp>
        <p:nvSpPr>
          <p:cNvPr id="27" name="TextBox 26"/>
          <p:cNvSpPr txBox="1"/>
          <p:nvPr/>
        </p:nvSpPr>
        <p:spPr>
          <a:xfrm>
            <a:off x="3977639" y="5870448"/>
            <a:ext cx="2468880" cy="320040"/>
          </a:xfrm>
          <a:prstGeom prst="rect">
            <a:avLst/>
          </a:prstGeom>
          <a:noFill/>
        </p:spPr>
        <p:txBody>
          <a:bodyPr wrap="square" lIns="0" rIns="0" tIns="0" bIns="0">
            <a:spAutoFit/>
          </a:bodyPr>
          <a:lstStyle/>
          <a:p>
            <a:pPr>
              <a:spcAft>
                <a:spcPts val="0"/>
              </a:spcAft>
              <a:defRPr sz="1300" b="0">
                <a:solidFill>
                  <a:srgbClr val="686C66"/>
                </a:solidFill>
                <a:latin typeface="Arial"/>
              </a:defRPr>
            </a:pPr>
            <a:r>
              <a:t>average of 8 fits</a:t>
            </a:r>
          </a:p>
        </p:txBody>
      </p:sp>
      <p:cxnSp>
        <p:nvCxnSpPr>
          <p:cNvPr id="28" name="Connector 27"/>
          <p:cNvCxnSpPr/>
          <p:nvPr/>
        </p:nvCxnSpPr>
        <p:spPr>
          <a:xfrm>
            <a:off x="6400800" y="5989320"/>
            <a:ext cx="256032" cy="0"/>
          </a:xfrm>
          <a:prstGeom prst="line">
            <a:avLst/>
          </a:prstGeom>
          <a:ln w="25400">
            <a:solidFill>
              <a:srgbClr val="181D16"/>
            </a:solidFill>
            <a:prstDash val="dash"/>
          </a:ln>
        </p:spPr>
        <p:style>
          <a:lnRef idx="2">
            <a:schemeClr val="accent1"/>
          </a:lnRef>
          <a:fillRef idx="0">
            <a:schemeClr val="accent1"/>
          </a:fillRef>
          <a:effectRef idx="0">
            <a:schemeClr val="accent1"/>
          </a:effectRef>
          <a:fontRef idx="minor">
            <a:schemeClr val="tx1"/>
          </a:fontRef>
        </p:style>
      </p:cxnSp>
      <p:sp>
        <p:nvSpPr>
          <p:cNvPr id="29" name="TextBox 28"/>
          <p:cNvSpPr txBox="1"/>
          <p:nvPr/>
        </p:nvSpPr>
        <p:spPr>
          <a:xfrm>
            <a:off x="6757416" y="5870448"/>
            <a:ext cx="2468880" cy="320040"/>
          </a:xfrm>
          <a:prstGeom prst="rect">
            <a:avLst/>
          </a:prstGeom>
          <a:noFill/>
        </p:spPr>
        <p:txBody>
          <a:bodyPr wrap="square" lIns="0" rIns="0" tIns="0" bIns="0">
            <a:spAutoFit/>
          </a:bodyPr>
          <a:lstStyle/>
          <a:p>
            <a:pPr>
              <a:spcAft>
                <a:spcPts val="0"/>
              </a:spcAft>
              <a:defRPr sz="1300" b="0">
                <a:solidFill>
                  <a:srgbClr val="686C66"/>
                </a:solidFill>
                <a:latin typeface="Arial"/>
              </a:defRPr>
            </a:pPr>
            <a:r>
              <a:t>true pattern</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5F5F4"/>
        </a:solidFill>
        <a:effectLst/>
      </p:bgPr>
    </p:bg>
    <p:spTree>
      <p:nvGrpSpPr>
        <p:cNvPr id="1" name=""/>
        <p:cNvGrpSpPr/>
        <p:nvPr/>
      </p:nvGrpSpPr>
      <p:grpSpPr/>
      <p:pic>
        <p:nvPicPr>
          <p:cNvPr id="2" name="Picture 1" descr="image.png"/>
          <p:cNvPicPr>
            <a:picLocks noChangeAspect="1"/>
          </p:cNvPicPr>
          <p:nvPr/>
        </p:nvPicPr>
        <p:blipFill>
          <a:blip r:embed="rId2"/>
          <a:stretch>
            <a:fillRect/>
          </a:stretch>
        </p:blipFill>
        <p:spPr>
          <a:xfrm>
            <a:off x="11768328" y="201168"/>
            <a:ext cx="219456" cy="6455664"/>
          </a:xfrm>
          <a:prstGeom prst="rect">
            <a:avLst/>
          </a:prstGeom>
        </p:spPr>
      </p:pic>
      <p:sp>
        <p:nvSpPr>
          <p:cNvPr id="3" name="TextBox 2"/>
          <p:cNvSpPr txBox="1"/>
          <p:nvPr/>
        </p:nvSpPr>
        <p:spPr>
          <a:xfrm>
            <a:off x="566928" y="960120"/>
            <a:ext cx="10972800" cy="731520"/>
          </a:xfrm>
          <a:prstGeom prst="rect">
            <a:avLst/>
          </a:prstGeom>
          <a:noFill/>
        </p:spPr>
        <p:txBody>
          <a:bodyPr wrap="square" lIns="0" rIns="0" tIns="0" bIns="0">
            <a:spAutoFit/>
          </a:bodyPr>
          <a:lstStyle/>
          <a:p>
            <a:pPr>
              <a:spcAft>
                <a:spcPts val="0"/>
              </a:spcAft>
              <a:defRPr sz="3800" b="0">
                <a:solidFill>
                  <a:srgbClr val="181D16"/>
                </a:solidFill>
                <a:latin typeface="Arial"/>
              </a:defRPr>
            </a:pPr>
            <a:r>
              <a:t>A good model stays close to the truth</a:t>
            </a:r>
          </a:p>
        </p:txBody>
      </p:sp>
      <p:sp>
        <p:nvSpPr>
          <p:cNvPr id="4" name="TextBox 3"/>
          <p:cNvSpPr txBox="1"/>
          <p:nvPr/>
        </p:nvSpPr>
        <p:spPr>
          <a:xfrm>
            <a:off x="10917936" y="6510528"/>
            <a:ext cx="685800" cy="201168"/>
          </a:xfrm>
          <a:prstGeom prst="rect">
            <a:avLst/>
          </a:prstGeom>
          <a:noFill/>
        </p:spPr>
        <p:txBody>
          <a:bodyPr wrap="square" lIns="0" rIns="0" tIns="0" bIns="0">
            <a:spAutoFit/>
          </a:bodyPr>
          <a:lstStyle/>
          <a:p>
            <a:pPr>
              <a:spcAft>
                <a:spcPts val="0"/>
              </a:spcAft>
              <a:defRPr sz="1100" b="0">
                <a:solidFill>
                  <a:srgbClr val="686C66"/>
                </a:solidFill>
                <a:latin typeface="Arial"/>
              </a:defRPr>
            </a:pPr>
            <a:r>
              <a:t>07/09</a:t>
            </a:r>
          </a:p>
        </p:txBody>
      </p:sp>
      <p:cxnSp>
        <p:nvCxnSpPr>
          <p:cNvPr id="5" name="Connector 4"/>
          <p:cNvCxnSpPr/>
          <p:nvPr/>
        </p:nvCxnSpPr>
        <p:spPr>
          <a:xfrm>
            <a:off x="896112" y="5522976"/>
            <a:ext cx="6510528" cy="0"/>
          </a:xfrm>
          <a:prstGeom prst="line">
            <a:avLst/>
          </a:prstGeom>
          <a:ln w="12700">
            <a:solidFill>
              <a:srgbClr val="D4D6D0"/>
            </a:solidFill>
          </a:ln>
        </p:spPr>
        <p:style>
          <a:lnRef idx="2">
            <a:schemeClr val="accent1"/>
          </a:lnRef>
          <a:fillRef idx="0">
            <a:schemeClr val="accent1"/>
          </a:fillRef>
          <a:effectRef idx="0">
            <a:schemeClr val="accent1"/>
          </a:effectRef>
          <a:fontRef idx="minor">
            <a:schemeClr val="tx1"/>
          </a:fontRef>
        </p:style>
      </p:cxnSp>
      <p:cxnSp>
        <p:nvCxnSpPr>
          <p:cNvPr id="6" name="Connector 5"/>
          <p:cNvCxnSpPr/>
          <p:nvPr/>
        </p:nvCxnSpPr>
        <p:spPr>
          <a:xfrm>
            <a:off x="896112" y="2688336"/>
            <a:ext cx="0" cy="2834640"/>
          </a:xfrm>
          <a:prstGeom prst="line">
            <a:avLst/>
          </a:prstGeom>
          <a:ln w="12700">
            <a:solidFill>
              <a:srgbClr val="D4D6D0"/>
            </a:solidFill>
          </a:ln>
        </p:spPr>
        <p:style>
          <a:lnRef idx="2">
            <a:schemeClr val="accent1"/>
          </a:lnRef>
          <a:fillRef idx="0">
            <a:schemeClr val="accent1"/>
          </a:fillRef>
          <a:effectRef idx="0">
            <a:schemeClr val="accent1"/>
          </a:effectRef>
          <a:fontRef idx="minor">
            <a:schemeClr val="tx1"/>
          </a:fontRef>
        </p:style>
      </p:cxnSp>
      <p:sp>
        <p:nvSpPr>
          <p:cNvPr id="7" name="TextBox 6"/>
          <p:cNvSpPr txBox="1"/>
          <p:nvPr/>
        </p:nvSpPr>
        <p:spPr>
          <a:xfrm>
            <a:off x="7315200" y="5614416"/>
            <a:ext cx="640080" cy="274320"/>
          </a:xfrm>
          <a:prstGeom prst="rect">
            <a:avLst/>
          </a:prstGeom>
          <a:noFill/>
        </p:spPr>
        <p:txBody>
          <a:bodyPr wrap="square" lIns="0" rIns="0" tIns="0" bIns="0">
            <a:spAutoFit/>
          </a:bodyPr>
          <a:lstStyle/>
          <a:p>
            <a:pPr>
              <a:spcAft>
                <a:spcPts val="0"/>
              </a:spcAft>
              <a:defRPr sz="1400" b="0">
                <a:solidFill>
                  <a:srgbClr val="686C66"/>
                </a:solidFill>
                <a:latin typeface="Arial"/>
              </a:defRPr>
            </a:pPr>
            <a:r>
              <a:t>x</a:t>
            </a:r>
          </a:p>
        </p:txBody>
      </p:sp>
      <p:sp>
        <p:nvSpPr>
          <p:cNvPr id="8" name="TextBox 7"/>
          <p:cNvSpPr txBox="1"/>
          <p:nvPr/>
        </p:nvSpPr>
        <p:spPr>
          <a:xfrm>
            <a:off x="621792" y="2505456"/>
            <a:ext cx="914400" cy="274320"/>
          </a:xfrm>
          <a:prstGeom prst="rect">
            <a:avLst/>
          </a:prstGeom>
          <a:noFill/>
        </p:spPr>
        <p:txBody>
          <a:bodyPr wrap="square" lIns="0" rIns="0" tIns="0" bIns="0">
            <a:spAutoFit/>
          </a:bodyPr>
          <a:lstStyle/>
          <a:p>
            <a:pPr>
              <a:spcAft>
                <a:spcPts val="0"/>
              </a:spcAft>
              <a:defRPr sz="1400" b="0">
                <a:solidFill>
                  <a:srgbClr val="686C66"/>
                </a:solidFill>
                <a:latin typeface="Arial"/>
              </a:defRPr>
            </a:pPr>
            <a:r>
              <a:t>y</a:t>
            </a:r>
          </a:p>
        </p:txBody>
      </p:sp>
      <p:sp>
        <p:nvSpPr>
          <p:cNvPr id="9" name="Freeform 8"/>
          <p:cNvSpPr/>
          <p:nvPr/>
        </p:nvSpPr>
        <p:spPr>
          <a:xfrm>
            <a:off x="896112" y="2906878"/>
            <a:ext cx="6510528" cy="1872691"/>
          </a:xfrm>
          <a:custGeom>
            <a:avLst/>
            <a:gdLst/>
            <a:ahLst/>
            <a:cxnLst/>
            <a:rect l="l" t="t" r="r" b="b"/>
            <a:pathLst>
              <a:path w="7120" h="2048">
                <a:moveTo>
                  <a:pt x="0" y="796"/>
                </a:moveTo>
                <a:lnTo>
                  <a:pt x="18" y="810"/>
                </a:lnTo>
                <a:lnTo>
                  <a:pt x="36" y="824"/>
                </a:lnTo>
                <a:lnTo>
                  <a:pt x="54" y="838"/>
                </a:lnTo>
                <a:lnTo>
                  <a:pt x="71" y="852"/>
                </a:lnTo>
                <a:lnTo>
                  <a:pt x="89" y="866"/>
                </a:lnTo>
                <a:lnTo>
                  <a:pt x="107" y="880"/>
                </a:lnTo>
                <a:lnTo>
                  <a:pt x="125" y="894"/>
                </a:lnTo>
                <a:lnTo>
                  <a:pt x="143" y="907"/>
                </a:lnTo>
                <a:lnTo>
                  <a:pt x="161" y="921"/>
                </a:lnTo>
                <a:lnTo>
                  <a:pt x="178" y="935"/>
                </a:lnTo>
                <a:lnTo>
                  <a:pt x="196" y="948"/>
                </a:lnTo>
                <a:lnTo>
                  <a:pt x="214" y="961"/>
                </a:lnTo>
                <a:lnTo>
                  <a:pt x="232" y="975"/>
                </a:lnTo>
                <a:lnTo>
                  <a:pt x="250" y="988"/>
                </a:lnTo>
                <a:lnTo>
                  <a:pt x="268" y="1001"/>
                </a:lnTo>
                <a:lnTo>
                  <a:pt x="286" y="1014"/>
                </a:lnTo>
                <a:lnTo>
                  <a:pt x="303" y="1027"/>
                </a:lnTo>
                <a:lnTo>
                  <a:pt x="321" y="1040"/>
                </a:lnTo>
                <a:lnTo>
                  <a:pt x="339" y="1053"/>
                </a:lnTo>
                <a:lnTo>
                  <a:pt x="357" y="1065"/>
                </a:lnTo>
                <a:lnTo>
                  <a:pt x="375" y="1078"/>
                </a:lnTo>
                <a:lnTo>
                  <a:pt x="393" y="1091"/>
                </a:lnTo>
                <a:lnTo>
                  <a:pt x="410" y="1103"/>
                </a:lnTo>
                <a:lnTo>
                  <a:pt x="428" y="1115"/>
                </a:lnTo>
                <a:lnTo>
                  <a:pt x="446" y="1128"/>
                </a:lnTo>
                <a:lnTo>
                  <a:pt x="464" y="1140"/>
                </a:lnTo>
                <a:lnTo>
                  <a:pt x="482" y="1152"/>
                </a:lnTo>
                <a:lnTo>
                  <a:pt x="500" y="1164"/>
                </a:lnTo>
                <a:lnTo>
                  <a:pt x="517" y="1176"/>
                </a:lnTo>
                <a:lnTo>
                  <a:pt x="535" y="1188"/>
                </a:lnTo>
                <a:lnTo>
                  <a:pt x="553" y="1200"/>
                </a:lnTo>
                <a:lnTo>
                  <a:pt x="571" y="1212"/>
                </a:lnTo>
                <a:lnTo>
                  <a:pt x="589" y="1223"/>
                </a:lnTo>
                <a:lnTo>
                  <a:pt x="607" y="1235"/>
                </a:lnTo>
                <a:lnTo>
                  <a:pt x="625" y="1246"/>
                </a:lnTo>
                <a:lnTo>
                  <a:pt x="642" y="1258"/>
                </a:lnTo>
                <a:lnTo>
                  <a:pt x="660" y="1269"/>
                </a:lnTo>
                <a:lnTo>
                  <a:pt x="678" y="1280"/>
                </a:lnTo>
                <a:lnTo>
                  <a:pt x="696" y="1291"/>
                </a:lnTo>
                <a:lnTo>
                  <a:pt x="714" y="1303"/>
                </a:lnTo>
                <a:lnTo>
                  <a:pt x="732" y="1314"/>
                </a:lnTo>
                <a:lnTo>
                  <a:pt x="749" y="1324"/>
                </a:lnTo>
                <a:lnTo>
                  <a:pt x="767" y="1335"/>
                </a:lnTo>
                <a:lnTo>
                  <a:pt x="785" y="1346"/>
                </a:lnTo>
                <a:lnTo>
                  <a:pt x="803" y="1357"/>
                </a:lnTo>
                <a:lnTo>
                  <a:pt x="821" y="1367"/>
                </a:lnTo>
                <a:lnTo>
                  <a:pt x="839" y="1378"/>
                </a:lnTo>
                <a:lnTo>
                  <a:pt x="857" y="1388"/>
                </a:lnTo>
                <a:lnTo>
                  <a:pt x="874" y="1399"/>
                </a:lnTo>
                <a:lnTo>
                  <a:pt x="892" y="1409"/>
                </a:lnTo>
                <a:lnTo>
                  <a:pt x="910" y="1419"/>
                </a:lnTo>
                <a:lnTo>
                  <a:pt x="928" y="1429"/>
                </a:lnTo>
                <a:lnTo>
                  <a:pt x="946" y="1439"/>
                </a:lnTo>
                <a:lnTo>
                  <a:pt x="964" y="1449"/>
                </a:lnTo>
                <a:lnTo>
                  <a:pt x="981" y="1459"/>
                </a:lnTo>
                <a:lnTo>
                  <a:pt x="999" y="1469"/>
                </a:lnTo>
                <a:lnTo>
                  <a:pt x="1017" y="1478"/>
                </a:lnTo>
                <a:lnTo>
                  <a:pt x="1035" y="1488"/>
                </a:lnTo>
                <a:lnTo>
                  <a:pt x="1053" y="1498"/>
                </a:lnTo>
                <a:lnTo>
                  <a:pt x="1071" y="1507"/>
                </a:lnTo>
                <a:lnTo>
                  <a:pt x="1089" y="1516"/>
                </a:lnTo>
                <a:lnTo>
                  <a:pt x="1106" y="1526"/>
                </a:lnTo>
                <a:lnTo>
                  <a:pt x="1124" y="1535"/>
                </a:lnTo>
                <a:lnTo>
                  <a:pt x="1142" y="1544"/>
                </a:lnTo>
                <a:lnTo>
                  <a:pt x="1160" y="1553"/>
                </a:lnTo>
                <a:lnTo>
                  <a:pt x="1178" y="1562"/>
                </a:lnTo>
                <a:lnTo>
                  <a:pt x="1196" y="1571"/>
                </a:lnTo>
                <a:lnTo>
                  <a:pt x="1213" y="1580"/>
                </a:lnTo>
                <a:lnTo>
                  <a:pt x="1231" y="1588"/>
                </a:lnTo>
                <a:lnTo>
                  <a:pt x="1249" y="1597"/>
                </a:lnTo>
                <a:lnTo>
                  <a:pt x="1267" y="1605"/>
                </a:lnTo>
                <a:lnTo>
                  <a:pt x="1285" y="1614"/>
                </a:lnTo>
                <a:lnTo>
                  <a:pt x="1303" y="1622"/>
                </a:lnTo>
                <a:lnTo>
                  <a:pt x="1321" y="1631"/>
                </a:lnTo>
                <a:lnTo>
                  <a:pt x="1338" y="1639"/>
                </a:lnTo>
                <a:lnTo>
                  <a:pt x="1356" y="1647"/>
                </a:lnTo>
                <a:lnTo>
                  <a:pt x="1374" y="1655"/>
                </a:lnTo>
                <a:lnTo>
                  <a:pt x="1392" y="1663"/>
                </a:lnTo>
                <a:lnTo>
                  <a:pt x="1410" y="1671"/>
                </a:lnTo>
                <a:lnTo>
                  <a:pt x="1428" y="1679"/>
                </a:lnTo>
                <a:lnTo>
                  <a:pt x="1445" y="1686"/>
                </a:lnTo>
                <a:lnTo>
                  <a:pt x="1463" y="1694"/>
                </a:lnTo>
                <a:lnTo>
                  <a:pt x="1481" y="1702"/>
                </a:lnTo>
                <a:lnTo>
                  <a:pt x="1499" y="1709"/>
                </a:lnTo>
                <a:lnTo>
                  <a:pt x="1517" y="1717"/>
                </a:lnTo>
                <a:lnTo>
                  <a:pt x="1535" y="1724"/>
                </a:lnTo>
                <a:lnTo>
                  <a:pt x="1552" y="1731"/>
                </a:lnTo>
                <a:lnTo>
                  <a:pt x="1570" y="1738"/>
                </a:lnTo>
                <a:lnTo>
                  <a:pt x="1588" y="1745"/>
                </a:lnTo>
                <a:lnTo>
                  <a:pt x="1606" y="1752"/>
                </a:lnTo>
                <a:lnTo>
                  <a:pt x="1624" y="1759"/>
                </a:lnTo>
                <a:lnTo>
                  <a:pt x="1642" y="1766"/>
                </a:lnTo>
                <a:lnTo>
                  <a:pt x="1660" y="1773"/>
                </a:lnTo>
                <a:lnTo>
                  <a:pt x="1677" y="1780"/>
                </a:lnTo>
                <a:lnTo>
                  <a:pt x="1695" y="1786"/>
                </a:lnTo>
                <a:lnTo>
                  <a:pt x="1713" y="1793"/>
                </a:lnTo>
                <a:lnTo>
                  <a:pt x="1731" y="1799"/>
                </a:lnTo>
                <a:lnTo>
                  <a:pt x="1749" y="1805"/>
                </a:lnTo>
                <a:lnTo>
                  <a:pt x="1767" y="1812"/>
                </a:lnTo>
                <a:lnTo>
                  <a:pt x="1784" y="1818"/>
                </a:lnTo>
                <a:lnTo>
                  <a:pt x="1802" y="1824"/>
                </a:lnTo>
                <a:lnTo>
                  <a:pt x="1820" y="1830"/>
                </a:lnTo>
                <a:lnTo>
                  <a:pt x="1838" y="1836"/>
                </a:lnTo>
                <a:lnTo>
                  <a:pt x="1856" y="1842"/>
                </a:lnTo>
                <a:lnTo>
                  <a:pt x="1874" y="1847"/>
                </a:lnTo>
                <a:lnTo>
                  <a:pt x="1892" y="1853"/>
                </a:lnTo>
                <a:lnTo>
                  <a:pt x="1909" y="1859"/>
                </a:lnTo>
                <a:lnTo>
                  <a:pt x="1927" y="1864"/>
                </a:lnTo>
                <a:lnTo>
                  <a:pt x="1945" y="1870"/>
                </a:lnTo>
                <a:lnTo>
                  <a:pt x="1963" y="1875"/>
                </a:lnTo>
                <a:lnTo>
                  <a:pt x="1981" y="1880"/>
                </a:lnTo>
                <a:lnTo>
                  <a:pt x="1999" y="1886"/>
                </a:lnTo>
                <a:lnTo>
                  <a:pt x="2016" y="1891"/>
                </a:lnTo>
                <a:lnTo>
                  <a:pt x="2034" y="1896"/>
                </a:lnTo>
                <a:lnTo>
                  <a:pt x="2052" y="1901"/>
                </a:lnTo>
                <a:lnTo>
                  <a:pt x="2070" y="1906"/>
                </a:lnTo>
                <a:lnTo>
                  <a:pt x="2088" y="1910"/>
                </a:lnTo>
                <a:lnTo>
                  <a:pt x="2106" y="1915"/>
                </a:lnTo>
                <a:lnTo>
                  <a:pt x="2124" y="1920"/>
                </a:lnTo>
                <a:lnTo>
                  <a:pt x="2141" y="1924"/>
                </a:lnTo>
                <a:lnTo>
                  <a:pt x="2159" y="1929"/>
                </a:lnTo>
                <a:lnTo>
                  <a:pt x="2177" y="1933"/>
                </a:lnTo>
                <a:lnTo>
                  <a:pt x="2195" y="1937"/>
                </a:lnTo>
                <a:lnTo>
                  <a:pt x="2213" y="1942"/>
                </a:lnTo>
                <a:lnTo>
                  <a:pt x="2231" y="1946"/>
                </a:lnTo>
                <a:lnTo>
                  <a:pt x="2248" y="1950"/>
                </a:lnTo>
                <a:lnTo>
                  <a:pt x="2266" y="1954"/>
                </a:lnTo>
                <a:lnTo>
                  <a:pt x="2284" y="1958"/>
                </a:lnTo>
                <a:lnTo>
                  <a:pt x="2302" y="1961"/>
                </a:lnTo>
                <a:lnTo>
                  <a:pt x="2320" y="1965"/>
                </a:lnTo>
                <a:lnTo>
                  <a:pt x="2338" y="1969"/>
                </a:lnTo>
                <a:lnTo>
                  <a:pt x="2355" y="1972"/>
                </a:lnTo>
                <a:lnTo>
                  <a:pt x="2373" y="1976"/>
                </a:lnTo>
                <a:lnTo>
                  <a:pt x="2391" y="1979"/>
                </a:lnTo>
                <a:lnTo>
                  <a:pt x="2409" y="1983"/>
                </a:lnTo>
                <a:lnTo>
                  <a:pt x="2427" y="1986"/>
                </a:lnTo>
                <a:lnTo>
                  <a:pt x="2445" y="1989"/>
                </a:lnTo>
                <a:lnTo>
                  <a:pt x="2463" y="1992"/>
                </a:lnTo>
                <a:lnTo>
                  <a:pt x="2480" y="1995"/>
                </a:lnTo>
                <a:lnTo>
                  <a:pt x="2498" y="1998"/>
                </a:lnTo>
                <a:lnTo>
                  <a:pt x="2516" y="2001"/>
                </a:lnTo>
                <a:lnTo>
                  <a:pt x="2534" y="2004"/>
                </a:lnTo>
                <a:lnTo>
                  <a:pt x="2552" y="2006"/>
                </a:lnTo>
                <a:lnTo>
                  <a:pt x="2570" y="2009"/>
                </a:lnTo>
                <a:lnTo>
                  <a:pt x="2587" y="2011"/>
                </a:lnTo>
                <a:lnTo>
                  <a:pt x="2605" y="2014"/>
                </a:lnTo>
                <a:lnTo>
                  <a:pt x="2623" y="2016"/>
                </a:lnTo>
                <a:lnTo>
                  <a:pt x="2641" y="2018"/>
                </a:lnTo>
                <a:lnTo>
                  <a:pt x="2659" y="2020"/>
                </a:lnTo>
                <a:lnTo>
                  <a:pt x="2677" y="2023"/>
                </a:lnTo>
                <a:lnTo>
                  <a:pt x="2695" y="2025"/>
                </a:lnTo>
                <a:lnTo>
                  <a:pt x="2712" y="2026"/>
                </a:lnTo>
                <a:lnTo>
                  <a:pt x="2730" y="2028"/>
                </a:lnTo>
                <a:lnTo>
                  <a:pt x="2748" y="2030"/>
                </a:lnTo>
                <a:lnTo>
                  <a:pt x="2766" y="2032"/>
                </a:lnTo>
                <a:lnTo>
                  <a:pt x="2784" y="2033"/>
                </a:lnTo>
                <a:lnTo>
                  <a:pt x="2802" y="2035"/>
                </a:lnTo>
                <a:lnTo>
                  <a:pt x="2819" y="2036"/>
                </a:lnTo>
                <a:lnTo>
                  <a:pt x="2837" y="2038"/>
                </a:lnTo>
                <a:lnTo>
                  <a:pt x="2855" y="2039"/>
                </a:lnTo>
                <a:lnTo>
                  <a:pt x="2873" y="2040"/>
                </a:lnTo>
                <a:lnTo>
                  <a:pt x="2891" y="2041"/>
                </a:lnTo>
                <a:lnTo>
                  <a:pt x="2909" y="2042"/>
                </a:lnTo>
                <a:lnTo>
                  <a:pt x="2927" y="2043"/>
                </a:lnTo>
                <a:lnTo>
                  <a:pt x="2944" y="2044"/>
                </a:lnTo>
                <a:lnTo>
                  <a:pt x="2962" y="2045"/>
                </a:lnTo>
                <a:lnTo>
                  <a:pt x="2980" y="2046"/>
                </a:lnTo>
                <a:lnTo>
                  <a:pt x="2998" y="2046"/>
                </a:lnTo>
                <a:lnTo>
                  <a:pt x="3016" y="2047"/>
                </a:lnTo>
                <a:lnTo>
                  <a:pt x="3034" y="2047"/>
                </a:lnTo>
                <a:lnTo>
                  <a:pt x="3051" y="2048"/>
                </a:lnTo>
                <a:lnTo>
                  <a:pt x="3069" y="2048"/>
                </a:lnTo>
                <a:lnTo>
                  <a:pt x="3087" y="2048"/>
                </a:lnTo>
                <a:lnTo>
                  <a:pt x="3105" y="2048"/>
                </a:lnTo>
                <a:lnTo>
                  <a:pt x="3123" y="2048"/>
                </a:lnTo>
                <a:lnTo>
                  <a:pt x="3141" y="2048"/>
                </a:lnTo>
                <a:lnTo>
                  <a:pt x="3158" y="2048"/>
                </a:lnTo>
                <a:lnTo>
                  <a:pt x="3176" y="2048"/>
                </a:lnTo>
                <a:lnTo>
                  <a:pt x="3194" y="2048"/>
                </a:lnTo>
                <a:lnTo>
                  <a:pt x="3212" y="2047"/>
                </a:lnTo>
                <a:lnTo>
                  <a:pt x="3230" y="2047"/>
                </a:lnTo>
                <a:lnTo>
                  <a:pt x="3248" y="2046"/>
                </a:lnTo>
                <a:lnTo>
                  <a:pt x="3266" y="2046"/>
                </a:lnTo>
                <a:lnTo>
                  <a:pt x="3283" y="2045"/>
                </a:lnTo>
                <a:lnTo>
                  <a:pt x="3301" y="2044"/>
                </a:lnTo>
                <a:lnTo>
                  <a:pt x="3319" y="2043"/>
                </a:lnTo>
                <a:lnTo>
                  <a:pt x="3337" y="2043"/>
                </a:lnTo>
                <a:lnTo>
                  <a:pt x="3355" y="2041"/>
                </a:lnTo>
                <a:lnTo>
                  <a:pt x="3373" y="2040"/>
                </a:lnTo>
                <a:lnTo>
                  <a:pt x="3390" y="2039"/>
                </a:lnTo>
                <a:lnTo>
                  <a:pt x="3408" y="2038"/>
                </a:lnTo>
                <a:lnTo>
                  <a:pt x="3426" y="2037"/>
                </a:lnTo>
                <a:lnTo>
                  <a:pt x="3444" y="2035"/>
                </a:lnTo>
                <a:lnTo>
                  <a:pt x="3462" y="2034"/>
                </a:lnTo>
                <a:lnTo>
                  <a:pt x="3480" y="2032"/>
                </a:lnTo>
                <a:lnTo>
                  <a:pt x="3498" y="2030"/>
                </a:lnTo>
                <a:lnTo>
                  <a:pt x="3515" y="2029"/>
                </a:lnTo>
                <a:lnTo>
                  <a:pt x="3533" y="2027"/>
                </a:lnTo>
                <a:lnTo>
                  <a:pt x="3551" y="2025"/>
                </a:lnTo>
                <a:lnTo>
                  <a:pt x="3569" y="2023"/>
                </a:lnTo>
                <a:lnTo>
                  <a:pt x="3587" y="2021"/>
                </a:lnTo>
                <a:lnTo>
                  <a:pt x="3605" y="2019"/>
                </a:lnTo>
                <a:lnTo>
                  <a:pt x="3622" y="2017"/>
                </a:lnTo>
                <a:lnTo>
                  <a:pt x="3640" y="2014"/>
                </a:lnTo>
                <a:lnTo>
                  <a:pt x="3658" y="2012"/>
                </a:lnTo>
                <a:lnTo>
                  <a:pt x="3676" y="2009"/>
                </a:lnTo>
                <a:lnTo>
                  <a:pt x="3694" y="2007"/>
                </a:lnTo>
                <a:lnTo>
                  <a:pt x="3712" y="2004"/>
                </a:lnTo>
                <a:lnTo>
                  <a:pt x="3730" y="2001"/>
                </a:lnTo>
                <a:lnTo>
                  <a:pt x="3747" y="1999"/>
                </a:lnTo>
                <a:lnTo>
                  <a:pt x="3765" y="1996"/>
                </a:lnTo>
                <a:lnTo>
                  <a:pt x="3783" y="1993"/>
                </a:lnTo>
                <a:lnTo>
                  <a:pt x="3801" y="1990"/>
                </a:lnTo>
                <a:lnTo>
                  <a:pt x="3819" y="1986"/>
                </a:lnTo>
                <a:lnTo>
                  <a:pt x="3837" y="1983"/>
                </a:lnTo>
                <a:lnTo>
                  <a:pt x="3854" y="1980"/>
                </a:lnTo>
                <a:lnTo>
                  <a:pt x="3872" y="1977"/>
                </a:lnTo>
                <a:lnTo>
                  <a:pt x="3890" y="1973"/>
                </a:lnTo>
                <a:lnTo>
                  <a:pt x="3908" y="1970"/>
                </a:lnTo>
                <a:lnTo>
                  <a:pt x="3926" y="1966"/>
                </a:lnTo>
                <a:lnTo>
                  <a:pt x="3944" y="1962"/>
                </a:lnTo>
                <a:lnTo>
                  <a:pt x="3962" y="1958"/>
                </a:lnTo>
                <a:lnTo>
                  <a:pt x="3979" y="1955"/>
                </a:lnTo>
                <a:lnTo>
                  <a:pt x="3997" y="1951"/>
                </a:lnTo>
                <a:lnTo>
                  <a:pt x="4015" y="1947"/>
                </a:lnTo>
                <a:lnTo>
                  <a:pt x="4033" y="1942"/>
                </a:lnTo>
                <a:lnTo>
                  <a:pt x="4051" y="1938"/>
                </a:lnTo>
                <a:lnTo>
                  <a:pt x="4069" y="1934"/>
                </a:lnTo>
                <a:lnTo>
                  <a:pt x="4086" y="1930"/>
                </a:lnTo>
                <a:lnTo>
                  <a:pt x="4104" y="1925"/>
                </a:lnTo>
                <a:lnTo>
                  <a:pt x="4122" y="1921"/>
                </a:lnTo>
                <a:lnTo>
                  <a:pt x="4140" y="1916"/>
                </a:lnTo>
                <a:lnTo>
                  <a:pt x="4158" y="1911"/>
                </a:lnTo>
                <a:lnTo>
                  <a:pt x="4176" y="1907"/>
                </a:lnTo>
                <a:lnTo>
                  <a:pt x="4193" y="1902"/>
                </a:lnTo>
                <a:lnTo>
                  <a:pt x="4211" y="1897"/>
                </a:lnTo>
                <a:lnTo>
                  <a:pt x="4229" y="1892"/>
                </a:lnTo>
                <a:lnTo>
                  <a:pt x="4247" y="1887"/>
                </a:lnTo>
                <a:lnTo>
                  <a:pt x="4265" y="1882"/>
                </a:lnTo>
                <a:lnTo>
                  <a:pt x="4283" y="1876"/>
                </a:lnTo>
                <a:lnTo>
                  <a:pt x="4301" y="1871"/>
                </a:lnTo>
                <a:lnTo>
                  <a:pt x="4318" y="1865"/>
                </a:lnTo>
                <a:lnTo>
                  <a:pt x="4336" y="1860"/>
                </a:lnTo>
                <a:lnTo>
                  <a:pt x="4354" y="1854"/>
                </a:lnTo>
                <a:lnTo>
                  <a:pt x="4372" y="1849"/>
                </a:lnTo>
                <a:lnTo>
                  <a:pt x="4390" y="1843"/>
                </a:lnTo>
                <a:lnTo>
                  <a:pt x="4408" y="1837"/>
                </a:lnTo>
                <a:lnTo>
                  <a:pt x="4425" y="1831"/>
                </a:lnTo>
                <a:lnTo>
                  <a:pt x="4443" y="1825"/>
                </a:lnTo>
                <a:lnTo>
                  <a:pt x="4461" y="1819"/>
                </a:lnTo>
                <a:lnTo>
                  <a:pt x="4479" y="1813"/>
                </a:lnTo>
                <a:lnTo>
                  <a:pt x="4497" y="1807"/>
                </a:lnTo>
                <a:lnTo>
                  <a:pt x="4515" y="1800"/>
                </a:lnTo>
                <a:lnTo>
                  <a:pt x="4533" y="1794"/>
                </a:lnTo>
                <a:lnTo>
                  <a:pt x="4550" y="1788"/>
                </a:lnTo>
                <a:lnTo>
                  <a:pt x="4568" y="1781"/>
                </a:lnTo>
                <a:lnTo>
                  <a:pt x="4586" y="1774"/>
                </a:lnTo>
                <a:lnTo>
                  <a:pt x="4604" y="1768"/>
                </a:lnTo>
                <a:lnTo>
                  <a:pt x="4622" y="1761"/>
                </a:lnTo>
                <a:lnTo>
                  <a:pt x="4640" y="1754"/>
                </a:lnTo>
                <a:lnTo>
                  <a:pt x="4657" y="1747"/>
                </a:lnTo>
                <a:lnTo>
                  <a:pt x="4675" y="1740"/>
                </a:lnTo>
                <a:lnTo>
                  <a:pt x="4693" y="1733"/>
                </a:lnTo>
                <a:lnTo>
                  <a:pt x="4711" y="1725"/>
                </a:lnTo>
                <a:lnTo>
                  <a:pt x="4729" y="1718"/>
                </a:lnTo>
                <a:lnTo>
                  <a:pt x="4747" y="1711"/>
                </a:lnTo>
                <a:lnTo>
                  <a:pt x="4765" y="1703"/>
                </a:lnTo>
                <a:lnTo>
                  <a:pt x="4782" y="1696"/>
                </a:lnTo>
                <a:lnTo>
                  <a:pt x="4800" y="1688"/>
                </a:lnTo>
                <a:lnTo>
                  <a:pt x="4818" y="1680"/>
                </a:lnTo>
                <a:lnTo>
                  <a:pt x="4836" y="1673"/>
                </a:lnTo>
                <a:lnTo>
                  <a:pt x="4854" y="1665"/>
                </a:lnTo>
                <a:lnTo>
                  <a:pt x="4872" y="1657"/>
                </a:lnTo>
                <a:lnTo>
                  <a:pt x="4889" y="1649"/>
                </a:lnTo>
                <a:lnTo>
                  <a:pt x="4907" y="1641"/>
                </a:lnTo>
                <a:lnTo>
                  <a:pt x="4925" y="1632"/>
                </a:lnTo>
                <a:lnTo>
                  <a:pt x="4943" y="1624"/>
                </a:lnTo>
                <a:lnTo>
                  <a:pt x="4961" y="1616"/>
                </a:lnTo>
                <a:lnTo>
                  <a:pt x="4979" y="1607"/>
                </a:lnTo>
                <a:lnTo>
                  <a:pt x="4996" y="1599"/>
                </a:lnTo>
                <a:lnTo>
                  <a:pt x="5014" y="1590"/>
                </a:lnTo>
                <a:lnTo>
                  <a:pt x="5032" y="1581"/>
                </a:lnTo>
                <a:lnTo>
                  <a:pt x="5050" y="1573"/>
                </a:lnTo>
                <a:lnTo>
                  <a:pt x="5068" y="1564"/>
                </a:lnTo>
                <a:lnTo>
                  <a:pt x="5086" y="1555"/>
                </a:lnTo>
                <a:lnTo>
                  <a:pt x="5104" y="1546"/>
                </a:lnTo>
                <a:lnTo>
                  <a:pt x="5121" y="1537"/>
                </a:lnTo>
                <a:lnTo>
                  <a:pt x="5139" y="1528"/>
                </a:lnTo>
                <a:lnTo>
                  <a:pt x="5157" y="1518"/>
                </a:lnTo>
                <a:lnTo>
                  <a:pt x="5175" y="1509"/>
                </a:lnTo>
                <a:lnTo>
                  <a:pt x="5193" y="1500"/>
                </a:lnTo>
                <a:lnTo>
                  <a:pt x="5211" y="1490"/>
                </a:lnTo>
                <a:lnTo>
                  <a:pt x="5228" y="1480"/>
                </a:lnTo>
                <a:lnTo>
                  <a:pt x="5246" y="1471"/>
                </a:lnTo>
                <a:lnTo>
                  <a:pt x="5264" y="1461"/>
                </a:lnTo>
                <a:lnTo>
                  <a:pt x="5282" y="1451"/>
                </a:lnTo>
                <a:lnTo>
                  <a:pt x="5300" y="1441"/>
                </a:lnTo>
                <a:lnTo>
                  <a:pt x="5318" y="1431"/>
                </a:lnTo>
                <a:lnTo>
                  <a:pt x="5336" y="1421"/>
                </a:lnTo>
                <a:lnTo>
                  <a:pt x="5353" y="1411"/>
                </a:lnTo>
                <a:lnTo>
                  <a:pt x="5371" y="1401"/>
                </a:lnTo>
                <a:lnTo>
                  <a:pt x="5389" y="1390"/>
                </a:lnTo>
                <a:lnTo>
                  <a:pt x="5407" y="1380"/>
                </a:lnTo>
                <a:lnTo>
                  <a:pt x="5425" y="1370"/>
                </a:lnTo>
                <a:lnTo>
                  <a:pt x="5443" y="1359"/>
                </a:lnTo>
                <a:lnTo>
                  <a:pt x="5460" y="1348"/>
                </a:lnTo>
                <a:lnTo>
                  <a:pt x="5478" y="1338"/>
                </a:lnTo>
                <a:lnTo>
                  <a:pt x="5496" y="1327"/>
                </a:lnTo>
                <a:lnTo>
                  <a:pt x="5514" y="1316"/>
                </a:lnTo>
                <a:lnTo>
                  <a:pt x="5532" y="1305"/>
                </a:lnTo>
                <a:lnTo>
                  <a:pt x="5550" y="1294"/>
                </a:lnTo>
                <a:lnTo>
                  <a:pt x="5568" y="1283"/>
                </a:lnTo>
                <a:lnTo>
                  <a:pt x="5585" y="1271"/>
                </a:lnTo>
                <a:lnTo>
                  <a:pt x="5603" y="1260"/>
                </a:lnTo>
                <a:lnTo>
                  <a:pt x="5621" y="1249"/>
                </a:lnTo>
                <a:lnTo>
                  <a:pt x="5639" y="1237"/>
                </a:lnTo>
                <a:lnTo>
                  <a:pt x="5657" y="1226"/>
                </a:lnTo>
                <a:lnTo>
                  <a:pt x="5675" y="1214"/>
                </a:lnTo>
                <a:lnTo>
                  <a:pt x="5692" y="1202"/>
                </a:lnTo>
                <a:lnTo>
                  <a:pt x="5710" y="1191"/>
                </a:lnTo>
                <a:lnTo>
                  <a:pt x="5728" y="1179"/>
                </a:lnTo>
                <a:lnTo>
                  <a:pt x="5746" y="1167"/>
                </a:lnTo>
                <a:lnTo>
                  <a:pt x="5764" y="1155"/>
                </a:lnTo>
                <a:lnTo>
                  <a:pt x="5782" y="1143"/>
                </a:lnTo>
                <a:lnTo>
                  <a:pt x="5799" y="1130"/>
                </a:lnTo>
                <a:lnTo>
                  <a:pt x="5817" y="1118"/>
                </a:lnTo>
                <a:lnTo>
                  <a:pt x="5835" y="1106"/>
                </a:lnTo>
                <a:lnTo>
                  <a:pt x="5853" y="1093"/>
                </a:lnTo>
                <a:lnTo>
                  <a:pt x="5871" y="1081"/>
                </a:lnTo>
                <a:lnTo>
                  <a:pt x="5889" y="1068"/>
                </a:lnTo>
                <a:lnTo>
                  <a:pt x="5907" y="1055"/>
                </a:lnTo>
                <a:lnTo>
                  <a:pt x="5924" y="1043"/>
                </a:lnTo>
                <a:lnTo>
                  <a:pt x="5942" y="1030"/>
                </a:lnTo>
                <a:lnTo>
                  <a:pt x="5960" y="1017"/>
                </a:lnTo>
                <a:lnTo>
                  <a:pt x="5978" y="1004"/>
                </a:lnTo>
                <a:lnTo>
                  <a:pt x="5996" y="991"/>
                </a:lnTo>
                <a:lnTo>
                  <a:pt x="6014" y="978"/>
                </a:lnTo>
                <a:lnTo>
                  <a:pt x="6031" y="964"/>
                </a:lnTo>
                <a:lnTo>
                  <a:pt x="6049" y="951"/>
                </a:lnTo>
                <a:lnTo>
                  <a:pt x="6067" y="937"/>
                </a:lnTo>
                <a:lnTo>
                  <a:pt x="6085" y="924"/>
                </a:lnTo>
                <a:lnTo>
                  <a:pt x="6103" y="910"/>
                </a:lnTo>
                <a:lnTo>
                  <a:pt x="6121" y="897"/>
                </a:lnTo>
                <a:lnTo>
                  <a:pt x="6139" y="883"/>
                </a:lnTo>
                <a:lnTo>
                  <a:pt x="6156" y="869"/>
                </a:lnTo>
                <a:lnTo>
                  <a:pt x="6174" y="855"/>
                </a:lnTo>
                <a:lnTo>
                  <a:pt x="6192" y="841"/>
                </a:lnTo>
                <a:lnTo>
                  <a:pt x="6210" y="827"/>
                </a:lnTo>
                <a:lnTo>
                  <a:pt x="6228" y="813"/>
                </a:lnTo>
                <a:lnTo>
                  <a:pt x="6246" y="799"/>
                </a:lnTo>
                <a:lnTo>
                  <a:pt x="6263" y="784"/>
                </a:lnTo>
                <a:lnTo>
                  <a:pt x="6281" y="770"/>
                </a:lnTo>
                <a:lnTo>
                  <a:pt x="6299" y="755"/>
                </a:lnTo>
                <a:lnTo>
                  <a:pt x="6317" y="741"/>
                </a:lnTo>
                <a:lnTo>
                  <a:pt x="6335" y="726"/>
                </a:lnTo>
                <a:lnTo>
                  <a:pt x="6353" y="711"/>
                </a:lnTo>
                <a:lnTo>
                  <a:pt x="6371" y="697"/>
                </a:lnTo>
                <a:lnTo>
                  <a:pt x="6388" y="682"/>
                </a:lnTo>
                <a:lnTo>
                  <a:pt x="6406" y="667"/>
                </a:lnTo>
                <a:lnTo>
                  <a:pt x="6424" y="652"/>
                </a:lnTo>
                <a:lnTo>
                  <a:pt x="6442" y="636"/>
                </a:lnTo>
                <a:lnTo>
                  <a:pt x="6460" y="621"/>
                </a:lnTo>
                <a:lnTo>
                  <a:pt x="6478" y="606"/>
                </a:lnTo>
                <a:lnTo>
                  <a:pt x="6495" y="591"/>
                </a:lnTo>
                <a:lnTo>
                  <a:pt x="6513" y="575"/>
                </a:lnTo>
                <a:lnTo>
                  <a:pt x="6531" y="560"/>
                </a:lnTo>
                <a:lnTo>
                  <a:pt x="6549" y="544"/>
                </a:lnTo>
                <a:lnTo>
                  <a:pt x="6567" y="528"/>
                </a:lnTo>
                <a:lnTo>
                  <a:pt x="6585" y="512"/>
                </a:lnTo>
                <a:lnTo>
                  <a:pt x="6603" y="496"/>
                </a:lnTo>
                <a:lnTo>
                  <a:pt x="6620" y="481"/>
                </a:lnTo>
                <a:lnTo>
                  <a:pt x="6638" y="464"/>
                </a:lnTo>
                <a:lnTo>
                  <a:pt x="6656" y="448"/>
                </a:lnTo>
                <a:lnTo>
                  <a:pt x="6674" y="432"/>
                </a:lnTo>
                <a:lnTo>
                  <a:pt x="6692" y="416"/>
                </a:lnTo>
                <a:lnTo>
                  <a:pt x="6710" y="399"/>
                </a:lnTo>
                <a:lnTo>
                  <a:pt x="6727" y="383"/>
                </a:lnTo>
                <a:lnTo>
                  <a:pt x="6745" y="366"/>
                </a:lnTo>
                <a:lnTo>
                  <a:pt x="6763" y="350"/>
                </a:lnTo>
                <a:lnTo>
                  <a:pt x="6781" y="333"/>
                </a:lnTo>
                <a:lnTo>
                  <a:pt x="6799" y="316"/>
                </a:lnTo>
                <a:lnTo>
                  <a:pt x="6817" y="300"/>
                </a:lnTo>
                <a:lnTo>
                  <a:pt x="6834" y="283"/>
                </a:lnTo>
                <a:lnTo>
                  <a:pt x="6852" y="266"/>
                </a:lnTo>
                <a:lnTo>
                  <a:pt x="6870" y="248"/>
                </a:lnTo>
                <a:lnTo>
                  <a:pt x="6888" y="231"/>
                </a:lnTo>
                <a:lnTo>
                  <a:pt x="6906" y="214"/>
                </a:lnTo>
                <a:lnTo>
                  <a:pt x="6924" y="197"/>
                </a:lnTo>
                <a:lnTo>
                  <a:pt x="6942" y="179"/>
                </a:lnTo>
                <a:lnTo>
                  <a:pt x="6959" y="162"/>
                </a:lnTo>
                <a:lnTo>
                  <a:pt x="6977" y="144"/>
                </a:lnTo>
                <a:lnTo>
                  <a:pt x="6995" y="126"/>
                </a:lnTo>
                <a:lnTo>
                  <a:pt x="7013" y="109"/>
                </a:lnTo>
                <a:lnTo>
                  <a:pt x="7031" y="91"/>
                </a:lnTo>
                <a:lnTo>
                  <a:pt x="7049" y="73"/>
                </a:lnTo>
                <a:lnTo>
                  <a:pt x="7066" y="55"/>
                </a:lnTo>
                <a:lnTo>
                  <a:pt x="7084" y="37"/>
                </a:lnTo>
                <a:lnTo>
                  <a:pt x="7102" y="19"/>
                </a:lnTo>
                <a:lnTo>
                  <a:pt x="7120" y="0"/>
                </a:lnTo>
              </a:path>
            </a:pathLst>
          </a:custGeom>
          <a:noFill/>
          <a:ln w="19050">
            <a:solidFill>
              <a:srgbClr val="C4B8DC"/>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0" name="Freeform 9"/>
          <p:cNvSpPr/>
          <p:nvPr/>
        </p:nvSpPr>
        <p:spPr>
          <a:xfrm>
            <a:off x="896112" y="3258922"/>
            <a:ext cx="6510528" cy="1591056"/>
          </a:xfrm>
          <a:custGeom>
            <a:avLst/>
            <a:gdLst/>
            <a:ahLst/>
            <a:cxnLst/>
            <a:rect l="l" t="t" r="r" b="b"/>
            <a:pathLst>
              <a:path w="7120" h="1740">
                <a:moveTo>
                  <a:pt x="0" y="432"/>
                </a:moveTo>
                <a:lnTo>
                  <a:pt x="18" y="446"/>
                </a:lnTo>
                <a:lnTo>
                  <a:pt x="36" y="460"/>
                </a:lnTo>
                <a:lnTo>
                  <a:pt x="54" y="474"/>
                </a:lnTo>
                <a:lnTo>
                  <a:pt x="71" y="488"/>
                </a:lnTo>
                <a:lnTo>
                  <a:pt x="89" y="502"/>
                </a:lnTo>
                <a:lnTo>
                  <a:pt x="107" y="515"/>
                </a:lnTo>
                <a:lnTo>
                  <a:pt x="125" y="529"/>
                </a:lnTo>
                <a:lnTo>
                  <a:pt x="143" y="543"/>
                </a:lnTo>
                <a:lnTo>
                  <a:pt x="161" y="556"/>
                </a:lnTo>
                <a:lnTo>
                  <a:pt x="178" y="569"/>
                </a:lnTo>
                <a:lnTo>
                  <a:pt x="196" y="583"/>
                </a:lnTo>
                <a:lnTo>
                  <a:pt x="214" y="596"/>
                </a:lnTo>
                <a:lnTo>
                  <a:pt x="232" y="609"/>
                </a:lnTo>
                <a:lnTo>
                  <a:pt x="250" y="622"/>
                </a:lnTo>
                <a:lnTo>
                  <a:pt x="268" y="635"/>
                </a:lnTo>
                <a:lnTo>
                  <a:pt x="286" y="648"/>
                </a:lnTo>
                <a:lnTo>
                  <a:pt x="303" y="661"/>
                </a:lnTo>
                <a:lnTo>
                  <a:pt x="321" y="674"/>
                </a:lnTo>
                <a:lnTo>
                  <a:pt x="339" y="687"/>
                </a:lnTo>
                <a:lnTo>
                  <a:pt x="357" y="699"/>
                </a:lnTo>
                <a:lnTo>
                  <a:pt x="375" y="712"/>
                </a:lnTo>
                <a:lnTo>
                  <a:pt x="393" y="724"/>
                </a:lnTo>
                <a:lnTo>
                  <a:pt x="410" y="737"/>
                </a:lnTo>
                <a:lnTo>
                  <a:pt x="428" y="749"/>
                </a:lnTo>
                <a:lnTo>
                  <a:pt x="446" y="761"/>
                </a:lnTo>
                <a:lnTo>
                  <a:pt x="464" y="773"/>
                </a:lnTo>
                <a:lnTo>
                  <a:pt x="482" y="786"/>
                </a:lnTo>
                <a:lnTo>
                  <a:pt x="500" y="798"/>
                </a:lnTo>
                <a:lnTo>
                  <a:pt x="517" y="809"/>
                </a:lnTo>
                <a:lnTo>
                  <a:pt x="535" y="821"/>
                </a:lnTo>
                <a:lnTo>
                  <a:pt x="553" y="833"/>
                </a:lnTo>
                <a:lnTo>
                  <a:pt x="571" y="845"/>
                </a:lnTo>
                <a:lnTo>
                  <a:pt x="589" y="857"/>
                </a:lnTo>
                <a:lnTo>
                  <a:pt x="607" y="868"/>
                </a:lnTo>
                <a:lnTo>
                  <a:pt x="625" y="880"/>
                </a:lnTo>
                <a:lnTo>
                  <a:pt x="642" y="891"/>
                </a:lnTo>
                <a:lnTo>
                  <a:pt x="660" y="902"/>
                </a:lnTo>
                <a:lnTo>
                  <a:pt x="678" y="914"/>
                </a:lnTo>
                <a:lnTo>
                  <a:pt x="696" y="925"/>
                </a:lnTo>
                <a:lnTo>
                  <a:pt x="714" y="936"/>
                </a:lnTo>
                <a:lnTo>
                  <a:pt x="732" y="947"/>
                </a:lnTo>
                <a:lnTo>
                  <a:pt x="749" y="958"/>
                </a:lnTo>
                <a:lnTo>
                  <a:pt x="767" y="969"/>
                </a:lnTo>
                <a:lnTo>
                  <a:pt x="785" y="980"/>
                </a:lnTo>
                <a:lnTo>
                  <a:pt x="803" y="990"/>
                </a:lnTo>
                <a:lnTo>
                  <a:pt x="821" y="1001"/>
                </a:lnTo>
                <a:lnTo>
                  <a:pt x="839" y="1011"/>
                </a:lnTo>
                <a:lnTo>
                  <a:pt x="857" y="1022"/>
                </a:lnTo>
                <a:lnTo>
                  <a:pt x="874" y="1032"/>
                </a:lnTo>
                <a:lnTo>
                  <a:pt x="892" y="1043"/>
                </a:lnTo>
                <a:lnTo>
                  <a:pt x="910" y="1053"/>
                </a:lnTo>
                <a:lnTo>
                  <a:pt x="928" y="1063"/>
                </a:lnTo>
                <a:lnTo>
                  <a:pt x="946" y="1073"/>
                </a:lnTo>
                <a:lnTo>
                  <a:pt x="964" y="1083"/>
                </a:lnTo>
                <a:lnTo>
                  <a:pt x="981" y="1093"/>
                </a:lnTo>
                <a:lnTo>
                  <a:pt x="999" y="1103"/>
                </a:lnTo>
                <a:lnTo>
                  <a:pt x="1017" y="1113"/>
                </a:lnTo>
                <a:lnTo>
                  <a:pt x="1035" y="1123"/>
                </a:lnTo>
                <a:lnTo>
                  <a:pt x="1053" y="1132"/>
                </a:lnTo>
                <a:lnTo>
                  <a:pt x="1071" y="1142"/>
                </a:lnTo>
                <a:lnTo>
                  <a:pt x="1089" y="1152"/>
                </a:lnTo>
                <a:lnTo>
                  <a:pt x="1106" y="1161"/>
                </a:lnTo>
                <a:lnTo>
                  <a:pt x="1124" y="1170"/>
                </a:lnTo>
                <a:lnTo>
                  <a:pt x="1142" y="1180"/>
                </a:lnTo>
                <a:lnTo>
                  <a:pt x="1160" y="1189"/>
                </a:lnTo>
                <a:lnTo>
                  <a:pt x="1178" y="1198"/>
                </a:lnTo>
                <a:lnTo>
                  <a:pt x="1196" y="1207"/>
                </a:lnTo>
                <a:lnTo>
                  <a:pt x="1213" y="1216"/>
                </a:lnTo>
                <a:lnTo>
                  <a:pt x="1231" y="1225"/>
                </a:lnTo>
                <a:lnTo>
                  <a:pt x="1249" y="1234"/>
                </a:lnTo>
                <a:lnTo>
                  <a:pt x="1267" y="1242"/>
                </a:lnTo>
                <a:lnTo>
                  <a:pt x="1285" y="1251"/>
                </a:lnTo>
                <a:lnTo>
                  <a:pt x="1303" y="1260"/>
                </a:lnTo>
                <a:lnTo>
                  <a:pt x="1321" y="1268"/>
                </a:lnTo>
                <a:lnTo>
                  <a:pt x="1338" y="1277"/>
                </a:lnTo>
                <a:lnTo>
                  <a:pt x="1356" y="1285"/>
                </a:lnTo>
                <a:lnTo>
                  <a:pt x="1374" y="1293"/>
                </a:lnTo>
                <a:lnTo>
                  <a:pt x="1392" y="1302"/>
                </a:lnTo>
                <a:lnTo>
                  <a:pt x="1410" y="1310"/>
                </a:lnTo>
                <a:lnTo>
                  <a:pt x="1428" y="1318"/>
                </a:lnTo>
                <a:lnTo>
                  <a:pt x="1445" y="1326"/>
                </a:lnTo>
                <a:lnTo>
                  <a:pt x="1463" y="1334"/>
                </a:lnTo>
                <a:lnTo>
                  <a:pt x="1481" y="1341"/>
                </a:lnTo>
                <a:lnTo>
                  <a:pt x="1499" y="1349"/>
                </a:lnTo>
                <a:lnTo>
                  <a:pt x="1517" y="1357"/>
                </a:lnTo>
                <a:lnTo>
                  <a:pt x="1535" y="1364"/>
                </a:lnTo>
                <a:lnTo>
                  <a:pt x="1552" y="1372"/>
                </a:lnTo>
                <a:lnTo>
                  <a:pt x="1570" y="1379"/>
                </a:lnTo>
                <a:lnTo>
                  <a:pt x="1588" y="1387"/>
                </a:lnTo>
                <a:lnTo>
                  <a:pt x="1606" y="1394"/>
                </a:lnTo>
                <a:lnTo>
                  <a:pt x="1624" y="1401"/>
                </a:lnTo>
                <a:lnTo>
                  <a:pt x="1642" y="1408"/>
                </a:lnTo>
                <a:lnTo>
                  <a:pt x="1660" y="1416"/>
                </a:lnTo>
                <a:lnTo>
                  <a:pt x="1677" y="1423"/>
                </a:lnTo>
                <a:lnTo>
                  <a:pt x="1695" y="1429"/>
                </a:lnTo>
                <a:lnTo>
                  <a:pt x="1713" y="1436"/>
                </a:lnTo>
                <a:lnTo>
                  <a:pt x="1731" y="1443"/>
                </a:lnTo>
                <a:lnTo>
                  <a:pt x="1749" y="1450"/>
                </a:lnTo>
                <a:lnTo>
                  <a:pt x="1767" y="1456"/>
                </a:lnTo>
                <a:lnTo>
                  <a:pt x="1784" y="1463"/>
                </a:lnTo>
                <a:lnTo>
                  <a:pt x="1802" y="1469"/>
                </a:lnTo>
                <a:lnTo>
                  <a:pt x="1820" y="1476"/>
                </a:lnTo>
                <a:lnTo>
                  <a:pt x="1838" y="1482"/>
                </a:lnTo>
                <a:lnTo>
                  <a:pt x="1856" y="1488"/>
                </a:lnTo>
                <a:lnTo>
                  <a:pt x="1874" y="1494"/>
                </a:lnTo>
                <a:lnTo>
                  <a:pt x="1892" y="1501"/>
                </a:lnTo>
                <a:lnTo>
                  <a:pt x="1909" y="1507"/>
                </a:lnTo>
                <a:lnTo>
                  <a:pt x="1927" y="1512"/>
                </a:lnTo>
                <a:lnTo>
                  <a:pt x="1945" y="1518"/>
                </a:lnTo>
                <a:lnTo>
                  <a:pt x="1963" y="1524"/>
                </a:lnTo>
                <a:lnTo>
                  <a:pt x="1981" y="1530"/>
                </a:lnTo>
                <a:lnTo>
                  <a:pt x="1999" y="1535"/>
                </a:lnTo>
                <a:lnTo>
                  <a:pt x="2016" y="1541"/>
                </a:lnTo>
                <a:lnTo>
                  <a:pt x="2034" y="1546"/>
                </a:lnTo>
                <a:lnTo>
                  <a:pt x="2052" y="1552"/>
                </a:lnTo>
                <a:lnTo>
                  <a:pt x="2070" y="1557"/>
                </a:lnTo>
                <a:lnTo>
                  <a:pt x="2088" y="1562"/>
                </a:lnTo>
                <a:lnTo>
                  <a:pt x="2106" y="1568"/>
                </a:lnTo>
                <a:lnTo>
                  <a:pt x="2124" y="1573"/>
                </a:lnTo>
                <a:lnTo>
                  <a:pt x="2141" y="1578"/>
                </a:lnTo>
                <a:lnTo>
                  <a:pt x="2159" y="1583"/>
                </a:lnTo>
                <a:lnTo>
                  <a:pt x="2177" y="1587"/>
                </a:lnTo>
                <a:lnTo>
                  <a:pt x="2195" y="1592"/>
                </a:lnTo>
                <a:lnTo>
                  <a:pt x="2213" y="1597"/>
                </a:lnTo>
                <a:lnTo>
                  <a:pt x="2231" y="1602"/>
                </a:lnTo>
                <a:lnTo>
                  <a:pt x="2248" y="1606"/>
                </a:lnTo>
                <a:lnTo>
                  <a:pt x="2266" y="1611"/>
                </a:lnTo>
                <a:lnTo>
                  <a:pt x="2284" y="1615"/>
                </a:lnTo>
                <a:lnTo>
                  <a:pt x="2302" y="1619"/>
                </a:lnTo>
                <a:lnTo>
                  <a:pt x="2320" y="1624"/>
                </a:lnTo>
                <a:lnTo>
                  <a:pt x="2338" y="1628"/>
                </a:lnTo>
                <a:lnTo>
                  <a:pt x="2355" y="1632"/>
                </a:lnTo>
                <a:lnTo>
                  <a:pt x="2373" y="1636"/>
                </a:lnTo>
                <a:lnTo>
                  <a:pt x="2391" y="1640"/>
                </a:lnTo>
                <a:lnTo>
                  <a:pt x="2409" y="1644"/>
                </a:lnTo>
                <a:lnTo>
                  <a:pt x="2427" y="1647"/>
                </a:lnTo>
                <a:lnTo>
                  <a:pt x="2445" y="1651"/>
                </a:lnTo>
                <a:lnTo>
                  <a:pt x="2463" y="1655"/>
                </a:lnTo>
                <a:lnTo>
                  <a:pt x="2480" y="1658"/>
                </a:lnTo>
                <a:lnTo>
                  <a:pt x="2498" y="1662"/>
                </a:lnTo>
                <a:lnTo>
                  <a:pt x="2516" y="1665"/>
                </a:lnTo>
                <a:lnTo>
                  <a:pt x="2534" y="1669"/>
                </a:lnTo>
                <a:lnTo>
                  <a:pt x="2552" y="1672"/>
                </a:lnTo>
                <a:lnTo>
                  <a:pt x="2570" y="1675"/>
                </a:lnTo>
                <a:lnTo>
                  <a:pt x="2587" y="1678"/>
                </a:lnTo>
                <a:lnTo>
                  <a:pt x="2605" y="1681"/>
                </a:lnTo>
                <a:lnTo>
                  <a:pt x="2623" y="1684"/>
                </a:lnTo>
                <a:lnTo>
                  <a:pt x="2641" y="1687"/>
                </a:lnTo>
                <a:lnTo>
                  <a:pt x="2659" y="1690"/>
                </a:lnTo>
                <a:lnTo>
                  <a:pt x="2677" y="1693"/>
                </a:lnTo>
                <a:lnTo>
                  <a:pt x="2695" y="1695"/>
                </a:lnTo>
                <a:lnTo>
                  <a:pt x="2712" y="1698"/>
                </a:lnTo>
                <a:lnTo>
                  <a:pt x="2730" y="1700"/>
                </a:lnTo>
                <a:lnTo>
                  <a:pt x="2748" y="1703"/>
                </a:lnTo>
                <a:lnTo>
                  <a:pt x="2766" y="1705"/>
                </a:lnTo>
                <a:lnTo>
                  <a:pt x="2784" y="1707"/>
                </a:lnTo>
                <a:lnTo>
                  <a:pt x="2802" y="1710"/>
                </a:lnTo>
                <a:lnTo>
                  <a:pt x="2819" y="1712"/>
                </a:lnTo>
                <a:lnTo>
                  <a:pt x="2837" y="1714"/>
                </a:lnTo>
                <a:lnTo>
                  <a:pt x="2855" y="1716"/>
                </a:lnTo>
                <a:lnTo>
                  <a:pt x="2873" y="1718"/>
                </a:lnTo>
                <a:lnTo>
                  <a:pt x="2891" y="1719"/>
                </a:lnTo>
                <a:lnTo>
                  <a:pt x="2909" y="1721"/>
                </a:lnTo>
                <a:lnTo>
                  <a:pt x="2927" y="1723"/>
                </a:lnTo>
                <a:lnTo>
                  <a:pt x="2944" y="1724"/>
                </a:lnTo>
                <a:lnTo>
                  <a:pt x="2962" y="1726"/>
                </a:lnTo>
                <a:lnTo>
                  <a:pt x="2980" y="1727"/>
                </a:lnTo>
                <a:lnTo>
                  <a:pt x="2998" y="1729"/>
                </a:lnTo>
                <a:lnTo>
                  <a:pt x="3016" y="1730"/>
                </a:lnTo>
                <a:lnTo>
                  <a:pt x="3034" y="1731"/>
                </a:lnTo>
                <a:lnTo>
                  <a:pt x="3051" y="1732"/>
                </a:lnTo>
                <a:lnTo>
                  <a:pt x="3069" y="1733"/>
                </a:lnTo>
                <a:lnTo>
                  <a:pt x="3087" y="1734"/>
                </a:lnTo>
                <a:lnTo>
                  <a:pt x="3105" y="1735"/>
                </a:lnTo>
                <a:lnTo>
                  <a:pt x="3123" y="1736"/>
                </a:lnTo>
                <a:lnTo>
                  <a:pt x="3141" y="1737"/>
                </a:lnTo>
                <a:lnTo>
                  <a:pt x="3158" y="1737"/>
                </a:lnTo>
                <a:lnTo>
                  <a:pt x="3176" y="1738"/>
                </a:lnTo>
                <a:lnTo>
                  <a:pt x="3194" y="1738"/>
                </a:lnTo>
                <a:lnTo>
                  <a:pt x="3212" y="1739"/>
                </a:lnTo>
                <a:lnTo>
                  <a:pt x="3230" y="1739"/>
                </a:lnTo>
                <a:lnTo>
                  <a:pt x="3248" y="1740"/>
                </a:lnTo>
                <a:lnTo>
                  <a:pt x="3266" y="1740"/>
                </a:lnTo>
                <a:lnTo>
                  <a:pt x="3283" y="1740"/>
                </a:lnTo>
                <a:lnTo>
                  <a:pt x="3301" y="1740"/>
                </a:lnTo>
                <a:lnTo>
                  <a:pt x="3319" y="1740"/>
                </a:lnTo>
                <a:lnTo>
                  <a:pt x="3337" y="1740"/>
                </a:lnTo>
                <a:lnTo>
                  <a:pt x="3355" y="1740"/>
                </a:lnTo>
                <a:lnTo>
                  <a:pt x="3373" y="1739"/>
                </a:lnTo>
                <a:lnTo>
                  <a:pt x="3390" y="1739"/>
                </a:lnTo>
                <a:lnTo>
                  <a:pt x="3408" y="1739"/>
                </a:lnTo>
                <a:lnTo>
                  <a:pt x="3426" y="1738"/>
                </a:lnTo>
                <a:lnTo>
                  <a:pt x="3444" y="1738"/>
                </a:lnTo>
                <a:lnTo>
                  <a:pt x="3462" y="1737"/>
                </a:lnTo>
                <a:lnTo>
                  <a:pt x="3480" y="1736"/>
                </a:lnTo>
                <a:lnTo>
                  <a:pt x="3498" y="1736"/>
                </a:lnTo>
                <a:lnTo>
                  <a:pt x="3515" y="1735"/>
                </a:lnTo>
                <a:lnTo>
                  <a:pt x="3533" y="1734"/>
                </a:lnTo>
                <a:lnTo>
                  <a:pt x="3551" y="1733"/>
                </a:lnTo>
                <a:lnTo>
                  <a:pt x="3569" y="1732"/>
                </a:lnTo>
                <a:lnTo>
                  <a:pt x="3587" y="1731"/>
                </a:lnTo>
                <a:lnTo>
                  <a:pt x="3605" y="1729"/>
                </a:lnTo>
                <a:lnTo>
                  <a:pt x="3622" y="1728"/>
                </a:lnTo>
                <a:lnTo>
                  <a:pt x="3640" y="1727"/>
                </a:lnTo>
                <a:lnTo>
                  <a:pt x="3658" y="1725"/>
                </a:lnTo>
                <a:lnTo>
                  <a:pt x="3676" y="1724"/>
                </a:lnTo>
                <a:lnTo>
                  <a:pt x="3694" y="1722"/>
                </a:lnTo>
                <a:lnTo>
                  <a:pt x="3712" y="1720"/>
                </a:lnTo>
                <a:lnTo>
                  <a:pt x="3730" y="1719"/>
                </a:lnTo>
                <a:lnTo>
                  <a:pt x="3747" y="1717"/>
                </a:lnTo>
                <a:lnTo>
                  <a:pt x="3765" y="1715"/>
                </a:lnTo>
                <a:lnTo>
                  <a:pt x="3783" y="1713"/>
                </a:lnTo>
                <a:lnTo>
                  <a:pt x="3801" y="1711"/>
                </a:lnTo>
                <a:lnTo>
                  <a:pt x="3819" y="1709"/>
                </a:lnTo>
                <a:lnTo>
                  <a:pt x="3837" y="1706"/>
                </a:lnTo>
                <a:lnTo>
                  <a:pt x="3854" y="1704"/>
                </a:lnTo>
                <a:lnTo>
                  <a:pt x="3872" y="1702"/>
                </a:lnTo>
                <a:lnTo>
                  <a:pt x="3890" y="1699"/>
                </a:lnTo>
                <a:lnTo>
                  <a:pt x="3908" y="1697"/>
                </a:lnTo>
                <a:lnTo>
                  <a:pt x="3926" y="1694"/>
                </a:lnTo>
                <a:lnTo>
                  <a:pt x="3944" y="1691"/>
                </a:lnTo>
                <a:lnTo>
                  <a:pt x="3962" y="1689"/>
                </a:lnTo>
                <a:lnTo>
                  <a:pt x="3979" y="1686"/>
                </a:lnTo>
                <a:lnTo>
                  <a:pt x="3997" y="1683"/>
                </a:lnTo>
                <a:lnTo>
                  <a:pt x="4015" y="1680"/>
                </a:lnTo>
                <a:lnTo>
                  <a:pt x="4033" y="1677"/>
                </a:lnTo>
                <a:lnTo>
                  <a:pt x="4051" y="1674"/>
                </a:lnTo>
                <a:lnTo>
                  <a:pt x="4069" y="1670"/>
                </a:lnTo>
                <a:lnTo>
                  <a:pt x="4086" y="1667"/>
                </a:lnTo>
                <a:lnTo>
                  <a:pt x="4104" y="1664"/>
                </a:lnTo>
                <a:lnTo>
                  <a:pt x="4122" y="1660"/>
                </a:lnTo>
                <a:lnTo>
                  <a:pt x="4140" y="1657"/>
                </a:lnTo>
                <a:lnTo>
                  <a:pt x="4158" y="1653"/>
                </a:lnTo>
                <a:lnTo>
                  <a:pt x="4176" y="1650"/>
                </a:lnTo>
                <a:lnTo>
                  <a:pt x="4193" y="1646"/>
                </a:lnTo>
                <a:lnTo>
                  <a:pt x="4211" y="1642"/>
                </a:lnTo>
                <a:lnTo>
                  <a:pt x="4229" y="1638"/>
                </a:lnTo>
                <a:lnTo>
                  <a:pt x="4247" y="1634"/>
                </a:lnTo>
                <a:lnTo>
                  <a:pt x="4265" y="1630"/>
                </a:lnTo>
                <a:lnTo>
                  <a:pt x="4283" y="1626"/>
                </a:lnTo>
                <a:lnTo>
                  <a:pt x="4301" y="1622"/>
                </a:lnTo>
                <a:lnTo>
                  <a:pt x="4318" y="1617"/>
                </a:lnTo>
                <a:lnTo>
                  <a:pt x="4336" y="1613"/>
                </a:lnTo>
                <a:lnTo>
                  <a:pt x="4354" y="1609"/>
                </a:lnTo>
                <a:lnTo>
                  <a:pt x="4372" y="1604"/>
                </a:lnTo>
                <a:lnTo>
                  <a:pt x="4390" y="1600"/>
                </a:lnTo>
                <a:lnTo>
                  <a:pt x="4408" y="1595"/>
                </a:lnTo>
                <a:lnTo>
                  <a:pt x="4425" y="1590"/>
                </a:lnTo>
                <a:lnTo>
                  <a:pt x="4443" y="1585"/>
                </a:lnTo>
                <a:lnTo>
                  <a:pt x="4461" y="1580"/>
                </a:lnTo>
                <a:lnTo>
                  <a:pt x="4479" y="1575"/>
                </a:lnTo>
                <a:lnTo>
                  <a:pt x="4497" y="1570"/>
                </a:lnTo>
                <a:lnTo>
                  <a:pt x="4515" y="1565"/>
                </a:lnTo>
                <a:lnTo>
                  <a:pt x="4533" y="1560"/>
                </a:lnTo>
                <a:lnTo>
                  <a:pt x="4550" y="1555"/>
                </a:lnTo>
                <a:lnTo>
                  <a:pt x="4568" y="1549"/>
                </a:lnTo>
                <a:lnTo>
                  <a:pt x="4586" y="1544"/>
                </a:lnTo>
                <a:lnTo>
                  <a:pt x="4604" y="1539"/>
                </a:lnTo>
                <a:lnTo>
                  <a:pt x="4622" y="1533"/>
                </a:lnTo>
                <a:lnTo>
                  <a:pt x="4640" y="1527"/>
                </a:lnTo>
                <a:lnTo>
                  <a:pt x="4657" y="1522"/>
                </a:lnTo>
                <a:lnTo>
                  <a:pt x="4675" y="1516"/>
                </a:lnTo>
                <a:lnTo>
                  <a:pt x="4693" y="1510"/>
                </a:lnTo>
                <a:lnTo>
                  <a:pt x="4711" y="1504"/>
                </a:lnTo>
                <a:lnTo>
                  <a:pt x="4729" y="1498"/>
                </a:lnTo>
                <a:lnTo>
                  <a:pt x="4747" y="1492"/>
                </a:lnTo>
                <a:lnTo>
                  <a:pt x="4765" y="1486"/>
                </a:lnTo>
                <a:lnTo>
                  <a:pt x="4782" y="1479"/>
                </a:lnTo>
                <a:lnTo>
                  <a:pt x="4800" y="1473"/>
                </a:lnTo>
                <a:lnTo>
                  <a:pt x="4818" y="1467"/>
                </a:lnTo>
                <a:lnTo>
                  <a:pt x="4836" y="1460"/>
                </a:lnTo>
                <a:lnTo>
                  <a:pt x="4854" y="1453"/>
                </a:lnTo>
                <a:lnTo>
                  <a:pt x="4872" y="1447"/>
                </a:lnTo>
                <a:lnTo>
                  <a:pt x="4889" y="1440"/>
                </a:lnTo>
                <a:lnTo>
                  <a:pt x="4907" y="1433"/>
                </a:lnTo>
                <a:lnTo>
                  <a:pt x="4925" y="1426"/>
                </a:lnTo>
                <a:lnTo>
                  <a:pt x="4943" y="1419"/>
                </a:lnTo>
                <a:lnTo>
                  <a:pt x="4961" y="1412"/>
                </a:lnTo>
                <a:lnTo>
                  <a:pt x="4979" y="1405"/>
                </a:lnTo>
                <a:lnTo>
                  <a:pt x="4996" y="1398"/>
                </a:lnTo>
                <a:lnTo>
                  <a:pt x="5014" y="1391"/>
                </a:lnTo>
                <a:lnTo>
                  <a:pt x="5032" y="1384"/>
                </a:lnTo>
                <a:lnTo>
                  <a:pt x="5050" y="1376"/>
                </a:lnTo>
                <a:lnTo>
                  <a:pt x="5068" y="1369"/>
                </a:lnTo>
                <a:lnTo>
                  <a:pt x="5086" y="1361"/>
                </a:lnTo>
                <a:lnTo>
                  <a:pt x="5104" y="1354"/>
                </a:lnTo>
                <a:lnTo>
                  <a:pt x="5121" y="1346"/>
                </a:lnTo>
                <a:lnTo>
                  <a:pt x="5139" y="1338"/>
                </a:lnTo>
                <a:lnTo>
                  <a:pt x="5157" y="1330"/>
                </a:lnTo>
                <a:lnTo>
                  <a:pt x="5175" y="1322"/>
                </a:lnTo>
                <a:lnTo>
                  <a:pt x="5193" y="1314"/>
                </a:lnTo>
                <a:lnTo>
                  <a:pt x="5211" y="1306"/>
                </a:lnTo>
                <a:lnTo>
                  <a:pt x="5228" y="1298"/>
                </a:lnTo>
                <a:lnTo>
                  <a:pt x="5246" y="1290"/>
                </a:lnTo>
                <a:lnTo>
                  <a:pt x="5264" y="1281"/>
                </a:lnTo>
                <a:lnTo>
                  <a:pt x="5282" y="1273"/>
                </a:lnTo>
                <a:lnTo>
                  <a:pt x="5300" y="1264"/>
                </a:lnTo>
                <a:lnTo>
                  <a:pt x="5318" y="1256"/>
                </a:lnTo>
                <a:lnTo>
                  <a:pt x="5336" y="1247"/>
                </a:lnTo>
                <a:lnTo>
                  <a:pt x="5353" y="1239"/>
                </a:lnTo>
                <a:lnTo>
                  <a:pt x="5371" y="1230"/>
                </a:lnTo>
                <a:lnTo>
                  <a:pt x="5389" y="1221"/>
                </a:lnTo>
                <a:lnTo>
                  <a:pt x="5407" y="1212"/>
                </a:lnTo>
                <a:lnTo>
                  <a:pt x="5425" y="1203"/>
                </a:lnTo>
                <a:lnTo>
                  <a:pt x="5443" y="1194"/>
                </a:lnTo>
                <a:lnTo>
                  <a:pt x="5460" y="1185"/>
                </a:lnTo>
                <a:lnTo>
                  <a:pt x="5478" y="1176"/>
                </a:lnTo>
                <a:lnTo>
                  <a:pt x="5496" y="1166"/>
                </a:lnTo>
                <a:lnTo>
                  <a:pt x="5514" y="1157"/>
                </a:lnTo>
                <a:lnTo>
                  <a:pt x="5532" y="1147"/>
                </a:lnTo>
                <a:lnTo>
                  <a:pt x="5550" y="1138"/>
                </a:lnTo>
                <a:lnTo>
                  <a:pt x="5568" y="1128"/>
                </a:lnTo>
                <a:lnTo>
                  <a:pt x="5585" y="1119"/>
                </a:lnTo>
                <a:lnTo>
                  <a:pt x="5603" y="1109"/>
                </a:lnTo>
                <a:lnTo>
                  <a:pt x="5621" y="1099"/>
                </a:lnTo>
                <a:lnTo>
                  <a:pt x="5639" y="1089"/>
                </a:lnTo>
                <a:lnTo>
                  <a:pt x="5657" y="1079"/>
                </a:lnTo>
                <a:lnTo>
                  <a:pt x="5675" y="1069"/>
                </a:lnTo>
                <a:lnTo>
                  <a:pt x="5692" y="1059"/>
                </a:lnTo>
                <a:lnTo>
                  <a:pt x="5710" y="1049"/>
                </a:lnTo>
                <a:lnTo>
                  <a:pt x="5728" y="1038"/>
                </a:lnTo>
                <a:lnTo>
                  <a:pt x="5746" y="1028"/>
                </a:lnTo>
                <a:lnTo>
                  <a:pt x="5764" y="1017"/>
                </a:lnTo>
                <a:lnTo>
                  <a:pt x="5782" y="1007"/>
                </a:lnTo>
                <a:lnTo>
                  <a:pt x="5799" y="996"/>
                </a:lnTo>
                <a:lnTo>
                  <a:pt x="5817" y="986"/>
                </a:lnTo>
                <a:lnTo>
                  <a:pt x="5835" y="975"/>
                </a:lnTo>
                <a:lnTo>
                  <a:pt x="5853" y="964"/>
                </a:lnTo>
                <a:lnTo>
                  <a:pt x="5871" y="953"/>
                </a:lnTo>
                <a:lnTo>
                  <a:pt x="5889" y="942"/>
                </a:lnTo>
                <a:lnTo>
                  <a:pt x="5907" y="931"/>
                </a:lnTo>
                <a:lnTo>
                  <a:pt x="5924" y="920"/>
                </a:lnTo>
                <a:lnTo>
                  <a:pt x="5942" y="909"/>
                </a:lnTo>
                <a:lnTo>
                  <a:pt x="5960" y="897"/>
                </a:lnTo>
                <a:lnTo>
                  <a:pt x="5978" y="886"/>
                </a:lnTo>
                <a:lnTo>
                  <a:pt x="5996" y="875"/>
                </a:lnTo>
                <a:lnTo>
                  <a:pt x="6014" y="863"/>
                </a:lnTo>
                <a:lnTo>
                  <a:pt x="6031" y="851"/>
                </a:lnTo>
                <a:lnTo>
                  <a:pt x="6049" y="840"/>
                </a:lnTo>
                <a:lnTo>
                  <a:pt x="6067" y="828"/>
                </a:lnTo>
                <a:lnTo>
                  <a:pt x="6085" y="816"/>
                </a:lnTo>
                <a:lnTo>
                  <a:pt x="6103" y="804"/>
                </a:lnTo>
                <a:lnTo>
                  <a:pt x="6121" y="792"/>
                </a:lnTo>
                <a:lnTo>
                  <a:pt x="6139" y="780"/>
                </a:lnTo>
                <a:lnTo>
                  <a:pt x="6156" y="768"/>
                </a:lnTo>
                <a:lnTo>
                  <a:pt x="6174" y="756"/>
                </a:lnTo>
                <a:lnTo>
                  <a:pt x="6192" y="744"/>
                </a:lnTo>
                <a:lnTo>
                  <a:pt x="6210" y="731"/>
                </a:lnTo>
                <a:lnTo>
                  <a:pt x="6228" y="719"/>
                </a:lnTo>
                <a:lnTo>
                  <a:pt x="6246" y="706"/>
                </a:lnTo>
                <a:lnTo>
                  <a:pt x="6263" y="694"/>
                </a:lnTo>
                <a:lnTo>
                  <a:pt x="6281" y="681"/>
                </a:lnTo>
                <a:lnTo>
                  <a:pt x="6299" y="668"/>
                </a:lnTo>
                <a:lnTo>
                  <a:pt x="6317" y="656"/>
                </a:lnTo>
                <a:lnTo>
                  <a:pt x="6335" y="643"/>
                </a:lnTo>
                <a:lnTo>
                  <a:pt x="6353" y="630"/>
                </a:lnTo>
                <a:lnTo>
                  <a:pt x="6371" y="617"/>
                </a:lnTo>
                <a:lnTo>
                  <a:pt x="6388" y="603"/>
                </a:lnTo>
                <a:lnTo>
                  <a:pt x="6406" y="590"/>
                </a:lnTo>
                <a:lnTo>
                  <a:pt x="6424" y="577"/>
                </a:lnTo>
                <a:lnTo>
                  <a:pt x="6442" y="564"/>
                </a:lnTo>
                <a:lnTo>
                  <a:pt x="6460" y="550"/>
                </a:lnTo>
                <a:lnTo>
                  <a:pt x="6478" y="537"/>
                </a:lnTo>
                <a:lnTo>
                  <a:pt x="6495" y="523"/>
                </a:lnTo>
                <a:lnTo>
                  <a:pt x="6513" y="509"/>
                </a:lnTo>
                <a:lnTo>
                  <a:pt x="6531" y="496"/>
                </a:lnTo>
                <a:lnTo>
                  <a:pt x="6549" y="482"/>
                </a:lnTo>
                <a:lnTo>
                  <a:pt x="6567" y="468"/>
                </a:lnTo>
                <a:lnTo>
                  <a:pt x="6585" y="454"/>
                </a:lnTo>
                <a:lnTo>
                  <a:pt x="6603" y="440"/>
                </a:lnTo>
                <a:lnTo>
                  <a:pt x="6620" y="426"/>
                </a:lnTo>
                <a:lnTo>
                  <a:pt x="6638" y="412"/>
                </a:lnTo>
                <a:lnTo>
                  <a:pt x="6656" y="398"/>
                </a:lnTo>
                <a:lnTo>
                  <a:pt x="6674" y="383"/>
                </a:lnTo>
                <a:lnTo>
                  <a:pt x="6692" y="369"/>
                </a:lnTo>
                <a:lnTo>
                  <a:pt x="6710" y="354"/>
                </a:lnTo>
                <a:lnTo>
                  <a:pt x="6727" y="340"/>
                </a:lnTo>
                <a:lnTo>
                  <a:pt x="6745" y="325"/>
                </a:lnTo>
                <a:lnTo>
                  <a:pt x="6763" y="310"/>
                </a:lnTo>
                <a:lnTo>
                  <a:pt x="6781" y="296"/>
                </a:lnTo>
                <a:lnTo>
                  <a:pt x="6799" y="281"/>
                </a:lnTo>
                <a:lnTo>
                  <a:pt x="6817" y="266"/>
                </a:lnTo>
                <a:lnTo>
                  <a:pt x="6834" y="251"/>
                </a:lnTo>
                <a:lnTo>
                  <a:pt x="6852" y="236"/>
                </a:lnTo>
                <a:lnTo>
                  <a:pt x="6870" y="220"/>
                </a:lnTo>
                <a:lnTo>
                  <a:pt x="6888" y="205"/>
                </a:lnTo>
                <a:lnTo>
                  <a:pt x="6906" y="190"/>
                </a:lnTo>
                <a:lnTo>
                  <a:pt x="6924" y="174"/>
                </a:lnTo>
                <a:lnTo>
                  <a:pt x="6942" y="159"/>
                </a:lnTo>
                <a:lnTo>
                  <a:pt x="6959" y="143"/>
                </a:lnTo>
                <a:lnTo>
                  <a:pt x="6977" y="128"/>
                </a:lnTo>
                <a:lnTo>
                  <a:pt x="6995" y="112"/>
                </a:lnTo>
                <a:lnTo>
                  <a:pt x="7013" y="96"/>
                </a:lnTo>
                <a:lnTo>
                  <a:pt x="7031" y="80"/>
                </a:lnTo>
                <a:lnTo>
                  <a:pt x="7049" y="64"/>
                </a:lnTo>
                <a:lnTo>
                  <a:pt x="7066" y="48"/>
                </a:lnTo>
                <a:lnTo>
                  <a:pt x="7084" y="32"/>
                </a:lnTo>
                <a:lnTo>
                  <a:pt x="7102" y="16"/>
                </a:lnTo>
                <a:lnTo>
                  <a:pt x="7120" y="0"/>
                </a:lnTo>
              </a:path>
            </a:pathLst>
          </a:custGeom>
          <a:noFill/>
          <a:ln w="19050">
            <a:solidFill>
              <a:srgbClr val="C4B8DC"/>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1" name="Freeform 10"/>
          <p:cNvSpPr/>
          <p:nvPr/>
        </p:nvSpPr>
        <p:spPr>
          <a:xfrm>
            <a:off x="896112" y="2804465"/>
            <a:ext cx="6510528" cy="1986077"/>
          </a:xfrm>
          <a:custGeom>
            <a:avLst/>
            <a:gdLst/>
            <a:ahLst/>
            <a:cxnLst/>
            <a:rect l="l" t="t" r="r" b="b"/>
            <a:pathLst>
              <a:path w="7120" h="2172">
                <a:moveTo>
                  <a:pt x="0" y="1047"/>
                </a:moveTo>
                <a:lnTo>
                  <a:pt x="18" y="1060"/>
                </a:lnTo>
                <a:lnTo>
                  <a:pt x="36" y="1074"/>
                </a:lnTo>
                <a:lnTo>
                  <a:pt x="54" y="1087"/>
                </a:lnTo>
                <a:lnTo>
                  <a:pt x="71" y="1100"/>
                </a:lnTo>
                <a:lnTo>
                  <a:pt x="89" y="1113"/>
                </a:lnTo>
                <a:lnTo>
                  <a:pt x="107" y="1126"/>
                </a:lnTo>
                <a:lnTo>
                  <a:pt x="125" y="1139"/>
                </a:lnTo>
                <a:lnTo>
                  <a:pt x="143" y="1152"/>
                </a:lnTo>
                <a:lnTo>
                  <a:pt x="161" y="1165"/>
                </a:lnTo>
                <a:lnTo>
                  <a:pt x="178" y="1178"/>
                </a:lnTo>
                <a:lnTo>
                  <a:pt x="196" y="1190"/>
                </a:lnTo>
                <a:lnTo>
                  <a:pt x="214" y="1203"/>
                </a:lnTo>
                <a:lnTo>
                  <a:pt x="232" y="1215"/>
                </a:lnTo>
                <a:lnTo>
                  <a:pt x="250" y="1228"/>
                </a:lnTo>
                <a:lnTo>
                  <a:pt x="268" y="1240"/>
                </a:lnTo>
                <a:lnTo>
                  <a:pt x="286" y="1252"/>
                </a:lnTo>
                <a:lnTo>
                  <a:pt x="303" y="1264"/>
                </a:lnTo>
                <a:lnTo>
                  <a:pt x="321" y="1277"/>
                </a:lnTo>
                <a:lnTo>
                  <a:pt x="339" y="1289"/>
                </a:lnTo>
                <a:lnTo>
                  <a:pt x="357" y="1300"/>
                </a:lnTo>
                <a:lnTo>
                  <a:pt x="375" y="1312"/>
                </a:lnTo>
                <a:lnTo>
                  <a:pt x="393" y="1324"/>
                </a:lnTo>
                <a:lnTo>
                  <a:pt x="410" y="1336"/>
                </a:lnTo>
                <a:lnTo>
                  <a:pt x="428" y="1347"/>
                </a:lnTo>
                <a:lnTo>
                  <a:pt x="446" y="1359"/>
                </a:lnTo>
                <a:lnTo>
                  <a:pt x="464" y="1370"/>
                </a:lnTo>
                <a:lnTo>
                  <a:pt x="482" y="1381"/>
                </a:lnTo>
                <a:lnTo>
                  <a:pt x="500" y="1393"/>
                </a:lnTo>
                <a:lnTo>
                  <a:pt x="517" y="1404"/>
                </a:lnTo>
                <a:lnTo>
                  <a:pt x="535" y="1415"/>
                </a:lnTo>
                <a:lnTo>
                  <a:pt x="553" y="1426"/>
                </a:lnTo>
                <a:lnTo>
                  <a:pt x="571" y="1437"/>
                </a:lnTo>
                <a:lnTo>
                  <a:pt x="589" y="1448"/>
                </a:lnTo>
                <a:lnTo>
                  <a:pt x="607" y="1459"/>
                </a:lnTo>
                <a:lnTo>
                  <a:pt x="625" y="1469"/>
                </a:lnTo>
                <a:lnTo>
                  <a:pt x="642" y="1480"/>
                </a:lnTo>
                <a:lnTo>
                  <a:pt x="660" y="1490"/>
                </a:lnTo>
                <a:lnTo>
                  <a:pt x="678" y="1501"/>
                </a:lnTo>
                <a:lnTo>
                  <a:pt x="696" y="1511"/>
                </a:lnTo>
                <a:lnTo>
                  <a:pt x="714" y="1522"/>
                </a:lnTo>
                <a:lnTo>
                  <a:pt x="732" y="1532"/>
                </a:lnTo>
                <a:lnTo>
                  <a:pt x="749" y="1542"/>
                </a:lnTo>
                <a:lnTo>
                  <a:pt x="767" y="1552"/>
                </a:lnTo>
                <a:lnTo>
                  <a:pt x="785" y="1562"/>
                </a:lnTo>
                <a:lnTo>
                  <a:pt x="803" y="1572"/>
                </a:lnTo>
                <a:lnTo>
                  <a:pt x="821" y="1582"/>
                </a:lnTo>
                <a:lnTo>
                  <a:pt x="839" y="1591"/>
                </a:lnTo>
                <a:lnTo>
                  <a:pt x="857" y="1601"/>
                </a:lnTo>
                <a:lnTo>
                  <a:pt x="874" y="1611"/>
                </a:lnTo>
                <a:lnTo>
                  <a:pt x="892" y="1620"/>
                </a:lnTo>
                <a:lnTo>
                  <a:pt x="910" y="1629"/>
                </a:lnTo>
                <a:lnTo>
                  <a:pt x="928" y="1639"/>
                </a:lnTo>
                <a:lnTo>
                  <a:pt x="946" y="1648"/>
                </a:lnTo>
                <a:lnTo>
                  <a:pt x="964" y="1657"/>
                </a:lnTo>
                <a:lnTo>
                  <a:pt x="981" y="1666"/>
                </a:lnTo>
                <a:lnTo>
                  <a:pt x="999" y="1675"/>
                </a:lnTo>
                <a:lnTo>
                  <a:pt x="1017" y="1684"/>
                </a:lnTo>
                <a:lnTo>
                  <a:pt x="1035" y="1693"/>
                </a:lnTo>
                <a:lnTo>
                  <a:pt x="1053" y="1702"/>
                </a:lnTo>
                <a:lnTo>
                  <a:pt x="1071" y="1710"/>
                </a:lnTo>
                <a:lnTo>
                  <a:pt x="1089" y="1719"/>
                </a:lnTo>
                <a:lnTo>
                  <a:pt x="1106" y="1728"/>
                </a:lnTo>
                <a:lnTo>
                  <a:pt x="1124" y="1736"/>
                </a:lnTo>
                <a:lnTo>
                  <a:pt x="1142" y="1744"/>
                </a:lnTo>
                <a:lnTo>
                  <a:pt x="1160" y="1753"/>
                </a:lnTo>
                <a:lnTo>
                  <a:pt x="1178" y="1761"/>
                </a:lnTo>
                <a:lnTo>
                  <a:pt x="1196" y="1769"/>
                </a:lnTo>
                <a:lnTo>
                  <a:pt x="1213" y="1777"/>
                </a:lnTo>
                <a:lnTo>
                  <a:pt x="1231" y="1785"/>
                </a:lnTo>
                <a:lnTo>
                  <a:pt x="1249" y="1793"/>
                </a:lnTo>
                <a:lnTo>
                  <a:pt x="1267" y="1801"/>
                </a:lnTo>
                <a:lnTo>
                  <a:pt x="1285" y="1808"/>
                </a:lnTo>
                <a:lnTo>
                  <a:pt x="1303" y="1816"/>
                </a:lnTo>
                <a:lnTo>
                  <a:pt x="1321" y="1823"/>
                </a:lnTo>
                <a:lnTo>
                  <a:pt x="1338" y="1831"/>
                </a:lnTo>
                <a:lnTo>
                  <a:pt x="1356" y="1838"/>
                </a:lnTo>
                <a:lnTo>
                  <a:pt x="1374" y="1846"/>
                </a:lnTo>
                <a:lnTo>
                  <a:pt x="1392" y="1853"/>
                </a:lnTo>
                <a:lnTo>
                  <a:pt x="1410" y="1860"/>
                </a:lnTo>
                <a:lnTo>
                  <a:pt x="1428" y="1867"/>
                </a:lnTo>
                <a:lnTo>
                  <a:pt x="1445" y="1874"/>
                </a:lnTo>
                <a:lnTo>
                  <a:pt x="1463" y="1881"/>
                </a:lnTo>
                <a:lnTo>
                  <a:pt x="1481" y="1888"/>
                </a:lnTo>
                <a:lnTo>
                  <a:pt x="1499" y="1894"/>
                </a:lnTo>
                <a:lnTo>
                  <a:pt x="1517" y="1901"/>
                </a:lnTo>
                <a:lnTo>
                  <a:pt x="1535" y="1908"/>
                </a:lnTo>
                <a:lnTo>
                  <a:pt x="1552" y="1914"/>
                </a:lnTo>
                <a:lnTo>
                  <a:pt x="1570" y="1921"/>
                </a:lnTo>
                <a:lnTo>
                  <a:pt x="1588" y="1927"/>
                </a:lnTo>
                <a:lnTo>
                  <a:pt x="1606" y="1933"/>
                </a:lnTo>
                <a:lnTo>
                  <a:pt x="1624" y="1939"/>
                </a:lnTo>
                <a:lnTo>
                  <a:pt x="1642" y="1946"/>
                </a:lnTo>
                <a:lnTo>
                  <a:pt x="1660" y="1952"/>
                </a:lnTo>
                <a:lnTo>
                  <a:pt x="1677" y="1957"/>
                </a:lnTo>
                <a:lnTo>
                  <a:pt x="1695" y="1963"/>
                </a:lnTo>
                <a:lnTo>
                  <a:pt x="1713" y="1969"/>
                </a:lnTo>
                <a:lnTo>
                  <a:pt x="1731" y="1975"/>
                </a:lnTo>
                <a:lnTo>
                  <a:pt x="1749" y="1980"/>
                </a:lnTo>
                <a:lnTo>
                  <a:pt x="1767" y="1986"/>
                </a:lnTo>
                <a:lnTo>
                  <a:pt x="1784" y="1991"/>
                </a:lnTo>
                <a:lnTo>
                  <a:pt x="1802" y="1997"/>
                </a:lnTo>
                <a:lnTo>
                  <a:pt x="1820" y="2002"/>
                </a:lnTo>
                <a:lnTo>
                  <a:pt x="1838" y="2007"/>
                </a:lnTo>
                <a:lnTo>
                  <a:pt x="1856" y="2012"/>
                </a:lnTo>
                <a:lnTo>
                  <a:pt x="1874" y="2017"/>
                </a:lnTo>
                <a:lnTo>
                  <a:pt x="1892" y="2022"/>
                </a:lnTo>
                <a:lnTo>
                  <a:pt x="1909" y="2027"/>
                </a:lnTo>
                <a:lnTo>
                  <a:pt x="1927" y="2032"/>
                </a:lnTo>
                <a:lnTo>
                  <a:pt x="1945" y="2037"/>
                </a:lnTo>
                <a:lnTo>
                  <a:pt x="1963" y="2041"/>
                </a:lnTo>
                <a:lnTo>
                  <a:pt x="1981" y="2046"/>
                </a:lnTo>
                <a:lnTo>
                  <a:pt x="1999" y="2050"/>
                </a:lnTo>
                <a:lnTo>
                  <a:pt x="2016" y="2055"/>
                </a:lnTo>
                <a:lnTo>
                  <a:pt x="2034" y="2059"/>
                </a:lnTo>
                <a:lnTo>
                  <a:pt x="2052" y="2063"/>
                </a:lnTo>
                <a:lnTo>
                  <a:pt x="2070" y="2068"/>
                </a:lnTo>
                <a:lnTo>
                  <a:pt x="2088" y="2072"/>
                </a:lnTo>
                <a:lnTo>
                  <a:pt x="2106" y="2076"/>
                </a:lnTo>
                <a:lnTo>
                  <a:pt x="2124" y="2080"/>
                </a:lnTo>
                <a:lnTo>
                  <a:pt x="2141" y="2083"/>
                </a:lnTo>
                <a:lnTo>
                  <a:pt x="2159" y="2087"/>
                </a:lnTo>
                <a:lnTo>
                  <a:pt x="2177" y="2091"/>
                </a:lnTo>
                <a:lnTo>
                  <a:pt x="2195" y="2094"/>
                </a:lnTo>
                <a:lnTo>
                  <a:pt x="2213" y="2098"/>
                </a:lnTo>
                <a:lnTo>
                  <a:pt x="2231" y="2101"/>
                </a:lnTo>
                <a:lnTo>
                  <a:pt x="2248" y="2105"/>
                </a:lnTo>
                <a:lnTo>
                  <a:pt x="2266" y="2108"/>
                </a:lnTo>
                <a:lnTo>
                  <a:pt x="2284" y="2111"/>
                </a:lnTo>
                <a:lnTo>
                  <a:pt x="2302" y="2114"/>
                </a:lnTo>
                <a:lnTo>
                  <a:pt x="2320" y="2117"/>
                </a:lnTo>
                <a:lnTo>
                  <a:pt x="2338" y="2120"/>
                </a:lnTo>
                <a:lnTo>
                  <a:pt x="2355" y="2123"/>
                </a:lnTo>
                <a:lnTo>
                  <a:pt x="2373" y="2126"/>
                </a:lnTo>
                <a:lnTo>
                  <a:pt x="2391" y="2129"/>
                </a:lnTo>
                <a:lnTo>
                  <a:pt x="2409" y="2131"/>
                </a:lnTo>
                <a:lnTo>
                  <a:pt x="2427" y="2134"/>
                </a:lnTo>
                <a:lnTo>
                  <a:pt x="2445" y="2136"/>
                </a:lnTo>
                <a:lnTo>
                  <a:pt x="2463" y="2139"/>
                </a:lnTo>
                <a:lnTo>
                  <a:pt x="2480" y="2141"/>
                </a:lnTo>
                <a:lnTo>
                  <a:pt x="2498" y="2143"/>
                </a:lnTo>
                <a:lnTo>
                  <a:pt x="2516" y="2145"/>
                </a:lnTo>
                <a:lnTo>
                  <a:pt x="2534" y="2147"/>
                </a:lnTo>
                <a:lnTo>
                  <a:pt x="2552" y="2149"/>
                </a:lnTo>
                <a:lnTo>
                  <a:pt x="2570" y="2151"/>
                </a:lnTo>
                <a:lnTo>
                  <a:pt x="2587" y="2153"/>
                </a:lnTo>
                <a:lnTo>
                  <a:pt x="2605" y="2155"/>
                </a:lnTo>
                <a:lnTo>
                  <a:pt x="2623" y="2156"/>
                </a:lnTo>
                <a:lnTo>
                  <a:pt x="2641" y="2158"/>
                </a:lnTo>
                <a:lnTo>
                  <a:pt x="2659" y="2159"/>
                </a:lnTo>
                <a:lnTo>
                  <a:pt x="2677" y="2161"/>
                </a:lnTo>
                <a:lnTo>
                  <a:pt x="2695" y="2162"/>
                </a:lnTo>
                <a:lnTo>
                  <a:pt x="2712" y="2163"/>
                </a:lnTo>
                <a:lnTo>
                  <a:pt x="2730" y="2165"/>
                </a:lnTo>
                <a:lnTo>
                  <a:pt x="2748" y="2166"/>
                </a:lnTo>
                <a:lnTo>
                  <a:pt x="2766" y="2167"/>
                </a:lnTo>
                <a:lnTo>
                  <a:pt x="2784" y="2168"/>
                </a:lnTo>
                <a:lnTo>
                  <a:pt x="2802" y="2168"/>
                </a:lnTo>
                <a:lnTo>
                  <a:pt x="2819" y="2169"/>
                </a:lnTo>
                <a:lnTo>
                  <a:pt x="2837" y="2170"/>
                </a:lnTo>
                <a:lnTo>
                  <a:pt x="2855" y="2170"/>
                </a:lnTo>
                <a:lnTo>
                  <a:pt x="2873" y="2171"/>
                </a:lnTo>
                <a:lnTo>
                  <a:pt x="2891" y="2171"/>
                </a:lnTo>
                <a:lnTo>
                  <a:pt x="2909" y="2172"/>
                </a:lnTo>
                <a:lnTo>
                  <a:pt x="2927" y="2172"/>
                </a:lnTo>
                <a:lnTo>
                  <a:pt x="2944" y="2172"/>
                </a:lnTo>
                <a:lnTo>
                  <a:pt x="2962" y="2172"/>
                </a:lnTo>
                <a:lnTo>
                  <a:pt x="2980" y="2172"/>
                </a:lnTo>
                <a:lnTo>
                  <a:pt x="2998" y="2172"/>
                </a:lnTo>
                <a:lnTo>
                  <a:pt x="3016" y="2172"/>
                </a:lnTo>
                <a:lnTo>
                  <a:pt x="3034" y="2172"/>
                </a:lnTo>
                <a:lnTo>
                  <a:pt x="3051" y="2172"/>
                </a:lnTo>
                <a:lnTo>
                  <a:pt x="3069" y="2171"/>
                </a:lnTo>
                <a:lnTo>
                  <a:pt x="3087" y="2171"/>
                </a:lnTo>
                <a:lnTo>
                  <a:pt x="3105" y="2170"/>
                </a:lnTo>
                <a:lnTo>
                  <a:pt x="3123" y="2170"/>
                </a:lnTo>
                <a:lnTo>
                  <a:pt x="3141" y="2169"/>
                </a:lnTo>
                <a:lnTo>
                  <a:pt x="3158" y="2168"/>
                </a:lnTo>
                <a:lnTo>
                  <a:pt x="3176" y="2168"/>
                </a:lnTo>
                <a:lnTo>
                  <a:pt x="3194" y="2167"/>
                </a:lnTo>
                <a:lnTo>
                  <a:pt x="3212" y="2166"/>
                </a:lnTo>
                <a:lnTo>
                  <a:pt x="3230" y="2165"/>
                </a:lnTo>
                <a:lnTo>
                  <a:pt x="3248" y="2163"/>
                </a:lnTo>
                <a:lnTo>
                  <a:pt x="3266" y="2162"/>
                </a:lnTo>
                <a:lnTo>
                  <a:pt x="3283" y="2161"/>
                </a:lnTo>
                <a:lnTo>
                  <a:pt x="3301" y="2159"/>
                </a:lnTo>
                <a:lnTo>
                  <a:pt x="3319" y="2158"/>
                </a:lnTo>
                <a:lnTo>
                  <a:pt x="3337" y="2156"/>
                </a:lnTo>
                <a:lnTo>
                  <a:pt x="3355" y="2155"/>
                </a:lnTo>
                <a:lnTo>
                  <a:pt x="3373" y="2153"/>
                </a:lnTo>
                <a:lnTo>
                  <a:pt x="3390" y="2151"/>
                </a:lnTo>
                <a:lnTo>
                  <a:pt x="3408" y="2149"/>
                </a:lnTo>
                <a:lnTo>
                  <a:pt x="3426" y="2147"/>
                </a:lnTo>
                <a:lnTo>
                  <a:pt x="3444" y="2145"/>
                </a:lnTo>
                <a:lnTo>
                  <a:pt x="3462" y="2143"/>
                </a:lnTo>
                <a:lnTo>
                  <a:pt x="3480" y="2141"/>
                </a:lnTo>
                <a:lnTo>
                  <a:pt x="3498" y="2138"/>
                </a:lnTo>
                <a:lnTo>
                  <a:pt x="3515" y="2136"/>
                </a:lnTo>
                <a:lnTo>
                  <a:pt x="3533" y="2134"/>
                </a:lnTo>
                <a:lnTo>
                  <a:pt x="3551" y="2131"/>
                </a:lnTo>
                <a:lnTo>
                  <a:pt x="3569" y="2128"/>
                </a:lnTo>
                <a:lnTo>
                  <a:pt x="3587" y="2126"/>
                </a:lnTo>
                <a:lnTo>
                  <a:pt x="3605" y="2123"/>
                </a:lnTo>
                <a:lnTo>
                  <a:pt x="3622" y="2120"/>
                </a:lnTo>
                <a:lnTo>
                  <a:pt x="3640" y="2117"/>
                </a:lnTo>
                <a:lnTo>
                  <a:pt x="3658" y="2114"/>
                </a:lnTo>
                <a:lnTo>
                  <a:pt x="3676" y="2111"/>
                </a:lnTo>
                <a:lnTo>
                  <a:pt x="3694" y="2108"/>
                </a:lnTo>
                <a:lnTo>
                  <a:pt x="3712" y="2105"/>
                </a:lnTo>
                <a:lnTo>
                  <a:pt x="3730" y="2101"/>
                </a:lnTo>
                <a:lnTo>
                  <a:pt x="3747" y="2098"/>
                </a:lnTo>
                <a:lnTo>
                  <a:pt x="3765" y="2094"/>
                </a:lnTo>
                <a:lnTo>
                  <a:pt x="3783" y="2091"/>
                </a:lnTo>
                <a:lnTo>
                  <a:pt x="3801" y="2087"/>
                </a:lnTo>
                <a:lnTo>
                  <a:pt x="3819" y="2083"/>
                </a:lnTo>
                <a:lnTo>
                  <a:pt x="3837" y="2079"/>
                </a:lnTo>
                <a:lnTo>
                  <a:pt x="3854" y="2075"/>
                </a:lnTo>
                <a:lnTo>
                  <a:pt x="3872" y="2071"/>
                </a:lnTo>
                <a:lnTo>
                  <a:pt x="3890" y="2067"/>
                </a:lnTo>
                <a:lnTo>
                  <a:pt x="3908" y="2063"/>
                </a:lnTo>
                <a:lnTo>
                  <a:pt x="3926" y="2059"/>
                </a:lnTo>
                <a:lnTo>
                  <a:pt x="3944" y="2055"/>
                </a:lnTo>
                <a:lnTo>
                  <a:pt x="3962" y="2050"/>
                </a:lnTo>
                <a:lnTo>
                  <a:pt x="3979" y="2046"/>
                </a:lnTo>
                <a:lnTo>
                  <a:pt x="3997" y="2041"/>
                </a:lnTo>
                <a:lnTo>
                  <a:pt x="4015" y="2037"/>
                </a:lnTo>
                <a:lnTo>
                  <a:pt x="4033" y="2032"/>
                </a:lnTo>
                <a:lnTo>
                  <a:pt x="4051" y="2027"/>
                </a:lnTo>
                <a:lnTo>
                  <a:pt x="4069" y="2022"/>
                </a:lnTo>
                <a:lnTo>
                  <a:pt x="4086" y="2017"/>
                </a:lnTo>
                <a:lnTo>
                  <a:pt x="4104" y="2012"/>
                </a:lnTo>
                <a:lnTo>
                  <a:pt x="4122" y="2007"/>
                </a:lnTo>
                <a:lnTo>
                  <a:pt x="4140" y="2002"/>
                </a:lnTo>
                <a:lnTo>
                  <a:pt x="4158" y="1997"/>
                </a:lnTo>
                <a:lnTo>
                  <a:pt x="4176" y="1991"/>
                </a:lnTo>
                <a:lnTo>
                  <a:pt x="4193" y="1986"/>
                </a:lnTo>
                <a:lnTo>
                  <a:pt x="4211" y="1980"/>
                </a:lnTo>
                <a:lnTo>
                  <a:pt x="4229" y="1975"/>
                </a:lnTo>
                <a:lnTo>
                  <a:pt x="4247" y="1969"/>
                </a:lnTo>
                <a:lnTo>
                  <a:pt x="4265" y="1963"/>
                </a:lnTo>
                <a:lnTo>
                  <a:pt x="4283" y="1957"/>
                </a:lnTo>
                <a:lnTo>
                  <a:pt x="4301" y="1951"/>
                </a:lnTo>
                <a:lnTo>
                  <a:pt x="4318" y="1945"/>
                </a:lnTo>
                <a:lnTo>
                  <a:pt x="4336" y="1939"/>
                </a:lnTo>
                <a:lnTo>
                  <a:pt x="4354" y="1933"/>
                </a:lnTo>
                <a:lnTo>
                  <a:pt x="4372" y="1927"/>
                </a:lnTo>
                <a:lnTo>
                  <a:pt x="4390" y="1920"/>
                </a:lnTo>
                <a:lnTo>
                  <a:pt x="4408" y="1914"/>
                </a:lnTo>
                <a:lnTo>
                  <a:pt x="4425" y="1908"/>
                </a:lnTo>
                <a:lnTo>
                  <a:pt x="4443" y="1901"/>
                </a:lnTo>
                <a:lnTo>
                  <a:pt x="4461" y="1894"/>
                </a:lnTo>
                <a:lnTo>
                  <a:pt x="4479" y="1888"/>
                </a:lnTo>
                <a:lnTo>
                  <a:pt x="4497" y="1881"/>
                </a:lnTo>
                <a:lnTo>
                  <a:pt x="4515" y="1874"/>
                </a:lnTo>
                <a:lnTo>
                  <a:pt x="4533" y="1867"/>
                </a:lnTo>
                <a:lnTo>
                  <a:pt x="4550" y="1860"/>
                </a:lnTo>
                <a:lnTo>
                  <a:pt x="4568" y="1853"/>
                </a:lnTo>
                <a:lnTo>
                  <a:pt x="4586" y="1845"/>
                </a:lnTo>
                <a:lnTo>
                  <a:pt x="4604" y="1838"/>
                </a:lnTo>
                <a:lnTo>
                  <a:pt x="4622" y="1831"/>
                </a:lnTo>
                <a:lnTo>
                  <a:pt x="4640" y="1823"/>
                </a:lnTo>
                <a:lnTo>
                  <a:pt x="4657" y="1816"/>
                </a:lnTo>
                <a:lnTo>
                  <a:pt x="4675" y="1808"/>
                </a:lnTo>
                <a:lnTo>
                  <a:pt x="4693" y="1800"/>
                </a:lnTo>
                <a:lnTo>
                  <a:pt x="4711" y="1793"/>
                </a:lnTo>
                <a:lnTo>
                  <a:pt x="4729" y="1785"/>
                </a:lnTo>
                <a:lnTo>
                  <a:pt x="4747" y="1777"/>
                </a:lnTo>
                <a:lnTo>
                  <a:pt x="4765" y="1769"/>
                </a:lnTo>
                <a:lnTo>
                  <a:pt x="4782" y="1761"/>
                </a:lnTo>
                <a:lnTo>
                  <a:pt x="4800" y="1752"/>
                </a:lnTo>
                <a:lnTo>
                  <a:pt x="4818" y="1744"/>
                </a:lnTo>
                <a:lnTo>
                  <a:pt x="4836" y="1736"/>
                </a:lnTo>
                <a:lnTo>
                  <a:pt x="4854" y="1727"/>
                </a:lnTo>
                <a:lnTo>
                  <a:pt x="4872" y="1719"/>
                </a:lnTo>
                <a:lnTo>
                  <a:pt x="4889" y="1710"/>
                </a:lnTo>
                <a:lnTo>
                  <a:pt x="4907" y="1701"/>
                </a:lnTo>
                <a:lnTo>
                  <a:pt x="4925" y="1693"/>
                </a:lnTo>
                <a:lnTo>
                  <a:pt x="4943" y="1684"/>
                </a:lnTo>
                <a:lnTo>
                  <a:pt x="4961" y="1675"/>
                </a:lnTo>
                <a:lnTo>
                  <a:pt x="4979" y="1666"/>
                </a:lnTo>
                <a:lnTo>
                  <a:pt x="4996" y="1657"/>
                </a:lnTo>
                <a:lnTo>
                  <a:pt x="5014" y="1648"/>
                </a:lnTo>
                <a:lnTo>
                  <a:pt x="5032" y="1638"/>
                </a:lnTo>
                <a:lnTo>
                  <a:pt x="5050" y="1629"/>
                </a:lnTo>
                <a:lnTo>
                  <a:pt x="5068" y="1620"/>
                </a:lnTo>
                <a:lnTo>
                  <a:pt x="5086" y="1610"/>
                </a:lnTo>
                <a:lnTo>
                  <a:pt x="5104" y="1601"/>
                </a:lnTo>
                <a:lnTo>
                  <a:pt x="5121" y="1591"/>
                </a:lnTo>
                <a:lnTo>
                  <a:pt x="5139" y="1581"/>
                </a:lnTo>
                <a:lnTo>
                  <a:pt x="5157" y="1571"/>
                </a:lnTo>
                <a:lnTo>
                  <a:pt x="5175" y="1562"/>
                </a:lnTo>
                <a:lnTo>
                  <a:pt x="5193" y="1552"/>
                </a:lnTo>
                <a:lnTo>
                  <a:pt x="5211" y="1542"/>
                </a:lnTo>
                <a:lnTo>
                  <a:pt x="5228" y="1531"/>
                </a:lnTo>
                <a:lnTo>
                  <a:pt x="5246" y="1521"/>
                </a:lnTo>
                <a:lnTo>
                  <a:pt x="5264" y="1511"/>
                </a:lnTo>
                <a:lnTo>
                  <a:pt x="5282" y="1501"/>
                </a:lnTo>
                <a:lnTo>
                  <a:pt x="5300" y="1490"/>
                </a:lnTo>
                <a:lnTo>
                  <a:pt x="5318" y="1480"/>
                </a:lnTo>
                <a:lnTo>
                  <a:pt x="5336" y="1469"/>
                </a:lnTo>
                <a:lnTo>
                  <a:pt x="5353" y="1458"/>
                </a:lnTo>
                <a:lnTo>
                  <a:pt x="5371" y="1447"/>
                </a:lnTo>
                <a:lnTo>
                  <a:pt x="5389" y="1437"/>
                </a:lnTo>
                <a:lnTo>
                  <a:pt x="5407" y="1426"/>
                </a:lnTo>
                <a:lnTo>
                  <a:pt x="5425" y="1415"/>
                </a:lnTo>
                <a:lnTo>
                  <a:pt x="5443" y="1404"/>
                </a:lnTo>
                <a:lnTo>
                  <a:pt x="5460" y="1392"/>
                </a:lnTo>
                <a:lnTo>
                  <a:pt x="5478" y="1381"/>
                </a:lnTo>
                <a:lnTo>
                  <a:pt x="5496" y="1370"/>
                </a:lnTo>
                <a:lnTo>
                  <a:pt x="5514" y="1358"/>
                </a:lnTo>
                <a:lnTo>
                  <a:pt x="5532" y="1347"/>
                </a:lnTo>
                <a:lnTo>
                  <a:pt x="5550" y="1335"/>
                </a:lnTo>
                <a:lnTo>
                  <a:pt x="5568" y="1324"/>
                </a:lnTo>
                <a:lnTo>
                  <a:pt x="5585" y="1312"/>
                </a:lnTo>
                <a:lnTo>
                  <a:pt x="5603" y="1300"/>
                </a:lnTo>
                <a:lnTo>
                  <a:pt x="5621" y="1288"/>
                </a:lnTo>
                <a:lnTo>
                  <a:pt x="5639" y="1276"/>
                </a:lnTo>
                <a:lnTo>
                  <a:pt x="5657" y="1264"/>
                </a:lnTo>
                <a:lnTo>
                  <a:pt x="5675" y="1252"/>
                </a:lnTo>
                <a:lnTo>
                  <a:pt x="5692" y="1240"/>
                </a:lnTo>
                <a:lnTo>
                  <a:pt x="5710" y="1227"/>
                </a:lnTo>
                <a:lnTo>
                  <a:pt x="5728" y="1215"/>
                </a:lnTo>
                <a:lnTo>
                  <a:pt x="5746" y="1202"/>
                </a:lnTo>
                <a:lnTo>
                  <a:pt x="5764" y="1190"/>
                </a:lnTo>
                <a:lnTo>
                  <a:pt x="5782" y="1177"/>
                </a:lnTo>
                <a:lnTo>
                  <a:pt x="5799" y="1165"/>
                </a:lnTo>
                <a:lnTo>
                  <a:pt x="5817" y="1152"/>
                </a:lnTo>
                <a:lnTo>
                  <a:pt x="5835" y="1139"/>
                </a:lnTo>
                <a:lnTo>
                  <a:pt x="5853" y="1126"/>
                </a:lnTo>
                <a:lnTo>
                  <a:pt x="5871" y="1113"/>
                </a:lnTo>
                <a:lnTo>
                  <a:pt x="5889" y="1100"/>
                </a:lnTo>
                <a:lnTo>
                  <a:pt x="5907" y="1087"/>
                </a:lnTo>
                <a:lnTo>
                  <a:pt x="5924" y="1073"/>
                </a:lnTo>
                <a:lnTo>
                  <a:pt x="5942" y="1060"/>
                </a:lnTo>
                <a:lnTo>
                  <a:pt x="5960" y="1046"/>
                </a:lnTo>
                <a:lnTo>
                  <a:pt x="5978" y="1033"/>
                </a:lnTo>
                <a:lnTo>
                  <a:pt x="5996" y="1019"/>
                </a:lnTo>
                <a:lnTo>
                  <a:pt x="6014" y="1006"/>
                </a:lnTo>
                <a:lnTo>
                  <a:pt x="6031" y="992"/>
                </a:lnTo>
                <a:lnTo>
                  <a:pt x="6049" y="978"/>
                </a:lnTo>
                <a:lnTo>
                  <a:pt x="6067" y="964"/>
                </a:lnTo>
                <a:lnTo>
                  <a:pt x="6085" y="950"/>
                </a:lnTo>
                <a:lnTo>
                  <a:pt x="6103" y="936"/>
                </a:lnTo>
                <a:lnTo>
                  <a:pt x="6121" y="922"/>
                </a:lnTo>
                <a:lnTo>
                  <a:pt x="6139" y="908"/>
                </a:lnTo>
                <a:lnTo>
                  <a:pt x="6156" y="893"/>
                </a:lnTo>
                <a:lnTo>
                  <a:pt x="6174" y="879"/>
                </a:lnTo>
                <a:lnTo>
                  <a:pt x="6192" y="864"/>
                </a:lnTo>
                <a:lnTo>
                  <a:pt x="6210" y="850"/>
                </a:lnTo>
                <a:lnTo>
                  <a:pt x="6228" y="835"/>
                </a:lnTo>
                <a:lnTo>
                  <a:pt x="6246" y="820"/>
                </a:lnTo>
                <a:lnTo>
                  <a:pt x="6263" y="806"/>
                </a:lnTo>
                <a:lnTo>
                  <a:pt x="6281" y="791"/>
                </a:lnTo>
                <a:lnTo>
                  <a:pt x="6299" y="776"/>
                </a:lnTo>
                <a:lnTo>
                  <a:pt x="6317" y="761"/>
                </a:lnTo>
                <a:lnTo>
                  <a:pt x="6335" y="746"/>
                </a:lnTo>
                <a:lnTo>
                  <a:pt x="6353" y="730"/>
                </a:lnTo>
                <a:lnTo>
                  <a:pt x="6371" y="715"/>
                </a:lnTo>
                <a:lnTo>
                  <a:pt x="6388" y="700"/>
                </a:lnTo>
                <a:lnTo>
                  <a:pt x="6406" y="684"/>
                </a:lnTo>
                <a:lnTo>
                  <a:pt x="6424" y="669"/>
                </a:lnTo>
                <a:lnTo>
                  <a:pt x="6442" y="653"/>
                </a:lnTo>
                <a:lnTo>
                  <a:pt x="6460" y="637"/>
                </a:lnTo>
                <a:lnTo>
                  <a:pt x="6478" y="622"/>
                </a:lnTo>
                <a:lnTo>
                  <a:pt x="6495" y="606"/>
                </a:lnTo>
                <a:lnTo>
                  <a:pt x="6513" y="590"/>
                </a:lnTo>
                <a:lnTo>
                  <a:pt x="6531" y="574"/>
                </a:lnTo>
                <a:lnTo>
                  <a:pt x="6549" y="558"/>
                </a:lnTo>
                <a:lnTo>
                  <a:pt x="6567" y="541"/>
                </a:lnTo>
                <a:lnTo>
                  <a:pt x="6585" y="525"/>
                </a:lnTo>
                <a:lnTo>
                  <a:pt x="6603" y="509"/>
                </a:lnTo>
                <a:lnTo>
                  <a:pt x="6620" y="492"/>
                </a:lnTo>
                <a:lnTo>
                  <a:pt x="6638" y="476"/>
                </a:lnTo>
                <a:lnTo>
                  <a:pt x="6656" y="459"/>
                </a:lnTo>
                <a:lnTo>
                  <a:pt x="6674" y="443"/>
                </a:lnTo>
                <a:lnTo>
                  <a:pt x="6692" y="426"/>
                </a:lnTo>
                <a:lnTo>
                  <a:pt x="6710" y="409"/>
                </a:lnTo>
                <a:lnTo>
                  <a:pt x="6727" y="392"/>
                </a:lnTo>
                <a:lnTo>
                  <a:pt x="6745" y="375"/>
                </a:lnTo>
                <a:lnTo>
                  <a:pt x="6763" y="358"/>
                </a:lnTo>
                <a:lnTo>
                  <a:pt x="6781" y="341"/>
                </a:lnTo>
                <a:lnTo>
                  <a:pt x="6799" y="324"/>
                </a:lnTo>
                <a:lnTo>
                  <a:pt x="6817" y="306"/>
                </a:lnTo>
                <a:lnTo>
                  <a:pt x="6834" y="289"/>
                </a:lnTo>
                <a:lnTo>
                  <a:pt x="6852" y="271"/>
                </a:lnTo>
                <a:lnTo>
                  <a:pt x="6870" y="254"/>
                </a:lnTo>
                <a:lnTo>
                  <a:pt x="6888" y="236"/>
                </a:lnTo>
                <a:lnTo>
                  <a:pt x="6906" y="218"/>
                </a:lnTo>
                <a:lnTo>
                  <a:pt x="6924" y="201"/>
                </a:lnTo>
                <a:lnTo>
                  <a:pt x="6942" y="183"/>
                </a:lnTo>
                <a:lnTo>
                  <a:pt x="6959" y="165"/>
                </a:lnTo>
                <a:lnTo>
                  <a:pt x="6977" y="147"/>
                </a:lnTo>
                <a:lnTo>
                  <a:pt x="6995" y="129"/>
                </a:lnTo>
                <a:lnTo>
                  <a:pt x="7013" y="110"/>
                </a:lnTo>
                <a:lnTo>
                  <a:pt x="7031" y="92"/>
                </a:lnTo>
                <a:lnTo>
                  <a:pt x="7049" y="74"/>
                </a:lnTo>
                <a:lnTo>
                  <a:pt x="7066" y="55"/>
                </a:lnTo>
                <a:lnTo>
                  <a:pt x="7084" y="37"/>
                </a:lnTo>
                <a:lnTo>
                  <a:pt x="7102" y="18"/>
                </a:lnTo>
                <a:lnTo>
                  <a:pt x="7120" y="0"/>
                </a:lnTo>
              </a:path>
            </a:pathLst>
          </a:custGeom>
          <a:noFill/>
          <a:ln w="19050">
            <a:solidFill>
              <a:srgbClr val="C4B8DC"/>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 name="Freeform 11"/>
          <p:cNvSpPr/>
          <p:nvPr/>
        </p:nvSpPr>
        <p:spPr>
          <a:xfrm>
            <a:off x="896112" y="3655771"/>
            <a:ext cx="6510528" cy="907085"/>
          </a:xfrm>
          <a:custGeom>
            <a:avLst/>
            <a:gdLst/>
            <a:ahLst/>
            <a:cxnLst/>
            <a:rect l="l" t="t" r="r" b="b"/>
            <a:pathLst>
              <a:path w="7120" h="992">
                <a:moveTo>
                  <a:pt x="0" y="920"/>
                </a:moveTo>
                <a:lnTo>
                  <a:pt x="18" y="922"/>
                </a:lnTo>
                <a:lnTo>
                  <a:pt x="36" y="923"/>
                </a:lnTo>
                <a:lnTo>
                  <a:pt x="54" y="925"/>
                </a:lnTo>
                <a:lnTo>
                  <a:pt x="71" y="927"/>
                </a:lnTo>
                <a:lnTo>
                  <a:pt x="89" y="928"/>
                </a:lnTo>
                <a:lnTo>
                  <a:pt x="107" y="930"/>
                </a:lnTo>
                <a:lnTo>
                  <a:pt x="125" y="931"/>
                </a:lnTo>
                <a:lnTo>
                  <a:pt x="143" y="933"/>
                </a:lnTo>
                <a:lnTo>
                  <a:pt x="161" y="935"/>
                </a:lnTo>
                <a:lnTo>
                  <a:pt x="178" y="936"/>
                </a:lnTo>
                <a:lnTo>
                  <a:pt x="196" y="938"/>
                </a:lnTo>
                <a:lnTo>
                  <a:pt x="214" y="939"/>
                </a:lnTo>
                <a:lnTo>
                  <a:pt x="232" y="940"/>
                </a:lnTo>
                <a:lnTo>
                  <a:pt x="250" y="942"/>
                </a:lnTo>
                <a:lnTo>
                  <a:pt x="268" y="943"/>
                </a:lnTo>
                <a:lnTo>
                  <a:pt x="286" y="945"/>
                </a:lnTo>
                <a:lnTo>
                  <a:pt x="303" y="946"/>
                </a:lnTo>
                <a:lnTo>
                  <a:pt x="321" y="947"/>
                </a:lnTo>
                <a:lnTo>
                  <a:pt x="339" y="949"/>
                </a:lnTo>
                <a:lnTo>
                  <a:pt x="357" y="950"/>
                </a:lnTo>
                <a:lnTo>
                  <a:pt x="375" y="951"/>
                </a:lnTo>
                <a:lnTo>
                  <a:pt x="393" y="953"/>
                </a:lnTo>
                <a:lnTo>
                  <a:pt x="410" y="954"/>
                </a:lnTo>
                <a:lnTo>
                  <a:pt x="428" y="955"/>
                </a:lnTo>
                <a:lnTo>
                  <a:pt x="446" y="956"/>
                </a:lnTo>
                <a:lnTo>
                  <a:pt x="464" y="958"/>
                </a:lnTo>
                <a:lnTo>
                  <a:pt x="482" y="959"/>
                </a:lnTo>
                <a:lnTo>
                  <a:pt x="500" y="960"/>
                </a:lnTo>
                <a:lnTo>
                  <a:pt x="517" y="961"/>
                </a:lnTo>
                <a:lnTo>
                  <a:pt x="535" y="962"/>
                </a:lnTo>
                <a:lnTo>
                  <a:pt x="553" y="963"/>
                </a:lnTo>
                <a:lnTo>
                  <a:pt x="571" y="964"/>
                </a:lnTo>
                <a:lnTo>
                  <a:pt x="589" y="965"/>
                </a:lnTo>
                <a:lnTo>
                  <a:pt x="607" y="966"/>
                </a:lnTo>
                <a:lnTo>
                  <a:pt x="625" y="967"/>
                </a:lnTo>
                <a:lnTo>
                  <a:pt x="642" y="968"/>
                </a:lnTo>
                <a:lnTo>
                  <a:pt x="660" y="969"/>
                </a:lnTo>
                <a:lnTo>
                  <a:pt x="678" y="970"/>
                </a:lnTo>
                <a:lnTo>
                  <a:pt x="696" y="971"/>
                </a:lnTo>
                <a:lnTo>
                  <a:pt x="714" y="972"/>
                </a:lnTo>
                <a:lnTo>
                  <a:pt x="732" y="973"/>
                </a:lnTo>
                <a:lnTo>
                  <a:pt x="749" y="974"/>
                </a:lnTo>
                <a:lnTo>
                  <a:pt x="767" y="975"/>
                </a:lnTo>
                <a:lnTo>
                  <a:pt x="785" y="976"/>
                </a:lnTo>
                <a:lnTo>
                  <a:pt x="803" y="976"/>
                </a:lnTo>
                <a:lnTo>
                  <a:pt x="821" y="977"/>
                </a:lnTo>
                <a:lnTo>
                  <a:pt x="839" y="978"/>
                </a:lnTo>
                <a:lnTo>
                  <a:pt x="857" y="979"/>
                </a:lnTo>
                <a:lnTo>
                  <a:pt x="874" y="979"/>
                </a:lnTo>
                <a:lnTo>
                  <a:pt x="892" y="980"/>
                </a:lnTo>
                <a:lnTo>
                  <a:pt x="910" y="981"/>
                </a:lnTo>
                <a:lnTo>
                  <a:pt x="928" y="982"/>
                </a:lnTo>
                <a:lnTo>
                  <a:pt x="946" y="982"/>
                </a:lnTo>
                <a:lnTo>
                  <a:pt x="964" y="983"/>
                </a:lnTo>
                <a:lnTo>
                  <a:pt x="981" y="983"/>
                </a:lnTo>
                <a:lnTo>
                  <a:pt x="999" y="984"/>
                </a:lnTo>
                <a:lnTo>
                  <a:pt x="1017" y="985"/>
                </a:lnTo>
                <a:lnTo>
                  <a:pt x="1035" y="985"/>
                </a:lnTo>
                <a:lnTo>
                  <a:pt x="1053" y="986"/>
                </a:lnTo>
                <a:lnTo>
                  <a:pt x="1071" y="986"/>
                </a:lnTo>
                <a:lnTo>
                  <a:pt x="1089" y="987"/>
                </a:lnTo>
                <a:lnTo>
                  <a:pt x="1106" y="987"/>
                </a:lnTo>
                <a:lnTo>
                  <a:pt x="1124" y="988"/>
                </a:lnTo>
                <a:lnTo>
                  <a:pt x="1142" y="988"/>
                </a:lnTo>
                <a:lnTo>
                  <a:pt x="1160" y="988"/>
                </a:lnTo>
                <a:lnTo>
                  <a:pt x="1178" y="989"/>
                </a:lnTo>
                <a:lnTo>
                  <a:pt x="1196" y="989"/>
                </a:lnTo>
                <a:lnTo>
                  <a:pt x="1213" y="990"/>
                </a:lnTo>
                <a:lnTo>
                  <a:pt x="1231" y="990"/>
                </a:lnTo>
                <a:lnTo>
                  <a:pt x="1249" y="990"/>
                </a:lnTo>
                <a:lnTo>
                  <a:pt x="1267" y="990"/>
                </a:lnTo>
                <a:lnTo>
                  <a:pt x="1285" y="991"/>
                </a:lnTo>
                <a:lnTo>
                  <a:pt x="1303" y="991"/>
                </a:lnTo>
                <a:lnTo>
                  <a:pt x="1321" y="991"/>
                </a:lnTo>
                <a:lnTo>
                  <a:pt x="1338" y="991"/>
                </a:lnTo>
                <a:lnTo>
                  <a:pt x="1356" y="992"/>
                </a:lnTo>
                <a:lnTo>
                  <a:pt x="1374" y="992"/>
                </a:lnTo>
                <a:lnTo>
                  <a:pt x="1392" y="992"/>
                </a:lnTo>
                <a:lnTo>
                  <a:pt x="1410" y="992"/>
                </a:lnTo>
                <a:lnTo>
                  <a:pt x="1428" y="992"/>
                </a:lnTo>
                <a:lnTo>
                  <a:pt x="1445" y="992"/>
                </a:lnTo>
                <a:lnTo>
                  <a:pt x="1463" y="992"/>
                </a:lnTo>
                <a:lnTo>
                  <a:pt x="1481" y="992"/>
                </a:lnTo>
                <a:lnTo>
                  <a:pt x="1499" y="992"/>
                </a:lnTo>
                <a:lnTo>
                  <a:pt x="1517" y="992"/>
                </a:lnTo>
                <a:lnTo>
                  <a:pt x="1535" y="992"/>
                </a:lnTo>
                <a:lnTo>
                  <a:pt x="1552" y="992"/>
                </a:lnTo>
                <a:lnTo>
                  <a:pt x="1570" y="992"/>
                </a:lnTo>
                <a:lnTo>
                  <a:pt x="1588" y="992"/>
                </a:lnTo>
                <a:lnTo>
                  <a:pt x="1606" y="992"/>
                </a:lnTo>
                <a:lnTo>
                  <a:pt x="1624" y="992"/>
                </a:lnTo>
                <a:lnTo>
                  <a:pt x="1642" y="992"/>
                </a:lnTo>
                <a:lnTo>
                  <a:pt x="1660" y="992"/>
                </a:lnTo>
                <a:lnTo>
                  <a:pt x="1677" y="992"/>
                </a:lnTo>
                <a:lnTo>
                  <a:pt x="1695" y="991"/>
                </a:lnTo>
                <a:lnTo>
                  <a:pt x="1713" y="991"/>
                </a:lnTo>
                <a:lnTo>
                  <a:pt x="1731" y="991"/>
                </a:lnTo>
                <a:lnTo>
                  <a:pt x="1749" y="991"/>
                </a:lnTo>
                <a:lnTo>
                  <a:pt x="1767" y="990"/>
                </a:lnTo>
                <a:lnTo>
                  <a:pt x="1784" y="990"/>
                </a:lnTo>
                <a:lnTo>
                  <a:pt x="1802" y="990"/>
                </a:lnTo>
                <a:lnTo>
                  <a:pt x="1820" y="989"/>
                </a:lnTo>
                <a:lnTo>
                  <a:pt x="1838" y="989"/>
                </a:lnTo>
                <a:lnTo>
                  <a:pt x="1856" y="989"/>
                </a:lnTo>
                <a:lnTo>
                  <a:pt x="1874" y="988"/>
                </a:lnTo>
                <a:lnTo>
                  <a:pt x="1892" y="988"/>
                </a:lnTo>
                <a:lnTo>
                  <a:pt x="1909" y="987"/>
                </a:lnTo>
                <a:lnTo>
                  <a:pt x="1927" y="987"/>
                </a:lnTo>
                <a:lnTo>
                  <a:pt x="1945" y="986"/>
                </a:lnTo>
                <a:lnTo>
                  <a:pt x="1963" y="986"/>
                </a:lnTo>
                <a:lnTo>
                  <a:pt x="1981" y="985"/>
                </a:lnTo>
                <a:lnTo>
                  <a:pt x="1999" y="985"/>
                </a:lnTo>
                <a:lnTo>
                  <a:pt x="2016" y="984"/>
                </a:lnTo>
                <a:lnTo>
                  <a:pt x="2034" y="984"/>
                </a:lnTo>
                <a:lnTo>
                  <a:pt x="2052" y="983"/>
                </a:lnTo>
                <a:lnTo>
                  <a:pt x="2070" y="983"/>
                </a:lnTo>
                <a:lnTo>
                  <a:pt x="2088" y="982"/>
                </a:lnTo>
                <a:lnTo>
                  <a:pt x="2106" y="981"/>
                </a:lnTo>
                <a:lnTo>
                  <a:pt x="2124" y="981"/>
                </a:lnTo>
                <a:lnTo>
                  <a:pt x="2141" y="980"/>
                </a:lnTo>
                <a:lnTo>
                  <a:pt x="2159" y="979"/>
                </a:lnTo>
                <a:lnTo>
                  <a:pt x="2177" y="978"/>
                </a:lnTo>
                <a:lnTo>
                  <a:pt x="2195" y="978"/>
                </a:lnTo>
                <a:lnTo>
                  <a:pt x="2213" y="977"/>
                </a:lnTo>
                <a:lnTo>
                  <a:pt x="2231" y="976"/>
                </a:lnTo>
                <a:lnTo>
                  <a:pt x="2248" y="975"/>
                </a:lnTo>
                <a:lnTo>
                  <a:pt x="2266" y="974"/>
                </a:lnTo>
                <a:lnTo>
                  <a:pt x="2284" y="974"/>
                </a:lnTo>
                <a:lnTo>
                  <a:pt x="2302" y="973"/>
                </a:lnTo>
                <a:lnTo>
                  <a:pt x="2320" y="972"/>
                </a:lnTo>
                <a:lnTo>
                  <a:pt x="2338" y="971"/>
                </a:lnTo>
                <a:lnTo>
                  <a:pt x="2355" y="970"/>
                </a:lnTo>
                <a:lnTo>
                  <a:pt x="2373" y="969"/>
                </a:lnTo>
                <a:lnTo>
                  <a:pt x="2391" y="968"/>
                </a:lnTo>
                <a:lnTo>
                  <a:pt x="2409" y="967"/>
                </a:lnTo>
                <a:lnTo>
                  <a:pt x="2427" y="966"/>
                </a:lnTo>
                <a:lnTo>
                  <a:pt x="2445" y="965"/>
                </a:lnTo>
                <a:lnTo>
                  <a:pt x="2463" y="964"/>
                </a:lnTo>
                <a:lnTo>
                  <a:pt x="2480" y="963"/>
                </a:lnTo>
                <a:lnTo>
                  <a:pt x="2498" y="962"/>
                </a:lnTo>
                <a:lnTo>
                  <a:pt x="2516" y="961"/>
                </a:lnTo>
                <a:lnTo>
                  <a:pt x="2534" y="960"/>
                </a:lnTo>
                <a:lnTo>
                  <a:pt x="2552" y="958"/>
                </a:lnTo>
                <a:lnTo>
                  <a:pt x="2570" y="957"/>
                </a:lnTo>
                <a:lnTo>
                  <a:pt x="2587" y="956"/>
                </a:lnTo>
                <a:lnTo>
                  <a:pt x="2605" y="955"/>
                </a:lnTo>
                <a:lnTo>
                  <a:pt x="2623" y="954"/>
                </a:lnTo>
                <a:lnTo>
                  <a:pt x="2641" y="952"/>
                </a:lnTo>
                <a:lnTo>
                  <a:pt x="2659" y="951"/>
                </a:lnTo>
                <a:lnTo>
                  <a:pt x="2677" y="950"/>
                </a:lnTo>
                <a:lnTo>
                  <a:pt x="2695" y="948"/>
                </a:lnTo>
                <a:lnTo>
                  <a:pt x="2712" y="947"/>
                </a:lnTo>
                <a:lnTo>
                  <a:pt x="2730" y="946"/>
                </a:lnTo>
                <a:lnTo>
                  <a:pt x="2748" y="944"/>
                </a:lnTo>
                <a:lnTo>
                  <a:pt x="2766" y="943"/>
                </a:lnTo>
                <a:lnTo>
                  <a:pt x="2784" y="941"/>
                </a:lnTo>
                <a:lnTo>
                  <a:pt x="2802" y="940"/>
                </a:lnTo>
                <a:lnTo>
                  <a:pt x="2819" y="939"/>
                </a:lnTo>
                <a:lnTo>
                  <a:pt x="2837" y="937"/>
                </a:lnTo>
                <a:lnTo>
                  <a:pt x="2855" y="936"/>
                </a:lnTo>
                <a:lnTo>
                  <a:pt x="2873" y="934"/>
                </a:lnTo>
                <a:lnTo>
                  <a:pt x="2891" y="932"/>
                </a:lnTo>
                <a:lnTo>
                  <a:pt x="2909" y="931"/>
                </a:lnTo>
                <a:lnTo>
                  <a:pt x="2927" y="929"/>
                </a:lnTo>
                <a:lnTo>
                  <a:pt x="2944" y="928"/>
                </a:lnTo>
                <a:lnTo>
                  <a:pt x="2962" y="926"/>
                </a:lnTo>
                <a:lnTo>
                  <a:pt x="2980" y="924"/>
                </a:lnTo>
                <a:lnTo>
                  <a:pt x="2998" y="923"/>
                </a:lnTo>
                <a:lnTo>
                  <a:pt x="3016" y="921"/>
                </a:lnTo>
                <a:lnTo>
                  <a:pt x="3034" y="919"/>
                </a:lnTo>
                <a:lnTo>
                  <a:pt x="3051" y="918"/>
                </a:lnTo>
                <a:lnTo>
                  <a:pt x="3069" y="916"/>
                </a:lnTo>
                <a:lnTo>
                  <a:pt x="3087" y="914"/>
                </a:lnTo>
                <a:lnTo>
                  <a:pt x="3105" y="912"/>
                </a:lnTo>
                <a:lnTo>
                  <a:pt x="3123" y="911"/>
                </a:lnTo>
                <a:lnTo>
                  <a:pt x="3141" y="909"/>
                </a:lnTo>
                <a:lnTo>
                  <a:pt x="3158" y="907"/>
                </a:lnTo>
                <a:lnTo>
                  <a:pt x="3176" y="905"/>
                </a:lnTo>
                <a:lnTo>
                  <a:pt x="3194" y="903"/>
                </a:lnTo>
                <a:lnTo>
                  <a:pt x="3212" y="901"/>
                </a:lnTo>
                <a:lnTo>
                  <a:pt x="3230" y="899"/>
                </a:lnTo>
                <a:lnTo>
                  <a:pt x="3248" y="897"/>
                </a:lnTo>
                <a:lnTo>
                  <a:pt x="3266" y="895"/>
                </a:lnTo>
                <a:lnTo>
                  <a:pt x="3283" y="893"/>
                </a:lnTo>
                <a:lnTo>
                  <a:pt x="3301" y="891"/>
                </a:lnTo>
                <a:lnTo>
                  <a:pt x="3319" y="889"/>
                </a:lnTo>
                <a:lnTo>
                  <a:pt x="3337" y="887"/>
                </a:lnTo>
                <a:lnTo>
                  <a:pt x="3355" y="885"/>
                </a:lnTo>
                <a:lnTo>
                  <a:pt x="3373" y="883"/>
                </a:lnTo>
                <a:lnTo>
                  <a:pt x="3390" y="881"/>
                </a:lnTo>
                <a:lnTo>
                  <a:pt x="3408" y="879"/>
                </a:lnTo>
                <a:lnTo>
                  <a:pt x="3426" y="877"/>
                </a:lnTo>
                <a:lnTo>
                  <a:pt x="3444" y="875"/>
                </a:lnTo>
                <a:lnTo>
                  <a:pt x="3462" y="873"/>
                </a:lnTo>
                <a:lnTo>
                  <a:pt x="3480" y="870"/>
                </a:lnTo>
                <a:lnTo>
                  <a:pt x="3498" y="868"/>
                </a:lnTo>
                <a:lnTo>
                  <a:pt x="3515" y="866"/>
                </a:lnTo>
                <a:lnTo>
                  <a:pt x="3533" y="864"/>
                </a:lnTo>
                <a:lnTo>
                  <a:pt x="3551" y="861"/>
                </a:lnTo>
                <a:lnTo>
                  <a:pt x="3569" y="859"/>
                </a:lnTo>
                <a:lnTo>
                  <a:pt x="3587" y="857"/>
                </a:lnTo>
                <a:lnTo>
                  <a:pt x="3605" y="854"/>
                </a:lnTo>
                <a:lnTo>
                  <a:pt x="3622" y="852"/>
                </a:lnTo>
                <a:lnTo>
                  <a:pt x="3640" y="850"/>
                </a:lnTo>
                <a:lnTo>
                  <a:pt x="3658" y="847"/>
                </a:lnTo>
                <a:lnTo>
                  <a:pt x="3676" y="845"/>
                </a:lnTo>
                <a:lnTo>
                  <a:pt x="3694" y="842"/>
                </a:lnTo>
                <a:lnTo>
                  <a:pt x="3712" y="840"/>
                </a:lnTo>
                <a:lnTo>
                  <a:pt x="3730" y="837"/>
                </a:lnTo>
                <a:lnTo>
                  <a:pt x="3747" y="835"/>
                </a:lnTo>
                <a:lnTo>
                  <a:pt x="3765" y="832"/>
                </a:lnTo>
                <a:lnTo>
                  <a:pt x="3783" y="830"/>
                </a:lnTo>
                <a:lnTo>
                  <a:pt x="3801" y="827"/>
                </a:lnTo>
                <a:lnTo>
                  <a:pt x="3819" y="825"/>
                </a:lnTo>
                <a:lnTo>
                  <a:pt x="3837" y="822"/>
                </a:lnTo>
                <a:lnTo>
                  <a:pt x="3854" y="819"/>
                </a:lnTo>
                <a:lnTo>
                  <a:pt x="3872" y="817"/>
                </a:lnTo>
                <a:lnTo>
                  <a:pt x="3890" y="814"/>
                </a:lnTo>
                <a:lnTo>
                  <a:pt x="3908" y="811"/>
                </a:lnTo>
                <a:lnTo>
                  <a:pt x="3926" y="809"/>
                </a:lnTo>
                <a:lnTo>
                  <a:pt x="3944" y="806"/>
                </a:lnTo>
                <a:lnTo>
                  <a:pt x="3962" y="803"/>
                </a:lnTo>
                <a:lnTo>
                  <a:pt x="3979" y="800"/>
                </a:lnTo>
                <a:lnTo>
                  <a:pt x="3997" y="798"/>
                </a:lnTo>
                <a:lnTo>
                  <a:pt x="4015" y="795"/>
                </a:lnTo>
                <a:lnTo>
                  <a:pt x="4033" y="792"/>
                </a:lnTo>
                <a:lnTo>
                  <a:pt x="4051" y="789"/>
                </a:lnTo>
                <a:lnTo>
                  <a:pt x="4069" y="786"/>
                </a:lnTo>
                <a:lnTo>
                  <a:pt x="4086" y="783"/>
                </a:lnTo>
                <a:lnTo>
                  <a:pt x="4104" y="780"/>
                </a:lnTo>
                <a:lnTo>
                  <a:pt x="4122" y="778"/>
                </a:lnTo>
                <a:lnTo>
                  <a:pt x="4140" y="775"/>
                </a:lnTo>
                <a:lnTo>
                  <a:pt x="4158" y="772"/>
                </a:lnTo>
                <a:lnTo>
                  <a:pt x="4176" y="769"/>
                </a:lnTo>
                <a:lnTo>
                  <a:pt x="4193" y="766"/>
                </a:lnTo>
                <a:lnTo>
                  <a:pt x="4211" y="763"/>
                </a:lnTo>
                <a:lnTo>
                  <a:pt x="4229" y="760"/>
                </a:lnTo>
                <a:lnTo>
                  <a:pt x="4247" y="756"/>
                </a:lnTo>
                <a:lnTo>
                  <a:pt x="4265" y="753"/>
                </a:lnTo>
                <a:lnTo>
                  <a:pt x="4283" y="750"/>
                </a:lnTo>
                <a:lnTo>
                  <a:pt x="4301" y="747"/>
                </a:lnTo>
                <a:lnTo>
                  <a:pt x="4318" y="744"/>
                </a:lnTo>
                <a:lnTo>
                  <a:pt x="4336" y="741"/>
                </a:lnTo>
                <a:lnTo>
                  <a:pt x="4354" y="738"/>
                </a:lnTo>
                <a:lnTo>
                  <a:pt x="4372" y="734"/>
                </a:lnTo>
                <a:lnTo>
                  <a:pt x="4390" y="731"/>
                </a:lnTo>
                <a:lnTo>
                  <a:pt x="4408" y="728"/>
                </a:lnTo>
                <a:lnTo>
                  <a:pt x="4425" y="725"/>
                </a:lnTo>
                <a:lnTo>
                  <a:pt x="4443" y="721"/>
                </a:lnTo>
                <a:lnTo>
                  <a:pt x="4461" y="718"/>
                </a:lnTo>
                <a:lnTo>
                  <a:pt x="4479" y="715"/>
                </a:lnTo>
                <a:lnTo>
                  <a:pt x="4497" y="711"/>
                </a:lnTo>
                <a:lnTo>
                  <a:pt x="4515" y="708"/>
                </a:lnTo>
                <a:lnTo>
                  <a:pt x="4533" y="705"/>
                </a:lnTo>
                <a:lnTo>
                  <a:pt x="4550" y="701"/>
                </a:lnTo>
                <a:lnTo>
                  <a:pt x="4568" y="698"/>
                </a:lnTo>
                <a:lnTo>
                  <a:pt x="4586" y="694"/>
                </a:lnTo>
                <a:lnTo>
                  <a:pt x="4604" y="691"/>
                </a:lnTo>
                <a:lnTo>
                  <a:pt x="4622" y="687"/>
                </a:lnTo>
                <a:lnTo>
                  <a:pt x="4640" y="684"/>
                </a:lnTo>
                <a:lnTo>
                  <a:pt x="4657" y="680"/>
                </a:lnTo>
                <a:lnTo>
                  <a:pt x="4675" y="677"/>
                </a:lnTo>
                <a:lnTo>
                  <a:pt x="4693" y="673"/>
                </a:lnTo>
                <a:lnTo>
                  <a:pt x="4711" y="670"/>
                </a:lnTo>
                <a:lnTo>
                  <a:pt x="4729" y="666"/>
                </a:lnTo>
                <a:lnTo>
                  <a:pt x="4747" y="662"/>
                </a:lnTo>
                <a:lnTo>
                  <a:pt x="4765" y="659"/>
                </a:lnTo>
                <a:lnTo>
                  <a:pt x="4782" y="655"/>
                </a:lnTo>
                <a:lnTo>
                  <a:pt x="4800" y="651"/>
                </a:lnTo>
                <a:lnTo>
                  <a:pt x="4818" y="648"/>
                </a:lnTo>
                <a:lnTo>
                  <a:pt x="4836" y="644"/>
                </a:lnTo>
                <a:lnTo>
                  <a:pt x="4854" y="640"/>
                </a:lnTo>
                <a:lnTo>
                  <a:pt x="4872" y="636"/>
                </a:lnTo>
                <a:lnTo>
                  <a:pt x="4889" y="632"/>
                </a:lnTo>
                <a:lnTo>
                  <a:pt x="4907" y="629"/>
                </a:lnTo>
                <a:lnTo>
                  <a:pt x="4925" y="625"/>
                </a:lnTo>
                <a:lnTo>
                  <a:pt x="4943" y="621"/>
                </a:lnTo>
                <a:lnTo>
                  <a:pt x="4961" y="617"/>
                </a:lnTo>
                <a:lnTo>
                  <a:pt x="4979" y="613"/>
                </a:lnTo>
                <a:lnTo>
                  <a:pt x="4996" y="609"/>
                </a:lnTo>
                <a:lnTo>
                  <a:pt x="5014" y="605"/>
                </a:lnTo>
                <a:lnTo>
                  <a:pt x="5032" y="601"/>
                </a:lnTo>
                <a:lnTo>
                  <a:pt x="5050" y="597"/>
                </a:lnTo>
                <a:lnTo>
                  <a:pt x="5068" y="593"/>
                </a:lnTo>
                <a:lnTo>
                  <a:pt x="5086" y="589"/>
                </a:lnTo>
                <a:lnTo>
                  <a:pt x="5104" y="585"/>
                </a:lnTo>
                <a:lnTo>
                  <a:pt x="5121" y="581"/>
                </a:lnTo>
                <a:lnTo>
                  <a:pt x="5139" y="577"/>
                </a:lnTo>
                <a:lnTo>
                  <a:pt x="5157" y="573"/>
                </a:lnTo>
                <a:lnTo>
                  <a:pt x="5175" y="569"/>
                </a:lnTo>
                <a:lnTo>
                  <a:pt x="5193" y="565"/>
                </a:lnTo>
                <a:lnTo>
                  <a:pt x="5211" y="561"/>
                </a:lnTo>
                <a:lnTo>
                  <a:pt x="5228" y="557"/>
                </a:lnTo>
                <a:lnTo>
                  <a:pt x="5246" y="552"/>
                </a:lnTo>
                <a:lnTo>
                  <a:pt x="5264" y="548"/>
                </a:lnTo>
                <a:lnTo>
                  <a:pt x="5282" y="544"/>
                </a:lnTo>
                <a:lnTo>
                  <a:pt x="5300" y="540"/>
                </a:lnTo>
                <a:lnTo>
                  <a:pt x="5318" y="535"/>
                </a:lnTo>
                <a:lnTo>
                  <a:pt x="5336" y="531"/>
                </a:lnTo>
                <a:lnTo>
                  <a:pt x="5353" y="527"/>
                </a:lnTo>
                <a:lnTo>
                  <a:pt x="5371" y="522"/>
                </a:lnTo>
                <a:lnTo>
                  <a:pt x="5389" y="518"/>
                </a:lnTo>
                <a:lnTo>
                  <a:pt x="5407" y="514"/>
                </a:lnTo>
                <a:lnTo>
                  <a:pt x="5425" y="509"/>
                </a:lnTo>
                <a:lnTo>
                  <a:pt x="5443" y="505"/>
                </a:lnTo>
                <a:lnTo>
                  <a:pt x="5460" y="500"/>
                </a:lnTo>
                <a:lnTo>
                  <a:pt x="5478" y="496"/>
                </a:lnTo>
                <a:lnTo>
                  <a:pt x="5496" y="491"/>
                </a:lnTo>
                <a:lnTo>
                  <a:pt x="5514" y="487"/>
                </a:lnTo>
                <a:lnTo>
                  <a:pt x="5532" y="482"/>
                </a:lnTo>
                <a:lnTo>
                  <a:pt x="5550" y="478"/>
                </a:lnTo>
                <a:lnTo>
                  <a:pt x="5568" y="473"/>
                </a:lnTo>
                <a:lnTo>
                  <a:pt x="5585" y="469"/>
                </a:lnTo>
                <a:lnTo>
                  <a:pt x="5603" y="464"/>
                </a:lnTo>
                <a:lnTo>
                  <a:pt x="5621" y="460"/>
                </a:lnTo>
                <a:lnTo>
                  <a:pt x="5639" y="455"/>
                </a:lnTo>
                <a:lnTo>
                  <a:pt x="5657" y="450"/>
                </a:lnTo>
                <a:lnTo>
                  <a:pt x="5675" y="446"/>
                </a:lnTo>
                <a:lnTo>
                  <a:pt x="5692" y="441"/>
                </a:lnTo>
                <a:lnTo>
                  <a:pt x="5710" y="436"/>
                </a:lnTo>
                <a:lnTo>
                  <a:pt x="5728" y="431"/>
                </a:lnTo>
                <a:lnTo>
                  <a:pt x="5746" y="427"/>
                </a:lnTo>
                <a:lnTo>
                  <a:pt x="5764" y="422"/>
                </a:lnTo>
                <a:lnTo>
                  <a:pt x="5782" y="417"/>
                </a:lnTo>
                <a:lnTo>
                  <a:pt x="5799" y="412"/>
                </a:lnTo>
                <a:lnTo>
                  <a:pt x="5817" y="407"/>
                </a:lnTo>
                <a:lnTo>
                  <a:pt x="5835" y="403"/>
                </a:lnTo>
                <a:lnTo>
                  <a:pt x="5853" y="398"/>
                </a:lnTo>
                <a:lnTo>
                  <a:pt x="5871" y="393"/>
                </a:lnTo>
                <a:lnTo>
                  <a:pt x="5889" y="388"/>
                </a:lnTo>
                <a:lnTo>
                  <a:pt x="5907" y="383"/>
                </a:lnTo>
                <a:lnTo>
                  <a:pt x="5924" y="378"/>
                </a:lnTo>
                <a:lnTo>
                  <a:pt x="5942" y="373"/>
                </a:lnTo>
                <a:lnTo>
                  <a:pt x="5960" y="368"/>
                </a:lnTo>
                <a:lnTo>
                  <a:pt x="5978" y="363"/>
                </a:lnTo>
                <a:lnTo>
                  <a:pt x="5996" y="358"/>
                </a:lnTo>
                <a:lnTo>
                  <a:pt x="6014" y="353"/>
                </a:lnTo>
                <a:lnTo>
                  <a:pt x="6031" y="348"/>
                </a:lnTo>
                <a:lnTo>
                  <a:pt x="6049" y="343"/>
                </a:lnTo>
                <a:lnTo>
                  <a:pt x="6067" y="338"/>
                </a:lnTo>
                <a:lnTo>
                  <a:pt x="6085" y="332"/>
                </a:lnTo>
                <a:lnTo>
                  <a:pt x="6103" y="327"/>
                </a:lnTo>
                <a:lnTo>
                  <a:pt x="6121" y="322"/>
                </a:lnTo>
                <a:lnTo>
                  <a:pt x="6139" y="317"/>
                </a:lnTo>
                <a:lnTo>
                  <a:pt x="6156" y="312"/>
                </a:lnTo>
                <a:lnTo>
                  <a:pt x="6174" y="306"/>
                </a:lnTo>
                <a:lnTo>
                  <a:pt x="6192" y="301"/>
                </a:lnTo>
                <a:lnTo>
                  <a:pt x="6210" y="296"/>
                </a:lnTo>
                <a:lnTo>
                  <a:pt x="6228" y="291"/>
                </a:lnTo>
                <a:lnTo>
                  <a:pt x="6246" y="285"/>
                </a:lnTo>
                <a:lnTo>
                  <a:pt x="6263" y="280"/>
                </a:lnTo>
                <a:lnTo>
                  <a:pt x="6281" y="275"/>
                </a:lnTo>
                <a:lnTo>
                  <a:pt x="6299" y="269"/>
                </a:lnTo>
                <a:lnTo>
                  <a:pt x="6317" y="264"/>
                </a:lnTo>
                <a:lnTo>
                  <a:pt x="6335" y="258"/>
                </a:lnTo>
                <a:lnTo>
                  <a:pt x="6353" y="253"/>
                </a:lnTo>
                <a:lnTo>
                  <a:pt x="6371" y="247"/>
                </a:lnTo>
                <a:lnTo>
                  <a:pt x="6388" y="242"/>
                </a:lnTo>
                <a:lnTo>
                  <a:pt x="6406" y="236"/>
                </a:lnTo>
                <a:lnTo>
                  <a:pt x="6424" y="231"/>
                </a:lnTo>
                <a:lnTo>
                  <a:pt x="6442" y="225"/>
                </a:lnTo>
                <a:lnTo>
                  <a:pt x="6460" y="220"/>
                </a:lnTo>
                <a:lnTo>
                  <a:pt x="6478" y="214"/>
                </a:lnTo>
                <a:lnTo>
                  <a:pt x="6495" y="209"/>
                </a:lnTo>
                <a:lnTo>
                  <a:pt x="6513" y="203"/>
                </a:lnTo>
                <a:lnTo>
                  <a:pt x="6531" y="197"/>
                </a:lnTo>
                <a:lnTo>
                  <a:pt x="6549" y="192"/>
                </a:lnTo>
                <a:lnTo>
                  <a:pt x="6567" y="186"/>
                </a:lnTo>
                <a:lnTo>
                  <a:pt x="6585" y="180"/>
                </a:lnTo>
                <a:lnTo>
                  <a:pt x="6603" y="175"/>
                </a:lnTo>
                <a:lnTo>
                  <a:pt x="6620" y="169"/>
                </a:lnTo>
                <a:lnTo>
                  <a:pt x="6638" y="163"/>
                </a:lnTo>
                <a:lnTo>
                  <a:pt x="6656" y="157"/>
                </a:lnTo>
                <a:lnTo>
                  <a:pt x="6674" y="151"/>
                </a:lnTo>
                <a:lnTo>
                  <a:pt x="6692" y="146"/>
                </a:lnTo>
                <a:lnTo>
                  <a:pt x="6710" y="140"/>
                </a:lnTo>
                <a:lnTo>
                  <a:pt x="6727" y="134"/>
                </a:lnTo>
                <a:lnTo>
                  <a:pt x="6745" y="128"/>
                </a:lnTo>
                <a:lnTo>
                  <a:pt x="6763" y="122"/>
                </a:lnTo>
                <a:lnTo>
                  <a:pt x="6781" y="116"/>
                </a:lnTo>
                <a:lnTo>
                  <a:pt x="6799" y="110"/>
                </a:lnTo>
                <a:lnTo>
                  <a:pt x="6817" y="104"/>
                </a:lnTo>
                <a:lnTo>
                  <a:pt x="6834" y="98"/>
                </a:lnTo>
                <a:lnTo>
                  <a:pt x="6852" y="92"/>
                </a:lnTo>
                <a:lnTo>
                  <a:pt x="6870" y="86"/>
                </a:lnTo>
                <a:lnTo>
                  <a:pt x="6888" y="80"/>
                </a:lnTo>
                <a:lnTo>
                  <a:pt x="6906" y="74"/>
                </a:lnTo>
                <a:lnTo>
                  <a:pt x="6924" y="68"/>
                </a:lnTo>
                <a:lnTo>
                  <a:pt x="6942" y="62"/>
                </a:lnTo>
                <a:lnTo>
                  <a:pt x="6959" y="56"/>
                </a:lnTo>
                <a:lnTo>
                  <a:pt x="6977" y="50"/>
                </a:lnTo>
                <a:lnTo>
                  <a:pt x="6995" y="43"/>
                </a:lnTo>
                <a:lnTo>
                  <a:pt x="7013" y="37"/>
                </a:lnTo>
                <a:lnTo>
                  <a:pt x="7031" y="31"/>
                </a:lnTo>
                <a:lnTo>
                  <a:pt x="7049" y="25"/>
                </a:lnTo>
                <a:lnTo>
                  <a:pt x="7066" y="19"/>
                </a:lnTo>
                <a:lnTo>
                  <a:pt x="7084" y="12"/>
                </a:lnTo>
                <a:lnTo>
                  <a:pt x="7102" y="6"/>
                </a:lnTo>
                <a:lnTo>
                  <a:pt x="7120" y="0"/>
                </a:lnTo>
              </a:path>
            </a:pathLst>
          </a:custGeom>
          <a:noFill/>
          <a:ln w="19050">
            <a:solidFill>
              <a:srgbClr val="C4B8DC"/>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3" name="Freeform 12"/>
          <p:cNvSpPr/>
          <p:nvPr/>
        </p:nvSpPr>
        <p:spPr>
          <a:xfrm>
            <a:off x="896112" y="3309214"/>
            <a:ext cx="6510528" cy="1392631"/>
          </a:xfrm>
          <a:custGeom>
            <a:avLst/>
            <a:gdLst/>
            <a:ahLst/>
            <a:cxnLst/>
            <a:rect l="l" t="t" r="r" b="b"/>
            <a:pathLst>
              <a:path w="7120" h="1523">
                <a:moveTo>
                  <a:pt x="0" y="768"/>
                </a:moveTo>
                <a:lnTo>
                  <a:pt x="18" y="777"/>
                </a:lnTo>
                <a:lnTo>
                  <a:pt x="36" y="786"/>
                </a:lnTo>
                <a:lnTo>
                  <a:pt x="54" y="795"/>
                </a:lnTo>
                <a:lnTo>
                  <a:pt x="71" y="804"/>
                </a:lnTo>
                <a:lnTo>
                  <a:pt x="89" y="813"/>
                </a:lnTo>
                <a:lnTo>
                  <a:pt x="107" y="822"/>
                </a:lnTo>
                <a:lnTo>
                  <a:pt x="125" y="831"/>
                </a:lnTo>
                <a:lnTo>
                  <a:pt x="143" y="839"/>
                </a:lnTo>
                <a:lnTo>
                  <a:pt x="161" y="848"/>
                </a:lnTo>
                <a:lnTo>
                  <a:pt x="178" y="857"/>
                </a:lnTo>
                <a:lnTo>
                  <a:pt x="196" y="865"/>
                </a:lnTo>
                <a:lnTo>
                  <a:pt x="214" y="874"/>
                </a:lnTo>
                <a:lnTo>
                  <a:pt x="232" y="882"/>
                </a:lnTo>
                <a:lnTo>
                  <a:pt x="250" y="891"/>
                </a:lnTo>
                <a:lnTo>
                  <a:pt x="268" y="899"/>
                </a:lnTo>
                <a:lnTo>
                  <a:pt x="286" y="907"/>
                </a:lnTo>
                <a:lnTo>
                  <a:pt x="303" y="916"/>
                </a:lnTo>
                <a:lnTo>
                  <a:pt x="321" y="924"/>
                </a:lnTo>
                <a:lnTo>
                  <a:pt x="339" y="932"/>
                </a:lnTo>
                <a:lnTo>
                  <a:pt x="357" y="940"/>
                </a:lnTo>
                <a:lnTo>
                  <a:pt x="375" y="948"/>
                </a:lnTo>
                <a:lnTo>
                  <a:pt x="393" y="956"/>
                </a:lnTo>
                <a:lnTo>
                  <a:pt x="410" y="964"/>
                </a:lnTo>
                <a:lnTo>
                  <a:pt x="428" y="972"/>
                </a:lnTo>
                <a:lnTo>
                  <a:pt x="446" y="980"/>
                </a:lnTo>
                <a:lnTo>
                  <a:pt x="464" y="987"/>
                </a:lnTo>
                <a:lnTo>
                  <a:pt x="482" y="995"/>
                </a:lnTo>
                <a:lnTo>
                  <a:pt x="500" y="1003"/>
                </a:lnTo>
                <a:lnTo>
                  <a:pt x="517" y="1010"/>
                </a:lnTo>
                <a:lnTo>
                  <a:pt x="535" y="1018"/>
                </a:lnTo>
                <a:lnTo>
                  <a:pt x="553" y="1025"/>
                </a:lnTo>
                <a:lnTo>
                  <a:pt x="571" y="1033"/>
                </a:lnTo>
                <a:lnTo>
                  <a:pt x="589" y="1040"/>
                </a:lnTo>
                <a:lnTo>
                  <a:pt x="607" y="1047"/>
                </a:lnTo>
                <a:lnTo>
                  <a:pt x="625" y="1054"/>
                </a:lnTo>
                <a:lnTo>
                  <a:pt x="642" y="1062"/>
                </a:lnTo>
                <a:lnTo>
                  <a:pt x="660" y="1069"/>
                </a:lnTo>
                <a:lnTo>
                  <a:pt x="678" y="1076"/>
                </a:lnTo>
                <a:lnTo>
                  <a:pt x="696" y="1083"/>
                </a:lnTo>
                <a:lnTo>
                  <a:pt x="714" y="1090"/>
                </a:lnTo>
                <a:lnTo>
                  <a:pt x="732" y="1097"/>
                </a:lnTo>
                <a:lnTo>
                  <a:pt x="749" y="1104"/>
                </a:lnTo>
                <a:lnTo>
                  <a:pt x="767" y="1110"/>
                </a:lnTo>
                <a:lnTo>
                  <a:pt x="785" y="1117"/>
                </a:lnTo>
                <a:lnTo>
                  <a:pt x="803" y="1124"/>
                </a:lnTo>
                <a:lnTo>
                  <a:pt x="821" y="1130"/>
                </a:lnTo>
                <a:lnTo>
                  <a:pt x="839" y="1137"/>
                </a:lnTo>
                <a:lnTo>
                  <a:pt x="857" y="1144"/>
                </a:lnTo>
                <a:lnTo>
                  <a:pt x="874" y="1150"/>
                </a:lnTo>
                <a:lnTo>
                  <a:pt x="892" y="1156"/>
                </a:lnTo>
                <a:lnTo>
                  <a:pt x="910" y="1163"/>
                </a:lnTo>
                <a:lnTo>
                  <a:pt x="928" y="1169"/>
                </a:lnTo>
                <a:lnTo>
                  <a:pt x="946" y="1175"/>
                </a:lnTo>
                <a:lnTo>
                  <a:pt x="964" y="1181"/>
                </a:lnTo>
                <a:lnTo>
                  <a:pt x="981" y="1188"/>
                </a:lnTo>
                <a:lnTo>
                  <a:pt x="999" y="1194"/>
                </a:lnTo>
                <a:lnTo>
                  <a:pt x="1017" y="1200"/>
                </a:lnTo>
                <a:lnTo>
                  <a:pt x="1035" y="1206"/>
                </a:lnTo>
                <a:lnTo>
                  <a:pt x="1053" y="1212"/>
                </a:lnTo>
                <a:lnTo>
                  <a:pt x="1071" y="1217"/>
                </a:lnTo>
                <a:lnTo>
                  <a:pt x="1089" y="1223"/>
                </a:lnTo>
                <a:lnTo>
                  <a:pt x="1106" y="1229"/>
                </a:lnTo>
                <a:lnTo>
                  <a:pt x="1124" y="1235"/>
                </a:lnTo>
                <a:lnTo>
                  <a:pt x="1142" y="1240"/>
                </a:lnTo>
                <a:lnTo>
                  <a:pt x="1160" y="1246"/>
                </a:lnTo>
                <a:lnTo>
                  <a:pt x="1178" y="1251"/>
                </a:lnTo>
                <a:lnTo>
                  <a:pt x="1196" y="1257"/>
                </a:lnTo>
                <a:lnTo>
                  <a:pt x="1213" y="1262"/>
                </a:lnTo>
                <a:lnTo>
                  <a:pt x="1231" y="1268"/>
                </a:lnTo>
                <a:lnTo>
                  <a:pt x="1249" y="1273"/>
                </a:lnTo>
                <a:lnTo>
                  <a:pt x="1267" y="1278"/>
                </a:lnTo>
                <a:lnTo>
                  <a:pt x="1285" y="1283"/>
                </a:lnTo>
                <a:lnTo>
                  <a:pt x="1303" y="1288"/>
                </a:lnTo>
                <a:lnTo>
                  <a:pt x="1321" y="1294"/>
                </a:lnTo>
                <a:lnTo>
                  <a:pt x="1338" y="1299"/>
                </a:lnTo>
                <a:lnTo>
                  <a:pt x="1356" y="1304"/>
                </a:lnTo>
                <a:lnTo>
                  <a:pt x="1374" y="1308"/>
                </a:lnTo>
                <a:lnTo>
                  <a:pt x="1392" y="1313"/>
                </a:lnTo>
                <a:lnTo>
                  <a:pt x="1410" y="1318"/>
                </a:lnTo>
                <a:lnTo>
                  <a:pt x="1428" y="1323"/>
                </a:lnTo>
                <a:lnTo>
                  <a:pt x="1445" y="1328"/>
                </a:lnTo>
                <a:lnTo>
                  <a:pt x="1463" y="1332"/>
                </a:lnTo>
                <a:lnTo>
                  <a:pt x="1481" y="1337"/>
                </a:lnTo>
                <a:lnTo>
                  <a:pt x="1499" y="1341"/>
                </a:lnTo>
                <a:lnTo>
                  <a:pt x="1517" y="1346"/>
                </a:lnTo>
                <a:lnTo>
                  <a:pt x="1535" y="1350"/>
                </a:lnTo>
                <a:lnTo>
                  <a:pt x="1552" y="1354"/>
                </a:lnTo>
                <a:lnTo>
                  <a:pt x="1570" y="1359"/>
                </a:lnTo>
                <a:lnTo>
                  <a:pt x="1588" y="1363"/>
                </a:lnTo>
                <a:lnTo>
                  <a:pt x="1606" y="1367"/>
                </a:lnTo>
                <a:lnTo>
                  <a:pt x="1624" y="1371"/>
                </a:lnTo>
                <a:lnTo>
                  <a:pt x="1642" y="1375"/>
                </a:lnTo>
                <a:lnTo>
                  <a:pt x="1660" y="1379"/>
                </a:lnTo>
                <a:lnTo>
                  <a:pt x="1677" y="1383"/>
                </a:lnTo>
                <a:lnTo>
                  <a:pt x="1695" y="1387"/>
                </a:lnTo>
                <a:lnTo>
                  <a:pt x="1713" y="1391"/>
                </a:lnTo>
                <a:lnTo>
                  <a:pt x="1731" y="1395"/>
                </a:lnTo>
                <a:lnTo>
                  <a:pt x="1749" y="1399"/>
                </a:lnTo>
                <a:lnTo>
                  <a:pt x="1767" y="1402"/>
                </a:lnTo>
                <a:lnTo>
                  <a:pt x="1784" y="1406"/>
                </a:lnTo>
                <a:lnTo>
                  <a:pt x="1802" y="1410"/>
                </a:lnTo>
                <a:lnTo>
                  <a:pt x="1820" y="1413"/>
                </a:lnTo>
                <a:lnTo>
                  <a:pt x="1838" y="1417"/>
                </a:lnTo>
                <a:lnTo>
                  <a:pt x="1856" y="1420"/>
                </a:lnTo>
                <a:lnTo>
                  <a:pt x="1874" y="1423"/>
                </a:lnTo>
                <a:lnTo>
                  <a:pt x="1892" y="1427"/>
                </a:lnTo>
                <a:lnTo>
                  <a:pt x="1909" y="1430"/>
                </a:lnTo>
                <a:lnTo>
                  <a:pt x="1927" y="1433"/>
                </a:lnTo>
                <a:lnTo>
                  <a:pt x="1945" y="1436"/>
                </a:lnTo>
                <a:lnTo>
                  <a:pt x="1963" y="1439"/>
                </a:lnTo>
                <a:lnTo>
                  <a:pt x="1981" y="1442"/>
                </a:lnTo>
                <a:lnTo>
                  <a:pt x="1999" y="1445"/>
                </a:lnTo>
                <a:lnTo>
                  <a:pt x="2016" y="1448"/>
                </a:lnTo>
                <a:lnTo>
                  <a:pt x="2034" y="1451"/>
                </a:lnTo>
                <a:lnTo>
                  <a:pt x="2052" y="1454"/>
                </a:lnTo>
                <a:lnTo>
                  <a:pt x="2070" y="1457"/>
                </a:lnTo>
                <a:lnTo>
                  <a:pt x="2088" y="1459"/>
                </a:lnTo>
                <a:lnTo>
                  <a:pt x="2106" y="1462"/>
                </a:lnTo>
                <a:lnTo>
                  <a:pt x="2124" y="1464"/>
                </a:lnTo>
                <a:lnTo>
                  <a:pt x="2141" y="1467"/>
                </a:lnTo>
                <a:lnTo>
                  <a:pt x="2159" y="1469"/>
                </a:lnTo>
                <a:lnTo>
                  <a:pt x="2177" y="1472"/>
                </a:lnTo>
                <a:lnTo>
                  <a:pt x="2195" y="1474"/>
                </a:lnTo>
                <a:lnTo>
                  <a:pt x="2213" y="1476"/>
                </a:lnTo>
                <a:lnTo>
                  <a:pt x="2231" y="1479"/>
                </a:lnTo>
                <a:lnTo>
                  <a:pt x="2248" y="1481"/>
                </a:lnTo>
                <a:lnTo>
                  <a:pt x="2266" y="1483"/>
                </a:lnTo>
                <a:lnTo>
                  <a:pt x="2284" y="1485"/>
                </a:lnTo>
                <a:lnTo>
                  <a:pt x="2302" y="1487"/>
                </a:lnTo>
                <a:lnTo>
                  <a:pt x="2320" y="1489"/>
                </a:lnTo>
                <a:lnTo>
                  <a:pt x="2338" y="1491"/>
                </a:lnTo>
                <a:lnTo>
                  <a:pt x="2355" y="1493"/>
                </a:lnTo>
                <a:lnTo>
                  <a:pt x="2373" y="1495"/>
                </a:lnTo>
                <a:lnTo>
                  <a:pt x="2391" y="1496"/>
                </a:lnTo>
                <a:lnTo>
                  <a:pt x="2409" y="1498"/>
                </a:lnTo>
                <a:lnTo>
                  <a:pt x="2427" y="1500"/>
                </a:lnTo>
                <a:lnTo>
                  <a:pt x="2445" y="1501"/>
                </a:lnTo>
                <a:lnTo>
                  <a:pt x="2463" y="1503"/>
                </a:lnTo>
                <a:lnTo>
                  <a:pt x="2480" y="1504"/>
                </a:lnTo>
                <a:lnTo>
                  <a:pt x="2498" y="1506"/>
                </a:lnTo>
                <a:lnTo>
                  <a:pt x="2516" y="1507"/>
                </a:lnTo>
                <a:lnTo>
                  <a:pt x="2534" y="1508"/>
                </a:lnTo>
                <a:lnTo>
                  <a:pt x="2552" y="1510"/>
                </a:lnTo>
                <a:lnTo>
                  <a:pt x="2570" y="1511"/>
                </a:lnTo>
                <a:lnTo>
                  <a:pt x="2587" y="1512"/>
                </a:lnTo>
                <a:lnTo>
                  <a:pt x="2605" y="1513"/>
                </a:lnTo>
                <a:lnTo>
                  <a:pt x="2623" y="1514"/>
                </a:lnTo>
                <a:lnTo>
                  <a:pt x="2641" y="1515"/>
                </a:lnTo>
                <a:lnTo>
                  <a:pt x="2659" y="1516"/>
                </a:lnTo>
                <a:lnTo>
                  <a:pt x="2677" y="1517"/>
                </a:lnTo>
                <a:lnTo>
                  <a:pt x="2695" y="1518"/>
                </a:lnTo>
                <a:lnTo>
                  <a:pt x="2712" y="1518"/>
                </a:lnTo>
                <a:lnTo>
                  <a:pt x="2730" y="1519"/>
                </a:lnTo>
                <a:lnTo>
                  <a:pt x="2748" y="1520"/>
                </a:lnTo>
                <a:lnTo>
                  <a:pt x="2766" y="1520"/>
                </a:lnTo>
                <a:lnTo>
                  <a:pt x="2784" y="1521"/>
                </a:lnTo>
                <a:lnTo>
                  <a:pt x="2802" y="1521"/>
                </a:lnTo>
                <a:lnTo>
                  <a:pt x="2819" y="1522"/>
                </a:lnTo>
                <a:lnTo>
                  <a:pt x="2837" y="1522"/>
                </a:lnTo>
                <a:lnTo>
                  <a:pt x="2855" y="1522"/>
                </a:lnTo>
                <a:lnTo>
                  <a:pt x="2873" y="1522"/>
                </a:lnTo>
                <a:lnTo>
                  <a:pt x="2891" y="1523"/>
                </a:lnTo>
                <a:lnTo>
                  <a:pt x="2909" y="1523"/>
                </a:lnTo>
                <a:lnTo>
                  <a:pt x="2927" y="1523"/>
                </a:lnTo>
                <a:lnTo>
                  <a:pt x="2944" y="1523"/>
                </a:lnTo>
                <a:lnTo>
                  <a:pt x="2962" y="1523"/>
                </a:lnTo>
                <a:lnTo>
                  <a:pt x="2980" y="1523"/>
                </a:lnTo>
                <a:lnTo>
                  <a:pt x="2998" y="1523"/>
                </a:lnTo>
                <a:lnTo>
                  <a:pt x="3016" y="1522"/>
                </a:lnTo>
                <a:lnTo>
                  <a:pt x="3034" y="1522"/>
                </a:lnTo>
                <a:lnTo>
                  <a:pt x="3051" y="1522"/>
                </a:lnTo>
                <a:lnTo>
                  <a:pt x="3069" y="1521"/>
                </a:lnTo>
                <a:lnTo>
                  <a:pt x="3087" y="1521"/>
                </a:lnTo>
                <a:lnTo>
                  <a:pt x="3105" y="1521"/>
                </a:lnTo>
                <a:lnTo>
                  <a:pt x="3123" y="1520"/>
                </a:lnTo>
                <a:lnTo>
                  <a:pt x="3141" y="1519"/>
                </a:lnTo>
                <a:lnTo>
                  <a:pt x="3158" y="1519"/>
                </a:lnTo>
                <a:lnTo>
                  <a:pt x="3176" y="1518"/>
                </a:lnTo>
                <a:lnTo>
                  <a:pt x="3194" y="1517"/>
                </a:lnTo>
                <a:lnTo>
                  <a:pt x="3212" y="1516"/>
                </a:lnTo>
                <a:lnTo>
                  <a:pt x="3230" y="1516"/>
                </a:lnTo>
                <a:lnTo>
                  <a:pt x="3248" y="1515"/>
                </a:lnTo>
                <a:lnTo>
                  <a:pt x="3266" y="1514"/>
                </a:lnTo>
                <a:lnTo>
                  <a:pt x="3283" y="1513"/>
                </a:lnTo>
                <a:lnTo>
                  <a:pt x="3301" y="1512"/>
                </a:lnTo>
                <a:lnTo>
                  <a:pt x="3319" y="1510"/>
                </a:lnTo>
                <a:lnTo>
                  <a:pt x="3337" y="1509"/>
                </a:lnTo>
                <a:lnTo>
                  <a:pt x="3355" y="1508"/>
                </a:lnTo>
                <a:lnTo>
                  <a:pt x="3373" y="1507"/>
                </a:lnTo>
                <a:lnTo>
                  <a:pt x="3390" y="1505"/>
                </a:lnTo>
                <a:lnTo>
                  <a:pt x="3408" y="1504"/>
                </a:lnTo>
                <a:lnTo>
                  <a:pt x="3426" y="1502"/>
                </a:lnTo>
                <a:lnTo>
                  <a:pt x="3444" y="1501"/>
                </a:lnTo>
                <a:lnTo>
                  <a:pt x="3462" y="1499"/>
                </a:lnTo>
                <a:lnTo>
                  <a:pt x="3480" y="1498"/>
                </a:lnTo>
                <a:lnTo>
                  <a:pt x="3498" y="1496"/>
                </a:lnTo>
                <a:lnTo>
                  <a:pt x="3515" y="1494"/>
                </a:lnTo>
                <a:lnTo>
                  <a:pt x="3533" y="1492"/>
                </a:lnTo>
                <a:lnTo>
                  <a:pt x="3551" y="1490"/>
                </a:lnTo>
                <a:lnTo>
                  <a:pt x="3569" y="1489"/>
                </a:lnTo>
                <a:lnTo>
                  <a:pt x="3587" y="1487"/>
                </a:lnTo>
                <a:lnTo>
                  <a:pt x="3605" y="1484"/>
                </a:lnTo>
                <a:lnTo>
                  <a:pt x="3622" y="1482"/>
                </a:lnTo>
                <a:lnTo>
                  <a:pt x="3640" y="1480"/>
                </a:lnTo>
                <a:lnTo>
                  <a:pt x="3658" y="1478"/>
                </a:lnTo>
                <a:lnTo>
                  <a:pt x="3676" y="1476"/>
                </a:lnTo>
                <a:lnTo>
                  <a:pt x="3694" y="1473"/>
                </a:lnTo>
                <a:lnTo>
                  <a:pt x="3712" y="1471"/>
                </a:lnTo>
                <a:lnTo>
                  <a:pt x="3730" y="1469"/>
                </a:lnTo>
                <a:lnTo>
                  <a:pt x="3747" y="1466"/>
                </a:lnTo>
                <a:lnTo>
                  <a:pt x="3765" y="1464"/>
                </a:lnTo>
                <a:lnTo>
                  <a:pt x="3783" y="1461"/>
                </a:lnTo>
                <a:lnTo>
                  <a:pt x="3801" y="1458"/>
                </a:lnTo>
                <a:lnTo>
                  <a:pt x="3819" y="1456"/>
                </a:lnTo>
                <a:lnTo>
                  <a:pt x="3837" y="1453"/>
                </a:lnTo>
                <a:lnTo>
                  <a:pt x="3854" y="1450"/>
                </a:lnTo>
                <a:lnTo>
                  <a:pt x="3872" y="1447"/>
                </a:lnTo>
                <a:lnTo>
                  <a:pt x="3890" y="1444"/>
                </a:lnTo>
                <a:lnTo>
                  <a:pt x="3908" y="1441"/>
                </a:lnTo>
                <a:lnTo>
                  <a:pt x="3926" y="1438"/>
                </a:lnTo>
                <a:lnTo>
                  <a:pt x="3944" y="1435"/>
                </a:lnTo>
                <a:lnTo>
                  <a:pt x="3962" y="1432"/>
                </a:lnTo>
                <a:lnTo>
                  <a:pt x="3979" y="1429"/>
                </a:lnTo>
                <a:lnTo>
                  <a:pt x="3997" y="1426"/>
                </a:lnTo>
                <a:lnTo>
                  <a:pt x="4015" y="1422"/>
                </a:lnTo>
                <a:lnTo>
                  <a:pt x="4033" y="1419"/>
                </a:lnTo>
                <a:lnTo>
                  <a:pt x="4051" y="1416"/>
                </a:lnTo>
                <a:lnTo>
                  <a:pt x="4069" y="1412"/>
                </a:lnTo>
                <a:lnTo>
                  <a:pt x="4086" y="1409"/>
                </a:lnTo>
                <a:lnTo>
                  <a:pt x="4104" y="1405"/>
                </a:lnTo>
                <a:lnTo>
                  <a:pt x="4122" y="1401"/>
                </a:lnTo>
                <a:lnTo>
                  <a:pt x="4140" y="1398"/>
                </a:lnTo>
                <a:lnTo>
                  <a:pt x="4158" y="1394"/>
                </a:lnTo>
                <a:lnTo>
                  <a:pt x="4176" y="1390"/>
                </a:lnTo>
                <a:lnTo>
                  <a:pt x="4193" y="1386"/>
                </a:lnTo>
                <a:lnTo>
                  <a:pt x="4211" y="1382"/>
                </a:lnTo>
                <a:lnTo>
                  <a:pt x="4229" y="1378"/>
                </a:lnTo>
                <a:lnTo>
                  <a:pt x="4247" y="1374"/>
                </a:lnTo>
                <a:lnTo>
                  <a:pt x="4265" y="1370"/>
                </a:lnTo>
                <a:lnTo>
                  <a:pt x="4283" y="1366"/>
                </a:lnTo>
                <a:lnTo>
                  <a:pt x="4301" y="1362"/>
                </a:lnTo>
                <a:lnTo>
                  <a:pt x="4318" y="1357"/>
                </a:lnTo>
                <a:lnTo>
                  <a:pt x="4336" y="1353"/>
                </a:lnTo>
                <a:lnTo>
                  <a:pt x="4354" y="1349"/>
                </a:lnTo>
                <a:lnTo>
                  <a:pt x="4372" y="1344"/>
                </a:lnTo>
                <a:lnTo>
                  <a:pt x="4390" y="1340"/>
                </a:lnTo>
                <a:lnTo>
                  <a:pt x="4408" y="1335"/>
                </a:lnTo>
                <a:lnTo>
                  <a:pt x="4425" y="1331"/>
                </a:lnTo>
                <a:lnTo>
                  <a:pt x="4443" y="1326"/>
                </a:lnTo>
                <a:lnTo>
                  <a:pt x="4461" y="1321"/>
                </a:lnTo>
                <a:lnTo>
                  <a:pt x="4479" y="1317"/>
                </a:lnTo>
                <a:lnTo>
                  <a:pt x="4497" y="1312"/>
                </a:lnTo>
                <a:lnTo>
                  <a:pt x="4515" y="1307"/>
                </a:lnTo>
                <a:lnTo>
                  <a:pt x="4533" y="1302"/>
                </a:lnTo>
                <a:lnTo>
                  <a:pt x="4550" y="1297"/>
                </a:lnTo>
                <a:lnTo>
                  <a:pt x="4568" y="1292"/>
                </a:lnTo>
                <a:lnTo>
                  <a:pt x="4586" y="1287"/>
                </a:lnTo>
                <a:lnTo>
                  <a:pt x="4604" y="1282"/>
                </a:lnTo>
                <a:lnTo>
                  <a:pt x="4622" y="1277"/>
                </a:lnTo>
                <a:lnTo>
                  <a:pt x="4640" y="1271"/>
                </a:lnTo>
                <a:lnTo>
                  <a:pt x="4657" y="1266"/>
                </a:lnTo>
                <a:lnTo>
                  <a:pt x="4675" y="1261"/>
                </a:lnTo>
                <a:lnTo>
                  <a:pt x="4693" y="1255"/>
                </a:lnTo>
                <a:lnTo>
                  <a:pt x="4711" y="1250"/>
                </a:lnTo>
                <a:lnTo>
                  <a:pt x="4729" y="1244"/>
                </a:lnTo>
                <a:lnTo>
                  <a:pt x="4747" y="1239"/>
                </a:lnTo>
                <a:lnTo>
                  <a:pt x="4765" y="1233"/>
                </a:lnTo>
                <a:lnTo>
                  <a:pt x="4782" y="1227"/>
                </a:lnTo>
                <a:lnTo>
                  <a:pt x="4800" y="1221"/>
                </a:lnTo>
                <a:lnTo>
                  <a:pt x="4818" y="1216"/>
                </a:lnTo>
                <a:lnTo>
                  <a:pt x="4836" y="1210"/>
                </a:lnTo>
                <a:lnTo>
                  <a:pt x="4854" y="1204"/>
                </a:lnTo>
                <a:lnTo>
                  <a:pt x="4872" y="1198"/>
                </a:lnTo>
                <a:lnTo>
                  <a:pt x="4889" y="1192"/>
                </a:lnTo>
                <a:lnTo>
                  <a:pt x="4907" y="1186"/>
                </a:lnTo>
                <a:lnTo>
                  <a:pt x="4925" y="1180"/>
                </a:lnTo>
                <a:lnTo>
                  <a:pt x="4943" y="1173"/>
                </a:lnTo>
                <a:lnTo>
                  <a:pt x="4961" y="1167"/>
                </a:lnTo>
                <a:lnTo>
                  <a:pt x="4979" y="1161"/>
                </a:lnTo>
                <a:lnTo>
                  <a:pt x="4996" y="1154"/>
                </a:lnTo>
                <a:lnTo>
                  <a:pt x="5014" y="1148"/>
                </a:lnTo>
                <a:lnTo>
                  <a:pt x="5032" y="1142"/>
                </a:lnTo>
                <a:lnTo>
                  <a:pt x="5050" y="1135"/>
                </a:lnTo>
                <a:lnTo>
                  <a:pt x="5068" y="1128"/>
                </a:lnTo>
                <a:lnTo>
                  <a:pt x="5086" y="1122"/>
                </a:lnTo>
                <a:lnTo>
                  <a:pt x="5104" y="1115"/>
                </a:lnTo>
                <a:lnTo>
                  <a:pt x="5121" y="1108"/>
                </a:lnTo>
                <a:lnTo>
                  <a:pt x="5139" y="1102"/>
                </a:lnTo>
                <a:lnTo>
                  <a:pt x="5157" y="1095"/>
                </a:lnTo>
                <a:lnTo>
                  <a:pt x="5175" y="1088"/>
                </a:lnTo>
                <a:lnTo>
                  <a:pt x="5193" y="1081"/>
                </a:lnTo>
                <a:lnTo>
                  <a:pt x="5211" y="1074"/>
                </a:lnTo>
                <a:lnTo>
                  <a:pt x="5228" y="1067"/>
                </a:lnTo>
                <a:lnTo>
                  <a:pt x="5246" y="1059"/>
                </a:lnTo>
                <a:lnTo>
                  <a:pt x="5264" y="1052"/>
                </a:lnTo>
                <a:lnTo>
                  <a:pt x="5282" y="1045"/>
                </a:lnTo>
                <a:lnTo>
                  <a:pt x="5300" y="1038"/>
                </a:lnTo>
                <a:lnTo>
                  <a:pt x="5318" y="1030"/>
                </a:lnTo>
                <a:lnTo>
                  <a:pt x="5336" y="1023"/>
                </a:lnTo>
                <a:lnTo>
                  <a:pt x="5353" y="1015"/>
                </a:lnTo>
                <a:lnTo>
                  <a:pt x="5371" y="1008"/>
                </a:lnTo>
                <a:lnTo>
                  <a:pt x="5389" y="1000"/>
                </a:lnTo>
                <a:lnTo>
                  <a:pt x="5407" y="993"/>
                </a:lnTo>
                <a:lnTo>
                  <a:pt x="5425" y="985"/>
                </a:lnTo>
                <a:lnTo>
                  <a:pt x="5443" y="977"/>
                </a:lnTo>
                <a:lnTo>
                  <a:pt x="5460" y="969"/>
                </a:lnTo>
                <a:lnTo>
                  <a:pt x="5478" y="961"/>
                </a:lnTo>
                <a:lnTo>
                  <a:pt x="5496" y="954"/>
                </a:lnTo>
                <a:lnTo>
                  <a:pt x="5514" y="946"/>
                </a:lnTo>
                <a:lnTo>
                  <a:pt x="5532" y="938"/>
                </a:lnTo>
                <a:lnTo>
                  <a:pt x="5550" y="929"/>
                </a:lnTo>
                <a:lnTo>
                  <a:pt x="5568" y="921"/>
                </a:lnTo>
                <a:lnTo>
                  <a:pt x="5585" y="913"/>
                </a:lnTo>
                <a:lnTo>
                  <a:pt x="5603" y="905"/>
                </a:lnTo>
                <a:lnTo>
                  <a:pt x="5621" y="897"/>
                </a:lnTo>
                <a:lnTo>
                  <a:pt x="5639" y="888"/>
                </a:lnTo>
                <a:lnTo>
                  <a:pt x="5657" y="880"/>
                </a:lnTo>
                <a:lnTo>
                  <a:pt x="5675" y="871"/>
                </a:lnTo>
                <a:lnTo>
                  <a:pt x="5692" y="863"/>
                </a:lnTo>
                <a:lnTo>
                  <a:pt x="5710" y="854"/>
                </a:lnTo>
                <a:lnTo>
                  <a:pt x="5728" y="845"/>
                </a:lnTo>
                <a:lnTo>
                  <a:pt x="5746" y="837"/>
                </a:lnTo>
                <a:lnTo>
                  <a:pt x="5764" y="828"/>
                </a:lnTo>
                <a:lnTo>
                  <a:pt x="5782" y="819"/>
                </a:lnTo>
                <a:lnTo>
                  <a:pt x="5799" y="810"/>
                </a:lnTo>
                <a:lnTo>
                  <a:pt x="5817" y="801"/>
                </a:lnTo>
                <a:lnTo>
                  <a:pt x="5835" y="792"/>
                </a:lnTo>
                <a:lnTo>
                  <a:pt x="5853" y="783"/>
                </a:lnTo>
                <a:lnTo>
                  <a:pt x="5871" y="774"/>
                </a:lnTo>
                <a:lnTo>
                  <a:pt x="5889" y="765"/>
                </a:lnTo>
                <a:lnTo>
                  <a:pt x="5907" y="756"/>
                </a:lnTo>
                <a:lnTo>
                  <a:pt x="5924" y="747"/>
                </a:lnTo>
                <a:lnTo>
                  <a:pt x="5942" y="737"/>
                </a:lnTo>
                <a:lnTo>
                  <a:pt x="5960" y="728"/>
                </a:lnTo>
                <a:lnTo>
                  <a:pt x="5978" y="719"/>
                </a:lnTo>
                <a:lnTo>
                  <a:pt x="5996" y="709"/>
                </a:lnTo>
                <a:lnTo>
                  <a:pt x="6014" y="700"/>
                </a:lnTo>
                <a:lnTo>
                  <a:pt x="6031" y="690"/>
                </a:lnTo>
                <a:lnTo>
                  <a:pt x="6049" y="680"/>
                </a:lnTo>
                <a:lnTo>
                  <a:pt x="6067" y="671"/>
                </a:lnTo>
                <a:lnTo>
                  <a:pt x="6085" y="661"/>
                </a:lnTo>
                <a:lnTo>
                  <a:pt x="6103" y="651"/>
                </a:lnTo>
                <a:lnTo>
                  <a:pt x="6121" y="641"/>
                </a:lnTo>
                <a:lnTo>
                  <a:pt x="6139" y="631"/>
                </a:lnTo>
                <a:lnTo>
                  <a:pt x="6156" y="621"/>
                </a:lnTo>
                <a:lnTo>
                  <a:pt x="6174" y="611"/>
                </a:lnTo>
                <a:lnTo>
                  <a:pt x="6192" y="601"/>
                </a:lnTo>
                <a:lnTo>
                  <a:pt x="6210" y="591"/>
                </a:lnTo>
                <a:lnTo>
                  <a:pt x="6228" y="581"/>
                </a:lnTo>
                <a:lnTo>
                  <a:pt x="6246" y="571"/>
                </a:lnTo>
                <a:lnTo>
                  <a:pt x="6263" y="560"/>
                </a:lnTo>
                <a:lnTo>
                  <a:pt x="6281" y="550"/>
                </a:lnTo>
                <a:lnTo>
                  <a:pt x="6299" y="539"/>
                </a:lnTo>
                <a:lnTo>
                  <a:pt x="6317" y="529"/>
                </a:lnTo>
                <a:lnTo>
                  <a:pt x="6335" y="518"/>
                </a:lnTo>
                <a:lnTo>
                  <a:pt x="6353" y="508"/>
                </a:lnTo>
                <a:lnTo>
                  <a:pt x="6371" y="497"/>
                </a:lnTo>
                <a:lnTo>
                  <a:pt x="6388" y="486"/>
                </a:lnTo>
                <a:lnTo>
                  <a:pt x="6406" y="476"/>
                </a:lnTo>
                <a:lnTo>
                  <a:pt x="6424" y="465"/>
                </a:lnTo>
                <a:lnTo>
                  <a:pt x="6442" y="454"/>
                </a:lnTo>
                <a:lnTo>
                  <a:pt x="6460" y="443"/>
                </a:lnTo>
                <a:lnTo>
                  <a:pt x="6478" y="432"/>
                </a:lnTo>
                <a:lnTo>
                  <a:pt x="6495" y="421"/>
                </a:lnTo>
                <a:lnTo>
                  <a:pt x="6513" y="410"/>
                </a:lnTo>
                <a:lnTo>
                  <a:pt x="6531" y="399"/>
                </a:lnTo>
                <a:lnTo>
                  <a:pt x="6549" y="388"/>
                </a:lnTo>
                <a:lnTo>
                  <a:pt x="6567" y="376"/>
                </a:lnTo>
                <a:lnTo>
                  <a:pt x="6585" y="365"/>
                </a:lnTo>
                <a:lnTo>
                  <a:pt x="6603" y="354"/>
                </a:lnTo>
                <a:lnTo>
                  <a:pt x="6620" y="342"/>
                </a:lnTo>
                <a:lnTo>
                  <a:pt x="6638" y="331"/>
                </a:lnTo>
                <a:lnTo>
                  <a:pt x="6656" y="319"/>
                </a:lnTo>
                <a:lnTo>
                  <a:pt x="6674" y="308"/>
                </a:lnTo>
                <a:lnTo>
                  <a:pt x="6692" y="296"/>
                </a:lnTo>
                <a:lnTo>
                  <a:pt x="6710" y="284"/>
                </a:lnTo>
                <a:lnTo>
                  <a:pt x="6727" y="273"/>
                </a:lnTo>
                <a:lnTo>
                  <a:pt x="6745" y="261"/>
                </a:lnTo>
                <a:lnTo>
                  <a:pt x="6763" y="249"/>
                </a:lnTo>
                <a:lnTo>
                  <a:pt x="6781" y="237"/>
                </a:lnTo>
                <a:lnTo>
                  <a:pt x="6799" y="225"/>
                </a:lnTo>
                <a:lnTo>
                  <a:pt x="6817" y="213"/>
                </a:lnTo>
                <a:lnTo>
                  <a:pt x="6834" y="201"/>
                </a:lnTo>
                <a:lnTo>
                  <a:pt x="6852" y="189"/>
                </a:lnTo>
                <a:lnTo>
                  <a:pt x="6870" y="176"/>
                </a:lnTo>
                <a:lnTo>
                  <a:pt x="6888" y="164"/>
                </a:lnTo>
                <a:lnTo>
                  <a:pt x="6906" y="152"/>
                </a:lnTo>
                <a:lnTo>
                  <a:pt x="6924" y="139"/>
                </a:lnTo>
                <a:lnTo>
                  <a:pt x="6942" y="127"/>
                </a:lnTo>
                <a:lnTo>
                  <a:pt x="6959" y="115"/>
                </a:lnTo>
                <a:lnTo>
                  <a:pt x="6977" y="102"/>
                </a:lnTo>
                <a:lnTo>
                  <a:pt x="6995" y="89"/>
                </a:lnTo>
                <a:lnTo>
                  <a:pt x="7013" y="77"/>
                </a:lnTo>
                <a:lnTo>
                  <a:pt x="7031" y="64"/>
                </a:lnTo>
                <a:lnTo>
                  <a:pt x="7049" y="51"/>
                </a:lnTo>
                <a:lnTo>
                  <a:pt x="7066" y="39"/>
                </a:lnTo>
                <a:lnTo>
                  <a:pt x="7084" y="26"/>
                </a:lnTo>
                <a:lnTo>
                  <a:pt x="7102" y="13"/>
                </a:lnTo>
                <a:lnTo>
                  <a:pt x="7120" y="0"/>
                </a:lnTo>
              </a:path>
            </a:pathLst>
          </a:custGeom>
          <a:noFill/>
          <a:ln w="19050">
            <a:solidFill>
              <a:srgbClr val="C4B8DC"/>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4" name="Freeform 13"/>
          <p:cNvSpPr/>
          <p:nvPr/>
        </p:nvSpPr>
        <p:spPr>
          <a:xfrm>
            <a:off x="896112" y="3173882"/>
            <a:ext cx="6510528" cy="1558138"/>
          </a:xfrm>
          <a:custGeom>
            <a:avLst/>
            <a:gdLst/>
            <a:ahLst/>
            <a:cxnLst/>
            <a:rect l="l" t="t" r="r" b="b"/>
            <a:pathLst>
              <a:path w="7120" h="1704">
                <a:moveTo>
                  <a:pt x="0" y="752"/>
                </a:moveTo>
                <a:lnTo>
                  <a:pt x="18" y="763"/>
                </a:lnTo>
                <a:lnTo>
                  <a:pt x="36" y="774"/>
                </a:lnTo>
                <a:lnTo>
                  <a:pt x="54" y="785"/>
                </a:lnTo>
                <a:lnTo>
                  <a:pt x="71" y="796"/>
                </a:lnTo>
                <a:lnTo>
                  <a:pt x="89" y="807"/>
                </a:lnTo>
                <a:lnTo>
                  <a:pt x="107" y="818"/>
                </a:lnTo>
                <a:lnTo>
                  <a:pt x="125" y="828"/>
                </a:lnTo>
                <a:lnTo>
                  <a:pt x="143" y="839"/>
                </a:lnTo>
                <a:lnTo>
                  <a:pt x="161" y="850"/>
                </a:lnTo>
                <a:lnTo>
                  <a:pt x="178" y="860"/>
                </a:lnTo>
                <a:lnTo>
                  <a:pt x="196" y="871"/>
                </a:lnTo>
                <a:lnTo>
                  <a:pt x="214" y="881"/>
                </a:lnTo>
                <a:lnTo>
                  <a:pt x="232" y="891"/>
                </a:lnTo>
                <a:lnTo>
                  <a:pt x="250" y="902"/>
                </a:lnTo>
                <a:lnTo>
                  <a:pt x="268" y="912"/>
                </a:lnTo>
                <a:lnTo>
                  <a:pt x="286" y="922"/>
                </a:lnTo>
                <a:lnTo>
                  <a:pt x="303" y="932"/>
                </a:lnTo>
                <a:lnTo>
                  <a:pt x="321" y="942"/>
                </a:lnTo>
                <a:lnTo>
                  <a:pt x="339" y="952"/>
                </a:lnTo>
                <a:lnTo>
                  <a:pt x="357" y="962"/>
                </a:lnTo>
                <a:lnTo>
                  <a:pt x="375" y="972"/>
                </a:lnTo>
                <a:lnTo>
                  <a:pt x="393" y="981"/>
                </a:lnTo>
                <a:lnTo>
                  <a:pt x="410" y="991"/>
                </a:lnTo>
                <a:lnTo>
                  <a:pt x="428" y="1001"/>
                </a:lnTo>
                <a:lnTo>
                  <a:pt x="446" y="1010"/>
                </a:lnTo>
                <a:lnTo>
                  <a:pt x="464" y="1020"/>
                </a:lnTo>
                <a:lnTo>
                  <a:pt x="482" y="1029"/>
                </a:lnTo>
                <a:lnTo>
                  <a:pt x="500" y="1039"/>
                </a:lnTo>
                <a:lnTo>
                  <a:pt x="517" y="1048"/>
                </a:lnTo>
                <a:lnTo>
                  <a:pt x="535" y="1057"/>
                </a:lnTo>
                <a:lnTo>
                  <a:pt x="553" y="1066"/>
                </a:lnTo>
                <a:lnTo>
                  <a:pt x="571" y="1075"/>
                </a:lnTo>
                <a:lnTo>
                  <a:pt x="589" y="1084"/>
                </a:lnTo>
                <a:lnTo>
                  <a:pt x="607" y="1093"/>
                </a:lnTo>
                <a:lnTo>
                  <a:pt x="625" y="1102"/>
                </a:lnTo>
                <a:lnTo>
                  <a:pt x="642" y="1111"/>
                </a:lnTo>
                <a:lnTo>
                  <a:pt x="660" y="1120"/>
                </a:lnTo>
                <a:lnTo>
                  <a:pt x="678" y="1129"/>
                </a:lnTo>
                <a:lnTo>
                  <a:pt x="696" y="1137"/>
                </a:lnTo>
                <a:lnTo>
                  <a:pt x="714" y="1146"/>
                </a:lnTo>
                <a:lnTo>
                  <a:pt x="732" y="1154"/>
                </a:lnTo>
                <a:lnTo>
                  <a:pt x="749" y="1163"/>
                </a:lnTo>
                <a:lnTo>
                  <a:pt x="767" y="1171"/>
                </a:lnTo>
                <a:lnTo>
                  <a:pt x="785" y="1180"/>
                </a:lnTo>
                <a:lnTo>
                  <a:pt x="803" y="1188"/>
                </a:lnTo>
                <a:lnTo>
                  <a:pt x="821" y="1196"/>
                </a:lnTo>
                <a:lnTo>
                  <a:pt x="839" y="1204"/>
                </a:lnTo>
                <a:lnTo>
                  <a:pt x="857" y="1212"/>
                </a:lnTo>
                <a:lnTo>
                  <a:pt x="874" y="1220"/>
                </a:lnTo>
                <a:lnTo>
                  <a:pt x="892" y="1228"/>
                </a:lnTo>
                <a:lnTo>
                  <a:pt x="910" y="1236"/>
                </a:lnTo>
                <a:lnTo>
                  <a:pt x="928" y="1244"/>
                </a:lnTo>
                <a:lnTo>
                  <a:pt x="946" y="1251"/>
                </a:lnTo>
                <a:lnTo>
                  <a:pt x="964" y="1259"/>
                </a:lnTo>
                <a:lnTo>
                  <a:pt x="981" y="1267"/>
                </a:lnTo>
                <a:lnTo>
                  <a:pt x="999" y="1274"/>
                </a:lnTo>
                <a:lnTo>
                  <a:pt x="1017" y="1282"/>
                </a:lnTo>
                <a:lnTo>
                  <a:pt x="1035" y="1289"/>
                </a:lnTo>
                <a:lnTo>
                  <a:pt x="1053" y="1296"/>
                </a:lnTo>
                <a:lnTo>
                  <a:pt x="1071" y="1304"/>
                </a:lnTo>
                <a:lnTo>
                  <a:pt x="1089" y="1311"/>
                </a:lnTo>
                <a:lnTo>
                  <a:pt x="1106" y="1318"/>
                </a:lnTo>
                <a:lnTo>
                  <a:pt x="1124" y="1325"/>
                </a:lnTo>
                <a:lnTo>
                  <a:pt x="1142" y="1332"/>
                </a:lnTo>
                <a:lnTo>
                  <a:pt x="1160" y="1339"/>
                </a:lnTo>
                <a:lnTo>
                  <a:pt x="1178" y="1346"/>
                </a:lnTo>
                <a:lnTo>
                  <a:pt x="1196" y="1353"/>
                </a:lnTo>
                <a:lnTo>
                  <a:pt x="1213" y="1359"/>
                </a:lnTo>
                <a:lnTo>
                  <a:pt x="1231" y="1366"/>
                </a:lnTo>
                <a:lnTo>
                  <a:pt x="1249" y="1373"/>
                </a:lnTo>
                <a:lnTo>
                  <a:pt x="1267" y="1379"/>
                </a:lnTo>
                <a:lnTo>
                  <a:pt x="1285" y="1386"/>
                </a:lnTo>
                <a:lnTo>
                  <a:pt x="1303" y="1392"/>
                </a:lnTo>
                <a:lnTo>
                  <a:pt x="1321" y="1399"/>
                </a:lnTo>
                <a:lnTo>
                  <a:pt x="1338" y="1405"/>
                </a:lnTo>
                <a:lnTo>
                  <a:pt x="1356" y="1411"/>
                </a:lnTo>
                <a:lnTo>
                  <a:pt x="1374" y="1417"/>
                </a:lnTo>
                <a:lnTo>
                  <a:pt x="1392" y="1423"/>
                </a:lnTo>
                <a:lnTo>
                  <a:pt x="1410" y="1429"/>
                </a:lnTo>
                <a:lnTo>
                  <a:pt x="1428" y="1435"/>
                </a:lnTo>
                <a:lnTo>
                  <a:pt x="1445" y="1441"/>
                </a:lnTo>
                <a:lnTo>
                  <a:pt x="1463" y="1447"/>
                </a:lnTo>
                <a:lnTo>
                  <a:pt x="1481" y="1453"/>
                </a:lnTo>
                <a:lnTo>
                  <a:pt x="1499" y="1459"/>
                </a:lnTo>
                <a:lnTo>
                  <a:pt x="1517" y="1464"/>
                </a:lnTo>
                <a:lnTo>
                  <a:pt x="1535" y="1470"/>
                </a:lnTo>
                <a:lnTo>
                  <a:pt x="1552" y="1475"/>
                </a:lnTo>
                <a:lnTo>
                  <a:pt x="1570" y="1481"/>
                </a:lnTo>
                <a:lnTo>
                  <a:pt x="1588" y="1486"/>
                </a:lnTo>
                <a:lnTo>
                  <a:pt x="1606" y="1491"/>
                </a:lnTo>
                <a:lnTo>
                  <a:pt x="1624" y="1497"/>
                </a:lnTo>
                <a:lnTo>
                  <a:pt x="1642" y="1502"/>
                </a:lnTo>
                <a:lnTo>
                  <a:pt x="1660" y="1507"/>
                </a:lnTo>
                <a:lnTo>
                  <a:pt x="1677" y="1512"/>
                </a:lnTo>
                <a:lnTo>
                  <a:pt x="1695" y="1517"/>
                </a:lnTo>
                <a:lnTo>
                  <a:pt x="1713" y="1522"/>
                </a:lnTo>
                <a:lnTo>
                  <a:pt x="1731" y="1527"/>
                </a:lnTo>
                <a:lnTo>
                  <a:pt x="1749" y="1532"/>
                </a:lnTo>
                <a:lnTo>
                  <a:pt x="1767" y="1536"/>
                </a:lnTo>
                <a:lnTo>
                  <a:pt x="1784" y="1541"/>
                </a:lnTo>
                <a:lnTo>
                  <a:pt x="1802" y="1545"/>
                </a:lnTo>
                <a:lnTo>
                  <a:pt x="1820" y="1550"/>
                </a:lnTo>
                <a:lnTo>
                  <a:pt x="1838" y="1554"/>
                </a:lnTo>
                <a:lnTo>
                  <a:pt x="1856" y="1559"/>
                </a:lnTo>
                <a:lnTo>
                  <a:pt x="1874" y="1563"/>
                </a:lnTo>
                <a:lnTo>
                  <a:pt x="1892" y="1567"/>
                </a:lnTo>
                <a:lnTo>
                  <a:pt x="1909" y="1572"/>
                </a:lnTo>
                <a:lnTo>
                  <a:pt x="1927" y="1576"/>
                </a:lnTo>
                <a:lnTo>
                  <a:pt x="1945" y="1580"/>
                </a:lnTo>
                <a:lnTo>
                  <a:pt x="1963" y="1584"/>
                </a:lnTo>
                <a:lnTo>
                  <a:pt x="1981" y="1588"/>
                </a:lnTo>
                <a:lnTo>
                  <a:pt x="1999" y="1592"/>
                </a:lnTo>
                <a:lnTo>
                  <a:pt x="2016" y="1595"/>
                </a:lnTo>
                <a:lnTo>
                  <a:pt x="2034" y="1599"/>
                </a:lnTo>
                <a:lnTo>
                  <a:pt x="2052" y="1603"/>
                </a:lnTo>
                <a:lnTo>
                  <a:pt x="2070" y="1606"/>
                </a:lnTo>
                <a:lnTo>
                  <a:pt x="2088" y="1610"/>
                </a:lnTo>
                <a:lnTo>
                  <a:pt x="2106" y="1613"/>
                </a:lnTo>
                <a:lnTo>
                  <a:pt x="2124" y="1617"/>
                </a:lnTo>
                <a:lnTo>
                  <a:pt x="2141" y="1620"/>
                </a:lnTo>
                <a:lnTo>
                  <a:pt x="2159" y="1624"/>
                </a:lnTo>
                <a:lnTo>
                  <a:pt x="2177" y="1627"/>
                </a:lnTo>
                <a:lnTo>
                  <a:pt x="2195" y="1630"/>
                </a:lnTo>
                <a:lnTo>
                  <a:pt x="2213" y="1633"/>
                </a:lnTo>
                <a:lnTo>
                  <a:pt x="2231" y="1636"/>
                </a:lnTo>
                <a:lnTo>
                  <a:pt x="2248" y="1639"/>
                </a:lnTo>
                <a:lnTo>
                  <a:pt x="2266" y="1642"/>
                </a:lnTo>
                <a:lnTo>
                  <a:pt x="2284" y="1645"/>
                </a:lnTo>
                <a:lnTo>
                  <a:pt x="2302" y="1647"/>
                </a:lnTo>
                <a:lnTo>
                  <a:pt x="2320" y="1650"/>
                </a:lnTo>
                <a:lnTo>
                  <a:pt x="2338" y="1653"/>
                </a:lnTo>
                <a:lnTo>
                  <a:pt x="2355" y="1655"/>
                </a:lnTo>
                <a:lnTo>
                  <a:pt x="2373" y="1658"/>
                </a:lnTo>
                <a:lnTo>
                  <a:pt x="2391" y="1660"/>
                </a:lnTo>
                <a:lnTo>
                  <a:pt x="2409" y="1663"/>
                </a:lnTo>
                <a:lnTo>
                  <a:pt x="2427" y="1665"/>
                </a:lnTo>
                <a:lnTo>
                  <a:pt x="2445" y="1667"/>
                </a:lnTo>
                <a:lnTo>
                  <a:pt x="2463" y="1669"/>
                </a:lnTo>
                <a:lnTo>
                  <a:pt x="2480" y="1671"/>
                </a:lnTo>
                <a:lnTo>
                  <a:pt x="2498" y="1673"/>
                </a:lnTo>
                <a:lnTo>
                  <a:pt x="2516" y="1675"/>
                </a:lnTo>
                <a:lnTo>
                  <a:pt x="2534" y="1677"/>
                </a:lnTo>
                <a:lnTo>
                  <a:pt x="2552" y="1679"/>
                </a:lnTo>
                <a:lnTo>
                  <a:pt x="2570" y="1681"/>
                </a:lnTo>
                <a:lnTo>
                  <a:pt x="2587" y="1683"/>
                </a:lnTo>
                <a:lnTo>
                  <a:pt x="2605" y="1684"/>
                </a:lnTo>
                <a:lnTo>
                  <a:pt x="2623" y="1686"/>
                </a:lnTo>
                <a:lnTo>
                  <a:pt x="2641" y="1687"/>
                </a:lnTo>
                <a:lnTo>
                  <a:pt x="2659" y="1689"/>
                </a:lnTo>
                <a:lnTo>
                  <a:pt x="2677" y="1690"/>
                </a:lnTo>
                <a:lnTo>
                  <a:pt x="2695" y="1692"/>
                </a:lnTo>
                <a:lnTo>
                  <a:pt x="2712" y="1693"/>
                </a:lnTo>
                <a:lnTo>
                  <a:pt x="2730" y="1694"/>
                </a:lnTo>
                <a:lnTo>
                  <a:pt x="2748" y="1695"/>
                </a:lnTo>
                <a:lnTo>
                  <a:pt x="2766" y="1696"/>
                </a:lnTo>
                <a:lnTo>
                  <a:pt x="2784" y="1697"/>
                </a:lnTo>
                <a:lnTo>
                  <a:pt x="2802" y="1698"/>
                </a:lnTo>
                <a:lnTo>
                  <a:pt x="2819" y="1699"/>
                </a:lnTo>
                <a:lnTo>
                  <a:pt x="2837" y="1700"/>
                </a:lnTo>
                <a:lnTo>
                  <a:pt x="2855" y="1701"/>
                </a:lnTo>
                <a:lnTo>
                  <a:pt x="2873" y="1701"/>
                </a:lnTo>
                <a:lnTo>
                  <a:pt x="2891" y="1702"/>
                </a:lnTo>
                <a:lnTo>
                  <a:pt x="2909" y="1702"/>
                </a:lnTo>
                <a:lnTo>
                  <a:pt x="2927" y="1703"/>
                </a:lnTo>
                <a:lnTo>
                  <a:pt x="2944" y="1703"/>
                </a:lnTo>
                <a:lnTo>
                  <a:pt x="2962" y="1704"/>
                </a:lnTo>
                <a:lnTo>
                  <a:pt x="2980" y="1704"/>
                </a:lnTo>
                <a:lnTo>
                  <a:pt x="2998" y="1704"/>
                </a:lnTo>
                <a:lnTo>
                  <a:pt x="3016" y="1704"/>
                </a:lnTo>
                <a:lnTo>
                  <a:pt x="3034" y="1704"/>
                </a:lnTo>
                <a:lnTo>
                  <a:pt x="3051" y="1704"/>
                </a:lnTo>
                <a:lnTo>
                  <a:pt x="3069" y="1704"/>
                </a:lnTo>
                <a:lnTo>
                  <a:pt x="3087" y="1704"/>
                </a:lnTo>
                <a:lnTo>
                  <a:pt x="3105" y="1704"/>
                </a:lnTo>
                <a:lnTo>
                  <a:pt x="3123" y="1704"/>
                </a:lnTo>
                <a:lnTo>
                  <a:pt x="3141" y="1703"/>
                </a:lnTo>
                <a:lnTo>
                  <a:pt x="3158" y="1703"/>
                </a:lnTo>
                <a:lnTo>
                  <a:pt x="3176" y="1703"/>
                </a:lnTo>
                <a:lnTo>
                  <a:pt x="3194" y="1702"/>
                </a:lnTo>
                <a:lnTo>
                  <a:pt x="3212" y="1701"/>
                </a:lnTo>
                <a:lnTo>
                  <a:pt x="3230" y="1701"/>
                </a:lnTo>
                <a:lnTo>
                  <a:pt x="3248" y="1700"/>
                </a:lnTo>
                <a:lnTo>
                  <a:pt x="3266" y="1699"/>
                </a:lnTo>
                <a:lnTo>
                  <a:pt x="3283" y="1698"/>
                </a:lnTo>
                <a:lnTo>
                  <a:pt x="3301" y="1698"/>
                </a:lnTo>
                <a:lnTo>
                  <a:pt x="3319" y="1697"/>
                </a:lnTo>
                <a:lnTo>
                  <a:pt x="3337" y="1696"/>
                </a:lnTo>
                <a:lnTo>
                  <a:pt x="3355" y="1694"/>
                </a:lnTo>
                <a:lnTo>
                  <a:pt x="3373" y="1693"/>
                </a:lnTo>
                <a:lnTo>
                  <a:pt x="3390" y="1692"/>
                </a:lnTo>
                <a:lnTo>
                  <a:pt x="3408" y="1691"/>
                </a:lnTo>
                <a:lnTo>
                  <a:pt x="3426" y="1689"/>
                </a:lnTo>
                <a:lnTo>
                  <a:pt x="3444" y="1688"/>
                </a:lnTo>
                <a:lnTo>
                  <a:pt x="3462" y="1687"/>
                </a:lnTo>
                <a:lnTo>
                  <a:pt x="3480" y="1685"/>
                </a:lnTo>
                <a:lnTo>
                  <a:pt x="3498" y="1683"/>
                </a:lnTo>
                <a:lnTo>
                  <a:pt x="3515" y="1682"/>
                </a:lnTo>
                <a:lnTo>
                  <a:pt x="3533" y="1680"/>
                </a:lnTo>
                <a:lnTo>
                  <a:pt x="3551" y="1678"/>
                </a:lnTo>
                <a:lnTo>
                  <a:pt x="3569" y="1676"/>
                </a:lnTo>
                <a:lnTo>
                  <a:pt x="3587" y="1674"/>
                </a:lnTo>
                <a:lnTo>
                  <a:pt x="3605" y="1672"/>
                </a:lnTo>
                <a:lnTo>
                  <a:pt x="3622" y="1670"/>
                </a:lnTo>
                <a:lnTo>
                  <a:pt x="3640" y="1668"/>
                </a:lnTo>
                <a:lnTo>
                  <a:pt x="3658" y="1666"/>
                </a:lnTo>
                <a:lnTo>
                  <a:pt x="3676" y="1664"/>
                </a:lnTo>
                <a:lnTo>
                  <a:pt x="3694" y="1661"/>
                </a:lnTo>
                <a:lnTo>
                  <a:pt x="3712" y="1659"/>
                </a:lnTo>
                <a:lnTo>
                  <a:pt x="3730" y="1656"/>
                </a:lnTo>
                <a:lnTo>
                  <a:pt x="3747" y="1654"/>
                </a:lnTo>
                <a:lnTo>
                  <a:pt x="3765" y="1651"/>
                </a:lnTo>
                <a:lnTo>
                  <a:pt x="3783" y="1648"/>
                </a:lnTo>
                <a:lnTo>
                  <a:pt x="3801" y="1646"/>
                </a:lnTo>
                <a:lnTo>
                  <a:pt x="3819" y="1643"/>
                </a:lnTo>
                <a:lnTo>
                  <a:pt x="3837" y="1640"/>
                </a:lnTo>
                <a:lnTo>
                  <a:pt x="3854" y="1637"/>
                </a:lnTo>
                <a:lnTo>
                  <a:pt x="3872" y="1634"/>
                </a:lnTo>
                <a:lnTo>
                  <a:pt x="3890" y="1631"/>
                </a:lnTo>
                <a:lnTo>
                  <a:pt x="3908" y="1628"/>
                </a:lnTo>
                <a:lnTo>
                  <a:pt x="3926" y="1625"/>
                </a:lnTo>
                <a:lnTo>
                  <a:pt x="3944" y="1622"/>
                </a:lnTo>
                <a:lnTo>
                  <a:pt x="3962" y="1618"/>
                </a:lnTo>
                <a:lnTo>
                  <a:pt x="3979" y="1615"/>
                </a:lnTo>
                <a:lnTo>
                  <a:pt x="3997" y="1611"/>
                </a:lnTo>
                <a:lnTo>
                  <a:pt x="4015" y="1608"/>
                </a:lnTo>
                <a:lnTo>
                  <a:pt x="4033" y="1604"/>
                </a:lnTo>
                <a:lnTo>
                  <a:pt x="4051" y="1601"/>
                </a:lnTo>
                <a:lnTo>
                  <a:pt x="4069" y="1597"/>
                </a:lnTo>
                <a:lnTo>
                  <a:pt x="4086" y="1593"/>
                </a:lnTo>
                <a:lnTo>
                  <a:pt x="4104" y="1589"/>
                </a:lnTo>
                <a:lnTo>
                  <a:pt x="4122" y="1585"/>
                </a:lnTo>
                <a:lnTo>
                  <a:pt x="4140" y="1581"/>
                </a:lnTo>
                <a:lnTo>
                  <a:pt x="4158" y="1577"/>
                </a:lnTo>
                <a:lnTo>
                  <a:pt x="4176" y="1573"/>
                </a:lnTo>
                <a:lnTo>
                  <a:pt x="4193" y="1569"/>
                </a:lnTo>
                <a:lnTo>
                  <a:pt x="4211" y="1565"/>
                </a:lnTo>
                <a:lnTo>
                  <a:pt x="4229" y="1561"/>
                </a:lnTo>
                <a:lnTo>
                  <a:pt x="4247" y="1556"/>
                </a:lnTo>
                <a:lnTo>
                  <a:pt x="4265" y="1552"/>
                </a:lnTo>
                <a:lnTo>
                  <a:pt x="4283" y="1547"/>
                </a:lnTo>
                <a:lnTo>
                  <a:pt x="4301" y="1543"/>
                </a:lnTo>
                <a:lnTo>
                  <a:pt x="4318" y="1538"/>
                </a:lnTo>
                <a:lnTo>
                  <a:pt x="4336" y="1533"/>
                </a:lnTo>
                <a:lnTo>
                  <a:pt x="4354" y="1529"/>
                </a:lnTo>
                <a:lnTo>
                  <a:pt x="4372" y="1524"/>
                </a:lnTo>
                <a:lnTo>
                  <a:pt x="4390" y="1519"/>
                </a:lnTo>
                <a:lnTo>
                  <a:pt x="4408" y="1514"/>
                </a:lnTo>
                <a:lnTo>
                  <a:pt x="4425" y="1509"/>
                </a:lnTo>
                <a:lnTo>
                  <a:pt x="4443" y="1504"/>
                </a:lnTo>
                <a:lnTo>
                  <a:pt x="4461" y="1499"/>
                </a:lnTo>
                <a:lnTo>
                  <a:pt x="4479" y="1493"/>
                </a:lnTo>
                <a:lnTo>
                  <a:pt x="4497" y="1488"/>
                </a:lnTo>
                <a:lnTo>
                  <a:pt x="4515" y="1483"/>
                </a:lnTo>
                <a:lnTo>
                  <a:pt x="4533" y="1477"/>
                </a:lnTo>
                <a:lnTo>
                  <a:pt x="4550" y="1472"/>
                </a:lnTo>
                <a:lnTo>
                  <a:pt x="4568" y="1466"/>
                </a:lnTo>
                <a:lnTo>
                  <a:pt x="4586" y="1461"/>
                </a:lnTo>
                <a:lnTo>
                  <a:pt x="4604" y="1455"/>
                </a:lnTo>
                <a:lnTo>
                  <a:pt x="4622" y="1449"/>
                </a:lnTo>
                <a:lnTo>
                  <a:pt x="4640" y="1444"/>
                </a:lnTo>
                <a:lnTo>
                  <a:pt x="4657" y="1438"/>
                </a:lnTo>
                <a:lnTo>
                  <a:pt x="4675" y="1432"/>
                </a:lnTo>
                <a:lnTo>
                  <a:pt x="4693" y="1426"/>
                </a:lnTo>
                <a:lnTo>
                  <a:pt x="4711" y="1420"/>
                </a:lnTo>
                <a:lnTo>
                  <a:pt x="4729" y="1414"/>
                </a:lnTo>
                <a:lnTo>
                  <a:pt x="4747" y="1407"/>
                </a:lnTo>
                <a:lnTo>
                  <a:pt x="4765" y="1401"/>
                </a:lnTo>
                <a:lnTo>
                  <a:pt x="4782" y="1395"/>
                </a:lnTo>
                <a:lnTo>
                  <a:pt x="4800" y="1388"/>
                </a:lnTo>
                <a:lnTo>
                  <a:pt x="4818" y="1382"/>
                </a:lnTo>
                <a:lnTo>
                  <a:pt x="4836" y="1375"/>
                </a:lnTo>
                <a:lnTo>
                  <a:pt x="4854" y="1369"/>
                </a:lnTo>
                <a:lnTo>
                  <a:pt x="4872" y="1362"/>
                </a:lnTo>
                <a:lnTo>
                  <a:pt x="4889" y="1355"/>
                </a:lnTo>
                <a:lnTo>
                  <a:pt x="4907" y="1349"/>
                </a:lnTo>
                <a:lnTo>
                  <a:pt x="4925" y="1342"/>
                </a:lnTo>
                <a:lnTo>
                  <a:pt x="4943" y="1335"/>
                </a:lnTo>
                <a:lnTo>
                  <a:pt x="4961" y="1328"/>
                </a:lnTo>
                <a:lnTo>
                  <a:pt x="4979" y="1321"/>
                </a:lnTo>
                <a:lnTo>
                  <a:pt x="4996" y="1314"/>
                </a:lnTo>
                <a:lnTo>
                  <a:pt x="5014" y="1307"/>
                </a:lnTo>
                <a:lnTo>
                  <a:pt x="5032" y="1299"/>
                </a:lnTo>
                <a:lnTo>
                  <a:pt x="5050" y="1292"/>
                </a:lnTo>
                <a:lnTo>
                  <a:pt x="5068" y="1285"/>
                </a:lnTo>
                <a:lnTo>
                  <a:pt x="5086" y="1277"/>
                </a:lnTo>
                <a:lnTo>
                  <a:pt x="5104" y="1270"/>
                </a:lnTo>
                <a:lnTo>
                  <a:pt x="5121" y="1262"/>
                </a:lnTo>
                <a:lnTo>
                  <a:pt x="5139" y="1254"/>
                </a:lnTo>
                <a:lnTo>
                  <a:pt x="5157" y="1247"/>
                </a:lnTo>
                <a:lnTo>
                  <a:pt x="5175" y="1239"/>
                </a:lnTo>
                <a:lnTo>
                  <a:pt x="5193" y="1231"/>
                </a:lnTo>
                <a:lnTo>
                  <a:pt x="5211" y="1223"/>
                </a:lnTo>
                <a:lnTo>
                  <a:pt x="5228" y="1215"/>
                </a:lnTo>
                <a:lnTo>
                  <a:pt x="5246" y="1207"/>
                </a:lnTo>
                <a:lnTo>
                  <a:pt x="5264" y="1199"/>
                </a:lnTo>
                <a:lnTo>
                  <a:pt x="5282" y="1191"/>
                </a:lnTo>
                <a:lnTo>
                  <a:pt x="5300" y="1183"/>
                </a:lnTo>
                <a:lnTo>
                  <a:pt x="5318" y="1174"/>
                </a:lnTo>
                <a:lnTo>
                  <a:pt x="5336" y="1166"/>
                </a:lnTo>
                <a:lnTo>
                  <a:pt x="5353" y="1158"/>
                </a:lnTo>
                <a:lnTo>
                  <a:pt x="5371" y="1149"/>
                </a:lnTo>
                <a:lnTo>
                  <a:pt x="5389" y="1141"/>
                </a:lnTo>
                <a:lnTo>
                  <a:pt x="5407" y="1132"/>
                </a:lnTo>
                <a:lnTo>
                  <a:pt x="5425" y="1123"/>
                </a:lnTo>
                <a:lnTo>
                  <a:pt x="5443" y="1115"/>
                </a:lnTo>
                <a:lnTo>
                  <a:pt x="5460" y="1106"/>
                </a:lnTo>
                <a:lnTo>
                  <a:pt x="5478" y="1097"/>
                </a:lnTo>
                <a:lnTo>
                  <a:pt x="5496" y="1088"/>
                </a:lnTo>
                <a:lnTo>
                  <a:pt x="5514" y="1079"/>
                </a:lnTo>
                <a:lnTo>
                  <a:pt x="5532" y="1070"/>
                </a:lnTo>
                <a:lnTo>
                  <a:pt x="5550" y="1061"/>
                </a:lnTo>
                <a:lnTo>
                  <a:pt x="5568" y="1052"/>
                </a:lnTo>
                <a:lnTo>
                  <a:pt x="5585" y="1042"/>
                </a:lnTo>
                <a:lnTo>
                  <a:pt x="5603" y="1033"/>
                </a:lnTo>
                <a:lnTo>
                  <a:pt x="5621" y="1024"/>
                </a:lnTo>
                <a:lnTo>
                  <a:pt x="5639" y="1014"/>
                </a:lnTo>
                <a:lnTo>
                  <a:pt x="5657" y="1005"/>
                </a:lnTo>
                <a:lnTo>
                  <a:pt x="5675" y="995"/>
                </a:lnTo>
                <a:lnTo>
                  <a:pt x="5692" y="985"/>
                </a:lnTo>
                <a:lnTo>
                  <a:pt x="5710" y="976"/>
                </a:lnTo>
                <a:lnTo>
                  <a:pt x="5728" y="966"/>
                </a:lnTo>
                <a:lnTo>
                  <a:pt x="5746" y="956"/>
                </a:lnTo>
                <a:lnTo>
                  <a:pt x="5764" y="946"/>
                </a:lnTo>
                <a:lnTo>
                  <a:pt x="5782" y="936"/>
                </a:lnTo>
                <a:lnTo>
                  <a:pt x="5799" y="926"/>
                </a:lnTo>
                <a:lnTo>
                  <a:pt x="5817" y="916"/>
                </a:lnTo>
                <a:lnTo>
                  <a:pt x="5835" y="906"/>
                </a:lnTo>
                <a:lnTo>
                  <a:pt x="5853" y="895"/>
                </a:lnTo>
                <a:lnTo>
                  <a:pt x="5871" y="885"/>
                </a:lnTo>
                <a:lnTo>
                  <a:pt x="5889" y="875"/>
                </a:lnTo>
                <a:lnTo>
                  <a:pt x="5907" y="864"/>
                </a:lnTo>
                <a:lnTo>
                  <a:pt x="5924" y="854"/>
                </a:lnTo>
                <a:lnTo>
                  <a:pt x="5942" y="843"/>
                </a:lnTo>
                <a:lnTo>
                  <a:pt x="5960" y="832"/>
                </a:lnTo>
                <a:lnTo>
                  <a:pt x="5978" y="822"/>
                </a:lnTo>
                <a:lnTo>
                  <a:pt x="5996" y="811"/>
                </a:lnTo>
                <a:lnTo>
                  <a:pt x="6014" y="800"/>
                </a:lnTo>
                <a:lnTo>
                  <a:pt x="6031" y="789"/>
                </a:lnTo>
                <a:lnTo>
                  <a:pt x="6049" y="778"/>
                </a:lnTo>
                <a:lnTo>
                  <a:pt x="6067" y="767"/>
                </a:lnTo>
                <a:lnTo>
                  <a:pt x="6085" y="756"/>
                </a:lnTo>
                <a:lnTo>
                  <a:pt x="6103" y="745"/>
                </a:lnTo>
                <a:lnTo>
                  <a:pt x="6121" y="734"/>
                </a:lnTo>
                <a:lnTo>
                  <a:pt x="6139" y="722"/>
                </a:lnTo>
                <a:lnTo>
                  <a:pt x="6156" y="711"/>
                </a:lnTo>
                <a:lnTo>
                  <a:pt x="6174" y="700"/>
                </a:lnTo>
                <a:lnTo>
                  <a:pt x="6192" y="688"/>
                </a:lnTo>
                <a:lnTo>
                  <a:pt x="6210" y="677"/>
                </a:lnTo>
                <a:lnTo>
                  <a:pt x="6228" y="665"/>
                </a:lnTo>
                <a:lnTo>
                  <a:pt x="6246" y="653"/>
                </a:lnTo>
                <a:lnTo>
                  <a:pt x="6263" y="642"/>
                </a:lnTo>
                <a:lnTo>
                  <a:pt x="6281" y="630"/>
                </a:lnTo>
                <a:lnTo>
                  <a:pt x="6299" y="618"/>
                </a:lnTo>
                <a:lnTo>
                  <a:pt x="6317" y="606"/>
                </a:lnTo>
                <a:lnTo>
                  <a:pt x="6335" y="594"/>
                </a:lnTo>
                <a:lnTo>
                  <a:pt x="6353" y="582"/>
                </a:lnTo>
                <a:lnTo>
                  <a:pt x="6371" y="570"/>
                </a:lnTo>
                <a:lnTo>
                  <a:pt x="6388" y="557"/>
                </a:lnTo>
                <a:lnTo>
                  <a:pt x="6406" y="545"/>
                </a:lnTo>
                <a:lnTo>
                  <a:pt x="6424" y="533"/>
                </a:lnTo>
                <a:lnTo>
                  <a:pt x="6442" y="520"/>
                </a:lnTo>
                <a:lnTo>
                  <a:pt x="6460" y="508"/>
                </a:lnTo>
                <a:lnTo>
                  <a:pt x="6478" y="495"/>
                </a:lnTo>
                <a:lnTo>
                  <a:pt x="6495" y="483"/>
                </a:lnTo>
                <a:lnTo>
                  <a:pt x="6513" y="470"/>
                </a:lnTo>
                <a:lnTo>
                  <a:pt x="6531" y="457"/>
                </a:lnTo>
                <a:lnTo>
                  <a:pt x="6549" y="445"/>
                </a:lnTo>
                <a:lnTo>
                  <a:pt x="6567" y="432"/>
                </a:lnTo>
                <a:lnTo>
                  <a:pt x="6585" y="419"/>
                </a:lnTo>
                <a:lnTo>
                  <a:pt x="6603" y="406"/>
                </a:lnTo>
                <a:lnTo>
                  <a:pt x="6620" y="393"/>
                </a:lnTo>
                <a:lnTo>
                  <a:pt x="6638" y="380"/>
                </a:lnTo>
                <a:lnTo>
                  <a:pt x="6656" y="366"/>
                </a:lnTo>
                <a:lnTo>
                  <a:pt x="6674" y="353"/>
                </a:lnTo>
                <a:lnTo>
                  <a:pt x="6692" y="340"/>
                </a:lnTo>
                <a:lnTo>
                  <a:pt x="6710" y="326"/>
                </a:lnTo>
                <a:lnTo>
                  <a:pt x="6727" y="313"/>
                </a:lnTo>
                <a:lnTo>
                  <a:pt x="6745" y="299"/>
                </a:lnTo>
                <a:lnTo>
                  <a:pt x="6763" y="286"/>
                </a:lnTo>
                <a:lnTo>
                  <a:pt x="6781" y="272"/>
                </a:lnTo>
                <a:lnTo>
                  <a:pt x="6799" y="258"/>
                </a:lnTo>
                <a:lnTo>
                  <a:pt x="6817" y="245"/>
                </a:lnTo>
                <a:lnTo>
                  <a:pt x="6834" y="231"/>
                </a:lnTo>
                <a:lnTo>
                  <a:pt x="6852" y="217"/>
                </a:lnTo>
                <a:lnTo>
                  <a:pt x="6870" y="203"/>
                </a:lnTo>
                <a:lnTo>
                  <a:pt x="6888" y="189"/>
                </a:lnTo>
                <a:lnTo>
                  <a:pt x="6906" y="175"/>
                </a:lnTo>
                <a:lnTo>
                  <a:pt x="6924" y="161"/>
                </a:lnTo>
                <a:lnTo>
                  <a:pt x="6942" y="146"/>
                </a:lnTo>
                <a:lnTo>
                  <a:pt x="6959" y="132"/>
                </a:lnTo>
                <a:lnTo>
                  <a:pt x="6977" y="118"/>
                </a:lnTo>
                <a:lnTo>
                  <a:pt x="6995" y="103"/>
                </a:lnTo>
                <a:lnTo>
                  <a:pt x="7013" y="89"/>
                </a:lnTo>
                <a:lnTo>
                  <a:pt x="7031" y="74"/>
                </a:lnTo>
                <a:lnTo>
                  <a:pt x="7049" y="60"/>
                </a:lnTo>
                <a:lnTo>
                  <a:pt x="7066" y="45"/>
                </a:lnTo>
                <a:lnTo>
                  <a:pt x="7084" y="30"/>
                </a:lnTo>
                <a:lnTo>
                  <a:pt x="7102" y="15"/>
                </a:lnTo>
                <a:lnTo>
                  <a:pt x="7120" y="0"/>
                </a:lnTo>
              </a:path>
            </a:pathLst>
          </a:custGeom>
          <a:noFill/>
          <a:ln w="19050">
            <a:solidFill>
              <a:srgbClr val="C4B8DC"/>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5" name="Freeform 14"/>
          <p:cNvSpPr/>
          <p:nvPr/>
        </p:nvSpPr>
        <p:spPr>
          <a:xfrm>
            <a:off x="896112" y="3353105"/>
            <a:ext cx="6510528" cy="1161288"/>
          </a:xfrm>
          <a:custGeom>
            <a:avLst/>
            <a:gdLst/>
            <a:ahLst/>
            <a:cxnLst/>
            <a:rect l="l" t="t" r="r" b="b"/>
            <a:pathLst>
              <a:path w="7120" h="1270">
                <a:moveTo>
                  <a:pt x="0" y="851"/>
                </a:moveTo>
                <a:lnTo>
                  <a:pt x="18" y="857"/>
                </a:lnTo>
                <a:lnTo>
                  <a:pt x="36" y="862"/>
                </a:lnTo>
                <a:lnTo>
                  <a:pt x="54" y="868"/>
                </a:lnTo>
                <a:lnTo>
                  <a:pt x="71" y="874"/>
                </a:lnTo>
                <a:lnTo>
                  <a:pt x="89" y="879"/>
                </a:lnTo>
                <a:lnTo>
                  <a:pt x="107" y="885"/>
                </a:lnTo>
                <a:lnTo>
                  <a:pt x="125" y="890"/>
                </a:lnTo>
                <a:lnTo>
                  <a:pt x="143" y="896"/>
                </a:lnTo>
                <a:lnTo>
                  <a:pt x="161" y="901"/>
                </a:lnTo>
                <a:lnTo>
                  <a:pt x="178" y="907"/>
                </a:lnTo>
                <a:lnTo>
                  <a:pt x="196" y="912"/>
                </a:lnTo>
                <a:lnTo>
                  <a:pt x="214" y="917"/>
                </a:lnTo>
                <a:lnTo>
                  <a:pt x="232" y="923"/>
                </a:lnTo>
                <a:lnTo>
                  <a:pt x="250" y="928"/>
                </a:lnTo>
                <a:lnTo>
                  <a:pt x="268" y="933"/>
                </a:lnTo>
                <a:lnTo>
                  <a:pt x="286" y="938"/>
                </a:lnTo>
                <a:lnTo>
                  <a:pt x="303" y="943"/>
                </a:lnTo>
                <a:lnTo>
                  <a:pt x="321" y="948"/>
                </a:lnTo>
                <a:lnTo>
                  <a:pt x="339" y="953"/>
                </a:lnTo>
                <a:lnTo>
                  <a:pt x="357" y="958"/>
                </a:lnTo>
                <a:lnTo>
                  <a:pt x="375" y="963"/>
                </a:lnTo>
                <a:lnTo>
                  <a:pt x="393" y="968"/>
                </a:lnTo>
                <a:lnTo>
                  <a:pt x="410" y="973"/>
                </a:lnTo>
                <a:lnTo>
                  <a:pt x="428" y="978"/>
                </a:lnTo>
                <a:lnTo>
                  <a:pt x="446" y="983"/>
                </a:lnTo>
                <a:lnTo>
                  <a:pt x="464" y="987"/>
                </a:lnTo>
                <a:lnTo>
                  <a:pt x="482" y="992"/>
                </a:lnTo>
                <a:lnTo>
                  <a:pt x="500" y="997"/>
                </a:lnTo>
                <a:lnTo>
                  <a:pt x="517" y="1001"/>
                </a:lnTo>
                <a:lnTo>
                  <a:pt x="535" y="1006"/>
                </a:lnTo>
                <a:lnTo>
                  <a:pt x="553" y="1011"/>
                </a:lnTo>
                <a:lnTo>
                  <a:pt x="571" y="1015"/>
                </a:lnTo>
                <a:lnTo>
                  <a:pt x="589" y="1020"/>
                </a:lnTo>
                <a:lnTo>
                  <a:pt x="607" y="1024"/>
                </a:lnTo>
                <a:lnTo>
                  <a:pt x="625" y="1028"/>
                </a:lnTo>
                <a:lnTo>
                  <a:pt x="642" y="1033"/>
                </a:lnTo>
                <a:lnTo>
                  <a:pt x="660" y="1037"/>
                </a:lnTo>
                <a:lnTo>
                  <a:pt x="678" y="1041"/>
                </a:lnTo>
                <a:lnTo>
                  <a:pt x="696" y="1046"/>
                </a:lnTo>
                <a:lnTo>
                  <a:pt x="714" y="1050"/>
                </a:lnTo>
                <a:lnTo>
                  <a:pt x="732" y="1054"/>
                </a:lnTo>
                <a:lnTo>
                  <a:pt x="749" y="1058"/>
                </a:lnTo>
                <a:lnTo>
                  <a:pt x="767" y="1062"/>
                </a:lnTo>
                <a:lnTo>
                  <a:pt x="785" y="1066"/>
                </a:lnTo>
                <a:lnTo>
                  <a:pt x="803" y="1070"/>
                </a:lnTo>
                <a:lnTo>
                  <a:pt x="821" y="1074"/>
                </a:lnTo>
                <a:lnTo>
                  <a:pt x="839" y="1078"/>
                </a:lnTo>
                <a:lnTo>
                  <a:pt x="857" y="1082"/>
                </a:lnTo>
                <a:lnTo>
                  <a:pt x="874" y="1086"/>
                </a:lnTo>
                <a:lnTo>
                  <a:pt x="892" y="1089"/>
                </a:lnTo>
                <a:lnTo>
                  <a:pt x="910" y="1093"/>
                </a:lnTo>
                <a:lnTo>
                  <a:pt x="928" y="1097"/>
                </a:lnTo>
                <a:lnTo>
                  <a:pt x="946" y="1101"/>
                </a:lnTo>
                <a:lnTo>
                  <a:pt x="964" y="1104"/>
                </a:lnTo>
                <a:lnTo>
                  <a:pt x="981" y="1108"/>
                </a:lnTo>
                <a:lnTo>
                  <a:pt x="999" y="1111"/>
                </a:lnTo>
                <a:lnTo>
                  <a:pt x="1017" y="1115"/>
                </a:lnTo>
                <a:lnTo>
                  <a:pt x="1035" y="1118"/>
                </a:lnTo>
                <a:lnTo>
                  <a:pt x="1053" y="1122"/>
                </a:lnTo>
                <a:lnTo>
                  <a:pt x="1071" y="1125"/>
                </a:lnTo>
                <a:lnTo>
                  <a:pt x="1089" y="1129"/>
                </a:lnTo>
                <a:lnTo>
                  <a:pt x="1106" y="1132"/>
                </a:lnTo>
                <a:lnTo>
                  <a:pt x="1124" y="1135"/>
                </a:lnTo>
                <a:lnTo>
                  <a:pt x="1142" y="1139"/>
                </a:lnTo>
                <a:lnTo>
                  <a:pt x="1160" y="1142"/>
                </a:lnTo>
                <a:lnTo>
                  <a:pt x="1178" y="1145"/>
                </a:lnTo>
                <a:lnTo>
                  <a:pt x="1196" y="1148"/>
                </a:lnTo>
                <a:lnTo>
                  <a:pt x="1213" y="1151"/>
                </a:lnTo>
                <a:lnTo>
                  <a:pt x="1231" y="1154"/>
                </a:lnTo>
                <a:lnTo>
                  <a:pt x="1249" y="1157"/>
                </a:lnTo>
                <a:lnTo>
                  <a:pt x="1267" y="1160"/>
                </a:lnTo>
                <a:lnTo>
                  <a:pt x="1285" y="1163"/>
                </a:lnTo>
                <a:lnTo>
                  <a:pt x="1303" y="1166"/>
                </a:lnTo>
                <a:lnTo>
                  <a:pt x="1321" y="1169"/>
                </a:lnTo>
                <a:lnTo>
                  <a:pt x="1338" y="1172"/>
                </a:lnTo>
                <a:lnTo>
                  <a:pt x="1356" y="1174"/>
                </a:lnTo>
                <a:lnTo>
                  <a:pt x="1374" y="1177"/>
                </a:lnTo>
                <a:lnTo>
                  <a:pt x="1392" y="1180"/>
                </a:lnTo>
                <a:lnTo>
                  <a:pt x="1410" y="1182"/>
                </a:lnTo>
                <a:lnTo>
                  <a:pt x="1428" y="1185"/>
                </a:lnTo>
                <a:lnTo>
                  <a:pt x="1445" y="1188"/>
                </a:lnTo>
                <a:lnTo>
                  <a:pt x="1463" y="1190"/>
                </a:lnTo>
                <a:lnTo>
                  <a:pt x="1481" y="1193"/>
                </a:lnTo>
                <a:lnTo>
                  <a:pt x="1499" y="1195"/>
                </a:lnTo>
                <a:lnTo>
                  <a:pt x="1517" y="1198"/>
                </a:lnTo>
                <a:lnTo>
                  <a:pt x="1535" y="1200"/>
                </a:lnTo>
                <a:lnTo>
                  <a:pt x="1552" y="1202"/>
                </a:lnTo>
                <a:lnTo>
                  <a:pt x="1570" y="1205"/>
                </a:lnTo>
                <a:lnTo>
                  <a:pt x="1588" y="1207"/>
                </a:lnTo>
                <a:lnTo>
                  <a:pt x="1606" y="1209"/>
                </a:lnTo>
                <a:lnTo>
                  <a:pt x="1624" y="1211"/>
                </a:lnTo>
                <a:lnTo>
                  <a:pt x="1642" y="1213"/>
                </a:lnTo>
                <a:lnTo>
                  <a:pt x="1660" y="1215"/>
                </a:lnTo>
                <a:lnTo>
                  <a:pt x="1677" y="1218"/>
                </a:lnTo>
                <a:lnTo>
                  <a:pt x="1695" y="1220"/>
                </a:lnTo>
                <a:lnTo>
                  <a:pt x="1713" y="1222"/>
                </a:lnTo>
                <a:lnTo>
                  <a:pt x="1731" y="1223"/>
                </a:lnTo>
                <a:lnTo>
                  <a:pt x="1749" y="1225"/>
                </a:lnTo>
                <a:lnTo>
                  <a:pt x="1767" y="1227"/>
                </a:lnTo>
                <a:lnTo>
                  <a:pt x="1784" y="1229"/>
                </a:lnTo>
                <a:lnTo>
                  <a:pt x="1802" y="1231"/>
                </a:lnTo>
                <a:lnTo>
                  <a:pt x="1820" y="1233"/>
                </a:lnTo>
                <a:lnTo>
                  <a:pt x="1838" y="1234"/>
                </a:lnTo>
                <a:lnTo>
                  <a:pt x="1856" y="1236"/>
                </a:lnTo>
                <a:lnTo>
                  <a:pt x="1874" y="1238"/>
                </a:lnTo>
                <a:lnTo>
                  <a:pt x="1892" y="1239"/>
                </a:lnTo>
                <a:lnTo>
                  <a:pt x="1909" y="1241"/>
                </a:lnTo>
                <a:lnTo>
                  <a:pt x="1927" y="1242"/>
                </a:lnTo>
                <a:lnTo>
                  <a:pt x="1945" y="1244"/>
                </a:lnTo>
                <a:lnTo>
                  <a:pt x="1963" y="1245"/>
                </a:lnTo>
                <a:lnTo>
                  <a:pt x="1981" y="1246"/>
                </a:lnTo>
                <a:lnTo>
                  <a:pt x="1999" y="1248"/>
                </a:lnTo>
                <a:lnTo>
                  <a:pt x="2016" y="1249"/>
                </a:lnTo>
                <a:lnTo>
                  <a:pt x="2034" y="1250"/>
                </a:lnTo>
                <a:lnTo>
                  <a:pt x="2052" y="1252"/>
                </a:lnTo>
                <a:lnTo>
                  <a:pt x="2070" y="1253"/>
                </a:lnTo>
                <a:lnTo>
                  <a:pt x="2088" y="1254"/>
                </a:lnTo>
                <a:lnTo>
                  <a:pt x="2106" y="1255"/>
                </a:lnTo>
                <a:lnTo>
                  <a:pt x="2124" y="1256"/>
                </a:lnTo>
                <a:lnTo>
                  <a:pt x="2141" y="1257"/>
                </a:lnTo>
                <a:lnTo>
                  <a:pt x="2159" y="1258"/>
                </a:lnTo>
                <a:lnTo>
                  <a:pt x="2177" y="1259"/>
                </a:lnTo>
                <a:lnTo>
                  <a:pt x="2195" y="1260"/>
                </a:lnTo>
                <a:lnTo>
                  <a:pt x="2213" y="1261"/>
                </a:lnTo>
                <a:lnTo>
                  <a:pt x="2231" y="1262"/>
                </a:lnTo>
                <a:lnTo>
                  <a:pt x="2248" y="1263"/>
                </a:lnTo>
                <a:lnTo>
                  <a:pt x="2266" y="1263"/>
                </a:lnTo>
                <a:lnTo>
                  <a:pt x="2284" y="1264"/>
                </a:lnTo>
                <a:lnTo>
                  <a:pt x="2302" y="1265"/>
                </a:lnTo>
                <a:lnTo>
                  <a:pt x="2320" y="1265"/>
                </a:lnTo>
                <a:lnTo>
                  <a:pt x="2338" y="1266"/>
                </a:lnTo>
                <a:lnTo>
                  <a:pt x="2355" y="1266"/>
                </a:lnTo>
                <a:lnTo>
                  <a:pt x="2373" y="1267"/>
                </a:lnTo>
                <a:lnTo>
                  <a:pt x="2391" y="1267"/>
                </a:lnTo>
                <a:lnTo>
                  <a:pt x="2409" y="1268"/>
                </a:lnTo>
                <a:lnTo>
                  <a:pt x="2427" y="1268"/>
                </a:lnTo>
                <a:lnTo>
                  <a:pt x="2445" y="1269"/>
                </a:lnTo>
                <a:lnTo>
                  <a:pt x="2463" y="1269"/>
                </a:lnTo>
                <a:lnTo>
                  <a:pt x="2480" y="1269"/>
                </a:lnTo>
                <a:lnTo>
                  <a:pt x="2498" y="1269"/>
                </a:lnTo>
                <a:lnTo>
                  <a:pt x="2516" y="1270"/>
                </a:lnTo>
                <a:lnTo>
                  <a:pt x="2534" y="1270"/>
                </a:lnTo>
                <a:lnTo>
                  <a:pt x="2552" y="1270"/>
                </a:lnTo>
                <a:lnTo>
                  <a:pt x="2570" y="1270"/>
                </a:lnTo>
                <a:lnTo>
                  <a:pt x="2587" y="1270"/>
                </a:lnTo>
                <a:lnTo>
                  <a:pt x="2605" y="1270"/>
                </a:lnTo>
                <a:lnTo>
                  <a:pt x="2623" y="1270"/>
                </a:lnTo>
                <a:lnTo>
                  <a:pt x="2641" y="1270"/>
                </a:lnTo>
                <a:lnTo>
                  <a:pt x="2659" y="1270"/>
                </a:lnTo>
                <a:lnTo>
                  <a:pt x="2677" y="1270"/>
                </a:lnTo>
                <a:lnTo>
                  <a:pt x="2695" y="1269"/>
                </a:lnTo>
                <a:lnTo>
                  <a:pt x="2712" y="1269"/>
                </a:lnTo>
                <a:lnTo>
                  <a:pt x="2730" y="1269"/>
                </a:lnTo>
                <a:lnTo>
                  <a:pt x="2748" y="1269"/>
                </a:lnTo>
                <a:lnTo>
                  <a:pt x="2766" y="1268"/>
                </a:lnTo>
                <a:lnTo>
                  <a:pt x="2784" y="1268"/>
                </a:lnTo>
                <a:lnTo>
                  <a:pt x="2802" y="1267"/>
                </a:lnTo>
                <a:lnTo>
                  <a:pt x="2819" y="1267"/>
                </a:lnTo>
                <a:lnTo>
                  <a:pt x="2837" y="1266"/>
                </a:lnTo>
                <a:lnTo>
                  <a:pt x="2855" y="1266"/>
                </a:lnTo>
                <a:lnTo>
                  <a:pt x="2873" y="1265"/>
                </a:lnTo>
                <a:lnTo>
                  <a:pt x="2891" y="1265"/>
                </a:lnTo>
                <a:lnTo>
                  <a:pt x="2909" y="1264"/>
                </a:lnTo>
                <a:lnTo>
                  <a:pt x="2927" y="1263"/>
                </a:lnTo>
                <a:lnTo>
                  <a:pt x="2944" y="1263"/>
                </a:lnTo>
                <a:lnTo>
                  <a:pt x="2962" y="1262"/>
                </a:lnTo>
                <a:lnTo>
                  <a:pt x="2980" y="1261"/>
                </a:lnTo>
                <a:lnTo>
                  <a:pt x="2998" y="1260"/>
                </a:lnTo>
                <a:lnTo>
                  <a:pt x="3016" y="1259"/>
                </a:lnTo>
                <a:lnTo>
                  <a:pt x="3034" y="1258"/>
                </a:lnTo>
                <a:lnTo>
                  <a:pt x="3051" y="1257"/>
                </a:lnTo>
                <a:lnTo>
                  <a:pt x="3069" y="1256"/>
                </a:lnTo>
                <a:lnTo>
                  <a:pt x="3087" y="1255"/>
                </a:lnTo>
                <a:lnTo>
                  <a:pt x="3105" y="1254"/>
                </a:lnTo>
                <a:lnTo>
                  <a:pt x="3123" y="1253"/>
                </a:lnTo>
                <a:lnTo>
                  <a:pt x="3141" y="1252"/>
                </a:lnTo>
                <a:lnTo>
                  <a:pt x="3158" y="1251"/>
                </a:lnTo>
                <a:lnTo>
                  <a:pt x="3176" y="1249"/>
                </a:lnTo>
                <a:lnTo>
                  <a:pt x="3194" y="1248"/>
                </a:lnTo>
                <a:lnTo>
                  <a:pt x="3212" y="1247"/>
                </a:lnTo>
                <a:lnTo>
                  <a:pt x="3230" y="1245"/>
                </a:lnTo>
                <a:lnTo>
                  <a:pt x="3248" y="1244"/>
                </a:lnTo>
                <a:lnTo>
                  <a:pt x="3266" y="1242"/>
                </a:lnTo>
                <a:lnTo>
                  <a:pt x="3283" y="1241"/>
                </a:lnTo>
                <a:lnTo>
                  <a:pt x="3301" y="1239"/>
                </a:lnTo>
                <a:lnTo>
                  <a:pt x="3319" y="1238"/>
                </a:lnTo>
                <a:lnTo>
                  <a:pt x="3337" y="1236"/>
                </a:lnTo>
                <a:lnTo>
                  <a:pt x="3355" y="1234"/>
                </a:lnTo>
                <a:lnTo>
                  <a:pt x="3373" y="1233"/>
                </a:lnTo>
                <a:lnTo>
                  <a:pt x="3390" y="1231"/>
                </a:lnTo>
                <a:lnTo>
                  <a:pt x="3408" y="1229"/>
                </a:lnTo>
                <a:lnTo>
                  <a:pt x="3426" y="1227"/>
                </a:lnTo>
                <a:lnTo>
                  <a:pt x="3444" y="1226"/>
                </a:lnTo>
                <a:lnTo>
                  <a:pt x="3462" y="1224"/>
                </a:lnTo>
                <a:lnTo>
                  <a:pt x="3480" y="1222"/>
                </a:lnTo>
                <a:lnTo>
                  <a:pt x="3498" y="1220"/>
                </a:lnTo>
                <a:lnTo>
                  <a:pt x="3515" y="1218"/>
                </a:lnTo>
                <a:lnTo>
                  <a:pt x="3533" y="1216"/>
                </a:lnTo>
                <a:lnTo>
                  <a:pt x="3551" y="1214"/>
                </a:lnTo>
                <a:lnTo>
                  <a:pt x="3569" y="1211"/>
                </a:lnTo>
                <a:lnTo>
                  <a:pt x="3587" y="1209"/>
                </a:lnTo>
                <a:lnTo>
                  <a:pt x="3605" y="1207"/>
                </a:lnTo>
                <a:lnTo>
                  <a:pt x="3622" y="1205"/>
                </a:lnTo>
                <a:lnTo>
                  <a:pt x="3640" y="1203"/>
                </a:lnTo>
                <a:lnTo>
                  <a:pt x="3658" y="1200"/>
                </a:lnTo>
                <a:lnTo>
                  <a:pt x="3676" y="1198"/>
                </a:lnTo>
                <a:lnTo>
                  <a:pt x="3694" y="1195"/>
                </a:lnTo>
                <a:lnTo>
                  <a:pt x="3712" y="1193"/>
                </a:lnTo>
                <a:lnTo>
                  <a:pt x="3730" y="1190"/>
                </a:lnTo>
                <a:lnTo>
                  <a:pt x="3747" y="1188"/>
                </a:lnTo>
                <a:lnTo>
                  <a:pt x="3765" y="1185"/>
                </a:lnTo>
                <a:lnTo>
                  <a:pt x="3783" y="1183"/>
                </a:lnTo>
                <a:lnTo>
                  <a:pt x="3801" y="1180"/>
                </a:lnTo>
                <a:lnTo>
                  <a:pt x="3819" y="1177"/>
                </a:lnTo>
                <a:lnTo>
                  <a:pt x="3837" y="1175"/>
                </a:lnTo>
                <a:lnTo>
                  <a:pt x="3854" y="1172"/>
                </a:lnTo>
                <a:lnTo>
                  <a:pt x="3872" y="1169"/>
                </a:lnTo>
                <a:lnTo>
                  <a:pt x="3890" y="1166"/>
                </a:lnTo>
                <a:lnTo>
                  <a:pt x="3908" y="1163"/>
                </a:lnTo>
                <a:lnTo>
                  <a:pt x="3926" y="1160"/>
                </a:lnTo>
                <a:lnTo>
                  <a:pt x="3944" y="1157"/>
                </a:lnTo>
                <a:lnTo>
                  <a:pt x="3962" y="1154"/>
                </a:lnTo>
                <a:lnTo>
                  <a:pt x="3979" y="1151"/>
                </a:lnTo>
                <a:lnTo>
                  <a:pt x="3997" y="1148"/>
                </a:lnTo>
                <a:lnTo>
                  <a:pt x="4015" y="1145"/>
                </a:lnTo>
                <a:lnTo>
                  <a:pt x="4033" y="1142"/>
                </a:lnTo>
                <a:lnTo>
                  <a:pt x="4051" y="1139"/>
                </a:lnTo>
                <a:lnTo>
                  <a:pt x="4069" y="1136"/>
                </a:lnTo>
                <a:lnTo>
                  <a:pt x="4086" y="1132"/>
                </a:lnTo>
                <a:lnTo>
                  <a:pt x="4104" y="1129"/>
                </a:lnTo>
                <a:lnTo>
                  <a:pt x="4122" y="1126"/>
                </a:lnTo>
                <a:lnTo>
                  <a:pt x="4140" y="1122"/>
                </a:lnTo>
                <a:lnTo>
                  <a:pt x="4158" y="1119"/>
                </a:lnTo>
                <a:lnTo>
                  <a:pt x="4176" y="1115"/>
                </a:lnTo>
                <a:lnTo>
                  <a:pt x="4193" y="1112"/>
                </a:lnTo>
                <a:lnTo>
                  <a:pt x="4211" y="1108"/>
                </a:lnTo>
                <a:lnTo>
                  <a:pt x="4229" y="1105"/>
                </a:lnTo>
                <a:lnTo>
                  <a:pt x="4247" y="1101"/>
                </a:lnTo>
                <a:lnTo>
                  <a:pt x="4265" y="1097"/>
                </a:lnTo>
                <a:lnTo>
                  <a:pt x="4283" y="1094"/>
                </a:lnTo>
                <a:lnTo>
                  <a:pt x="4301" y="1090"/>
                </a:lnTo>
                <a:lnTo>
                  <a:pt x="4318" y="1086"/>
                </a:lnTo>
                <a:lnTo>
                  <a:pt x="4336" y="1082"/>
                </a:lnTo>
                <a:lnTo>
                  <a:pt x="4354" y="1078"/>
                </a:lnTo>
                <a:lnTo>
                  <a:pt x="4372" y="1074"/>
                </a:lnTo>
                <a:lnTo>
                  <a:pt x="4390" y="1071"/>
                </a:lnTo>
                <a:lnTo>
                  <a:pt x="4408" y="1067"/>
                </a:lnTo>
                <a:lnTo>
                  <a:pt x="4425" y="1062"/>
                </a:lnTo>
                <a:lnTo>
                  <a:pt x="4443" y="1058"/>
                </a:lnTo>
                <a:lnTo>
                  <a:pt x="4461" y="1054"/>
                </a:lnTo>
                <a:lnTo>
                  <a:pt x="4479" y="1050"/>
                </a:lnTo>
                <a:lnTo>
                  <a:pt x="4497" y="1046"/>
                </a:lnTo>
                <a:lnTo>
                  <a:pt x="4515" y="1042"/>
                </a:lnTo>
                <a:lnTo>
                  <a:pt x="4533" y="1037"/>
                </a:lnTo>
                <a:lnTo>
                  <a:pt x="4550" y="1033"/>
                </a:lnTo>
                <a:lnTo>
                  <a:pt x="4568" y="1029"/>
                </a:lnTo>
                <a:lnTo>
                  <a:pt x="4586" y="1024"/>
                </a:lnTo>
                <a:lnTo>
                  <a:pt x="4604" y="1020"/>
                </a:lnTo>
                <a:lnTo>
                  <a:pt x="4622" y="1016"/>
                </a:lnTo>
                <a:lnTo>
                  <a:pt x="4640" y="1011"/>
                </a:lnTo>
                <a:lnTo>
                  <a:pt x="4657" y="1006"/>
                </a:lnTo>
                <a:lnTo>
                  <a:pt x="4675" y="1002"/>
                </a:lnTo>
                <a:lnTo>
                  <a:pt x="4693" y="997"/>
                </a:lnTo>
                <a:lnTo>
                  <a:pt x="4711" y="993"/>
                </a:lnTo>
                <a:lnTo>
                  <a:pt x="4729" y="988"/>
                </a:lnTo>
                <a:lnTo>
                  <a:pt x="4747" y="983"/>
                </a:lnTo>
                <a:lnTo>
                  <a:pt x="4765" y="978"/>
                </a:lnTo>
                <a:lnTo>
                  <a:pt x="4782" y="974"/>
                </a:lnTo>
                <a:lnTo>
                  <a:pt x="4800" y="969"/>
                </a:lnTo>
                <a:lnTo>
                  <a:pt x="4818" y="964"/>
                </a:lnTo>
                <a:lnTo>
                  <a:pt x="4836" y="959"/>
                </a:lnTo>
                <a:lnTo>
                  <a:pt x="4854" y="954"/>
                </a:lnTo>
                <a:lnTo>
                  <a:pt x="4872" y="949"/>
                </a:lnTo>
                <a:lnTo>
                  <a:pt x="4889" y="944"/>
                </a:lnTo>
                <a:lnTo>
                  <a:pt x="4907" y="939"/>
                </a:lnTo>
                <a:lnTo>
                  <a:pt x="4925" y="934"/>
                </a:lnTo>
                <a:lnTo>
                  <a:pt x="4943" y="928"/>
                </a:lnTo>
                <a:lnTo>
                  <a:pt x="4961" y="923"/>
                </a:lnTo>
                <a:lnTo>
                  <a:pt x="4979" y="918"/>
                </a:lnTo>
                <a:lnTo>
                  <a:pt x="4996" y="913"/>
                </a:lnTo>
                <a:lnTo>
                  <a:pt x="5014" y="907"/>
                </a:lnTo>
                <a:lnTo>
                  <a:pt x="5032" y="902"/>
                </a:lnTo>
                <a:lnTo>
                  <a:pt x="5050" y="896"/>
                </a:lnTo>
                <a:lnTo>
                  <a:pt x="5068" y="891"/>
                </a:lnTo>
                <a:lnTo>
                  <a:pt x="5086" y="885"/>
                </a:lnTo>
                <a:lnTo>
                  <a:pt x="5104" y="880"/>
                </a:lnTo>
                <a:lnTo>
                  <a:pt x="5121" y="874"/>
                </a:lnTo>
                <a:lnTo>
                  <a:pt x="5139" y="869"/>
                </a:lnTo>
                <a:lnTo>
                  <a:pt x="5157" y="863"/>
                </a:lnTo>
                <a:lnTo>
                  <a:pt x="5175" y="857"/>
                </a:lnTo>
                <a:lnTo>
                  <a:pt x="5193" y="852"/>
                </a:lnTo>
                <a:lnTo>
                  <a:pt x="5211" y="846"/>
                </a:lnTo>
                <a:lnTo>
                  <a:pt x="5228" y="840"/>
                </a:lnTo>
                <a:lnTo>
                  <a:pt x="5246" y="834"/>
                </a:lnTo>
                <a:lnTo>
                  <a:pt x="5264" y="828"/>
                </a:lnTo>
                <a:lnTo>
                  <a:pt x="5282" y="822"/>
                </a:lnTo>
                <a:lnTo>
                  <a:pt x="5300" y="816"/>
                </a:lnTo>
                <a:lnTo>
                  <a:pt x="5318" y="810"/>
                </a:lnTo>
                <a:lnTo>
                  <a:pt x="5336" y="804"/>
                </a:lnTo>
                <a:lnTo>
                  <a:pt x="5353" y="798"/>
                </a:lnTo>
                <a:lnTo>
                  <a:pt x="5371" y="792"/>
                </a:lnTo>
                <a:lnTo>
                  <a:pt x="5389" y="786"/>
                </a:lnTo>
                <a:lnTo>
                  <a:pt x="5407" y="780"/>
                </a:lnTo>
                <a:lnTo>
                  <a:pt x="5425" y="774"/>
                </a:lnTo>
                <a:lnTo>
                  <a:pt x="5443" y="767"/>
                </a:lnTo>
                <a:lnTo>
                  <a:pt x="5460" y="761"/>
                </a:lnTo>
                <a:lnTo>
                  <a:pt x="5478" y="755"/>
                </a:lnTo>
                <a:lnTo>
                  <a:pt x="5496" y="748"/>
                </a:lnTo>
                <a:lnTo>
                  <a:pt x="5514" y="742"/>
                </a:lnTo>
                <a:lnTo>
                  <a:pt x="5532" y="735"/>
                </a:lnTo>
                <a:lnTo>
                  <a:pt x="5550" y="729"/>
                </a:lnTo>
                <a:lnTo>
                  <a:pt x="5568" y="722"/>
                </a:lnTo>
                <a:lnTo>
                  <a:pt x="5585" y="715"/>
                </a:lnTo>
                <a:lnTo>
                  <a:pt x="5603" y="709"/>
                </a:lnTo>
                <a:lnTo>
                  <a:pt x="5621" y="702"/>
                </a:lnTo>
                <a:lnTo>
                  <a:pt x="5639" y="695"/>
                </a:lnTo>
                <a:lnTo>
                  <a:pt x="5657" y="689"/>
                </a:lnTo>
                <a:lnTo>
                  <a:pt x="5675" y="682"/>
                </a:lnTo>
                <a:lnTo>
                  <a:pt x="5692" y="675"/>
                </a:lnTo>
                <a:lnTo>
                  <a:pt x="5710" y="668"/>
                </a:lnTo>
                <a:lnTo>
                  <a:pt x="5728" y="661"/>
                </a:lnTo>
                <a:lnTo>
                  <a:pt x="5746" y="654"/>
                </a:lnTo>
                <a:lnTo>
                  <a:pt x="5764" y="647"/>
                </a:lnTo>
                <a:lnTo>
                  <a:pt x="5782" y="640"/>
                </a:lnTo>
                <a:lnTo>
                  <a:pt x="5799" y="633"/>
                </a:lnTo>
                <a:lnTo>
                  <a:pt x="5817" y="626"/>
                </a:lnTo>
                <a:lnTo>
                  <a:pt x="5835" y="619"/>
                </a:lnTo>
                <a:lnTo>
                  <a:pt x="5853" y="612"/>
                </a:lnTo>
                <a:lnTo>
                  <a:pt x="5871" y="604"/>
                </a:lnTo>
                <a:lnTo>
                  <a:pt x="5889" y="597"/>
                </a:lnTo>
                <a:lnTo>
                  <a:pt x="5907" y="590"/>
                </a:lnTo>
                <a:lnTo>
                  <a:pt x="5924" y="582"/>
                </a:lnTo>
                <a:lnTo>
                  <a:pt x="5942" y="575"/>
                </a:lnTo>
                <a:lnTo>
                  <a:pt x="5960" y="568"/>
                </a:lnTo>
                <a:lnTo>
                  <a:pt x="5978" y="560"/>
                </a:lnTo>
                <a:lnTo>
                  <a:pt x="5996" y="553"/>
                </a:lnTo>
                <a:lnTo>
                  <a:pt x="6014" y="545"/>
                </a:lnTo>
                <a:lnTo>
                  <a:pt x="6031" y="538"/>
                </a:lnTo>
                <a:lnTo>
                  <a:pt x="6049" y="530"/>
                </a:lnTo>
                <a:lnTo>
                  <a:pt x="6067" y="522"/>
                </a:lnTo>
                <a:lnTo>
                  <a:pt x="6085" y="515"/>
                </a:lnTo>
                <a:lnTo>
                  <a:pt x="6103" y="507"/>
                </a:lnTo>
                <a:lnTo>
                  <a:pt x="6121" y="499"/>
                </a:lnTo>
                <a:lnTo>
                  <a:pt x="6139" y="491"/>
                </a:lnTo>
                <a:lnTo>
                  <a:pt x="6156" y="483"/>
                </a:lnTo>
                <a:lnTo>
                  <a:pt x="6174" y="475"/>
                </a:lnTo>
                <a:lnTo>
                  <a:pt x="6192" y="467"/>
                </a:lnTo>
                <a:lnTo>
                  <a:pt x="6210" y="459"/>
                </a:lnTo>
                <a:lnTo>
                  <a:pt x="6228" y="451"/>
                </a:lnTo>
                <a:lnTo>
                  <a:pt x="6246" y="443"/>
                </a:lnTo>
                <a:lnTo>
                  <a:pt x="6263" y="435"/>
                </a:lnTo>
                <a:lnTo>
                  <a:pt x="6281" y="427"/>
                </a:lnTo>
                <a:lnTo>
                  <a:pt x="6299" y="419"/>
                </a:lnTo>
                <a:lnTo>
                  <a:pt x="6317" y="411"/>
                </a:lnTo>
                <a:lnTo>
                  <a:pt x="6335" y="402"/>
                </a:lnTo>
                <a:lnTo>
                  <a:pt x="6353" y="394"/>
                </a:lnTo>
                <a:lnTo>
                  <a:pt x="6371" y="386"/>
                </a:lnTo>
                <a:lnTo>
                  <a:pt x="6388" y="377"/>
                </a:lnTo>
                <a:lnTo>
                  <a:pt x="6406" y="369"/>
                </a:lnTo>
                <a:lnTo>
                  <a:pt x="6424" y="360"/>
                </a:lnTo>
                <a:lnTo>
                  <a:pt x="6442" y="352"/>
                </a:lnTo>
                <a:lnTo>
                  <a:pt x="6460" y="343"/>
                </a:lnTo>
                <a:lnTo>
                  <a:pt x="6478" y="335"/>
                </a:lnTo>
                <a:lnTo>
                  <a:pt x="6495" y="326"/>
                </a:lnTo>
                <a:lnTo>
                  <a:pt x="6513" y="318"/>
                </a:lnTo>
                <a:lnTo>
                  <a:pt x="6531" y="309"/>
                </a:lnTo>
                <a:lnTo>
                  <a:pt x="6549" y="300"/>
                </a:lnTo>
                <a:lnTo>
                  <a:pt x="6567" y="291"/>
                </a:lnTo>
                <a:lnTo>
                  <a:pt x="6585" y="283"/>
                </a:lnTo>
                <a:lnTo>
                  <a:pt x="6603" y="274"/>
                </a:lnTo>
                <a:lnTo>
                  <a:pt x="6620" y="265"/>
                </a:lnTo>
                <a:lnTo>
                  <a:pt x="6638" y="256"/>
                </a:lnTo>
                <a:lnTo>
                  <a:pt x="6656" y="247"/>
                </a:lnTo>
                <a:lnTo>
                  <a:pt x="6674" y="238"/>
                </a:lnTo>
                <a:lnTo>
                  <a:pt x="6692" y="229"/>
                </a:lnTo>
                <a:lnTo>
                  <a:pt x="6710" y="220"/>
                </a:lnTo>
                <a:lnTo>
                  <a:pt x="6727" y="211"/>
                </a:lnTo>
                <a:lnTo>
                  <a:pt x="6745" y="201"/>
                </a:lnTo>
                <a:lnTo>
                  <a:pt x="6763" y="192"/>
                </a:lnTo>
                <a:lnTo>
                  <a:pt x="6781" y="183"/>
                </a:lnTo>
                <a:lnTo>
                  <a:pt x="6799" y="174"/>
                </a:lnTo>
                <a:lnTo>
                  <a:pt x="6817" y="164"/>
                </a:lnTo>
                <a:lnTo>
                  <a:pt x="6834" y="155"/>
                </a:lnTo>
                <a:lnTo>
                  <a:pt x="6852" y="145"/>
                </a:lnTo>
                <a:lnTo>
                  <a:pt x="6870" y="136"/>
                </a:lnTo>
                <a:lnTo>
                  <a:pt x="6888" y="127"/>
                </a:lnTo>
                <a:lnTo>
                  <a:pt x="6906" y="117"/>
                </a:lnTo>
                <a:lnTo>
                  <a:pt x="6924" y="107"/>
                </a:lnTo>
                <a:lnTo>
                  <a:pt x="6942" y="98"/>
                </a:lnTo>
                <a:lnTo>
                  <a:pt x="6959" y="88"/>
                </a:lnTo>
                <a:lnTo>
                  <a:pt x="6977" y="78"/>
                </a:lnTo>
                <a:lnTo>
                  <a:pt x="6995" y="69"/>
                </a:lnTo>
                <a:lnTo>
                  <a:pt x="7013" y="59"/>
                </a:lnTo>
                <a:lnTo>
                  <a:pt x="7031" y="49"/>
                </a:lnTo>
                <a:lnTo>
                  <a:pt x="7049" y="39"/>
                </a:lnTo>
                <a:lnTo>
                  <a:pt x="7066" y="29"/>
                </a:lnTo>
                <a:lnTo>
                  <a:pt x="7084" y="20"/>
                </a:lnTo>
                <a:lnTo>
                  <a:pt x="7102" y="10"/>
                </a:lnTo>
                <a:lnTo>
                  <a:pt x="7120" y="0"/>
                </a:lnTo>
              </a:path>
            </a:pathLst>
          </a:custGeom>
          <a:noFill/>
          <a:ln w="19050">
            <a:solidFill>
              <a:srgbClr val="C4B8DC"/>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6" name="Freeform 15"/>
          <p:cNvSpPr/>
          <p:nvPr/>
        </p:nvSpPr>
        <p:spPr>
          <a:xfrm>
            <a:off x="896112" y="3774643"/>
            <a:ext cx="6510528" cy="735178"/>
          </a:xfrm>
          <a:custGeom>
            <a:avLst/>
            <a:gdLst/>
            <a:ahLst/>
            <a:cxnLst/>
            <a:rect l="l" t="t" r="r" b="b"/>
            <a:pathLst>
              <a:path w="7120" h="804">
                <a:moveTo>
                  <a:pt x="0" y="633"/>
                </a:moveTo>
                <a:lnTo>
                  <a:pt x="18" y="635"/>
                </a:lnTo>
                <a:lnTo>
                  <a:pt x="36" y="638"/>
                </a:lnTo>
                <a:lnTo>
                  <a:pt x="54" y="641"/>
                </a:lnTo>
                <a:lnTo>
                  <a:pt x="71" y="643"/>
                </a:lnTo>
                <a:lnTo>
                  <a:pt x="89" y="646"/>
                </a:lnTo>
                <a:lnTo>
                  <a:pt x="107" y="648"/>
                </a:lnTo>
                <a:lnTo>
                  <a:pt x="125" y="651"/>
                </a:lnTo>
                <a:lnTo>
                  <a:pt x="143" y="654"/>
                </a:lnTo>
                <a:lnTo>
                  <a:pt x="161" y="656"/>
                </a:lnTo>
                <a:lnTo>
                  <a:pt x="178" y="659"/>
                </a:lnTo>
                <a:lnTo>
                  <a:pt x="196" y="661"/>
                </a:lnTo>
                <a:lnTo>
                  <a:pt x="214" y="664"/>
                </a:lnTo>
                <a:lnTo>
                  <a:pt x="232" y="666"/>
                </a:lnTo>
                <a:lnTo>
                  <a:pt x="250" y="669"/>
                </a:lnTo>
                <a:lnTo>
                  <a:pt x="268" y="671"/>
                </a:lnTo>
                <a:lnTo>
                  <a:pt x="286" y="673"/>
                </a:lnTo>
                <a:lnTo>
                  <a:pt x="303" y="676"/>
                </a:lnTo>
                <a:lnTo>
                  <a:pt x="321" y="678"/>
                </a:lnTo>
                <a:lnTo>
                  <a:pt x="339" y="680"/>
                </a:lnTo>
                <a:lnTo>
                  <a:pt x="357" y="683"/>
                </a:lnTo>
                <a:lnTo>
                  <a:pt x="375" y="685"/>
                </a:lnTo>
                <a:lnTo>
                  <a:pt x="393" y="687"/>
                </a:lnTo>
                <a:lnTo>
                  <a:pt x="410" y="689"/>
                </a:lnTo>
                <a:lnTo>
                  <a:pt x="428" y="692"/>
                </a:lnTo>
                <a:lnTo>
                  <a:pt x="446" y="694"/>
                </a:lnTo>
                <a:lnTo>
                  <a:pt x="464" y="696"/>
                </a:lnTo>
                <a:lnTo>
                  <a:pt x="482" y="698"/>
                </a:lnTo>
                <a:lnTo>
                  <a:pt x="500" y="700"/>
                </a:lnTo>
                <a:lnTo>
                  <a:pt x="517" y="702"/>
                </a:lnTo>
                <a:lnTo>
                  <a:pt x="535" y="705"/>
                </a:lnTo>
                <a:lnTo>
                  <a:pt x="553" y="707"/>
                </a:lnTo>
                <a:lnTo>
                  <a:pt x="571" y="709"/>
                </a:lnTo>
                <a:lnTo>
                  <a:pt x="589" y="711"/>
                </a:lnTo>
                <a:lnTo>
                  <a:pt x="607" y="713"/>
                </a:lnTo>
                <a:lnTo>
                  <a:pt x="625" y="715"/>
                </a:lnTo>
                <a:lnTo>
                  <a:pt x="642" y="717"/>
                </a:lnTo>
                <a:lnTo>
                  <a:pt x="660" y="719"/>
                </a:lnTo>
                <a:lnTo>
                  <a:pt x="678" y="720"/>
                </a:lnTo>
                <a:lnTo>
                  <a:pt x="696" y="722"/>
                </a:lnTo>
                <a:lnTo>
                  <a:pt x="714" y="724"/>
                </a:lnTo>
                <a:lnTo>
                  <a:pt x="732" y="726"/>
                </a:lnTo>
                <a:lnTo>
                  <a:pt x="749" y="728"/>
                </a:lnTo>
                <a:lnTo>
                  <a:pt x="767" y="730"/>
                </a:lnTo>
                <a:lnTo>
                  <a:pt x="785" y="731"/>
                </a:lnTo>
                <a:lnTo>
                  <a:pt x="803" y="733"/>
                </a:lnTo>
                <a:lnTo>
                  <a:pt x="821" y="735"/>
                </a:lnTo>
                <a:lnTo>
                  <a:pt x="839" y="737"/>
                </a:lnTo>
                <a:lnTo>
                  <a:pt x="857" y="738"/>
                </a:lnTo>
                <a:lnTo>
                  <a:pt x="874" y="740"/>
                </a:lnTo>
                <a:lnTo>
                  <a:pt x="892" y="742"/>
                </a:lnTo>
                <a:lnTo>
                  <a:pt x="910" y="743"/>
                </a:lnTo>
                <a:lnTo>
                  <a:pt x="928" y="745"/>
                </a:lnTo>
                <a:lnTo>
                  <a:pt x="946" y="747"/>
                </a:lnTo>
                <a:lnTo>
                  <a:pt x="964" y="748"/>
                </a:lnTo>
                <a:lnTo>
                  <a:pt x="981" y="750"/>
                </a:lnTo>
                <a:lnTo>
                  <a:pt x="999" y="751"/>
                </a:lnTo>
                <a:lnTo>
                  <a:pt x="1017" y="753"/>
                </a:lnTo>
                <a:lnTo>
                  <a:pt x="1035" y="754"/>
                </a:lnTo>
                <a:lnTo>
                  <a:pt x="1053" y="756"/>
                </a:lnTo>
                <a:lnTo>
                  <a:pt x="1071" y="757"/>
                </a:lnTo>
                <a:lnTo>
                  <a:pt x="1089" y="759"/>
                </a:lnTo>
                <a:lnTo>
                  <a:pt x="1106" y="760"/>
                </a:lnTo>
                <a:lnTo>
                  <a:pt x="1124" y="761"/>
                </a:lnTo>
                <a:lnTo>
                  <a:pt x="1142" y="763"/>
                </a:lnTo>
                <a:lnTo>
                  <a:pt x="1160" y="764"/>
                </a:lnTo>
                <a:lnTo>
                  <a:pt x="1178" y="765"/>
                </a:lnTo>
                <a:lnTo>
                  <a:pt x="1196" y="767"/>
                </a:lnTo>
                <a:lnTo>
                  <a:pt x="1213" y="768"/>
                </a:lnTo>
                <a:lnTo>
                  <a:pt x="1231" y="769"/>
                </a:lnTo>
                <a:lnTo>
                  <a:pt x="1249" y="770"/>
                </a:lnTo>
                <a:lnTo>
                  <a:pt x="1267" y="772"/>
                </a:lnTo>
                <a:lnTo>
                  <a:pt x="1285" y="773"/>
                </a:lnTo>
                <a:lnTo>
                  <a:pt x="1303" y="774"/>
                </a:lnTo>
                <a:lnTo>
                  <a:pt x="1321" y="775"/>
                </a:lnTo>
                <a:lnTo>
                  <a:pt x="1338" y="776"/>
                </a:lnTo>
                <a:lnTo>
                  <a:pt x="1356" y="777"/>
                </a:lnTo>
                <a:lnTo>
                  <a:pt x="1374" y="778"/>
                </a:lnTo>
                <a:lnTo>
                  <a:pt x="1392" y="779"/>
                </a:lnTo>
                <a:lnTo>
                  <a:pt x="1410" y="780"/>
                </a:lnTo>
                <a:lnTo>
                  <a:pt x="1428" y="781"/>
                </a:lnTo>
                <a:lnTo>
                  <a:pt x="1445" y="782"/>
                </a:lnTo>
                <a:lnTo>
                  <a:pt x="1463" y="783"/>
                </a:lnTo>
                <a:lnTo>
                  <a:pt x="1481" y="784"/>
                </a:lnTo>
                <a:lnTo>
                  <a:pt x="1499" y="785"/>
                </a:lnTo>
                <a:lnTo>
                  <a:pt x="1517" y="786"/>
                </a:lnTo>
                <a:lnTo>
                  <a:pt x="1535" y="787"/>
                </a:lnTo>
                <a:lnTo>
                  <a:pt x="1552" y="788"/>
                </a:lnTo>
                <a:lnTo>
                  <a:pt x="1570" y="789"/>
                </a:lnTo>
                <a:lnTo>
                  <a:pt x="1588" y="789"/>
                </a:lnTo>
                <a:lnTo>
                  <a:pt x="1606" y="790"/>
                </a:lnTo>
                <a:lnTo>
                  <a:pt x="1624" y="791"/>
                </a:lnTo>
                <a:lnTo>
                  <a:pt x="1642" y="792"/>
                </a:lnTo>
                <a:lnTo>
                  <a:pt x="1660" y="792"/>
                </a:lnTo>
                <a:lnTo>
                  <a:pt x="1677" y="793"/>
                </a:lnTo>
                <a:lnTo>
                  <a:pt x="1695" y="794"/>
                </a:lnTo>
                <a:lnTo>
                  <a:pt x="1713" y="795"/>
                </a:lnTo>
                <a:lnTo>
                  <a:pt x="1731" y="795"/>
                </a:lnTo>
                <a:lnTo>
                  <a:pt x="1749" y="796"/>
                </a:lnTo>
                <a:lnTo>
                  <a:pt x="1767" y="796"/>
                </a:lnTo>
                <a:lnTo>
                  <a:pt x="1784" y="797"/>
                </a:lnTo>
                <a:lnTo>
                  <a:pt x="1802" y="798"/>
                </a:lnTo>
                <a:lnTo>
                  <a:pt x="1820" y="798"/>
                </a:lnTo>
                <a:lnTo>
                  <a:pt x="1838" y="799"/>
                </a:lnTo>
                <a:lnTo>
                  <a:pt x="1856" y="799"/>
                </a:lnTo>
                <a:lnTo>
                  <a:pt x="1874" y="800"/>
                </a:lnTo>
                <a:lnTo>
                  <a:pt x="1892" y="800"/>
                </a:lnTo>
                <a:lnTo>
                  <a:pt x="1909" y="800"/>
                </a:lnTo>
                <a:lnTo>
                  <a:pt x="1927" y="801"/>
                </a:lnTo>
                <a:lnTo>
                  <a:pt x="1945" y="801"/>
                </a:lnTo>
                <a:lnTo>
                  <a:pt x="1963" y="802"/>
                </a:lnTo>
                <a:lnTo>
                  <a:pt x="1981" y="802"/>
                </a:lnTo>
                <a:lnTo>
                  <a:pt x="1999" y="802"/>
                </a:lnTo>
                <a:lnTo>
                  <a:pt x="2016" y="802"/>
                </a:lnTo>
                <a:lnTo>
                  <a:pt x="2034" y="803"/>
                </a:lnTo>
                <a:lnTo>
                  <a:pt x="2052" y="803"/>
                </a:lnTo>
                <a:lnTo>
                  <a:pt x="2070" y="803"/>
                </a:lnTo>
                <a:lnTo>
                  <a:pt x="2088" y="803"/>
                </a:lnTo>
                <a:lnTo>
                  <a:pt x="2106" y="804"/>
                </a:lnTo>
                <a:lnTo>
                  <a:pt x="2124" y="804"/>
                </a:lnTo>
                <a:lnTo>
                  <a:pt x="2141" y="804"/>
                </a:lnTo>
                <a:lnTo>
                  <a:pt x="2159" y="804"/>
                </a:lnTo>
                <a:lnTo>
                  <a:pt x="2177" y="804"/>
                </a:lnTo>
                <a:lnTo>
                  <a:pt x="2195" y="804"/>
                </a:lnTo>
                <a:lnTo>
                  <a:pt x="2213" y="804"/>
                </a:lnTo>
                <a:lnTo>
                  <a:pt x="2231" y="804"/>
                </a:lnTo>
                <a:lnTo>
                  <a:pt x="2248" y="804"/>
                </a:lnTo>
                <a:lnTo>
                  <a:pt x="2266" y="804"/>
                </a:lnTo>
                <a:lnTo>
                  <a:pt x="2284" y="804"/>
                </a:lnTo>
                <a:lnTo>
                  <a:pt x="2302" y="804"/>
                </a:lnTo>
                <a:lnTo>
                  <a:pt x="2320" y="804"/>
                </a:lnTo>
                <a:lnTo>
                  <a:pt x="2338" y="804"/>
                </a:lnTo>
                <a:lnTo>
                  <a:pt x="2355" y="804"/>
                </a:lnTo>
                <a:lnTo>
                  <a:pt x="2373" y="804"/>
                </a:lnTo>
                <a:lnTo>
                  <a:pt x="2391" y="804"/>
                </a:lnTo>
                <a:lnTo>
                  <a:pt x="2409" y="803"/>
                </a:lnTo>
                <a:lnTo>
                  <a:pt x="2427" y="803"/>
                </a:lnTo>
                <a:lnTo>
                  <a:pt x="2445" y="803"/>
                </a:lnTo>
                <a:lnTo>
                  <a:pt x="2463" y="803"/>
                </a:lnTo>
                <a:lnTo>
                  <a:pt x="2480" y="803"/>
                </a:lnTo>
                <a:lnTo>
                  <a:pt x="2498" y="802"/>
                </a:lnTo>
                <a:lnTo>
                  <a:pt x="2516" y="802"/>
                </a:lnTo>
                <a:lnTo>
                  <a:pt x="2534" y="802"/>
                </a:lnTo>
                <a:lnTo>
                  <a:pt x="2552" y="801"/>
                </a:lnTo>
                <a:lnTo>
                  <a:pt x="2570" y="801"/>
                </a:lnTo>
                <a:lnTo>
                  <a:pt x="2587" y="800"/>
                </a:lnTo>
                <a:lnTo>
                  <a:pt x="2605" y="800"/>
                </a:lnTo>
                <a:lnTo>
                  <a:pt x="2623" y="800"/>
                </a:lnTo>
                <a:lnTo>
                  <a:pt x="2641" y="799"/>
                </a:lnTo>
                <a:lnTo>
                  <a:pt x="2659" y="799"/>
                </a:lnTo>
                <a:lnTo>
                  <a:pt x="2677" y="798"/>
                </a:lnTo>
                <a:lnTo>
                  <a:pt x="2695" y="798"/>
                </a:lnTo>
                <a:lnTo>
                  <a:pt x="2712" y="797"/>
                </a:lnTo>
                <a:lnTo>
                  <a:pt x="2730" y="796"/>
                </a:lnTo>
                <a:lnTo>
                  <a:pt x="2748" y="796"/>
                </a:lnTo>
                <a:lnTo>
                  <a:pt x="2766" y="795"/>
                </a:lnTo>
                <a:lnTo>
                  <a:pt x="2784" y="795"/>
                </a:lnTo>
                <a:lnTo>
                  <a:pt x="2802" y="794"/>
                </a:lnTo>
                <a:lnTo>
                  <a:pt x="2819" y="793"/>
                </a:lnTo>
                <a:lnTo>
                  <a:pt x="2837" y="793"/>
                </a:lnTo>
                <a:lnTo>
                  <a:pt x="2855" y="792"/>
                </a:lnTo>
                <a:lnTo>
                  <a:pt x="2873" y="791"/>
                </a:lnTo>
                <a:lnTo>
                  <a:pt x="2891" y="790"/>
                </a:lnTo>
                <a:lnTo>
                  <a:pt x="2909" y="790"/>
                </a:lnTo>
                <a:lnTo>
                  <a:pt x="2927" y="789"/>
                </a:lnTo>
                <a:lnTo>
                  <a:pt x="2944" y="788"/>
                </a:lnTo>
                <a:lnTo>
                  <a:pt x="2962" y="787"/>
                </a:lnTo>
                <a:lnTo>
                  <a:pt x="2980" y="786"/>
                </a:lnTo>
                <a:lnTo>
                  <a:pt x="2998" y="785"/>
                </a:lnTo>
                <a:lnTo>
                  <a:pt x="3016" y="784"/>
                </a:lnTo>
                <a:lnTo>
                  <a:pt x="3034" y="783"/>
                </a:lnTo>
                <a:lnTo>
                  <a:pt x="3051" y="783"/>
                </a:lnTo>
                <a:lnTo>
                  <a:pt x="3069" y="782"/>
                </a:lnTo>
                <a:lnTo>
                  <a:pt x="3087" y="781"/>
                </a:lnTo>
                <a:lnTo>
                  <a:pt x="3105" y="780"/>
                </a:lnTo>
                <a:lnTo>
                  <a:pt x="3123" y="778"/>
                </a:lnTo>
                <a:lnTo>
                  <a:pt x="3141" y="777"/>
                </a:lnTo>
                <a:lnTo>
                  <a:pt x="3158" y="776"/>
                </a:lnTo>
                <a:lnTo>
                  <a:pt x="3176" y="775"/>
                </a:lnTo>
                <a:lnTo>
                  <a:pt x="3194" y="774"/>
                </a:lnTo>
                <a:lnTo>
                  <a:pt x="3212" y="773"/>
                </a:lnTo>
                <a:lnTo>
                  <a:pt x="3230" y="772"/>
                </a:lnTo>
                <a:lnTo>
                  <a:pt x="3248" y="771"/>
                </a:lnTo>
                <a:lnTo>
                  <a:pt x="3266" y="769"/>
                </a:lnTo>
                <a:lnTo>
                  <a:pt x="3283" y="768"/>
                </a:lnTo>
                <a:lnTo>
                  <a:pt x="3301" y="767"/>
                </a:lnTo>
                <a:lnTo>
                  <a:pt x="3319" y="766"/>
                </a:lnTo>
                <a:lnTo>
                  <a:pt x="3337" y="764"/>
                </a:lnTo>
                <a:lnTo>
                  <a:pt x="3355" y="763"/>
                </a:lnTo>
                <a:lnTo>
                  <a:pt x="3373" y="762"/>
                </a:lnTo>
                <a:lnTo>
                  <a:pt x="3390" y="760"/>
                </a:lnTo>
                <a:lnTo>
                  <a:pt x="3408" y="759"/>
                </a:lnTo>
                <a:lnTo>
                  <a:pt x="3426" y="757"/>
                </a:lnTo>
                <a:lnTo>
                  <a:pt x="3444" y="756"/>
                </a:lnTo>
                <a:lnTo>
                  <a:pt x="3462" y="754"/>
                </a:lnTo>
                <a:lnTo>
                  <a:pt x="3480" y="753"/>
                </a:lnTo>
                <a:lnTo>
                  <a:pt x="3498" y="752"/>
                </a:lnTo>
                <a:lnTo>
                  <a:pt x="3515" y="750"/>
                </a:lnTo>
                <a:lnTo>
                  <a:pt x="3533" y="748"/>
                </a:lnTo>
                <a:lnTo>
                  <a:pt x="3551" y="747"/>
                </a:lnTo>
                <a:lnTo>
                  <a:pt x="3569" y="745"/>
                </a:lnTo>
                <a:lnTo>
                  <a:pt x="3587" y="744"/>
                </a:lnTo>
                <a:lnTo>
                  <a:pt x="3605" y="742"/>
                </a:lnTo>
                <a:lnTo>
                  <a:pt x="3622" y="740"/>
                </a:lnTo>
                <a:lnTo>
                  <a:pt x="3640" y="739"/>
                </a:lnTo>
                <a:lnTo>
                  <a:pt x="3658" y="737"/>
                </a:lnTo>
                <a:lnTo>
                  <a:pt x="3676" y="735"/>
                </a:lnTo>
                <a:lnTo>
                  <a:pt x="3694" y="734"/>
                </a:lnTo>
                <a:lnTo>
                  <a:pt x="3712" y="732"/>
                </a:lnTo>
                <a:lnTo>
                  <a:pt x="3730" y="730"/>
                </a:lnTo>
                <a:lnTo>
                  <a:pt x="3747" y="728"/>
                </a:lnTo>
                <a:lnTo>
                  <a:pt x="3765" y="726"/>
                </a:lnTo>
                <a:lnTo>
                  <a:pt x="3783" y="725"/>
                </a:lnTo>
                <a:lnTo>
                  <a:pt x="3801" y="723"/>
                </a:lnTo>
                <a:lnTo>
                  <a:pt x="3819" y="721"/>
                </a:lnTo>
                <a:lnTo>
                  <a:pt x="3837" y="719"/>
                </a:lnTo>
                <a:lnTo>
                  <a:pt x="3854" y="717"/>
                </a:lnTo>
                <a:lnTo>
                  <a:pt x="3872" y="715"/>
                </a:lnTo>
                <a:lnTo>
                  <a:pt x="3890" y="713"/>
                </a:lnTo>
                <a:lnTo>
                  <a:pt x="3908" y="711"/>
                </a:lnTo>
                <a:lnTo>
                  <a:pt x="3926" y="709"/>
                </a:lnTo>
                <a:lnTo>
                  <a:pt x="3944" y="707"/>
                </a:lnTo>
                <a:lnTo>
                  <a:pt x="3962" y="705"/>
                </a:lnTo>
                <a:lnTo>
                  <a:pt x="3979" y="703"/>
                </a:lnTo>
                <a:lnTo>
                  <a:pt x="3997" y="701"/>
                </a:lnTo>
                <a:lnTo>
                  <a:pt x="4015" y="699"/>
                </a:lnTo>
                <a:lnTo>
                  <a:pt x="4033" y="696"/>
                </a:lnTo>
                <a:lnTo>
                  <a:pt x="4051" y="694"/>
                </a:lnTo>
                <a:lnTo>
                  <a:pt x="4069" y="692"/>
                </a:lnTo>
                <a:lnTo>
                  <a:pt x="4086" y="690"/>
                </a:lnTo>
                <a:lnTo>
                  <a:pt x="4104" y="688"/>
                </a:lnTo>
                <a:lnTo>
                  <a:pt x="4122" y="685"/>
                </a:lnTo>
                <a:lnTo>
                  <a:pt x="4140" y="683"/>
                </a:lnTo>
                <a:lnTo>
                  <a:pt x="4158" y="681"/>
                </a:lnTo>
                <a:lnTo>
                  <a:pt x="4176" y="679"/>
                </a:lnTo>
                <a:lnTo>
                  <a:pt x="4193" y="676"/>
                </a:lnTo>
                <a:lnTo>
                  <a:pt x="4211" y="674"/>
                </a:lnTo>
                <a:lnTo>
                  <a:pt x="4229" y="671"/>
                </a:lnTo>
                <a:lnTo>
                  <a:pt x="4247" y="669"/>
                </a:lnTo>
                <a:lnTo>
                  <a:pt x="4265" y="667"/>
                </a:lnTo>
                <a:lnTo>
                  <a:pt x="4283" y="664"/>
                </a:lnTo>
                <a:lnTo>
                  <a:pt x="4301" y="662"/>
                </a:lnTo>
                <a:lnTo>
                  <a:pt x="4318" y="659"/>
                </a:lnTo>
                <a:lnTo>
                  <a:pt x="4336" y="657"/>
                </a:lnTo>
                <a:lnTo>
                  <a:pt x="4354" y="654"/>
                </a:lnTo>
                <a:lnTo>
                  <a:pt x="4372" y="652"/>
                </a:lnTo>
                <a:lnTo>
                  <a:pt x="4390" y="649"/>
                </a:lnTo>
                <a:lnTo>
                  <a:pt x="4408" y="646"/>
                </a:lnTo>
                <a:lnTo>
                  <a:pt x="4425" y="644"/>
                </a:lnTo>
                <a:lnTo>
                  <a:pt x="4443" y="641"/>
                </a:lnTo>
                <a:lnTo>
                  <a:pt x="4461" y="638"/>
                </a:lnTo>
                <a:lnTo>
                  <a:pt x="4479" y="636"/>
                </a:lnTo>
                <a:lnTo>
                  <a:pt x="4497" y="633"/>
                </a:lnTo>
                <a:lnTo>
                  <a:pt x="4515" y="630"/>
                </a:lnTo>
                <a:lnTo>
                  <a:pt x="4533" y="628"/>
                </a:lnTo>
                <a:lnTo>
                  <a:pt x="4550" y="625"/>
                </a:lnTo>
                <a:lnTo>
                  <a:pt x="4568" y="622"/>
                </a:lnTo>
                <a:lnTo>
                  <a:pt x="4586" y="619"/>
                </a:lnTo>
                <a:lnTo>
                  <a:pt x="4604" y="616"/>
                </a:lnTo>
                <a:lnTo>
                  <a:pt x="4622" y="613"/>
                </a:lnTo>
                <a:lnTo>
                  <a:pt x="4640" y="611"/>
                </a:lnTo>
                <a:lnTo>
                  <a:pt x="4657" y="608"/>
                </a:lnTo>
                <a:lnTo>
                  <a:pt x="4675" y="605"/>
                </a:lnTo>
                <a:lnTo>
                  <a:pt x="4693" y="602"/>
                </a:lnTo>
                <a:lnTo>
                  <a:pt x="4711" y="599"/>
                </a:lnTo>
                <a:lnTo>
                  <a:pt x="4729" y="596"/>
                </a:lnTo>
                <a:lnTo>
                  <a:pt x="4747" y="593"/>
                </a:lnTo>
                <a:lnTo>
                  <a:pt x="4765" y="590"/>
                </a:lnTo>
                <a:lnTo>
                  <a:pt x="4782" y="587"/>
                </a:lnTo>
                <a:lnTo>
                  <a:pt x="4800" y="584"/>
                </a:lnTo>
                <a:lnTo>
                  <a:pt x="4818" y="581"/>
                </a:lnTo>
                <a:lnTo>
                  <a:pt x="4836" y="577"/>
                </a:lnTo>
                <a:lnTo>
                  <a:pt x="4854" y="574"/>
                </a:lnTo>
                <a:lnTo>
                  <a:pt x="4872" y="571"/>
                </a:lnTo>
                <a:lnTo>
                  <a:pt x="4889" y="568"/>
                </a:lnTo>
                <a:lnTo>
                  <a:pt x="4907" y="565"/>
                </a:lnTo>
                <a:lnTo>
                  <a:pt x="4925" y="561"/>
                </a:lnTo>
                <a:lnTo>
                  <a:pt x="4943" y="558"/>
                </a:lnTo>
                <a:lnTo>
                  <a:pt x="4961" y="555"/>
                </a:lnTo>
                <a:lnTo>
                  <a:pt x="4979" y="552"/>
                </a:lnTo>
                <a:lnTo>
                  <a:pt x="4996" y="548"/>
                </a:lnTo>
                <a:lnTo>
                  <a:pt x="5014" y="545"/>
                </a:lnTo>
                <a:lnTo>
                  <a:pt x="5032" y="542"/>
                </a:lnTo>
                <a:lnTo>
                  <a:pt x="5050" y="538"/>
                </a:lnTo>
                <a:lnTo>
                  <a:pt x="5068" y="535"/>
                </a:lnTo>
                <a:lnTo>
                  <a:pt x="5086" y="531"/>
                </a:lnTo>
                <a:lnTo>
                  <a:pt x="5104" y="528"/>
                </a:lnTo>
                <a:lnTo>
                  <a:pt x="5121" y="525"/>
                </a:lnTo>
                <a:lnTo>
                  <a:pt x="5139" y="521"/>
                </a:lnTo>
                <a:lnTo>
                  <a:pt x="5157" y="518"/>
                </a:lnTo>
                <a:lnTo>
                  <a:pt x="5175" y="514"/>
                </a:lnTo>
                <a:lnTo>
                  <a:pt x="5193" y="510"/>
                </a:lnTo>
                <a:lnTo>
                  <a:pt x="5211" y="507"/>
                </a:lnTo>
                <a:lnTo>
                  <a:pt x="5228" y="503"/>
                </a:lnTo>
                <a:lnTo>
                  <a:pt x="5246" y="500"/>
                </a:lnTo>
                <a:lnTo>
                  <a:pt x="5264" y="496"/>
                </a:lnTo>
                <a:lnTo>
                  <a:pt x="5282" y="492"/>
                </a:lnTo>
                <a:lnTo>
                  <a:pt x="5300" y="489"/>
                </a:lnTo>
                <a:lnTo>
                  <a:pt x="5318" y="485"/>
                </a:lnTo>
                <a:lnTo>
                  <a:pt x="5336" y="481"/>
                </a:lnTo>
                <a:lnTo>
                  <a:pt x="5353" y="478"/>
                </a:lnTo>
                <a:lnTo>
                  <a:pt x="5371" y="474"/>
                </a:lnTo>
                <a:lnTo>
                  <a:pt x="5389" y="470"/>
                </a:lnTo>
                <a:lnTo>
                  <a:pt x="5407" y="466"/>
                </a:lnTo>
                <a:lnTo>
                  <a:pt x="5425" y="462"/>
                </a:lnTo>
                <a:lnTo>
                  <a:pt x="5443" y="458"/>
                </a:lnTo>
                <a:lnTo>
                  <a:pt x="5460" y="455"/>
                </a:lnTo>
                <a:lnTo>
                  <a:pt x="5478" y="451"/>
                </a:lnTo>
                <a:lnTo>
                  <a:pt x="5496" y="447"/>
                </a:lnTo>
                <a:lnTo>
                  <a:pt x="5514" y="443"/>
                </a:lnTo>
                <a:lnTo>
                  <a:pt x="5532" y="439"/>
                </a:lnTo>
                <a:lnTo>
                  <a:pt x="5550" y="435"/>
                </a:lnTo>
                <a:lnTo>
                  <a:pt x="5568" y="431"/>
                </a:lnTo>
                <a:lnTo>
                  <a:pt x="5585" y="427"/>
                </a:lnTo>
                <a:lnTo>
                  <a:pt x="5603" y="423"/>
                </a:lnTo>
                <a:lnTo>
                  <a:pt x="5621" y="419"/>
                </a:lnTo>
                <a:lnTo>
                  <a:pt x="5639" y="415"/>
                </a:lnTo>
                <a:lnTo>
                  <a:pt x="5657" y="411"/>
                </a:lnTo>
                <a:lnTo>
                  <a:pt x="5675" y="406"/>
                </a:lnTo>
                <a:lnTo>
                  <a:pt x="5692" y="402"/>
                </a:lnTo>
                <a:lnTo>
                  <a:pt x="5710" y="398"/>
                </a:lnTo>
                <a:lnTo>
                  <a:pt x="5728" y="394"/>
                </a:lnTo>
                <a:lnTo>
                  <a:pt x="5746" y="390"/>
                </a:lnTo>
                <a:lnTo>
                  <a:pt x="5764" y="385"/>
                </a:lnTo>
                <a:lnTo>
                  <a:pt x="5782" y="381"/>
                </a:lnTo>
                <a:lnTo>
                  <a:pt x="5799" y="377"/>
                </a:lnTo>
                <a:lnTo>
                  <a:pt x="5817" y="372"/>
                </a:lnTo>
                <a:lnTo>
                  <a:pt x="5835" y="368"/>
                </a:lnTo>
                <a:lnTo>
                  <a:pt x="5853" y="364"/>
                </a:lnTo>
                <a:lnTo>
                  <a:pt x="5871" y="359"/>
                </a:lnTo>
                <a:lnTo>
                  <a:pt x="5889" y="355"/>
                </a:lnTo>
                <a:lnTo>
                  <a:pt x="5907" y="351"/>
                </a:lnTo>
                <a:lnTo>
                  <a:pt x="5924" y="346"/>
                </a:lnTo>
                <a:lnTo>
                  <a:pt x="5942" y="342"/>
                </a:lnTo>
                <a:lnTo>
                  <a:pt x="5960" y="337"/>
                </a:lnTo>
                <a:lnTo>
                  <a:pt x="5978" y="333"/>
                </a:lnTo>
                <a:lnTo>
                  <a:pt x="5996" y="328"/>
                </a:lnTo>
                <a:lnTo>
                  <a:pt x="6014" y="324"/>
                </a:lnTo>
                <a:lnTo>
                  <a:pt x="6031" y="319"/>
                </a:lnTo>
                <a:lnTo>
                  <a:pt x="6049" y="315"/>
                </a:lnTo>
                <a:lnTo>
                  <a:pt x="6067" y="310"/>
                </a:lnTo>
                <a:lnTo>
                  <a:pt x="6085" y="305"/>
                </a:lnTo>
                <a:lnTo>
                  <a:pt x="6103" y="301"/>
                </a:lnTo>
                <a:lnTo>
                  <a:pt x="6121" y="296"/>
                </a:lnTo>
                <a:lnTo>
                  <a:pt x="6139" y="291"/>
                </a:lnTo>
                <a:lnTo>
                  <a:pt x="6156" y="287"/>
                </a:lnTo>
                <a:lnTo>
                  <a:pt x="6174" y="282"/>
                </a:lnTo>
                <a:lnTo>
                  <a:pt x="6192" y="277"/>
                </a:lnTo>
                <a:lnTo>
                  <a:pt x="6210" y="272"/>
                </a:lnTo>
                <a:lnTo>
                  <a:pt x="6228" y="267"/>
                </a:lnTo>
                <a:lnTo>
                  <a:pt x="6246" y="263"/>
                </a:lnTo>
                <a:lnTo>
                  <a:pt x="6263" y="258"/>
                </a:lnTo>
                <a:lnTo>
                  <a:pt x="6281" y="253"/>
                </a:lnTo>
                <a:lnTo>
                  <a:pt x="6299" y="248"/>
                </a:lnTo>
                <a:lnTo>
                  <a:pt x="6317" y="243"/>
                </a:lnTo>
                <a:lnTo>
                  <a:pt x="6335" y="238"/>
                </a:lnTo>
                <a:lnTo>
                  <a:pt x="6353" y="233"/>
                </a:lnTo>
                <a:lnTo>
                  <a:pt x="6371" y="228"/>
                </a:lnTo>
                <a:lnTo>
                  <a:pt x="6388" y="223"/>
                </a:lnTo>
                <a:lnTo>
                  <a:pt x="6406" y="218"/>
                </a:lnTo>
                <a:lnTo>
                  <a:pt x="6424" y="213"/>
                </a:lnTo>
                <a:lnTo>
                  <a:pt x="6442" y="208"/>
                </a:lnTo>
                <a:lnTo>
                  <a:pt x="6460" y="203"/>
                </a:lnTo>
                <a:lnTo>
                  <a:pt x="6478" y="198"/>
                </a:lnTo>
                <a:lnTo>
                  <a:pt x="6495" y="193"/>
                </a:lnTo>
                <a:lnTo>
                  <a:pt x="6513" y="188"/>
                </a:lnTo>
                <a:lnTo>
                  <a:pt x="6531" y="182"/>
                </a:lnTo>
                <a:lnTo>
                  <a:pt x="6549" y="177"/>
                </a:lnTo>
                <a:lnTo>
                  <a:pt x="6567" y="172"/>
                </a:lnTo>
                <a:lnTo>
                  <a:pt x="6585" y="167"/>
                </a:lnTo>
                <a:lnTo>
                  <a:pt x="6603" y="161"/>
                </a:lnTo>
                <a:lnTo>
                  <a:pt x="6620" y="156"/>
                </a:lnTo>
                <a:lnTo>
                  <a:pt x="6638" y="151"/>
                </a:lnTo>
                <a:lnTo>
                  <a:pt x="6656" y="146"/>
                </a:lnTo>
                <a:lnTo>
                  <a:pt x="6674" y="140"/>
                </a:lnTo>
                <a:lnTo>
                  <a:pt x="6692" y="135"/>
                </a:lnTo>
                <a:lnTo>
                  <a:pt x="6710" y="129"/>
                </a:lnTo>
                <a:lnTo>
                  <a:pt x="6727" y="124"/>
                </a:lnTo>
                <a:lnTo>
                  <a:pt x="6745" y="119"/>
                </a:lnTo>
                <a:lnTo>
                  <a:pt x="6763" y="113"/>
                </a:lnTo>
                <a:lnTo>
                  <a:pt x="6781" y="108"/>
                </a:lnTo>
                <a:lnTo>
                  <a:pt x="6799" y="102"/>
                </a:lnTo>
                <a:lnTo>
                  <a:pt x="6817" y="97"/>
                </a:lnTo>
                <a:lnTo>
                  <a:pt x="6834" y="91"/>
                </a:lnTo>
                <a:lnTo>
                  <a:pt x="6852" y="86"/>
                </a:lnTo>
                <a:lnTo>
                  <a:pt x="6870" y="80"/>
                </a:lnTo>
                <a:lnTo>
                  <a:pt x="6888" y="74"/>
                </a:lnTo>
                <a:lnTo>
                  <a:pt x="6906" y="69"/>
                </a:lnTo>
                <a:lnTo>
                  <a:pt x="6924" y="63"/>
                </a:lnTo>
                <a:lnTo>
                  <a:pt x="6942" y="57"/>
                </a:lnTo>
                <a:lnTo>
                  <a:pt x="6959" y="52"/>
                </a:lnTo>
                <a:lnTo>
                  <a:pt x="6977" y="46"/>
                </a:lnTo>
                <a:lnTo>
                  <a:pt x="6995" y="40"/>
                </a:lnTo>
                <a:lnTo>
                  <a:pt x="7013" y="35"/>
                </a:lnTo>
                <a:lnTo>
                  <a:pt x="7031" y="29"/>
                </a:lnTo>
                <a:lnTo>
                  <a:pt x="7049" y="23"/>
                </a:lnTo>
                <a:lnTo>
                  <a:pt x="7066" y="17"/>
                </a:lnTo>
                <a:lnTo>
                  <a:pt x="7084" y="11"/>
                </a:lnTo>
                <a:lnTo>
                  <a:pt x="7102" y="5"/>
                </a:lnTo>
                <a:lnTo>
                  <a:pt x="7120" y="0"/>
                </a:lnTo>
              </a:path>
            </a:pathLst>
          </a:custGeom>
          <a:noFill/>
          <a:ln w="19050">
            <a:solidFill>
              <a:srgbClr val="C4B8DC"/>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7" name="Freeform 16"/>
          <p:cNvSpPr/>
          <p:nvPr/>
        </p:nvSpPr>
        <p:spPr>
          <a:xfrm>
            <a:off x="896112" y="3211373"/>
            <a:ext cx="6510528" cy="1509674"/>
          </a:xfrm>
          <a:custGeom>
            <a:avLst/>
            <a:gdLst/>
            <a:ahLst/>
            <a:cxnLst/>
            <a:rect l="l" t="t" r="r" b="b"/>
            <a:pathLst>
              <a:path w="7120" h="1651">
                <a:moveTo>
                  <a:pt x="0" y="763"/>
                </a:moveTo>
                <a:lnTo>
                  <a:pt x="18" y="774"/>
                </a:lnTo>
                <a:lnTo>
                  <a:pt x="36" y="784"/>
                </a:lnTo>
                <a:lnTo>
                  <a:pt x="54" y="795"/>
                </a:lnTo>
                <a:lnTo>
                  <a:pt x="71" y="805"/>
                </a:lnTo>
                <a:lnTo>
                  <a:pt x="89" y="815"/>
                </a:lnTo>
                <a:lnTo>
                  <a:pt x="107" y="825"/>
                </a:lnTo>
                <a:lnTo>
                  <a:pt x="125" y="835"/>
                </a:lnTo>
                <a:lnTo>
                  <a:pt x="143" y="846"/>
                </a:lnTo>
                <a:lnTo>
                  <a:pt x="161" y="856"/>
                </a:lnTo>
                <a:lnTo>
                  <a:pt x="178" y="865"/>
                </a:lnTo>
                <a:lnTo>
                  <a:pt x="196" y="875"/>
                </a:lnTo>
                <a:lnTo>
                  <a:pt x="214" y="885"/>
                </a:lnTo>
                <a:lnTo>
                  <a:pt x="232" y="895"/>
                </a:lnTo>
                <a:lnTo>
                  <a:pt x="250" y="905"/>
                </a:lnTo>
                <a:lnTo>
                  <a:pt x="268" y="914"/>
                </a:lnTo>
                <a:lnTo>
                  <a:pt x="286" y="924"/>
                </a:lnTo>
                <a:lnTo>
                  <a:pt x="303" y="933"/>
                </a:lnTo>
                <a:lnTo>
                  <a:pt x="321" y="943"/>
                </a:lnTo>
                <a:lnTo>
                  <a:pt x="339" y="952"/>
                </a:lnTo>
                <a:lnTo>
                  <a:pt x="357" y="961"/>
                </a:lnTo>
                <a:lnTo>
                  <a:pt x="375" y="971"/>
                </a:lnTo>
                <a:lnTo>
                  <a:pt x="393" y="980"/>
                </a:lnTo>
                <a:lnTo>
                  <a:pt x="410" y="989"/>
                </a:lnTo>
                <a:lnTo>
                  <a:pt x="428" y="998"/>
                </a:lnTo>
                <a:lnTo>
                  <a:pt x="446" y="1007"/>
                </a:lnTo>
                <a:lnTo>
                  <a:pt x="464" y="1016"/>
                </a:lnTo>
                <a:lnTo>
                  <a:pt x="482" y="1025"/>
                </a:lnTo>
                <a:lnTo>
                  <a:pt x="500" y="1033"/>
                </a:lnTo>
                <a:lnTo>
                  <a:pt x="517" y="1042"/>
                </a:lnTo>
                <a:lnTo>
                  <a:pt x="535" y="1051"/>
                </a:lnTo>
                <a:lnTo>
                  <a:pt x="553" y="1060"/>
                </a:lnTo>
                <a:lnTo>
                  <a:pt x="571" y="1068"/>
                </a:lnTo>
                <a:lnTo>
                  <a:pt x="589" y="1077"/>
                </a:lnTo>
                <a:lnTo>
                  <a:pt x="607" y="1085"/>
                </a:lnTo>
                <a:lnTo>
                  <a:pt x="625" y="1093"/>
                </a:lnTo>
                <a:lnTo>
                  <a:pt x="642" y="1102"/>
                </a:lnTo>
                <a:lnTo>
                  <a:pt x="660" y="1110"/>
                </a:lnTo>
                <a:lnTo>
                  <a:pt x="678" y="1118"/>
                </a:lnTo>
                <a:lnTo>
                  <a:pt x="696" y="1126"/>
                </a:lnTo>
                <a:lnTo>
                  <a:pt x="714" y="1134"/>
                </a:lnTo>
                <a:lnTo>
                  <a:pt x="732" y="1142"/>
                </a:lnTo>
                <a:lnTo>
                  <a:pt x="749" y="1150"/>
                </a:lnTo>
                <a:lnTo>
                  <a:pt x="767" y="1158"/>
                </a:lnTo>
                <a:lnTo>
                  <a:pt x="785" y="1166"/>
                </a:lnTo>
                <a:lnTo>
                  <a:pt x="803" y="1174"/>
                </a:lnTo>
                <a:lnTo>
                  <a:pt x="821" y="1181"/>
                </a:lnTo>
                <a:lnTo>
                  <a:pt x="839" y="1189"/>
                </a:lnTo>
                <a:lnTo>
                  <a:pt x="857" y="1196"/>
                </a:lnTo>
                <a:lnTo>
                  <a:pt x="874" y="1204"/>
                </a:lnTo>
                <a:lnTo>
                  <a:pt x="892" y="1211"/>
                </a:lnTo>
                <a:lnTo>
                  <a:pt x="910" y="1219"/>
                </a:lnTo>
                <a:lnTo>
                  <a:pt x="928" y="1226"/>
                </a:lnTo>
                <a:lnTo>
                  <a:pt x="946" y="1233"/>
                </a:lnTo>
                <a:lnTo>
                  <a:pt x="964" y="1241"/>
                </a:lnTo>
                <a:lnTo>
                  <a:pt x="981" y="1248"/>
                </a:lnTo>
                <a:lnTo>
                  <a:pt x="999" y="1255"/>
                </a:lnTo>
                <a:lnTo>
                  <a:pt x="1017" y="1262"/>
                </a:lnTo>
                <a:lnTo>
                  <a:pt x="1035" y="1269"/>
                </a:lnTo>
                <a:lnTo>
                  <a:pt x="1053" y="1276"/>
                </a:lnTo>
                <a:lnTo>
                  <a:pt x="1071" y="1282"/>
                </a:lnTo>
                <a:lnTo>
                  <a:pt x="1089" y="1289"/>
                </a:lnTo>
                <a:lnTo>
                  <a:pt x="1106" y="1296"/>
                </a:lnTo>
                <a:lnTo>
                  <a:pt x="1124" y="1302"/>
                </a:lnTo>
                <a:lnTo>
                  <a:pt x="1142" y="1309"/>
                </a:lnTo>
                <a:lnTo>
                  <a:pt x="1160" y="1315"/>
                </a:lnTo>
                <a:lnTo>
                  <a:pt x="1178" y="1322"/>
                </a:lnTo>
                <a:lnTo>
                  <a:pt x="1196" y="1328"/>
                </a:lnTo>
                <a:lnTo>
                  <a:pt x="1213" y="1335"/>
                </a:lnTo>
                <a:lnTo>
                  <a:pt x="1231" y="1341"/>
                </a:lnTo>
                <a:lnTo>
                  <a:pt x="1249" y="1347"/>
                </a:lnTo>
                <a:lnTo>
                  <a:pt x="1267" y="1353"/>
                </a:lnTo>
                <a:lnTo>
                  <a:pt x="1285" y="1359"/>
                </a:lnTo>
                <a:lnTo>
                  <a:pt x="1303" y="1365"/>
                </a:lnTo>
                <a:lnTo>
                  <a:pt x="1321" y="1371"/>
                </a:lnTo>
                <a:lnTo>
                  <a:pt x="1338" y="1377"/>
                </a:lnTo>
                <a:lnTo>
                  <a:pt x="1356" y="1383"/>
                </a:lnTo>
                <a:lnTo>
                  <a:pt x="1374" y="1389"/>
                </a:lnTo>
                <a:lnTo>
                  <a:pt x="1392" y="1394"/>
                </a:lnTo>
                <a:lnTo>
                  <a:pt x="1410" y="1400"/>
                </a:lnTo>
                <a:lnTo>
                  <a:pt x="1428" y="1405"/>
                </a:lnTo>
                <a:lnTo>
                  <a:pt x="1445" y="1411"/>
                </a:lnTo>
                <a:lnTo>
                  <a:pt x="1463" y="1416"/>
                </a:lnTo>
                <a:lnTo>
                  <a:pt x="1481" y="1422"/>
                </a:lnTo>
                <a:lnTo>
                  <a:pt x="1499" y="1427"/>
                </a:lnTo>
                <a:lnTo>
                  <a:pt x="1517" y="1432"/>
                </a:lnTo>
                <a:lnTo>
                  <a:pt x="1535" y="1438"/>
                </a:lnTo>
                <a:lnTo>
                  <a:pt x="1552" y="1443"/>
                </a:lnTo>
                <a:lnTo>
                  <a:pt x="1570" y="1448"/>
                </a:lnTo>
                <a:lnTo>
                  <a:pt x="1588" y="1453"/>
                </a:lnTo>
                <a:lnTo>
                  <a:pt x="1606" y="1458"/>
                </a:lnTo>
                <a:lnTo>
                  <a:pt x="1624" y="1463"/>
                </a:lnTo>
                <a:lnTo>
                  <a:pt x="1642" y="1467"/>
                </a:lnTo>
                <a:lnTo>
                  <a:pt x="1660" y="1472"/>
                </a:lnTo>
                <a:lnTo>
                  <a:pt x="1677" y="1477"/>
                </a:lnTo>
                <a:lnTo>
                  <a:pt x="1695" y="1481"/>
                </a:lnTo>
                <a:lnTo>
                  <a:pt x="1713" y="1486"/>
                </a:lnTo>
                <a:lnTo>
                  <a:pt x="1731" y="1491"/>
                </a:lnTo>
                <a:lnTo>
                  <a:pt x="1749" y="1495"/>
                </a:lnTo>
                <a:lnTo>
                  <a:pt x="1767" y="1499"/>
                </a:lnTo>
                <a:lnTo>
                  <a:pt x="1784" y="1504"/>
                </a:lnTo>
                <a:lnTo>
                  <a:pt x="1802" y="1508"/>
                </a:lnTo>
                <a:lnTo>
                  <a:pt x="1820" y="1512"/>
                </a:lnTo>
                <a:lnTo>
                  <a:pt x="1838" y="1516"/>
                </a:lnTo>
                <a:lnTo>
                  <a:pt x="1856" y="1520"/>
                </a:lnTo>
                <a:lnTo>
                  <a:pt x="1874" y="1524"/>
                </a:lnTo>
                <a:lnTo>
                  <a:pt x="1892" y="1528"/>
                </a:lnTo>
                <a:lnTo>
                  <a:pt x="1909" y="1532"/>
                </a:lnTo>
                <a:lnTo>
                  <a:pt x="1927" y="1536"/>
                </a:lnTo>
                <a:lnTo>
                  <a:pt x="1945" y="1540"/>
                </a:lnTo>
                <a:lnTo>
                  <a:pt x="1963" y="1543"/>
                </a:lnTo>
                <a:lnTo>
                  <a:pt x="1981" y="1547"/>
                </a:lnTo>
                <a:lnTo>
                  <a:pt x="1999" y="1551"/>
                </a:lnTo>
                <a:lnTo>
                  <a:pt x="2016" y="1554"/>
                </a:lnTo>
                <a:lnTo>
                  <a:pt x="2034" y="1558"/>
                </a:lnTo>
                <a:lnTo>
                  <a:pt x="2052" y="1561"/>
                </a:lnTo>
                <a:lnTo>
                  <a:pt x="2070" y="1564"/>
                </a:lnTo>
                <a:lnTo>
                  <a:pt x="2088" y="1568"/>
                </a:lnTo>
                <a:lnTo>
                  <a:pt x="2106" y="1571"/>
                </a:lnTo>
                <a:lnTo>
                  <a:pt x="2124" y="1574"/>
                </a:lnTo>
                <a:lnTo>
                  <a:pt x="2141" y="1577"/>
                </a:lnTo>
                <a:lnTo>
                  <a:pt x="2159" y="1580"/>
                </a:lnTo>
                <a:lnTo>
                  <a:pt x="2177" y="1583"/>
                </a:lnTo>
                <a:lnTo>
                  <a:pt x="2195" y="1586"/>
                </a:lnTo>
                <a:lnTo>
                  <a:pt x="2213" y="1589"/>
                </a:lnTo>
                <a:lnTo>
                  <a:pt x="2231" y="1591"/>
                </a:lnTo>
                <a:lnTo>
                  <a:pt x="2248" y="1594"/>
                </a:lnTo>
                <a:lnTo>
                  <a:pt x="2266" y="1597"/>
                </a:lnTo>
                <a:lnTo>
                  <a:pt x="2284" y="1599"/>
                </a:lnTo>
                <a:lnTo>
                  <a:pt x="2302" y="1602"/>
                </a:lnTo>
                <a:lnTo>
                  <a:pt x="2320" y="1604"/>
                </a:lnTo>
                <a:lnTo>
                  <a:pt x="2338" y="1607"/>
                </a:lnTo>
                <a:lnTo>
                  <a:pt x="2355" y="1609"/>
                </a:lnTo>
                <a:lnTo>
                  <a:pt x="2373" y="1611"/>
                </a:lnTo>
                <a:lnTo>
                  <a:pt x="2391" y="1613"/>
                </a:lnTo>
                <a:lnTo>
                  <a:pt x="2409" y="1616"/>
                </a:lnTo>
                <a:lnTo>
                  <a:pt x="2427" y="1618"/>
                </a:lnTo>
                <a:lnTo>
                  <a:pt x="2445" y="1620"/>
                </a:lnTo>
                <a:lnTo>
                  <a:pt x="2463" y="1622"/>
                </a:lnTo>
                <a:lnTo>
                  <a:pt x="2480" y="1624"/>
                </a:lnTo>
                <a:lnTo>
                  <a:pt x="2498" y="1625"/>
                </a:lnTo>
                <a:lnTo>
                  <a:pt x="2516" y="1627"/>
                </a:lnTo>
                <a:lnTo>
                  <a:pt x="2534" y="1629"/>
                </a:lnTo>
                <a:lnTo>
                  <a:pt x="2552" y="1630"/>
                </a:lnTo>
                <a:lnTo>
                  <a:pt x="2570" y="1632"/>
                </a:lnTo>
                <a:lnTo>
                  <a:pt x="2587" y="1634"/>
                </a:lnTo>
                <a:lnTo>
                  <a:pt x="2605" y="1635"/>
                </a:lnTo>
                <a:lnTo>
                  <a:pt x="2623" y="1636"/>
                </a:lnTo>
                <a:lnTo>
                  <a:pt x="2641" y="1638"/>
                </a:lnTo>
                <a:lnTo>
                  <a:pt x="2659" y="1639"/>
                </a:lnTo>
                <a:lnTo>
                  <a:pt x="2677" y="1640"/>
                </a:lnTo>
                <a:lnTo>
                  <a:pt x="2695" y="1641"/>
                </a:lnTo>
                <a:lnTo>
                  <a:pt x="2712" y="1642"/>
                </a:lnTo>
                <a:lnTo>
                  <a:pt x="2730" y="1643"/>
                </a:lnTo>
                <a:lnTo>
                  <a:pt x="2748" y="1644"/>
                </a:lnTo>
                <a:lnTo>
                  <a:pt x="2766" y="1645"/>
                </a:lnTo>
                <a:lnTo>
                  <a:pt x="2784" y="1646"/>
                </a:lnTo>
                <a:lnTo>
                  <a:pt x="2802" y="1647"/>
                </a:lnTo>
                <a:lnTo>
                  <a:pt x="2819" y="1648"/>
                </a:lnTo>
                <a:lnTo>
                  <a:pt x="2837" y="1648"/>
                </a:lnTo>
                <a:lnTo>
                  <a:pt x="2855" y="1649"/>
                </a:lnTo>
                <a:lnTo>
                  <a:pt x="2873" y="1649"/>
                </a:lnTo>
                <a:lnTo>
                  <a:pt x="2891" y="1650"/>
                </a:lnTo>
                <a:lnTo>
                  <a:pt x="2909" y="1650"/>
                </a:lnTo>
                <a:lnTo>
                  <a:pt x="2927" y="1650"/>
                </a:lnTo>
                <a:lnTo>
                  <a:pt x="2944" y="1651"/>
                </a:lnTo>
                <a:lnTo>
                  <a:pt x="2962" y="1651"/>
                </a:lnTo>
                <a:lnTo>
                  <a:pt x="2980" y="1651"/>
                </a:lnTo>
                <a:lnTo>
                  <a:pt x="2998" y="1651"/>
                </a:lnTo>
                <a:lnTo>
                  <a:pt x="3016" y="1651"/>
                </a:lnTo>
                <a:lnTo>
                  <a:pt x="3034" y="1651"/>
                </a:lnTo>
                <a:lnTo>
                  <a:pt x="3051" y="1651"/>
                </a:lnTo>
                <a:lnTo>
                  <a:pt x="3069" y="1651"/>
                </a:lnTo>
                <a:lnTo>
                  <a:pt x="3087" y="1651"/>
                </a:lnTo>
                <a:lnTo>
                  <a:pt x="3105" y="1650"/>
                </a:lnTo>
                <a:lnTo>
                  <a:pt x="3123" y="1650"/>
                </a:lnTo>
                <a:lnTo>
                  <a:pt x="3141" y="1650"/>
                </a:lnTo>
                <a:lnTo>
                  <a:pt x="3158" y="1649"/>
                </a:lnTo>
                <a:lnTo>
                  <a:pt x="3176" y="1649"/>
                </a:lnTo>
                <a:lnTo>
                  <a:pt x="3194" y="1648"/>
                </a:lnTo>
                <a:lnTo>
                  <a:pt x="3212" y="1647"/>
                </a:lnTo>
                <a:lnTo>
                  <a:pt x="3230" y="1647"/>
                </a:lnTo>
                <a:lnTo>
                  <a:pt x="3248" y="1646"/>
                </a:lnTo>
                <a:lnTo>
                  <a:pt x="3266" y="1645"/>
                </a:lnTo>
                <a:lnTo>
                  <a:pt x="3283" y="1644"/>
                </a:lnTo>
                <a:lnTo>
                  <a:pt x="3301" y="1643"/>
                </a:lnTo>
                <a:lnTo>
                  <a:pt x="3319" y="1642"/>
                </a:lnTo>
                <a:lnTo>
                  <a:pt x="3337" y="1641"/>
                </a:lnTo>
                <a:lnTo>
                  <a:pt x="3355" y="1640"/>
                </a:lnTo>
                <a:lnTo>
                  <a:pt x="3373" y="1638"/>
                </a:lnTo>
                <a:lnTo>
                  <a:pt x="3390" y="1637"/>
                </a:lnTo>
                <a:lnTo>
                  <a:pt x="3408" y="1636"/>
                </a:lnTo>
                <a:lnTo>
                  <a:pt x="3426" y="1634"/>
                </a:lnTo>
                <a:lnTo>
                  <a:pt x="3444" y="1633"/>
                </a:lnTo>
                <a:lnTo>
                  <a:pt x="3462" y="1631"/>
                </a:lnTo>
                <a:lnTo>
                  <a:pt x="3480" y="1630"/>
                </a:lnTo>
                <a:lnTo>
                  <a:pt x="3498" y="1628"/>
                </a:lnTo>
                <a:lnTo>
                  <a:pt x="3515" y="1626"/>
                </a:lnTo>
                <a:lnTo>
                  <a:pt x="3533" y="1625"/>
                </a:lnTo>
                <a:lnTo>
                  <a:pt x="3551" y="1623"/>
                </a:lnTo>
                <a:lnTo>
                  <a:pt x="3569" y="1621"/>
                </a:lnTo>
                <a:lnTo>
                  <a:pt x="3587" y="1619"/>
                </a:lnTo>
                <a:lnTo>
                  <a:pt x="3605" y="1617"/>
                </a:lnTo>
                <a:lnTo>
                  <a:pt x="3622" y="1615"/>
                </a:lnTo>
                <a:lnTo>
                  <a:pt x="3640" y="1613"/>
                </a:lnTo>
                <a:lnTo>
                  <a:pt x="3658" y="1610"/>
                </a:lnTo>
                <a:lnTo>
                  <a:pt x="3676" y="1608"/>
                </a:lnTo>
                <a:lnTo>
                  <a:pt x="3694" y="1606"/>
                </a:lnTo>
                <a:lnTo>
                  <a:pt x="3712" y="1603"/>
                </a:lnTo>
                <a:lnTo>
                  <a:pt x="3730" y="1601"/>
                </a:lnTo>
                <a:lnTo>
                  <a:pt x="3747" y="1598"/>
                </a:lnTo>
                <a:lnTo>
                  <a:pt x="3765" y="1596"/>
                </a:lnTo>
                <a:lnTo>
                  <a:pt x="3783" y="1593"/>
                </a:lnTo>
                <a:lnTo>
                  <a:pt x="3801" y="1590"/>
                </a:lnTo>
                <a:lnTo>
                  <a:pt x="3819" y="1588"/>
                </a:lnTo>
                <a:lnTo>
                  <a:pt x="3837" y="1585"/>
                </a:lnTo>
                <a:lnTo>
                  <a:pt x="3854" y="1582"/>
                </a:lnTo>
                <a:lnTo>
                  <a:pt x="3872" y="1579"/>
                </a:lnTo>
                <a:lnTo>
                  <a:pt x="3890" y="1576"/>
                </a:lnTo>
                <a:lnTo>
                  <a:pt x="3908" y="1573"/>
                </a:lnTo>
                <a:lnTo>
                  <a:pt x="3926" y="1570"/>
                </a:lnTo>
                <a:lnTo>
                  <a:pt x="3944" y="1566"/>
                </a:lnTo>
                <a:lnTo>
                  <a:pt x="3962" y="1563"/>
                </a:lnTo>
                <a:lnTo>
                  <a:pt x="3979" y="1560"/>
                </a:lnTo>
                <a:lnTo>
                  <a:pt x="3997" y="1556"/>
                </a:lnTo>
                <a:lnTo>
                  <a:pt x="4015" y="1553"/>
                </a:lnTo>
                <a:lnTo>
                  <a:pt x="4033" y="1549"/>
                </a:lnTo>
                <a:lnTo>
                  <a:pt x="4051" y="1546"/>
                </a:lnTo>
                <a:lnTo>
                  <a:pt x="4069" y="1542"/>
                </a:lnTo>
                <a:lnTo>
                  <a:pt x="4086" y="1538"/>
                </a:lnTo>
                <a:lnTo>
                  <a:pt x="4104" y="1535"/>
                </a:lnTo>
                <a:lnTo>
                  <a:pt x="4122" y="1531"/>
                </a:lnTo>
                <a:lnTo>
                  <a:pt x="4140" y="1527"/>
                </a:lnTo>
                <a:lnTo>
                  <a:pt x="4158" y="1523"/>
                </a:lnTo>
                <a:lnTo>
                  <a:pt x="4176" y="1519"/>
                </a:lnTo>
                <a:lnTo>
                  <a:pt x="4193" y="1515"/>
                </a:lnTo>
                <a:lnTo>
                  <a:pt x="4211" y="1511"/>
                </a:lnTo>
                <a:lnTo>
                  <a:pt x="4229" y="1506"/>
                </a:lnTo>
                <a:lnTo>
                  <a:pt x="4247" y="1502"/>
                </a:lnTo>
                <a:lnTo>
                  <a:pt x="4265" y="1498"/>
                </a:lnTo>
                <a:lnTo>
                  <a:pt x="4283" y="1493"/>
                </a:lnTo>
                <a:lnTo>
                  <a:pt x="4301" y="1489"/>
                </a:lnTo>
                <a:lnTo>
                  <a:pt x="4318" y="1484"/>
                </a:lnTo>
                <a:lnTo>
                  <a:pt x="4336" y="1480"/>
                </a:lnTo>
                <a:lnTo>
                  <a:pt x="4354" y="1475"/>
                </a:lnTo>
                <a:lnTo>
                  <a:pt x="4372" y="1470"/>
                </a:lnTo>
                <a:lnTo>
                  <a:pt x="4390" y="1466"/>
                </a:lnTo>
                <a:lnTo>
                  <a:pt x="4408" y="1461"/>
                </a:lnTo>
                <a:lnTo>
                  <a:pt x="4425" y="1456"/>
                </a:lnTo>
                <a:lnTo>
                  <a:pt x="4443" y="1451"/>
                </a:lnTo>
                <a:lnTo>
                  <a:pt x="4461" y="1446"/>
                </a:lnTo>
                <a:lnTo>
                  <a:pt x="4479" y="1441"/>
                </a:lnTo>
                <a:lnTo>
                  <a:pt x="4497" y="1436"/>
                </a:lnTo>
                <a:lnTo>
                  <a:pt x="4515" y="1430"/>
                </a:lnTo>
                <a:lnTo>
                  <a:pt x="4533" y="1425"/>
                </a:lnTo>
                <a:lnTo>
                  <a:pt x="4550" y="1420"/>
                </a:lnTo>
                <a:lnTo>
                  <a:pt x="4568" y="1414"/>
                </a:lnTo>
                <a:lnTo>
                  <a:pt x="4586" y="1409"/>
                </a:lnTo>
                <a:lnTo>
                  <a:pt x="4604" y="1403"/>
                </a:lnTo>
                <a:lnTo>
                  <a:pt x="4622" y="1398"/>
                </a:lnTo>
                <a:lnTo>
                  <a:pt x="4640" y="1392"/>
                </a:lnTo>
                <a:lnTo>
                  <a:pt x="4657" y="1386"/>
                </a:lnTo>
                <a:lnTo>
                  <a:pt x="4675" y="1381"/>
                </a:lnTo>
                <a:lnTo>
                  <a:pt x="4693" y="1375"/>
                </a:lnTo>
                <a:lnTo>
                  <a:pt x="4711" y="1369"/>
                </a:lnTo>
                <a:lnTo>
                  <a:pt x="4729" y="1363"/>
                </a:lnTo>
                <a:lnTo>
                  <a:pt x="4747" y="1357"/>
                </a:lnTo>
                <a:lnTo>
                  <a:pt x="4765" y="1351"/>
                </a:lnTo>
                <a:lnTo>
                  <a:pt x="4782" y="1345"/>
                </a:lnTo>
                <a:lnTo>
                  <a:pt x="4800" y="1338"/>
                </a:lnTo>
                <a:lnTo>
                  <a:pt x="4818" y="1332"/>
                </a:lnTo>
                <a:lnTo>
                  <a:pt x="4836" y="1326"/>
                </a:lnTo>
                <a:lnTo>
                  <a:pt x="4854" y="1319"/>
                </a:lnTo>
                <a:lnTo>
                  <a:pt x="4872" y="1313"/>
                </a:lnTo>
                <a:lnTo>
                  <a:pt x="4889" y="1306"/>
                </a:lnTo>
                <a:lnTo>
                  <a:pt x="4907" y="1300"/>
                </a:lnTo>
                <a:lnTo>
                  <a:pt x="4925" y="1293"/>
                </a:lnTo>
                <a:lnTo>
                  <a:pt x="4943" y="1287"/>
                </a:lnTo>
                <a:lnTo>
                  <a:pt x="4961" y="1280"/>
                </a:lnTo>
                <a:lnTo>
                  <a:pt x="4979" y="1273"/>
                </a:lnTo>
                <a:lnTo>
                  <a:pt x="4996" y="1266"/>
                </a:lnTo>
                <a:lnTo>
                  <a:pt x="5014" y="1259"/>
                </a:lnTo>
                <a:lnTo>
                  <a:pt x="5032" y="1252"/>
                </a:lnTo>
                <a:lnTo>
                  <a:pt x="5050" y="1245"/>
                </a:lnTo>
                <a:lnTo>
                  <a:pt x="5068" y="1238"/>
                </a:lnTo>
                <a:lnTo>
                  <a:pt x="5086" y="1231"/>
                </a:lnTo>
                <a:lnTo>
                  <a:pt x="5104" y="1223"/>
                </a:lnTo>
                <a:lnTo>
                  <a:pt x="5121" y="1216"/>
                </a:lnTo>
                <a:lnTo>
                  <a:pt x="5139" y="1209"/>
                </a:lnTo>
                <a:lnTo>
                  <a:pt x="5157" y="1201"/>
                </a:lnTo>
                <a:lnTo>
                  <a:pt x="5175" y="1194"/>
                </a:lnTo>
                <a:lnTo>
                  <a:pt x="5193" y="1186"/>
                </a:lnTo>
                <a:lnTo>
                  <a:pt x="5211" y="1178"/>
                </a:lnTo>
                <a:lnTo>
                  <a:pt x="5228" y="1171"/>
                </a:lnTo>
                <a:lnTo>
                  <a:pt x="5246" y="1163"/>
                </a:lnTo>
                <a:lnTo>
                  <a:pt x="5264" y="1155"/>
                </a:lnTo>
                <a:lnTo>
                  <a:pt x="5282" y="1147"/>
                </a:lnTo>
                <a:lnTo>
                  <a:pt x="5300" y="1139"/>
                </a:lnTo>
                <a:lnTo>
                  <a:pt x="5318" y="1131"/>
                </a:lnTo>
                <a:lnTo>
                  <a:pt x="5336" y="1123"/>
                </a:lnTo>
                <a:lnTo>
                  <a:pt x="5353" y="1115"/>
                </a:lnTo>
                <a:lnTo>
                  <a:pt x="5371" y="1107"/>
                </a:lnTo>
                <a:lnTo>
                  <a:pt x="5389" y="1098"/>
                </a:lnTo>
                <a:lnTo>
                  <a:pt x="5407" y="1090"/>
                </a:lnTo>
                <a:lnTo>
                  <a:pt x="5425" y="1082"/>
                </a:lnTo>
                <a:lnTo>
                  <a:pt x="5443" y="1073"/>
                </a:lnTo>
                <a:lnTo>
                  <a:pt x="5460" y="1065"/>
                </a:lnTo>
                <a:lnTo>
                  <a:pt x="5478" y="1056"/>
                </a:lnTo>
                <a:lnTo>
                  <a:pt x="5496" y="1048"/>
                </a:lnTo>
                <a:lnTo>
                  <a:pt x="5514" y="1039"/>
                </a:lnTo>
                <a:lnTo>
                  <a:pt x="5532" y="1030"/>
                </a:lnTo>
                <a:lnTo>
                  <a:pt x="5550" y="1021"/>
                </a:lnTo>
                <a:lnTo>
                  <a:pt x="5568" y="1012"/>
                </a:lnTo>
                <a:lnTo>
                  <a:pt x="5585" y="1003"/>
                </a:lnTo>
                <a:lnTo>
                  <a:pt x="5603" y="994"/>
                </a:lnTo>
                <a:lnTo>
                  <a:pt x="5621" y="985"/>
                </a:lnTo>
                <a:lnTo>
                  <a:pt x="5639" y="976"/>
                </a:lnTo>
                <a:lnTo>
                  <a:pt x="5657" y="967"/>
                </a:lnTo>
                <a:lnTo>
                  <a:pt x="5675" y="958"/>
                </a:lnTo>
                <a:lnTo>
                  <a:pt x="5692" y="948"/>
                </a:lnTo>
                <a:lnTo>
                  <a:pt x="5710" y="939"/>
                </a:lnTo>
                <a:lnTo>
                  <a:pt x="5728" y="930"/>
                </a:lnTo>
                <a:lnTo>
                  <a:pt x="5746" y="920"/>
                </a:lnTo>
                <a:lnTo>
                  <a:pt x="5764" y="910"/>
                </a:lnTo>
                <a:lnTo>
                  <a:pt x="5782" y="901"/>
                </a:lnTo>
                <a:lnTo>
                  <a:pt x="5799" y="891"/>
                </a:lnTo>
                <a:lnTo>
                  <a:pt x="5817" y="881"/>
                </a:lnTo>
                <a:lnTo>
                  <a:pt x="5835" y="872"/>
                </a:lnTo>
                <a:lnTo>
                  <a:pt x="5853" y="862"/>
                </a:lnTo>
                <a:lnTo>
                  <a:pt x="5871" y="852"/>
                </a:lnTo>
                <a:lnTo>
                  <a:pt x="5889" y="842"/>
                </a:lnTo>
                <a:lnTo>
                  <a:pt x="5907" y="832"/>
                </a:lnTo>
                <a:lnTo>
                  <a:pt x="5924" y="821"/>
                </a:lnTo>
                <a:lnTo>
                  <a:pt x="5942" y="811"/>
                </a:lnTo>
                <a:lnTo>
                  <a:pt x="5960" y="801"/>
                </a:lnTo>
                <a:lnTo>
                  <a:pt x="5978" y="791"/>
                </a:lnTo>
                <a:lnTo>
                  <a:pt x="5996" y="780"/>
                </a:lnTo>
                <a:lnTo>
                  <a:pt x="6014" y="770"/>
                </a:lnTo>
                <a:lnTo>
                  <a:pt x="6031" y="759"/>
                </a:lnTo>
                <a:lnTo>
                  <a:pt x="6049" y="749"/>
                </a:lnTo>
                <a:lnTo>
                  <a:pt x="6067" y="738"/>
                </a:lnTo>
                <a:lnTo>
                  <a:pt x="6085" y="727"/>
                </a:lnTo>
                <a:lnTo>
                  <a:pt x="6103" y="717"/>
                </a:lnTo>
                <a:lnTo>
                  <a:pt x="6121" y="706"/>
                </a:lnTo>
                <a:lnTo>
                  <a:pt x="6139" y="695"/>
                </a:lnTo>
                <a:lnTo>
                  <a:pt x="6156" y="684"/>
                </a:lnTo>
                <a:lnTo>
                  <a:pt x="6174" y="673"/>
                </a:lnTo>
                <a:lnTo>
                  <a:pt x="6192" y="662"/>
                </a:lnTo>
                <a:lnTo>
                  <a:pt x="6210" y="651"/>
                </a:lnTo>
                <a:lnTo>
                  <a:pt x="6228" y="640"/>
                </a:lnTo>
                <a:lnTo>
                  <a:pt x="6246" y="628"/>
                </a:lnTo>
                <a:lnTo>
                  <a:pt x="6263" y="617"/>
                </a:lnTo>
                <a:lnTo>
                  <a:pt x="6281" y="606"/>
                </a:lnTo>
                <a:lnTo>
                  <a:pt x="6299" y="594"/>
                </a:lnTo>
                <a:lnTo>
                  <a:pt x="6317" y="583"/>
                </a:lnTo>
                <a:lnTo>
                  <a:pt x="6335" y="571"/>
                </a:lnTo>
                <a:lnTo>
                  <a:pt x="6353" y="559"/>
                </a:lnTo>
                <a:lnTo>
                  <a:pt x="6371" y="548"/>
                </a:lnTo>
                <a:lnTo>
                  <a:pt x="6388" y="536"/>
                </a:lnTo>
                <a:lnTo>
                  <a:pt x="6406" y="524"/>
                </a:lnTo>
                <a:lnTo>
                  <a:pt x="6424" y="512"/>
                </a:lnTo>
                <a:lnTo>
                  <a:pt x="6442" y="500"/>
                </a:lnTo>
                <a:lnTo>
                  <a:pt x="6460" y="488"/>
                </a:lnTo>
                <a:lnTo>
                  <a:pt x="6478" y="476"/>
                </a:lnTo>
                <a:lnTo>
                  <a:pt x="6495" y="464"/>
                </a:lnTo>
                <a:lnTo>
                  <a:pt x="6513" y="452"/>
                </a:lnTo>
                <a:lnTo>
                  <a:pt x="6531" y="440"/>
                </a:lnTo>
                <a:lnTo>
                  <a:pt x="6549" y="427"/>
                </a:lnTo>
                <a:lnTo>
                  <a:pt x="6567" y="415"/>
                </a:lnTo>
                <a:lnTo>
                  <a:pt x="6585" y="403"/>
                </a:lnTo>
                <a:lnTo>
                  <a:pt x="6603" y="390"/>
                </a:lnTo>
                <a:lnTo>
                  <a:pt x="6620" y="378"/>
                </a:lnTo>
                <a:lnTo>
                  <a:pt x="6638" y="365"/>
                </a:lnTo>
                <a:lnTo>
                  <a:pt x="6656" y="352"/>
                </a:lnTo>
                <a:lnTo>
                  <a:pt x="6674" y="339"/>
                </a:lnTo>
                <a:lnTo>
                  <a:pt x="6692" y="327"/>
                </a:lnTo>
                <a:lnTo>
                  <a:pt x="6710" y="314"/>
                </a:lnTo>
                <a:lnTo>
                  <a:pt x="6727" y="301"/>
                </a:lnTo>
                <a:lnTo>
                  <a:pt x="6745" y="288"/>
                </a:lnTo>
                <a:lnTo>
                  <a:pt x="6763" y="275"/>
                </a:lnTo>
                <a:lnTo>
                  <a:pt x="6781" y="262"/>
                </a:lnTo>
                <a:lnTo>
                  <a:pt x="6799" y="248"/>
                </a:lnTo>
                <a:lnTo>
                  <a:pt x="6817" y="235"/>
                </a:lnTo>
                <a:lnTo>
                  <a:pt x="6834" y="222"/>
                </a:lnTo>
                <a:lnTo>
                  <a:pt x="6852" y="208"/>
                </a:lnTo>
                <a:lnTo>
                  <a:pt x="6870" y="195"/>
                </a:lnTo>
                <a:lnTo>
                  <a:pt x="6888" y="182"/>
                </a:lnTo>
                <a:lnTo>
                  <a:pt x="6906" y="168"/>
                </a:lnTo>
                <a:lnTo>
                  <a:pt x="6924" y="154"/>
                </a:lnTo>
                <a:lnTo>
                  <a:pt x="6942" y="141"/>
                </a:lnTo>
                <a:lnTo>
                  <a:pt x="6959" y="127"/>
                </a:lnTo>
                <a:lnTo>
                  <a:pt x="6977" y="113"/>
                </a:lnTo>
                <a:lnTo>
                  <a:pt x="6995" y="99"/>
                </a:lnTo>
                <a:lnTo>
                  <a:pt x="7013" y="85"/>
                </a:lnTo>
                <a:lnTo>
                  <a:pt x="7031" y="71"/>
                </a:lnTo>
                <a:lnTo>
                  <a:pt x="7049" y="57"/>
                </a:lnTo>
                <a:lnTo>
                  <a:pt x="7066" y="43"/>
                </a:lnTo>
                <a:lnTo>
                  <a:pt x="7084" y="29"/>
                </a:lnTo>
                <a:lnTo>
                  <a:pt x="7102" y="15"/>
                </a:lnTo>
                <a:lnTo>
                  <a:pt x="7120" y="0"/>
                </a:lnTo>
              </a:path>
            </a:pathLst>
          </a:custGeom>
          <a:noFill/>
          <a:ln w="25400">
            <a:solidFill>
              <a:srgbClr val="181D16"/>
            </a:solidFill>
            <a:prstDash val="dash"/>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8" name="Freeform 17"/>
          <p:cNvSpPr/>
          <p:nvPr/>
        </p:nvSpPr>
        <p:spPr>
          <a:xfrm>
            <a:off x="896112" y="3279038"/>
            <a:ext cx="6510528" cy="1388974"/>
          </a:xfrm>
          <a:custGeom>
            <a:avLst/>
            <a:gdLst/>
            <a:ahLst/>
            <a:cxnLst/>
            <a:rect l="l" t="t" r="r" b="b"/>
            <a:pathLst>
              <a:path w="7120" h="1519">
                <a:moveTo>
                  <a:pt x="0" y="775"/>
                </a:moveTo>
                <a:lnTo>
                  <a:pt x="18" y="784"/>
                </a:lnTo>
                <a:lnTo>
                  <a:pt x="36" y="793"/>
                </a:lnTo>
                <a:lnTo>
                  <a:pt x="54" y="802"/>
                </a:lnTo>
                <a:lnTo>
                  <a:pt x="71" y="811"/>
                </a:lnTo>
                <a:lnTo>
                  <a:pt x="89" y="820"/>
                </a:lnTo>
                <a:lnTo>
                  <a:pt x="107" y="829"/>
                </a:lnTo>
                <a:lnTo>
                  <a:pt x="125" y="837"/>
                </a:lnTo>
                <a:lnTo>
                  <a:pt x="143" y="846"/>
                </a:lnTo>
                <a:lnTo>
                  <a:pt x="161" y="855"/>
                </a:lnTo>
                <a:lnTo>
                  <a:pt x="178" y="863"/>
                </a:lnTo>
                <a:lnTo>
                  <a:pt x="196" y="872"/>
                </a:lnTo>
                <a:lnTo>
                  <a:pt x="214" y="880"/>
                </a:lnTo>
                <a:lnTo>
                  <a:pt x="232" y="888"/>
                </a:lnTo>
                <a:lnTo>
                  <a:pt x="250" y="897"/>
                </a:lnTo>
                <a:lnTo>
                  <a:pt x="268" y="905"/>
                </a:lnTo>
                <a:lnTo>
                  <a:pt x="286" y="913"/>
                </a:lnTo>
                <a:lnTo>
                  <a:pt x="303" y="921"/>
                </a:lnTo>
                <a:lnTo>
                  <a:pt x="321" y="929"/>
                </a:lnTo>
                <a:lnTo>
                  <a:pt x="339" y="937"/>
                </a:lnTo>
                <a:lnTo>
                  <a:pt x="357" y="945"/>
                </a:lnTo>
                <a:lnTo>
                  <a:pt x="375" y="953"/>
                </a:lnTo>
                <a:lnTo>
                  <a:pt x="393" y="961"/>
                </a:lnTo>
                <a:lnTo>
                  <a:pt x="410" y="969"/>
                </a:lnTo>
                <a:lnTo>
                  <a:pt x="428" y="977"/>
                </a:lnTo>
                <a:lnTo>
                  <a:pt x="446" y="984"/>
                </a:lnTo>
                <a:lnTo>
                  <a:pt x="464" y="992"/>
                </a:lnTo>
                <a:lnTo>
                  <a:pt x="482" y="1000"/>
                </a:lnTo>
                <a:lnTo>
                  <a:pt x="500" y="1007"/>
                </a:lnTo>
                <a:lnTo>
                  <a:pt x="517" y="1015"/>
                </a:lnTo>
                <a:lnTo>
                  <a:pt x="535" y="1022"/>
                </a:lnTo>
                <a:lnTo>
                  <a:pt x="553" y="1029"/>
                </a:lnTo>
                <a:lnTo>
                  <a:pt x="571" y="1037"/>
                </a:lnTo>
                <a:lnTo>
                  <a:pt x="589" y="1044"/>
                </a:lnTo>
                <a:lnTo>
                  <a:pt x="607" y="1051"/>
                </a:lnTo>
                <a:lnTo>
                  <a:pt x="625" y="1058"/>
                </a:lnTo>
                <a:lnTo>
                  <a:pt x="642" y="1066"/>
                </a:lnTo>
                <a:lnTo>
                  <a:pt x="660" y="1073"/>
                </a:lnTo>
                <a:lnTo>
                  <a:pt x="678" y="1080"/>
                </a:lnTo>
                <a:lnTo>
                  <a:pt x="696" y="1086"/>
                </a:lnTo>
                <a:lnTo>
                  <a:pt x="714" y="1093"/>
                </a:lnTo>
                <a:lnTo>
                  <a:pt x="732" y="1100"/>
                </a:lnTo>
                <a:lnTo>
                  <a:pt x="749" y="1107"/>
                </a:lnTo>
                <a:lnTo>
                  <a:pt x="767" y="1114"/>
                </a:lnTo>
                <a:lnTo>
                  <a:pt x="785" y="1120"/>
                </a:lnTo>
                <a:lnTo>
                  <a:pt x="803" y="1127"/>
                </a:lnTo>
                <a:lnTo>
                  <a:pt x="821" y="1133"/>
                </a:lnTo>
                <a:lnTo>
                  <a:pt x="839" y="1140"/>
                </a:lnTo>
                <a:lnTo>
                  <a:pt x="857" y="1146"/>
                </a:lnTo>
                <a:lnTo>
                  <a:pt x="874" y="1153"/>
                </a:lnTo>
                <a:lnTo>
                  <a:pt x="892" y="1159"/>
                </a:lnTo>
                <a:lnTo>
                  <a:pt x="910" y="1165"/>
                </a:lnTo>
                <a:lnTo>
                  <a:pt x="928" y="1172"/>
                </a:lnTo>
                <a:lnTo>
                  <a:pt x="946" y="1178"/>
                </a:lnTo>
                <a:lnTo>
                  <a:pt x="964" y="1184"/>
                </a:lnTo>
                <a:lnTo>
                  <a:pt x="981" y="1190"/>
                </a:lnTo>
                <a:lnTo>
                  <a:pt x="999" y="1196"/>
                </a:lnTo>
                <a:lnTo>
                  <a:pt x="1017" y="1202"/>
                </a:lnTo>
                <a:lnTo>
                  <a:pt x="1035" y="1208"/>
                </a:lnTo>
                <a:lnTo>
                  <a:pt x="1053" y="1213"/>
                </a:lnTo>
                <a:lnTo>
                  <a:pt x="1071" y="1219"/>
                </a:lnTo>
                <a:lnTo>
                  <a:pt x="1089" y="1225"/>
                </a:lnTo>
                <a:lnTo>
                  <a:pt x="1106" y="1231"/>
                </a:lnTo>
                <a:lnTo>
                  <a:pt x="1124" y="1236"/>
                </a:lnTo>
                <a:lnTo>
                  <a:pt x="1142" y="1242"/>
                </a:lnTo>
                <a:lnTo>
                  <a:pt x="1160" y="1247"/>
                </a:lnTo>
                <a:lnTo>
                  <a:pt x="1178" y="1253"/>
                </a:lnTo>
                <a:lnTo>
                  <a:pt x="1196" y="1258"/>
                </a:lnTo>
                <a:lnTo>
                  <a:pt x="1213" y="1263"/>
                </a:lnTo>
                <a:lnTo>
                  <a:pt x="1231" y="1269"/>
                </a:lnTo>
                <a:lnTo>
                  <a:pt x="1249" y="1274"/>
                </a:lnTo>
                <a:lnTo>
                  <a:pt x="1267" y="1279"/>
                </a:lnTo>
                <a:lnTo>
                  <a:pt x="1285" y="1284"/>
                </a:lnTo>
                <a:lnTo>
                  <a:pt x="1303" y="1289"/>
                </a:lnTo>
                <a:lnTo>
                  <a:pt x="1321" y="1294"/>
                </a:lnTo>
                <a:lnTo>
                  <a:pt x="1338" y="1299"/>
                </a:lnTo>
                <a:lnTo>
                  <a:pt x="1356" y="1304"/>
                </a:lnTo>
                <a:lnTo>
                  <a:pt x="1374" y="1309"/>
                </a:lnTo>
                <a:lnTo>
                  <a:pt x="1392" y="1314"/>
                </a:lnTo>
                <a:lnTo>
                  <a:pt x="1410" y="1318"/>
                </a:lnTo>
                <a:lnTo>
                  <a:pt x="1428" y="1323"/>
                </a:lnTo>
                <a:lnTo>
                  <a:pt x="1445" y="1328"/>
                </a:lnTo>
                <a:lnTo>
                  <a:pt x="1463" y="1332"/>
                </a:lnTo>
                <a:lnTo>
                  <a:pt x="1481" y="1337"/>
                </a:lnTo>
                <a:lnTo>
                  <a:pt x="1499" y="1341"/>
                </a:lnTo>
                <a:lnTo>
                  <a:pt x="1517" y="1346"/>
                </a:lnTo>
                <a:lnTo>
                  <a:pt x="1535" y="1350"/>
                </a:lnTo>
                <a:lnTo>
                  <a:pt x="1552" y="1354"/>
                </a:lnTo>
                <a:lnTo>
                  <a:pt x="1570" y="1359"/>
                </a:lnTo>
                <a:lnTo>
                  <a:pt x="1588" y="1363"/>
                </a:lnTo>
                <a:lnTo>
                  <a:pt x="1606" y="1367"/>
                </a:lnTo>
                <a:lnTo>
                  <a:pt x="1624" y="1371"/>
                </a:lnTo>
                <a:lnTo>
                  <a:pt x="1642" y="1375"/>
                </a:lnTo>
                <a:lnTo>
                  <a:pt x="1660" y="1379"/>
                </a:lnTo>
                <a:lnTo>
                  <a:pt x="1677" y="1383"/>
                </a:lnTo>
                <a:lnTo>
                  <a:pt x="1695" y="1387"/>
                </a:lnTo>
                <a:lnTo>
                  <a:pt x="1713" y="1390"/>
                </a:lnTo>
                <a:lnTo>
                  <a:pt x="1731" y="1394"/>
                </a:lnTo>
                <a:lnTo>
                  <a:pt x="1749" y="1398"/>
                </a:lnTo>
                <a:lnTo>
                  <a:pt x="1767" y="1401"/>
                </a:lnTo>
                <a:lnTo>
                  <a:pt x="1784" y="1405"/>
                </a:lnTo>
                <a:lnTo>
                  <a:pt x="1802" y="1409"/>
                </a:lnTo>
                <a:lnTo>
                  <a:pt x="1820" y="1412"/>
                </a:lnTo>
                <a:lnTo>
                  <a:pt x="1838" y="1415"/>
                </a:lnTo>
                <a:lnTo>
                  <a:pt x="1856" y="1419"/>
                </a:lnTo>
                <a:lnTo>
                  <a:pt x="1874" y="1422"/>
                </a:lnTo>
                <a:lnTo>
                  <a:pt x="1892" y="1425"/>
                </a:lnTo>
                <a:lnTo>
                  <a:pt x="1909" y="1428"/>
                </a:lnTo>
                <a:lnTo>
                  <a:pt x="1927" y="1432"/>
                </a:lnTo>
                <a:lnTo>
                  <a:pt x="1945" y="1435"/>
                </a:lnTo>
                <a:lnTo>
                  <a:pt x="1963" y="1438"/>
                </a:lnTo>
                <a:lnTo>
                  <a:pt x="1981" y="1441"/>
                </a:lnTo>
                <a:lnTo>
                  <a:pt x="1999" y="1444"/>
                </a:lnTo>
                <a:lnTo>
                  <a:pt x="2016" y="1446"/>
                </a:lnTo>
                <a:lnTo>
                  <a:pt x="2034" y="1449"/>
                </a:lnTo>
                <a:lnTo>
                  <a:pt x="2052" y="1452"/>
                </a:lnTo>
                <a:lnTo>
                  <a:pt x="2070" y="1455"/>
                </a:lnTo>
                <a:lnTo>
                  <a:pt x="2088" y="1457"/>
                </a:lnTo>
                <a:lnTo>
                  <a:pt x="2106" y="1460"/>
                </a:lnTo>
                <a:lnTo>
                  <a:pt x="2124" y="1462"/>
                </a:lnTo>
                <a:lnTo>
                  <a:pt x="2141" y="1465"/>
                </a:lnTo>
                <a:lnTo>
                  <a:pt x="2159" y="1467"/>
                </a:lnTo>
                <a:lnTo>
                  <a:pt x="2177" y="1470"/>
                </a:lnTo>
                <a:lnTo>
                  <a:pt x="2195" y="1472"/>
                </a:lnTo>
                <a:lnTo>
                  <a:pt x="2213" y="1474"/>
                </a:lnTo>
                <a:lnTo>
                  <a:pt x="2231" y="1476"/>
                </a:lnTo>
                <a:lnTo>
                  <a:pt x="2248" y="1478"/>
                </a:lnTo>
                <a:lnTo>
                  <a:pt x="2266" y="1481"/>
                </a:lnTo>
                <a:lnTo>
                  <a:pt x="2284" y="1483"/>
                </a:lnTo>
                <a:lnTo>
                  <a:pt x="2302" y="1485"/>
                </a:lnTo>
                <a:lnTo>
                  <a:pt x="2320" y="1486"/>
                </a:lnTo>
                <a:lnTo>
                  <a:pt x="2338" y="1488"/>
                </a:lnTo>
                <a:lnTo>
                  <a:pt x="2355" y="1490"/>
                </a:lnTo>
                <a:lnTo>
                  <a:pt x="2373" y="1492"/>
                </a:lnTo>
                <a:lnTo>
                  <a:pt x="2391" y="1494"/>
                </a:lnTo>
                <a:lnTo>
                  <a:pt x="2409" y="1495"/>
                </a:lnTo>
                <a:lnTo>
                  <a:pt x="2427" y="1497"/>
                </a:lnTo>
                <a:lnTo>
                  <a:pt x="2445" y="1498"/>
                </a:lnTo>
                <a:lnTo>
                  <a:pt x="2463" y="1500"/>
                </a:lnTo>
                <a:lnTo>
                  <a:pt x="2480" y="1501"/>
                </a:lnTo>
                <a:lnTo>
                  <a:pt x="2498" y="1503"/>
                </a:lnTo>
                <a:lnTo>
                  <a:pt x="2516" y="1504"/>
                </a:lnTo>
                <a:lnTo>
                  <a:pt x="2534" y="1505"/>
                </a:lnTo>
                <a:lnTo>
                  <a:pt x="2552" y="1506"/>
                </a:lnTo>
                <a:lnTo>
                  <a:pt x="2570" y="1507"/>
                </a:lnTo>
                <a:lnTo>
                  <a:pt x="2587" y="1509"/>
                </a:lnTo>
                <a:lnTo>
                  <a:pt x="2605" y="1510"/>
                </a:lnTo>
                <a:lnTo>
                  <a:pt x="2623" y="1511"/>
                </a:lnTo>
                <a:lnTo>
                  <a:pt x="2641" y="1511"/>
                </a:lnTo>
                <a:lnTo>
                  <a:pt x="2659" y="1512"/>
                </a:lnTo>
                <a:lnTo>
                  <a:pt x="2677" y="1513"/>
                </a:lnTo>
                <a:lnTo>
                  <a:pt x="2695" y="1514"/>
                </a:lnTo>
                <a:lnTo>
                  <a:pt x="2712" y="1515"/>
                </a:lnTo>
                <a:lnTo>
                  <a:pt x="2730" y="1515"/>
                </a:lnTo>
                <a:lnTo>
                  <a:pt x="2748" y="1516"/>
                </a:lnTo>
                <a:lnTo>
                  <a:pt x="2766" y="1516"/>
                </a:lnTo>
                <a:lnTo>
                  <a:pt x="2784" y="1517"/>
                </a:lnTo>
                <a:lnTo>
                  <a:pt x="2802" y="1517"/>
                </a:lnTo>
                <a:lnTo>
                  <a:pt x="2819" y="1518"/>
                </a:lnTo>
                <a:lnTo>
                  <a:pt x="2837" y="1518"/>
                </a:lnTo>
                <a:lnTo>
                  <a:pt x="2855" y="1518"/>
                </a:lnTo>
                <a:lnTo>
                  <a:pt x="2873" y="1518"/>
                </a:lnTo>
                <a:lnTo>
                  <a:pt x="2891" y="1519"/>
                </a:lnTo>
                <a:lnTo>
                  <a:pt x="2909" y="1519"/>
                </a:lnTo>
                <a:lnTo>
                  <a:pt x="2927" y="1519"/>
                </a:lnTo>
                <a:lnTo>
                  <a:pt x="2944" y="1519"/>
                </a:lnTo>
                <a:lnTo>
                  <a:pt x="2962" y="1519"/>
                </a:lnTo>
                <a:lnTo>
                  <a:pt x="2980" y="1519"/>
                </a:lnTo>
                <a:lnTo>
                  <a:pt x="2998" y="1518"/>
                </a:lnTo>
                <a:lnTo>
                  <a:pt x="3016" y="1518"/>
                </a:lnTo>
                <a:lnTo>
                  <a:pt x="3034" y="1518"/>
                </a:lnTo>
                <a:lnTo>
                  <a:pt x="3051" y="1518"/>
                </a:lnTo>
                <a:lnTo>
                  <a:pt x="3069" y="1517"/>
                </a:lnTo>
                <a:lnTo>
                  <a:pt x="3087" y="1517"/>
                </a:lnTo>
                <a:lnTo>
                  <a:pt x="3105" y="1516"/>
                </a:lnTo>
                <a:lnTo>
                  <a:pt x="3123" y="1516"/>
                </a:lnTo>
                <a:lnTo>
                  <a:pt x="3141" y="1515"/>
                </a:lnTo>
                <a:lnTo>
                  <a:pt x="3158" y="1514"/>
                </a:lnTo>
                <a:lnTo>
                  <a:pt x="3176" y="1514"/>
                </a:lnTo>
                <a:lnTo>
                  <a:pt x="3194" y="1513"/>
                </a:lnTo>
                <a:lnTo>
                  <a:pt x="3212" y="1512"/>
                </a:lnTo>
                <a:lnTo>
                  <a:pt x="3230" y="1511"/>
                </a:lnTo>
                <a:lnTo>
                  <a:pt x="3248" y="1510"/>
                </a:lnTo>
                <a:lnTo>
                  <a:pt x="3266" y="1509"/>
                </a:lnTo>
                <a:lnTo>
                  <a:pt x="3283" y="1508"/>
                </a:lnTo>
                <a:lnTo>
                  <a:pt x="3301" y="1507"/>
                </a:lnTo>
                <a:lnTo>
                  <a:pt x="3319" y="1506"/>
                </a:lnTo>
                <a:lnTo>
                  <a:pt x="3337" y="1505"/>
                </a:lnTo>
                <a:lnTo>
                  <a:pt x="3355" y="1503"/>
                </a:lnTo>
                <a:lnTo>
                  <a:pt x="3373" y="1502"/>
                </a:lnTo>
                <a:lnTo>
                  <a:pt x="3390" y="1501"/>
                </a:lnTo>
                <a:lnTo>
                  <a:pt x="3408" y="1499"/>
                </a:lnTo>
                <a:lnTo>
                  <a:pt x="3426" y="1498"/>
                </a:lnTo>
                <a:lnTo>
                  <a:pt x="3444" y="1496"/>
                </a:lnTo>
                <a:lnTo>
                  <a:pt x="3462" y="1494"/>
                </a:lnTo>
                <a:lnTo>
                  <a:pt x="3480" y="1493"/>
                </a:lnTo>
                <a:lnTo>
                  <a:pt x="3498" y="1491"/>
                </a:lnTo>
                <a:lnTo>
                  <a:pt x="3515" y="1489"/>
                </a:lnTo>
                <a:lnTo>
                  <a:pt x="3533" y="1487"/>
                </a:lnTo>
                <a:lnTo>
                  <a:pt x="3551" y="1486"/>
                </a:lnTo>
                <a:lnTo>
                  <a:pt x="3569" y="1484"/>
                </a:lnTo>
                <a:lnTo>
                  <a:pt x="3587" y="1482"/>
                </a:lnTo>
                <a:lnTo>
                  <a:pt x="3605" y="1480"/>
                </a:lnTo>
                <a:lnTo>
                  <a:pt x="3622" y="1477"/>
                </a:lnTo>
                <a:lnTo>
                  <a:pt x="3640" y="1475"/>
                </a:lnTo>
                <a:lnTo>
                  <a:pt x="3658" y="1473"/>
                </a:lnTo>
                <a:lnTo>
                  <a:pt x="3676" y="1471"/>
                </a:lnTo>
                <a:lnTo>
                  <a:pt x="3694" y="1468"/>
                </a:lnTo>
                <a:lnTo>
                  <a:pt x="3712" y="1466"/>
                </a:lnTo>
                <a:lnTo>
                  <a:pt x="3730" y="1464"/>
                </a:lnTo>
                <a:lnTo>
                  <a:pt x="3747" y="1461"/>
                </a:lnTo>
                <a:lnTo>
                  <a:pt x="3765" y="1459"/>
                </a:lnTo>
                <a:lnTo>
                  <a:pt x="3783" y="1456"/>
                </a:lnTo>
                <a:lnTo>
                  <a:pt x="3801" y="1453"/>
                </a:lnTo>
                <a:lnTo>
                  <a:pt x="3819" y="1451"/>
                </a:lnTo>
                <a:lnTo>
                  <a:pt x="3837" y="1448"/>
                </a:lnTo>
                <a:lnTo>
                  <a:pt x="3854" y="1445"/>
                </a:lnTo>
                <a:lnTo>
                  <a:pt x="3872" y="1442"/>
                </a:lnTo>
                <a:lnTo>
                  <a:pt x="3890" y="1439"/>
                </a:lnTo>
                <a:lnTo>
                  <a:pt x="3908" y="1436"/>
                </a:lnTo>
                <a:lnTo>
                  <a:pt x="3926" y="1433"/>
                </a:lnTo>
                <a:lnTo>
                  <a:pt x="3944" y="1430"/>
                </a:lnTo>
                <a:lnTo>
                  <a:pt x="3962" y="1427"/>
                </a:lnTo>
                <a:lnTo>
                  <a:pt x="3979" y="1424"/>
                </a:lnTo>
                <a:lnTo>
                  <a:pt x="3997" y="1420"/>
                </a:lnTo>
                <a:lnTo>
                  <a:pt x="4015" y="1417"/>
                </a:lnTo>
                <a:lnTo>
                  <a:pt x="4033" y="1414"/>
                </a:lnTo>
                <a:lnTo>
                  <a:pt x="4051" y="1410"/>
                </a:lnTo>
                <a:lnTo>
                  <a:pt x="4069" y="1407"/>
                </a:lnTo>
                <a:lnTo>
                  <a:pt x="4086" y="1403"/>
                </a:lnTo>
                <a:lnTo>
                  <a:pt x="4104" y="1400"/>
                </a:lnTo>
                <a:lnTo>
                  <a:pt x="4122" y="1396"/>
                </a:lnTo>
                <a:lnTo>
                  <a:pt x="4140" y="1392"/>
                </a:lnTo>
                <a:lnTo>
                  <a:pt x="4158" y="1389"/>
                </a:lnTo>
                <a:lnTo>
                  <a:pt x="4176" y="1385"/>
                </a:lnTo>
                <a:lnTo>
                  <a:pt x="4193" y="1381"/>
                </a:lnTo>
                <a:lnTo>
                  <a:pt x="4211" y="1377"/>
                </a:lnTo>
                <a:lnTo>
                  <a:pt x="4229" y="1373"/>
                </a:lnTo>
                <a:lnTo>
                  <a:pt x="4247" y="1369"/>
                </a:lnTo>
                <a:lnTo>
                  <a:pt x="4265" y="1365"/>
                </a:lnTo>
                <a:lnTo>
                  <a:pt x="4283" y="1361"/>
                </a:lnTo>
                <a:lnTo>
                  <a:pt x="4301" y="1356"/>
                </a:lnTo>
                <a:lnTo>
                  <a:pt x="4318" y="1352"/>
                </a:lnTo>
                <a:lnTo>
                  <a:pt x="4336" y="1348"/>
                </a:lnTo>
                <a:lnTo>
                  <a:pt x="4354" y="1344"/>
                </a:lnTo>
                <a:lnTo>
                  <a:pt x="4372" y="1339"/>
                </a:lnTo>
                <a:lnTo>
                  <a:pt x="4390" y="1335"/>
                </a:lnTo>
                <a:lnTo>
                  <a:pt x="4408" y="1330"/>
                </a:lnTo>
                <a:lnTo>
                  <a:pt x="4425" y="1326"/>
                </a:lnTo>
                <a:lnTo>
                  <a:pt x="4443" y="1321"/>
                </a:lnTo>
                <a:lnTo>
                  <a:pt x="4461" y="1316"/>
                </a:lnTo>
                <a:lnTo>
                  <a:pt x="4479" y="1311"/>
                </a:lnTo>
                <a:lnTo>
                  <a:pt x="4497" y="1307"/>
                </a:lnTo>
                <a:lnTo>
                  <a:pt x="4515" y="1302"/>
                </a:lnTo>
                <a:lnTo>
                  <a:pt x="4533" y="1297"/>
                </a:lnTo>
                <a:lnTo>
                  <a:pt x="4550" y="1292"/>
                </a:lnTo>
                <a:lnTo>
                  <a:pt x="4568" y="1287"/>
                </a:lnTo>
                <a:lnTo>
                  <a:pt x="4586" y="1282"/>
                </a:lnTo>
                <a:lnTo>
                  <a:pt x="4604" y="1277"/>
                </a:lnTo>
                <a:lnTo>
                  <a:pt x="4622" y="1271"/>
                </a:lnTo>
                <a:lnTo>
                  <a:pt x="4640" y="1266"/>
                </a:lnTo>
                <a:lnTo>
                  <a:pt x="4657" y="1261"/>
                </a:lnTo>
                <a:lnTo>
                  <a:pt x="4675" y="1256"/>
                </a:lnTo>
                <a:lnTo>
                  <a:pt x="4693" y="1250"/>
                </a:lnTo>
                <a:lnTo>
                  <a:pt x="4711" y="1245"/>
                </a:lnTo>
                <a:lnTo>
                  <a:pt x="4729" y="1239"/>
                </a:lnTo>
                <a:lnTo>
                  <a:pt x="4747" y="1234"/>
                </a:lnTo>
                <a:lnTo>
                  <a:pt x="4765" y="1228"/>
                </a:lnTo>
                <a:lnTo>
                  <a:pt x="4782" y="1222"/>
                </a:lnTo>
                <a:lnTo>
                  <a:pt x="4800" y="1216"/>
                </a:lnTo>
                <a:lnTo>
                  <a:pt x="4818" y="1211"/>
                </a:lnTo>
                <a:lnTo>
                  <a:pt x="4836" y="1205"/>
                </a:lnTo>
                <a:lnTo>
                  <a:pt x="4854" y="1199"/>
                </a:lnTo>
                <a:lnTo>
                  <a:pt x="4872" y="1193"/>
                </a:lnTo>
                <a:lnTo>
                  <a:pt x="4889" y="1187"/>
                </a:lnTo>
                <a:lnTo>
                  <a:pt x="4907" y="1181"/>
                </a:lnTo>
                <a:lnTo>
                  <a:pt x="4925" y="1175"/>
                </a:lnTo>
                <a:lnTo>
                  <a:pt x="4943" y="1169"/>
                </a:lnTo>
                <a:lnTo>
                  <a:pt x="4961" y="1162"/>
                </a:lnTo>
                <a:lnTo>
                  <a:pt x="4979" y="1156"/>
                </a:lnTo>
                <a:lnTo>
                  <a:pt x="4996" y="1150"/>
                </a:lnTo>
                <a:lnTo>
                  <a:pt x="5014" y="1143"/>
                </a:lnTo>
                <a:lnTo>
                  <a:pt x="5032" y="1137"/>
                </a:lnTo>
                <a:lnTo>
                  <a:pt x="5050" y="1130"/>
                </a:lnTo>
                <a:lnTo>
                  <a:pt x="5068" y="1124"/>
                </a:lnTo>
                <a:lnTo>
                  <a:pt x="5086" y="1117"/>
                </a:lnTo>
                <a:lnTo>
                  <a:pt x="5104" y="1110"/>
                </a:lnTo>
                <a:lnTo>
                  <a:pt x="5121" y="1104"/>
                </a:lnTo>
                <a:lnTo>
                  <a:pt x="5139" y="1097"/>
                </a:lnTo>
                <a:lnTo>
                  <a:pt x="5157" y="1090"/>
                </a:lnTo>
                <a:lnTo>
                  <a:pt x="5175" y="1083"/>
                </a:lnTo>
                <a:lnTo>
                  <a:pt x="5193" y="1076"/>
                </a:lnTo>
                <a:lnTo>
                  <a:pt x="5211" y="1069"/>
                </a:lnTo>
                <a:lnTo>
                  <a:pt x="5228" y="1062"/>
                </a:lnTo>
                <a:lnTo>
                  <a:pt x="5246" y="1055"/>
                </a:lnTo>
                <a:lnTo>
                  <a:pt x="5264" y="1048"/>
                </a:lnTo>
                <a:lnTo>
                  <a:pt x="5282" y="1041"/>
                </a:lnTo>
                <a:lnTo>
                  <a:pt x="5300" y="1033"/>
                </a:lnTo>
                <a:lnTo>
                  <a:pt x="5318" y="1026"/>
                </a:lnTo>
                <a:lnTo>
                  <a:pt x="5336" y="1019"/>
                </a:lnTo>
                <a:lnTo>
                  <a:pt x="5353" y="1011"/>
                </a:lnTo>
                <a:lnTo>
                  <a:pt x="5371" y="1004"/>
                </a:lnTo>
                <a:lnTo>
                  <a:pt x="5389" y="996"/>
                </a:lnTo>
                <a:lnTo>
                  <a:pt x="5407" y="988"/>
                </a:lnTo>
                <a:lnTo>
                  <a:pt x="5425" y="981"/>
                </a:lnTo>
                <a:lnTo>
                  <a:pt x="5443" y="973"/>
                </a:lnTo>
                <a:lnTo>
                  <a:pt x="5460" y="965"/>
                </a:lnTo>
                <a:lnTo>
                  <a:pt x="5478" y="957"/>
                </a:lnTo>
                <a:lnTo>
                  <a:pt x="5496" y="949"/>
                </a:lnTo>
                <a:lnTo>
                  <a:pt x="5514" y="942"/>
                </a:lnTo>
                <a:lnTo>
                  <a:pt x="5532" y="934"/>
                </a:lnTo>
                <a:lnTo>
                  <a:pt x="5550" y="925"/>
                </a:lnTo>
                <a:lnTo>
                  <a:pt x="5568" y="917"/>
                </a:lnTo>
                <a:lnTo>
                  <a:pt x="5585" y="909"/>
                </a:lnTo>
                <a:lnTo>
                  <a:pt x="5603" y="901"/>
                </a:lnTo>
                <a:lnTo>
                  <a:pt x="5621" y="893"/>
                </a:lnTo>
                <a:lnTo>
                  <a:pt x="5639" y="884"/>
                </a:lnTo>
                <a:lnTo>
                  <a:pt x="5657" y="876"/>
                </a:lnTo>
                <a:lnTo>
                  <a:pt x="5675" y="867"/>
                </a:lnTo>
                <a:lnTo>
                  <a:pt x="5692" y="859"/>
                </a:lnTo>
                <a:lnTo>
                  <a:pt x="5710" y="850"/>
                </a:lnTo>
                <a:lnTo>
                  <a:pt x="5728" y="842"/>
                </a:lnTo>
                <a:lnTo>
                  <a:pt x="5746" y="833"/>
                </a:lnTo>
                <a:lnTo>
                  <a:pt x="5764" y="824"/>
                </a:lnTo>
                <a:lnTo>
                  <a:pt x="5782" y="816"/>
                </a:lnTo>
                <a:lnTo>
                  <a:pt x="5799" y="807"/>
                </a:lnTo>
                <a:lnTo>
                  <a:pt x="5817" y="798"/>
                </a:lnTo>
                <a:lnTo>
                  <a:pt x="5835" y="789"/>
                </a:lnTo>
                <a:lnTo>
                  <a:pt x="5853" y="780"/>
                </a:lnTo>
                <a:lnTo>
                  <a:pt x="5871" y="771"/>
                </a:lnTo>
                <a:lnTo>
                  <a:pt x="5889" y="762"/>
                </a:lnTo>
                <a:lnTo>
                  <a:pt x="5907" y="753"/>
                </a:lnTo>
                <a:lnTo>
                  <a:pt x="5924" y="743"/>
                </a:lnTo>
                <a:lnTo>
                  <a:pt x="5942" y="734"/>
                </a:lnTo>
                <a:lnTo>
                  <a:pt x="5960" y="725"/>
                </a:lnTo>
                <a:lnTo>
                  <a:pt x="5978" y="715"/>
                </a:lnTo>
                <a:lnTo>
                  <a:pt x="5996" y="706"/>
                </a:lnTo>
                <a:lnTo>
                  <a:pt x="6014" y="697"/>
                </a:lnTo>
                <a:lnTo>
                  <a:pt x="6031" y="687"/>
                </a:lnTo>
                <a:lnTo>
                  <a:pt x="6049" y="677"/>
                </a:lnTo>
                <a:lnTo>
                  <a:pt x="6067" y="668"/>
                </a:lnTo>
                <a:lnTo>
                  <a:pt x="6085" y="658"/>
                </a:lnTo>
                <a:lnTo>
                  <a:pt x="6103" y="648"/>
                </a:lnTo>
                <a:lnTo>
                  <a:pt x="6121" y="638"/>
                </a:lnTo>
                <a:lnTo>
                  <a:pt x="6139" y="629"/>
                </a:lnTo>
                <a:lnTo>
                  <a:pt x="6156" y="619"/>
                </a:lnTo>
                <a:lnTo>
                  <a:pt x="6174" y="609"/>
                </a:lnTo>
                <a:lnTo>
                  <a:pt x="6192" y="599"/>
                </a:lnTo>
                <a:lnTo>
                  <a:pt x="6210" y="589"/>
                </a:lnTo>
                <a:lnTo>
                  <a:pt x="6228" y="578"/>
                </a:lnTo>
                <a:lnTo>
                  <a:pt x="6246" y="568"/>
                </a:lnTo>
                <a:lnTo>
                  <a:pt x="6263" y="558"/>
                </a:lnTo>
                <a:lnTo>
                  <a:pt x="6281" y="548"/>
                </a:lnTo>
                <a:lnTo>
                  <a:pt x="6299" y="537"/>
                </a:lnTo>
                <a:lnTo>
                  <a:pt x="6317" y="527"/>
                </a:lnTo>
                <a:lnTo>
                  <a:pt x="6335" y="516"/>
                </a:lnTo>
                <a:lnTo>
                  <a:pt x="6353" y="506"/>
                </a:lnTo>
                <a:lnTo>
                  <a:pt x="6371" y="495"/>
                </a:lnTo>
                <a:lnTo>
                  <a:pt x="6388" y="485"/>
                </a:lnTo>
                <a:lnTo>
                  <a:pt x="6406" y="474"/>
                </a:lnTo>
                <a:lnTo>
                  <a:pt x="6424" y="463"/>
                </a:lnTo>
                <a:lnTo>
                  <a:pt x="6442" y="452"/>
                </a:lnTo>
                <a:lnTo>
                  <a:pt x="6460" y="441"/>
                </a:lnTo>
                <a:lnTo>
                  <a:pt x="6478" y="430"/>
                </a:lnTo>
                <a:lnTo>
                  <a:pt x="6495" y="419"/>
                </a:lnTo>
                <a:lnTo>
                  <a:pt x="6513" y="408"/>
                </a:lnTo>
                <a:lnTo>
                  <a:pt x="6531" y="397"/>
                </a:lnTo>
                <a:lnTo>
                  <a:pt x="6549" y="386"/>
                </a:lnTo>
                <a:lnTo>
                  <a:pt x="6567" y="375"/>
                </a:lnTo>
                <a:lnTo>
                  <a:pt x="6585" y="364"/>
                </a:lnTo>
                <a:lnTo>
                  <a:pt x="6603" y="352"/>
                </a:lnTo>
                <a:lnTo>
                  <a:pt x="6620" y="341"/>
                </a:lnTo>
                <a:lnTo>
                  <a:pt x="6638" y="330"/>
                </a:lnTo>
                <a:lnTo>
                  <a:pt x="6656" y="318"/>
                </a:lnTo>
                <a:lnTo>
                  <a:pt x="6674" y="307"/>
                </a:lnTo>
                <a:lnTo>
                  <a:pt x="6692" y="295"/>
                </a:lnTo>
                <a:lnTo>
                  <a:pt x="6710" y="283"/>
                </a:lnTo>
                <a:lnTo>
                  <a:pt x="6727" y="272"/>
                </a:lnTo>
                <a:lnTo>
                  <a:pt x="6745" y="260"/>
                </a:lnTo>
                <a:lnTo>
                  <a:pt x="6763" y="248"/>
                </a:lnTo>
                <a:lnTo>
                  <a:pt x="6781" y="236"/>
                </a:lnTo>
                <a:lnTo>
                  <a:pt x="6799" y="224"/>
                </a:lnTo>
                <a:lnTo>
                  <a:pt x="6817" y="212"/>
                </a:lnTo>
                <a:lnTo>
                  <a:pt x="6834" y="200"/>
                </a:lnTo>
                <a:lnTo>
                  <a:pt x="6852" y="188"/>
                </a:lnTo>
                <a:lnTo>
                  <a:pt x="6870" y="176"/>
                </a:lnTo>
                <a:lnTo>
                  <a:pt x="6888" y="164"/>
                </a:lnTo>
                <a:lnTo>
                  <a:pt x="6906" y="152"/>
                </a:lnTo>
                <a:lnTo>
                  <a:pt x="6924" y="139"/>
                </a:lnTo>
                <a:lnTo>
                  <a:pt x="6942" y="127"/>
                </a:lnTo>
                <a:lnTo>
                  <a:pt x="6959" y="115"/>
                </a:lnTo>
                <a:lnTo>
                  <a:pt x="6977" y="102"/>
                </a:lnTo>
                <a:lnTo>
                  <a:pt x="6995" y="90"/>
                </a:lnTo>
                <a:lnTo>
                  <a:pt x="7013" y="77"/>
                </a:lnTo>
                <a:lnTo>
                  <a:pt x="7031" y="64"/>
                </a:lnTo>
                <a:lnTo>
                  <a:pt x="7049" y="52"/>
                </a:lnTo>
                <a:lnTo>
                  <a:pt x="7066" y="39"/>
                </a:lnTo>
                <a:lnTo>
                  <a:pt x="7084" y="26"/>
                </a:lnTo>
                <a:lnTo>
                  <a:pt x="7102" y="13"/>
                </a:lnTo>
                <a:lnTo>
                  <a:pt x="7120" y="0"/>
                </a:lnTo>
              </a:path>
            </a:pathLst>
          </a:custGeom>
          <a:noFill/>
          <a:ln w="38100">
            <a:solidFill>
              <a:srgbClr val="C6532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9" name="TextBox 18"/>
          <p:cNvSpPr txBox="1"/>
          <p:nvPr/>
        </p:nvSpPr>
        <p:spPr>
          <a:xfrm>
            <a:off x="8001000" y="3264408"/>
            <a:ext cx="3474720" cy="1280160"/>
          </a:xfrm>
          <a:prstGeom prst="rect">
            <a:avLst/>
          </a:prstGeom>
          <a:noFill/>
        </p:spPr>
        <p:txBody>
          <a:bodyPr wrap="square" lIns="0" rIns="0" tIns="0" bIns="0">
            <a:spAutoFit/>
          </a:bodyPr>
          <a:lstStyle/>
          <a:p>
            <a:pPr>
              <a:spcAft>
                <a:spcPts val="0"/>
              </a:spcAft>
              <a:defRPr sz="2800" b="0">
                <a:solidFill>
                  <a:srgbClr val="C65326"/>
                </a:solidFill>
                <a:latin typeface="Arial"/>
              </a:defRPr>
            </a:pPr>
            <a:r>
              <a:t>Low bias.</a:t>
            </a:r>
          </a:p>
          <a:p>
            <a:pPr>
              <a:spcAft>
                <a:spcPts val="0"/>
              </a:spcAft>
              <a:defRPr sz="2800" b="0">
                <a:solidFill>
                  <a:srgbClr val="C65326"/>
                </a:solidFill>
                <a:latin typeface="Arial"/>
              </a:defRPr>
            </a:pPr>
            <a:r>
              <a:t>Low variance.</a:t>
            </a:r>
          </a:p>
        </p:txBody>
      </p:sp>
      <p:cxnSp>
        <p:nvCxnSpPr>
          <p:cNvPr id="20" name="Connector 19"/>
          <p:cNvCxnSpPr/>
          <p:nvPr/>
        </p:nvCxnSpPr>
        <p:spPr>
          <a:xfrm>
            <a:off x="841248" y="5989320"/>
            <a:ext cx="256032" cy="0"/>
          </a:xfrm>
          <a:prstGeom prst="line">
            <a:avLst/>
          </a:prstGeom>
          <a:ln w="25400">
            <a:solidFill>
              <a:srgbClr val="7963AF"/>
            </a:solidFill>
          </a:ln>
        </p:spPr>
        <p:style>
          <a:lnRef idx="2">
            <a:schemeClr val="accent1"/>
          </a:lnRef>
          <a:fillRef idx="0">
            <a:schemeClr val="accent1"/>
          </a:fillRef>
          <a:effectRef idx="0">
            <a:schemeClr val="accent1"/>
          </a:effectRef>
          <a:fontRef idx="minor">
            <a:schemeClr val="tx1"/>
          </a:fontRef>
        </p:style>
      </p:cxnSp>
      <p:sp>
        <p:nvSpPr>
          <p:cNvPr id="21" name="TextBox 20"/>
          <p:cNvSpPr txBox="1"/>
          <p:nvPr/>
        </p:nvSpPr>
        <p:spPr>
          <a:xfrm>
            <a:off x="1197864" y="5870448"/>
            <a:ext cx="2468880" cy="320040"/>
          </a:xfrm>
          <a:prstGeom prst="rect">
            <a:avLst/>
          </a:prstGeom>
          <a:noFill/>
        </p:spPr>
        <p:txBody>
          <a:bodyPr wrap="square" lIns="0" rIns="0" tIns="0" bIns="0">
            <a:spAutoFit/>
          </a:bodyPr>
          <a:lstStyle/>
          <a:p>
            <a:pPr>
              <a:spcAft>
                <a:spcPts val="0"/>
              </a:spcAft>
              <a:defRPr sz="1300" b="0">
                <a:solidFill>
                  <a:srgbClr val="686C66"/>
                </a:solidFill>
                <a:latin typeface="Arial"/>
              </a:defRPr>
            </a:pPr>
            <a:r>
              <a:t>one degree-2 fit</a:t>
            </a:r>
          </a:p>
        </p:txBody>
      </p:sp>
      <p:cxnSp>
        <p:nvCxnSpPr>
          <p:cNvPr id="22" name="Connector 21"/>
          <p:cNvCxnSpPr/>
          <p:nvPr/>
        </p:nvCxnSpPr>
        <p:spPr>
          <a:xfrm>
            <a:off x="3621024" y="5989320"/>
            <a:ext cx="256032" cy="0"/>
          </a:xfrm>
          <a:prstGeom prst="line">
            <a:avLst/>
          </a:prstGeom>
          <a:ln w="25400">
            <a:solidFill>
              <a:srgbClr val="C65326"/>
            </a:solidFill>
          </a:ln>
        </p:spPr>
        <p:style>
          <a:lnRef idx="2">
            <a:schemeClr val="accent1"/>
          </a:lnRef>
          <a:fillRef idx="0">
            <a:schemeClr val="accent1"/>
          </a:fillRef>
          <a:effectRef idx="0">
            <a:schemeClr val="accent1"/>
          </a:effectRef>
          <a:fontRef idx="minor">
            <a:schemeClr val="tx1"/>
          </a:fontRef>
        </p:style>
      </p:cxnSp>
      <p:sp>
        <p:nvSpPr>
          <p:cNvPr id="23" name="TextBox 22"/>
          <p:cNvSpPr txBox="1"/>
          <p:nvPr/>
        </p:nvSpPr>
        <p:spPr>
          <a:xfrm>
            <a:off x="3977639" y="5870448"/>
            <a:ext cx="2468880" cy="320040"/>
          </a:xfrm>
          <a:prstGeom prst="rect">
            <a:avLst/>
          </a:prstGeom>
          <a:noFill/>
        </p:spPr>
        <p:txBody>
          <a:bodyPr wrap="square" lIns="0" rIns="0" tIns="0" bIns="0">
            <a:spAutoFit/>
          </a:bodyPr>
          <a:lstStyle/>
          <a:p>
            <a:pPr>
              <a:spcAft>
                <a:spcPts val="0"/>
              </a:spcAft>
              <a:defRPr sz="1300" b="0">
                <a:solidFill>
                  <a:srgbClr val="686C66"/>
                </a:solidFill>
                <a:latin typeface="Arial"/>
              </a:defRPr>
            </a:pPr>
            <a:r>
              <a:t>average of 8 fits</a:t>
            </a:r>
          </a:p>
        </p:txBody>
      </p:sp>
      <p:cxnSp>
        <p:nvCxnSpPr>
          <p:cNvPr id="24" name="Connector 23"/>
          <p:cNvCxnSpPr/>
          <p:nvPr/>
        </p:nvCxnSpPr>
        <p:spPr>
          <a:xfrm>
            <a:off x="6400800" y="5989320"/>
            <a:ext cx="256032" cy="0"/>
          </a:xfrm>
          <a:prstGeom prst="line">
            <a:avLst/>
          </a:prstGeom>
          <a:ln w="25400">
            <a:solidFill>
              <a:srgbClr val="181D16"/>
            </a:solidFill>
            <a:prstDash val="dash"/>
          </a:ln>
        </p:spPr>
        <p:style>
          <a:lnRef idx="2">
            <a:schemeClr val="accent1"/>
          </a:lnRef>
          <a:fillRef idx="0">
            <a:schemeClr val="accent1"/>
          </a:fillRef>
          <a:effectRef idx="0">
            <a:schemeClr val="accent1"/>
          </a:effectRef>
          <a:fontRef idx="minor">
            <a:schemeClr val="tx1"/>
          </a:fontRef>
        </p:style>
      </p:cxnSp>
      <p:sp>
        <p:nvSpPr>
          <p:cNvPr id="25" name="TextBox 24"/>
          <p:cNvSpPr txBox="1"/>
          <p:nvPr/>
        </p:nvSpPr>
        <p:spPr>
          <a:xfrm>
            <a:off x="6757416" y="5870448"/>
            <a:ext cx="2468880" cy="320040"/>
          </a:xfrm>
          <a:prstGeom prst="rect">
            <a:avLst/>
          </a:prstGeom>
          <a:noFill/>
        </p:spPr>
        <p:txBody>
          <a:bodyPr wrap="square" lIns="0" rIns="0" tIns="0" bIns="0">
            <a:spAutoFit/>
          </a:bodyPr>
          <a:lstStyle/>
          <a:p>
            <a:pPr>
              <a:spcAft>
                <a:spcPts val="0"/>
              </a:spcAft>
              <a:defRPr sz="1300" b="0">
                <a:solidFill>
                  <a:srgbClr val="686C66"/>
                </a:solidFill>
                <a:latin typeface="Arial"/>
              </a:defRPr>
            </a:pPr>
            <a:r>
              <a:t>true pattern</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5F5F4"/>
        </a:solidFill>
        <a:effectLst/>
      </p:bgPr>
    </p:bg>
    <p:spTree>
      <p:nvGrpSpPr>
        <p:cNvPr id="1" name=""/>
        <p:cNvGrpSpPr/>
        <p:nvPr/>
      </p:nvGrpSpPr>
      <p:grpSpPr/>
      <p:pic>
        <p:nvPicPr>
          <p:cNvPr id="2" name="Picture 1" descr="image.png"/>
          <p:cNvPicPr>
            <a:picLocks noChangeAspect="1"/>
          </p:cNvPicPr>
          <p:nvPr/>
        </p:nvPicPr>
        <p:blipFill>
          <a:blip r:embed="rId2"/>
          <a:stretch>
            <a:fillRect/>
          </a:stretch>
        </p:blipFill>
        <p:spPr>
          <a:xfrm>
            <a:off x="11768328" y="201168"/>
            <a:ext cx="219456" cy="6455664"/>
          </a:xfrm>
          <a:prstGeom prst="rect">
            <a:avLst/>
          </a:prstGeom>
        </p:spPr>
      </p:pic>
      <p:sp>
        <p:nvSpPr>
          <p:cNvPr id="3" name="TextBox 2"/>
          <p:cNvSpPr txBox="1"/>
          <p:nvPr/>
        </p:nvSpPr>
        <p:spPr>
          <a:xfrm>
            <a:off x="566928" y="960120"/>
            <a:ext cx="10972800" cy="731520"/>
          </a:xfrm>
          <a:prstGeom prst="rect">
            <a:avLst/>
          </a:prstGeom>
          <a:noFill/>
        </p:spPr>
        <p:txBody>
          <a:bodyPr wrap="square" lIns="0" rIns="0" tIns="0" bIns="0">
            <a:spAutoFit/>
          </a:bodyPr>
          <a:lstStyle/>
          <a:p>
            <a:pPr>
              <a:spcAft>
                <a:spcPts val="0"/>
              </a:spcAft>
              <a:defRPr sz="3800" b="0">
                <a:solidFill>
                  <a:srgbClr val="181D16"/>
                </a:solidFill>
                <a:latin typeface="Arial"/>
              </a:defRPr>
            </a:pPr>
            <a:r>
              <a:t>Even good models make errors</a:t>
            </a:r>
          </a:p>
        </p:txBody>
      </p:sp>
      <p:sp>
        <p:nvSpPr>
          <p:cNvPr id="4" name="TextBox 3"/>
          <p:cNvSpPr txBox="1"/>
          <p:nvPr/>
        </p:nvSpPr>
        <p:spPr>
          <a:xfrm>
            <a:off x="10917936" y="6510528"/>
            <a:ext cx="685800" cy="201168"/>
          </a:xfrm>
          <a:prstGeom prst="rect">
            <a:avLst/>
          </a:prstGeom>
          <a:noFill/>
        </p:spPr>
        <p:txBody>
          <a:bodyPr wrap="square" lIns="0" rIns="0" tIns="0" bIns="0">
            <a:spAutoFit/>
          </a:bodyPr>
          <a:lstStyle/>
          <a:p>
            <a:pPr>
              <a:spcAft>
                <a:spcPts val="0"/>
              </a:spcAft>
              <a:defRPr sz="1100" b="0">
                <a:solidFill>
                  <a:srgbClr val="686C66"/>
                </a:solidFill>
                <a:latin typeface="Arial"/>
              </a:defRPr>
            </a:pPr>
            <a:r>
              <a:t>08/09</a:t>
            </a:r>
          </a:p>
        </p:txBody>
      </p:sp>
      <p:sp>
        <p:nvSpPr>
          <p:cNvPr id="5" name="TextBox 4"/>
          <p:cNvSpPr txBox="1"/>
          <p:nvPr/>
        </p:nvSpPr>
        <p:spPr>
          <a:xfrm>
            <a:off x="868680" y="2560320"/>
            <a:ext cx="5074920" cy="731520"/>
          </a:xfrm>
          <a:prstGeom prst="rect">
            <a:avLst/>
          </a:prstGeom>
          <a:noFill/>
        </p:spPr>
        <p:txBody>
          <a:bodyPr wrap="square" lIns="0" rIns="0" tIns="0" bIns="0">
            <a:spAutoFit/>
          </a:bodyPr>
          <a:lstStyle/>
          <a:p>
            <a:pPr>
              <a:spcAft>
                <a:spcPts val="0"/>
              </a:spcAft>
              <a:defRPr sz="3100" b="0">
                <a:solidFill>
                  <a:srgbClr val="181D16"/>
                </a:solidFill>
                <a:latin typeface="Arial"/>
              </a:defRPr>
            </a:pPr>
            <a:r>
              <a:t>Expected squared error</a:t>
            </a:r>
          </a:p>
        </p:txBody>
      </p:sp>
      <p:sp>
        <p:nvSpPr>
          <p:cNvPr id="6" name="TextBox 5"/>
          <p:cNvSpPr txBox="1"/>
          <p:nvPr/>
        </p:nvSpPr>
        <p:spPr>
          <a:xfrm>
            <a:off x="5715000" y="2560320"/>
            <a:ext cx="594360" cy="731520"/>
          </a:xfrm>
          <a:prstGeom prst="rect">
            <a:avLst/>
          </a:prstGeom>
          <a:noFill/>
        </p:spPr>
        <p:txBody>
          <a:bodyPr wrap="square" lIns="0" rIns="0" tIns="0" bIns="0">
            <a:spAutoFit/>
          </a:bodyPr>
          <a:lstStyle/>
          <a:p>
            <a:pPr>
              <a:spcAft>
                <a:spcPts val="0"/>
              </a:spcAft>
              <a:defRPr sz="3100" b="0">
                <a:solidFill>
                  <a:srgbClr val="686C66"/>
                </a:solidFill>
                <a:latin typeface="Arial"/>
              </a:defRPr>
            </a:pPr>
            <a:r>
              <a:t>=</a:t>
            </a:r>
          </a:p>
        </p:txBody>
      </p:sp>
      <p:sp>
        <p:nvSpPr>
          <p:cNvPr id="7" name="TextBox 6"/>
          <p:cNvSpPr txBox="1"/>
          <p:nvPr/>
        </p:nvSpPr>
        <p:spPr>
          <a:xfrm>
            <a:off x="6400800" y="2560320"/>
            <a:ext cx="1143000" cy="731520"/>
          </a:xfrm>
          <a:prstGeom prst="rect">
            <a:avLst/>
          </a:prstGeom>
          <a:noFill/>
        </p:spPr>
        <p:txBody>
          <a:bodyPr wrap="square" lIns="0" rIns="0" tIns="0" bIns="0">
            <a:spAutoFit/>
          </a:bodyPr>
          <a:lstStyle/>
          <a:p>
            <a:pPr>
              <a:spcAft>
                <a:spcPts val="0"/>
              </a:spcAft>
              <a:defRPr sz="3100" b="0">
                <a:solidFill>
                  <a:srgbClr val="C65326"/>
                </a:solidFill>
                <a:latin typeface="Arial"/>
              </a:defRPr>
            </a:pPr>
            <a:r>
              <a:t>bias²</a:t>
            </a:r>
          </a:p>
        </p:txBody>
      </p:sp>
      <p:sp>
        <p:nvSpPr>
          <p:cNvPr id="8" name="TextBox 7"/>
          <p:cNvSpPr txBox="1"/>
          <p:nvPr/>
        </p:nvSpPr>
        <p:spPr>
          <a:xfrm>
            <a:off x="7543800" y="2560320"/>
            <a:ext cx="457200" cy="731520"/>
          </a:xfrm>
          <a:prstGeom prst="rect">
            <a:avLst/>
          </a:prstGeom>
          <a:noFill/>
        </p:spPr>
        <p:txBody>
          <a:bodyPr wrap="square" lIns="0" rIns="0" tIns="0" bIns="0">
            <a:spAutoFit/>
          </a:bodyPr>
          <a:lstStyle/>
          <a:p>
            <a:pPr>
              <a:spcAft>
                <a:spcPts val="0"/>
              </a:spcAft>
              <a:defRPr sz="3100" b="0">
                <a:solidFill>
                  <a:srgbClr val="686C66"/>
                </a:solidFill>
                <a:latin typeface="Arial"/>
              </a:defRPr>
            </a:pPr>
            <a:r>
              <a:t>+</a:t>
            </a:r>
          </a:p>
        </p:txBody>
      </p:sp>
      <p:sp>
        <p:nvSpPr>
          <p:cNvPr id="9" name="TextBox 8"/>
          <p:cNvSpPr txBox="1"/>
          <p:nvPr/>
        </p:nvSpPr>
        <p:spPr>
          <a:xfrm>
            <a:off x="8046720" y="2560320"/>
            <a:ext cx="1828800" cy="731520"/>
          </a:xfrm>
          <a:prstGeom prst="rect">
            <a:avLst/>
          </a:prstGeom>
          <a:noFill/>
        </p:spPr>
        <p:txBody>
          <a:bodyPr wrap="square" lIns="0" rIns="0" tIns="0" bIns="0">
            <a:spAutoFit/>
          </a:bodyPr>
          <a:lstStyle/>
          <a:p>
            <a:pPr>
              <a:spcAft>
                <a:spcPts val="0"/>
              </a:spcAft>
              <a:defRPr sz="3100" b="0">
                <a:solidFill>
                  <a:srgbClr val="7963AF"/>
                </a:solidFill>
                <a:latin typeface="Arial"/>
              </a:defRPr>
            </a:pPr>
            <a:r>
              <a:t>variance</a:t>
            </a:r>
          </a:p>
        </p:txBody>
      </p:sp>
      <p:sp>
        <p:nvSpPr>
          <p:cNvPr id="10" name="TextBox 9"/>
          <p:cNvSpPr txBox="1"/>
          <p:nvPr/>
        </p:nvSpPr>
        <p:spPr>
          <a:xfrm>
            <a:off x="9875520" y="2560320"/>
            <a:ext cx="457200" cy="731520"/>
          </a:xfrm>
          <a:prstGeom prst="rect">
            <a:avLst/>
          </a:prstGeom>
          <a:noFill/>
        </p:spPr>
        <p:txBody>
          <a:bodyPr wrap="square" lIns="0" rIns="0" tIns="0" bIns="0">
            <a:spAutoFit/>
          </a:bodyPr>
          <a:lstStyle/>
          <a:p>
            <a:pPr>
              <a:spcAft>
                <a:spcPts val="0"/>
              </a:spcAft>
              <a:defRPr sz="3100" b="0">
                <a:solidFill>
                  <a:srgbClr val="686C66"/>
                </a:solidFill>
                <a:latin typeface="Arial"/>
              </a:defRPr>
            </a:pPr>
            <a:r>
              <a:t>+</a:t>
            </a:r>
          </a:p>
        </p:txBody>
      </p:sp>
      <p:sp>
        <p:nvSpPr>
          <p:cNvPr id="11" name="TextBox 10"/>
          <p:cNvSpPr txBox="1"/>
          <p:nvPr/>
        </p:nvSpPr>
        <p:spPr>
          <a:xfrm>
            <a:off x="10332720" y="2560320"/>
            <a:ext cx="1143000" cy="731520"/>
          </a:xfrm>
          <a:prstGeom prst="rect">
            <a:avLst/>
          </a:prstGeom>
          <a:noFill/>
        </p:spPr>
        <p:txBody>
          <a:bodyPr wrap="square" lIns="0" rIns="0" tIns="0" bIns="0">
            <a:spAutoFit/>
          </a:bodyPr>
          <a:lstStyle/>
          <a:p>
            <a:pPr>
              <a:spcAft>
                <a:spcPts val="0"/>
              </a:spcAft>
              <a:defRPr sz="3100" b="0">
                <a:solidFill>
                  <a:srgbClr val="181D16"/>
                </a:solidFill>
                <a:latin typeface="Arial"/>
              </a:defRPr>
            </a:pPr>
            <a:r>
              <a:t>noise</a:t>
            </a:r>
          </a:p>
        </p:txBody>
      </p:sp>
      <p:sp>
        <p:nvSpPr>
          <p:cNvPr id="12" name="TextBox 11"/>
          <p:cNvSpPr txBox="1"/>
          <p:nvPr/>
        </p:nvSpPr>
        <p:spPr>
          <a:xfrm>
            <a:off x="896112" y="4005072"/>
            <a:ext cx="3200400" cy="274320"/>
          </a:xfrm>
          <a:prstGeom prst="rect">
            <a:avLst/>
          </a:prstGeom>
          <a:noFill/>
        </p:spPr>
        <p:txBody>
          <a:bodyPr wrap="square" lIns="0" rIns="0" tIns="0" bIns="0">
            <a:spAutoFit/>
          </a:bodyPr>
          <a:lstStyle/>
          <a:p>
            <a:pPr>
              <a:spcAft>
                <a:spcPts val="0"/>
              </a:spcAft>
              <a:defRPr sz="1300" b="0">
                <a:solidFill>
                  <a:srgbClr val="C65326"/>
                </a:solidFill>
                <a:latin typeface="Arial"/>
              </a:defRPr>
            </a:pPr>
            <a:r>
              <a:t>BIAS²</a:t>
            </a:r>
          </a:p>
        </p:txBody>
      </p:sp>
      <p:sp>
        <p:nvSpPr>
          <p:cNvPr id="13" name="TextBox 12"/>
          <p:cNvSpPr txBox="1"/>
          <p:nvPr/>
        </p:nvSpPr>
        <p:spPr>
          <a:xfrm>
            <a:off x="896112" y="4480560"/>
            <a:ext cx="3200400" cy="914400"/>
          </a:xfrm>
          <a:prstGeom prst="rect">
            <a:avLst/>
          </a:prstGeom>
          <a:noFill/>
        </p:spPr>
        <p:txBody>
          <a:bodyPr wrap="square" lIns="0" rIns="0" tIns="0" bIns="0">
            <a:spAutoFit/>
          </a:bodyPr>
          <a:lstStyle/>
          <a:p>
            <a:pPr>
              <a:spcAft>
                <a:spcPts val="0"/>
              </a:spcAft>
              <a:defRPr sz="2300" b="0">
                <a:solidFill>
                  <a:srgbClr val="181D16"/>
                </a:solidFill>
                <a:latin typeface="Arial"/>
              </a:defRPr>
            </a:pPr>
            <a:r>
              <a:t>Systematic error.</a:t>
            </a:r>
          </a:p>
        </p:txBody>
      </p:sp>
      <p:sp>
        <p:nvSpPr>
          <p:cNvPr id="14" name="TextBox 13"/>
          <p:cNvSpPr txBox="1"/>
          <p:nvPr/>
        </p:nvSpPr>
        <p:spPr>
          <a:xfrm>
            <a:off x="4590288" y="4005072"/>
            <a:ext cx="3200400" cy="274320"/>
          </a:xfrm>
          <a:prstGeom prst="rect">
            <a:avLst/>
          </a:prstGeom>
          <a:noFill/>
        </p:spPr>
        <p:txBody>
          <a:bodyPr wrap="square" lIns="0" rIns="0" tIns="0" bIns="0">
            <a:spAutoFit/>
          </a:bodyPr>
          <a:lstStyle/>
          <a:p>
            <a:pPr>
              <a:spcAft>
                <a:spcPts val="0"/>
              </a:spcAft>
              <a:defRPr sz="1300" b="0">
                <a:solidFill>
                  <a:srgbClr val="7963AF"/>
                </a:solidFill>
                <a:latin typeface="Arial"/>
              </a:defRPr>
            </a:pPr>
            <a:r>
              <a:t>VARIANCE</a:t>
            </a:r>
          </a:p>
        </p:txBody>
      </p:sp>
      <p:sp>
        <p:nvSpPr>
          <p:cNvPr id="15" name="TextBox 14"/>
          <p:cNvSpPr txBox="1"/>
          <p:nvPr/>
        </p:nvSpPr>
        <p:spPr>
          <a:xfrm>
            <a:off x="4590288" y="4480560"/>
            <a:ext cx="3200400" cy="914400"/>
          </a:xfrm>
          <a:prstGeom prst="rect">
            <a:avLst/>
          </a:prstGeom>
          <a:noFill/>
        </p:spPr>
        <p:txBody>
          <a:bodyPr wrap="square" lIns="0" rIns="0" tIns="0" bIns="0">
            <a:spAutoFit/>
          </a:bodyPr>
          <a:lstStyle/>
          <a:p>
            <a:pPr>
              <a:spcAft>
                <a:spcPts val="0"/>
              </a:spcAft>
              <a:defRPr sz="2300" b="0">
                <a:solidFill>
                  <a:srgbClr val="181D16"/>
                </a:solidFill>
                <a:latin typeface="Arial"/>
              </a:defRPr>
            </a:pPr>
            <a:r>
              <a:t>Sensitivity to the sample.</a:t>
            </a:r>
          </a:p>
        </p:txBody>
      </p:sp>
      <p:sp>
        <p:nvSpPr>
          <p:cNvPr id="16" name="TextBox 15"/>
          <p:cNvSpPr txBox="1"/>
          <p:nvPr/>
        </p:nvSpPr>
        <p:spPr>
          <a:xfrm>
            <a:off x="8284464" y="4005072"/>
            <a:ext cx="3200400" cy="274320"/>
          </a:xfrm>
          <a:prstGeom prst="rect">
            <a:avLst/>
          </a:prstGeom>
          <a:noFill/>
        </p:spPr>
        <p:txBody>
          <a:bodyPr wrap="square" lIns="0" rIns="0" tIns="0" bIns="0">
            <a:spAutoFit/>
          </a:bodyPr>
          <a:lstStyle/>
          <a:p>
            <a:pPr>
              <a:spcAft>
                <a:spcPts val="0"/>
              </a:spcAft>
              <a:defRPr sz="1300" b="0">
                <a:solidFill>
                  <a:srgbClr val="181D16"/>
                </a:solidFill>
                <a:latin typeface="Arial"/>
              </a:defRPr>
            </a:pPr>
            <a:r>
              <a:t>NOISE</a:t>
            </a:r>
          </a:p>
        </p:txBody>
      </p:sp>
      <p:sp>
        <p:nvSpPr>
          <p:cNvPr id="17" name="TextBox 16"/>
          <p:cNvSpPr txBox="1"/>
          <p:nvPr/>
        </p:nvSpPr>
        <p:spPr>
          <a:xfrm>
            <a:off x="8284464" y="4480560"/>
            <a:ext cx="3200400" cy="914400"/>
          </a:xfrm>
          <a:prstGeom prst="rect">
            <a:avLst/>
          </a:prstGeom>
          <a:noFill/>
        </p:spPr>
        <p:txBody>
          <a:bodyPr wrap="square" lIns="0" rIns="0" tIns="0" bIns="0">
            <a:spAutoFit/>
          </a:bodyPr>
          <a:lstStyle/>
          <a:p>
            <a:pPr>
              <a:spcAft>
                <a:spcPts val="0"/>
              </a:spcAft>
              <a:defRPr sz="2300" b="0">
                <a:solidFill>
                  <a:srgbClr val="181D16"/>
                </a:solidFill>
                <a:latin typeface="Arial"/>
              </a:defRPr>
            </a:pPr>
            <a:r>
              <a:t>Uncertainty that remains.</a:t>
            </a:r>
          </a:p>
        </p:txBody>
      </p:sp>
      <p:sp>
        <p:nvSpPr>
          <p:cNvPr id="18" name="TextBox 17"/>
          <p:cNvSpPr txBox="1"/>
          <p:nvPr/>
        </p:nvSpPr>
        <p:spPr>
          <a:xfrm>
            <a:off x="896112" y="5650992"/>
            <a:ext cx="10607040" cy="502920"/>
          </a:xfrm>
          <a:prstGeom prst="rect">
            <a:avLst/>
          </a:prstGeom>
          <a:noFill/>
        </p:spPr>
        <p:txBody>
          <a:bodyPr wrap="square" lIns="0" rIns="0" tIns="0" bIns="0">
            <a:spAutoFit/>
          </a:bodyPr>
          <a:lstStyle/>
          <a:p>
            <a:pPr>
              <a:spcAft>
                <a:spcPts val="0"/>
              </a:spcAft>
              <a:defRPr sz="2200" b="0">
                <a:solidFill>
                  <a:srgbClr val="686C66"/>
                </a:solidFill>
                <a:latin typeface="Arial"/>
              </a:defRPr>
            </a:pPr>
            <a:r>
              <a:t>Even the true pattern cannot predict every noisy observation.</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5F5F4"/>
        </a:solidFill>
        <a:effectLst/>
      </p:bgPr>
    </p:bg>
    <p:spTree>
      <p:nvGrpSpPr>
        <p:cNvPr id="1" name=""/>
        <p:cNvGrpSpPr/>
        <p:nvPr/>
      </p:nvGrpSpPr>
      <p:grpSpPr/>
      <p:pic>
        <p:nvPicPr>
          <p:cNvPr id="2" name="Picture 1" descr="image.png"/>
          <p:cNvPicPr>
            <a:picLocks noChangeAspect="1"/>
          </p:cNvPicPr>
          <p:nvPr/>
        </p:nvPicPr>
        <p:blipFill>
          <a:blip r:embed="rId2"/>
          <a:stretch>
            <a:fillRect/>
          </a:stretch>
        </p:blipFill>
        <p:spPr>
          <a:xfrm>
            <a:off x="11768328" y="201168"/>
            <a:ext cx="219456" cy="6455664"/>
          </a:xfrm>
          <a:prstGeom prst="rect">
            <a:avLst/>
          </a:prstGeom>
        </p:spPr>
      </p:pic>
      <p:sp>
        <p:nvSpPr>
          <p:cNvPr id="3" name="TextBox 2"/>
          <p:cNvSpPr txBox="1"/>
          <p:nvPr/>
        </p:nvSpPr>
        <p:spPr>
          <a:xfrm>
            <a:off x="566928" y="960120"/>
            <a:ext cx="10972800" cy="731520"/>
          </a:xfrm>
          <a:prstGeom prst="rect">
            <a:avLst/>
          </a:prstGeom>
          <a:noFill/>
        </p:spPr>
        <p:txBody>
          <a:bodyPr wrap="square" lIns="0" rIns="0" tIns="0" bIns="0">
            <a:spAutoFit/>
          </a:bodyPr>
          <a:lstStyle/>
          <a:p>
            <a:pPr>
              <a:spcAft>
                <a:spcPts val="0"/>
              </a:spcAft>
              <a:defRPr sz="3800" b="0">
                <a:solidFill>
                  <a:srgbClr val="181D16"/>
                </a:solidFill>
                <a:latin typeface="Arial"/>
              </a:defRPr>
            </a:pPr>
            <a:r>
              <a:t>We want accurate, stable predictions</a:t>
            </a:r>
          </a:p>
        </p:txBody>
      </p:sp>
      <p:sp>
        <p:nvSpPr>
          <p:cNvPr id="4" name="TextBox 3"/>
          <p:cNvSpPr txBox="1"/>
          <p:nvPr/>
        </p:nvSpPr>
        <p:spPr>
          <a:xfrm>
            <a:off x="10917936" y="6510528"/>
            <a:ext cx="685800" cy="201168"/>
          </a:xfrm>
          <a:prstGeom prst="rect">
            <a:avLst/>
          </a:prstGeom>
          <a:noFill/>
        </p:spPr>
        <p:txBody>
          <a:bodyPr wrap="square" lIns="0" rIns="0" tIns="0" bIns="0">
            <a:spAutoFit/>
          </a:bodyPr>
          <a:lstStyle/>
          <a:p>
            <a:pPr>
              <a:spcAft>
                <a:spcPts val="0"/>
              </a:spcAft>
              <a:defRPr sz="1100" b="0">
                <a:solidFill>
                  <a:srgbClr val="686C66"/>
                </a:solidFill>
                <a:latin typeface="Arial"/>
              </a:defRPr>
            </a:pPr>
            <a:r>
              <a:t>09/09</a:t>
            </a:r>
          </a:p>
        </p:txBody>
      </p:sp>
      <p:sp>
        <p:nvSpPr>
          <p:cNvPr id="5" name="TextBox 4"/>
          <p:cNvSpPr txBox="1"/>
          <p:nvPr/>
        </p:nvSpPr>
        <p:spPr>
          <a:xfrm>
            <a:off x="914400" y="2926080"/>
            <a:ext cx="4389120" cy="320040"/>
          </a:xfrm>
          <a:prstGeom prst="rect">
            <a:avLst/>
          </a:prstGeom>
          <a:noFill/>
        </p:spPr>
        <p:txBody>
          <a:bodyPr wrap="square" lIns="0" rIns="0" tIns="0" bIns="0">
            <a:spAutoFit/>
          </a:bodyPr>
          <a:lstStyle/>
          <a:p>
            <a:pPr>
              <a:spcAft>
                <a:spcPts val="0"/>
              </a:spcAft>
              <a:defRPr sz="1400" b="0">
                <a:solidFill>
                  <a:srgbClr val="C65326"/>
                </a:solidFill>
                <a:latin typeface="Arial"/>
              </a:defRPr>
            </a:pPr>
            <a:r>
              <a:t>BIAS</a:t>
            </a:r>
          </a:p>
        </p:txBody>
      </p:sp>
      <p:sp>
        <p:nvSpPr>
          <p:cNvPr id="6" name="TextBox 5"/>
          <p:cNvSpPr txBox="1"/>
          <p:nvPr/>
        </p:nvSpPr>
        <p:spPr>
          <a:xfrm>
            <a:off x="914400" y="3566160"/>
            <a:ext cx="4572000" cy="1463040"/>
          </a:xfrm>
          <a:prstGeom prst="rect">
            <a:avLst/>
          </a:prstGeom>
          <a:noFill/>
        </p:spPr>
        <p:txBody>
          <a:bodyPr wrap="square" lIns="0" rIns="0" tIns="0" bIns="0">
            <a:spAutoFit/>
          </a:bodyPr>
          <a:lstStyle/>
          <a:p>
            <a:pPr>
              <a:spcAft>
                <a:spcPts val="0"/>
              </a:spcAft>
              <a:defRPr sz="3200" b="0">
                <a:solidFill>
                  <a:srgbClr val="181D16"/>
                </a:solidFill>
                <a:latin typeface="Arial"/>
              </a:defRPr>
            </a:pPr>
            <a:r>
              <a:t>Is the average</a:t>
            </a:r>
          </a:p>
          <a:p>
            <a:pPr>
              <a:spcAft>
                <a:spcPts val="0"/>
              </a:spcAft>
              <a:defRPr sz="3200" b="0">
                <a:solidFill>
                  <a:srgbClr val="181D16"/>
                </a:solidFill>
                <a:latin typeface="Arial"/>
              </a:defRPr>
            </a:pPr>
            <a:r>
              <a:t>prediction off?</a:t>
            </a:r>
          </a:p>
        </p:txBody>
      </p:sp>
      <p:sp>
        <p:nvSpPr>
          <p:cNvPr id="7" name="TextBox 6"/>
          <p:cNvSpPr txBox="1"/>
          <p:nvPr/>
        </p:nvSpPr>
        <p:spPr>
          <a:xfrm>
            <a:off x="6510528" y="2926080"/>
            <a:ext cx="4389120" cy="320040"/>
          </a:xfrm>
          <a:prstGeom prst="rect">
            <a:avLst/>
          </a:prstGeom>
          <a:noFill/>
        </p:spPr>
        <p:txBody>
          <a:bodyPr wrap="square" lIns="0" rIns="0" tIns="0" bIns="0">
            <a:spAutoFit/>
          </a:bodyPr>
          <a:lstStyle/>
          <a:p>
            <a:pPr>
              <a:spcAft>
                <a:spcPts val="0"/>
              </a:spcAft>
              <a:defRPr sz="1400" b="0">
                <a:solidFill>
                  <a:srgbClr val="7963AF"/>
                </a:solidFill>
                <a:latin typeface="Arial"/>
              </a:defRPr>
            </a:pPr>
            <a:r>
              <a:t>VARIANCE</a:t>
            </a:r>
          </a:p>
        </p:txBody>
      </p:sp>
      <p:sp>
        <p:nvSpPr>
          <p:cNvPr id="8" name="TextBox 7"/>
          <p:cNvSpPr txBox="1"/>
          <p:nvPr/>
        </p:nvSpPr>
        <p:spPr>
          <a:xfrm>
            <a:off x="6510528" y="3566160"/>
            <a:ext cx="4572000" cy="1463040"/>
          </a:xfrm>
          <a:prstGeom prst="rect">
            <a:avLst/>
          </a:prstGeom>
          <a:noFill/>
        </p:spPr>
        <p:txBody>
          <a:bodyPr wrap="square" lIns="0" rIns="0" tIns="0" bIns="0">
            <a:spAutoFit/>
          </a:bodyPr>
          <a:lstStyle/>
          <a:p>
            <a:pPr>
              <a:spcAft>
                <a:spcPts val="0"/>
              </a:spcAft>
              <a:defRPr sz="3200" b="0">
                <a:solidFill>
                  <a:srgbClr val="181D16"/>
                </a:solidFill>
                <a:latin typeface="Arial"/>
              </a:defRPr>
            </a:pPr>
            <a:r>
              <a:t>How much does</a:t>
            </a:r>
          </a:p>
          <a:p>
            <a:pPr>
              <a:spcAft>
                <a:spcPts val="0"/>
              </a:spcAft>
              <a:defRPr sz="3200" b="0">
                <a:solidFill>
                  <a:srgbClr val="181D16"/>
                </a:solidFill>
                <a:latin typeface="Arial"/>
              </a:defRPr>
            </a:pPr>
            <a:r>
              <a:t>retraining change it?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The bias–variance tradeoff</dc:title>
  <dc:subject>CMPSC 448 — bias and variance through repeated training</dc:subject>
  <dc:creator>CMPSC 448</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