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Transition: What happens when we train these models on different examples? That is where bias and variance help us understand the errors.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the same degree-12 polynomial procedure separately to each. Keep the inputs, model family, and fitting method fixed. At x = 0.5, A predicts 0.96, B 0.40, C 1.05, and D 1.00. The vertical guides mark that identical input. The orange dots are model predictions, not additional observations. Retraining changed the prediction even though the underlying problem did not change. Four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3,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148840"/>
            <a:ext cx="310896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310896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Freeform 68"/>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