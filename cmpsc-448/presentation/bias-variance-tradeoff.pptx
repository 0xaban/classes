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Both models use exactly the same 20 training observations and identical axis limits. They are degree-1 and degree-12 polynomial fits. The underlying relationship is quadratic. Do not reveal the degree-2 good fit yet; it appears in the repeated-sample comparison on slide 4. All examples use x in [-1, 1], independent Gaussian noise with standard deviation 0.16,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straight fit from slide 1 frozen. Reveal the first 25 observations from the independent 1,000-point test set; slide 3 will show exactly these same observations and axis limits. No model is refitted, and there is no distribution shift or extrapolation. The line still misses the curvature. Bias is the systematic difference between the average prediction over repeated training samples and the true regression function. Here the model family only permits straight lines, so even its average fit cannot capture curvature. The dashed curve is known because we generated this example; in practice it is hidden.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degree-12 fit from slide 1 frozen and reveal the exact same 25 unseen observations as slide 2. The model was trained on the original 20 points, not these new points. Its wiggles follow noise from training that is not repeated in the test sample. There is no distribution shift or extrapolation. After revealing the good-fit alternative on slide 4, use slide 6 to quantify why the lowest training loss does not guarantee the lowest test loss. Variance means variability of model predictions across possible training datasets, not variability of the input data and not simply a curve looking wiggly. One fit suggests noise-chasing; slide 4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This is the first reveal of the degree-2 good-fit model family. Each pale curve is one refit; the original fits from slides 1–3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0.16.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 degree-1 and degree-12 rows are the frozen models shown on slides 1–3. The degree-2 row is fitted to the same original training set; slide 4 introduced this model family through fresh refits. All rows use identical training and test data. Slides 2 and 3 display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6" name="TextBox 5"/>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7" name="Connector 6"/>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71570"/>
            <a:ext cx="4572000" cy="683971"/>
          </a:xfrm>
          <a:custGeom>
            <a:avLst/>
            <a:gdLst/>
            <a:ahLst/>
            <a:cxnLst/>
            <a:rect l="l" t="t" r="r" b="b"/>
            <a:pathLst>
              <a:path w="5000" h="748">
                <a:moveTo>
                  <a:pt x="0" y="748"/>
                </a:moveTo>
                <a:lnTo>
                  <a:pt x="13" y="746"/>
                </a:lnTo>
                <a:lnTo>
                  <a:pt x="25" y="744"/>
                </a:lnTo>
                <a:lnTo>
                  <a:pt x="38" y="742"/>
                </a:lnTo>
                <a:lnTo>
                  <a:pt x="50" y="741"/>
                </a:lnTo>
                <a:lnTo>
                  <a:pt x="63" y="739"/>
                </a:lnTo>
                <a:lnTo>
                  <a:pt x="75" y="737"/>
                </a:lnTo>
                <a:lnTo>
                  <a:pt x="88" y="735"/>
                </a:lnTo>
                <a:lnTo>
                  <a:pt x="100" y="733"/>
                </a:lnTo>
                <a:lnTo>
                  <a:pt x="113" y="731"/>
                </a:lnTo>
                <a:lnTo>
                  <a:pt x="125" y="729"/>
                </a:lnTo>
                <a:lnTo>
                  <a:pt x="138" y="727"/>
                </a:lnTo>
                <a:lnTo>
                  <a:pt x="150" y="726"/>
                </a:lnTo>
                <a:lnTo>
                  <a:pt x="163" y="724"/>
                </a:lnTo>
                <a:lnTo>
                  <a:pt x="175" y="722"/>
                </a:lnTo>
                <a:lnTo>
                  <a:pt x="188" y="720"/>
                </a:lnTo>
                <a:lnTo>
                  <a:pt x="201" y="718"/>
                </a:lnTo>
                <a:lnTo>
                  <a:pt x="213" y="716"/>
                </a:lnTo>
                <a:lnTo>
                  <a:pt x="226" y="714"/>
                </a:lnTo>
                <a:lnTo>
                  <a:pt x="238" y="712"/>
                </a:lnTo>
                <a:lnTo>
                  <a:pt x="251" y="711"/>
                </a:lnTo>
                <a:lnTo>
                  <a:pt x="263" y="709"/>
                </a:lnTo>
                <a:lnTo>
                  <a:pt x="276" y="707"/>
                </a:lnTo>
                <a:lnTo>
                  <a:pt x="288" y="705"/>
                </a:lnTo>
                <a:lnTo>
                  <a:pt x="301" y="703"/>
                </a:lnTo>
                <a:lnTo>
                  <a:pt x="313" y="701"/>
                </a:lnTo>
                <a:lnTo>
                  <a:pt x="326" y="699"/>
                </a:lnTo>
                <a:lnTo>
                  <a:pt x="338" y="697"/>
                </a:lnTo>
                <a:lnTo>
                  <a:pt x="351" y="696"/>
                </a:lnTo>
                <a:lnTo>
                  <a:pt x="363" y="694"/>
                </a:lnTo>
                <a:lnTo>
                  <a:pt x="376" y="692"/>
                </a:lnTo>
                <a:lnTo>
                  <a:pt x="388" y="690"/>
                </a:lnTo>
                <a:lnTo>
                  <a:pt x="401" y="688"/>
                </a:lnTo>
                <a:lnTo>
                  <a:pt x="414" y="686"/>
                </a:lnTo>
                <a:lnTo>
                  <a:pt x="426" y="684"/>
                </a:lnTo>
                <a:lnTo>
                  <a:pt x="439" y="682"/>
                </a:lnTo>
                <a:lnTo>
                  <a:pt x="451" y="681"/>
                </a:lnTo>
                <a:lnTo>
                  <a:pt x="464" y="679"/>
                </a:lnTo>
                <a:lnTo>
                  <a:pt x="476" y="677"/>
                </a:lnTo>
                <a:lnTo>
                  <a:pt x="489" y="675"/>
                </a:lnTo>
                <a:lnTo>
                  <a:pt x="501" y="673"/>
                </a:lnTo>
                <a:lnTo>
                  <a:pt x="514" y="671"/>
                </a:lnTo>
                <a:lnTo>
                  <a:pt x="526" y="669"/>
                </a:lnTo>
                <a:lnTo>
                  <a:pt x="539" y="667"/>
                </a:lnTo>
                <a:lnTo>
                  <a:pt x="551" y="666"/>
                </a:lnTo>
                <a:lnTo>
                  <a:pt x="564" y="664"/>
                </a:lnTo>
                <a:lnTo>
                  <a:pt x="576" y="662"/>
                </a:lnTo>
                <a:lnTo>
                  <a:pt x="589" y="660"/>
                </a:lnTo>
                <a:lnTo>
                  <a:pt x="602" y="658"/>
                </a:lnTo>
                <a:lnTo>
                  <a:pt x="614" y="656"/>
                </a:lnTo>
                <a:lnTo>
                  <a:pt x="627" y="654"/>
                </a:lnTo>
                <a:lnTo>
                  <a:pt x="639" y="652"/>
                </a:lnTo>
                <a:lnTo>
                  <a:pt x="652" y="651"/>
                </a:lnTo>
                <a:lnTo>
                  <a:pt x="664" y="649"/>
                </a:lnTo>
                <a:lnTo>
                  <a:pt x="677" y="647"/>
                </a:lnTo>
                <a:lnTo>
                  <a:pt x="689" y="645"/>
                </a:lnTo>
                <a:lnTo>
                  <a:pt x="702" y="643"/>
                </a:lnTo>
                <a:lnTo>
                  <a:pt x="714" y="641"/>
                </a:lnTo>
                <a:lnTo>
                  <a:pt x="727" y="639"/>
                </a:lnTo>
                <a:lnTo>
                  <a:pt x="739" y="637"/>
                </a:lnTo>
                <a:lnTo>
                  <a:pt x="752" y="636"/>
                </a:lnTo>
                <a:lnTo>
                  <a:pt x="764" y="634"/>
                </a:lnTo>
                <a:lnTo>
                  <a:pt x="777" y="632"/>
                </a:lnTo>
                <a:lnTo>
                  <a:pt x="789" y="630"/>
                </a:lnTo>
                <a:lnTo>
                  <a:pt x="802" y="628"/>
                </a:lnTo>
                <a:lnTo>
                  <a:pt x="815" y="626"/>
                </a:lnTo>
                <a:lnTo>
                  <a:pt x="827" y="624"/>
                </a:lnTo>
                <a:lnTo>
                  <a:pt x="840" y="622"/>
                </a:lnTo>
                <a:lnTo>
                  <a:pt x="852" y="621"/>
                </a:lnTo>
                <a:lnTo>
                  <a:pt x="865" y="619"/>
                </a:lnTo>
                <a:lnTo>
                  <a:pt x="877" y="617"/>
                </a:lnTo>
                <a:lnTo>
                  <a:pt x="890" y="615"/>
                </a:lnTo>
                <a:lnTo>
                  <a:pt x="902" y="613"/>
                </a:lnTo>
                <a:lnTo>
                  <a:pt x="915" y="611"/>
                </a:lnTo>
                <a:lnTo>
                  <a:pt x="927" y="609"/>
                </a:lnTo>
                <a:lnTo>
                  <a:pt x="940" y="607"/>
                </a:lnTo>
                <a:lnTo>
                  <a:pt x="952" y="606"/>
                </a:lnTo>
                <a:lnTo>
                  <a:pt x="965" y="604"/>
                </a:lnTo>
                <a:lnTo>
                  <a:pt x="977" y="602"/>
                </a:lnTo>
                <a:lnTo>
                  <a:pt x="990" y="600"/>
                </a:lnTo>
                <a:lnTo>
                  <a:pt x="1003" y="598"/>
                </a:lnTo>
                <a:lnTo>
                  <a:pt x="1015" y="596"/>
                </a:lnTo>
                <a:lnTo>
                  <a:pt x="1028" y="594"/>
                </a:lnTo>
                <a:lnTo>
                  <a:pt x="1040" y="592"/>
                </a:lnTo>
                <a:lnTo>
                  <a:pt x="1053" y="591"/>
                </a:lnTo>
                <a:lnTo>
                  <a:pt x="1065" y="589"/>
                </a:lnTo>
                <a:lnTo>
                  <a:pt x="1078" y="587"/>
                </a:lnTo>
                <a:lnTo>
                  <a:pt x="1090" y="585"/>
                </a:lnTo>
                <a:lnTo>
                  <a:pt x="1103" y="583"/>
                </a:lnTo>
                <a:lnTo>
                  <a:pt x="1115" y="581"/>
                </a:lnTo>
                <a:lnTo>
                  <a:pt x="1128" y="579"/>
                </a:lnTo>
                <a:lnTo>
                  <a:pt x="1140" y="577"/>
                </a:lnTo>
                <a:lnTo>
                  <a:pt x="1153" y="576"/>
                </a:lnTo>
                <a:lnTo>
                  <a:pt x="1165" y="574"/>
                </a:lnTo>
                <a:lnTo>
                  <a:pt x="1178" y="572"/>
                </a:lnTo>
                <a:lnTo>
                  <a:pt x="1190" y="570"/>
                </a:lnTo>
                <a:lnTo>
                  <a:pt x="1203" y="568"/>
                </a:lnTo>
                <a:lnTo>
                  <a:pt x="1216" y="566"/>
                </a:lnTo>
                <a:lnTo>
                  <a:pt x="1228" y="564"/>
                </a:lnTo>
                <a:lnTo>
                  <a:pt x="1241" y="562"/>
                </a:lnTo>
                <a:lnTo>
                  <a:pt x="1253" y="561"/>
                </a:lnTo>
                <a:lnTo>
                  <a:pt x="1266" y="559"/>
                </a:lnTo>
                <a:lnTo>
                  <a:pt x="1278" y="557"/>
                </a:lnTo>
                <a:lnTo>
                  <a:pt x="1291" y="555"/>
                </a:lnTo>
                <a:lnTo>
                  <a:pt x="1303" y="553"/>
                </a:lnTo>
                <a:lnTo>
                  <a:pt x="1316" y="551"/>
                </a:lnTo>
                <a:lnTo>
                  <a:pt x="1328" y="549"/>
                </a:lnTo>
                <a:lnTo>
                  <a:pt x="1341" y="547"/>
                </a:lnTo>
                <a:lnTo>
                  <a:pt x="1353" y="546"/>
                </a:lnTo>
                <a:lnTo>
                  <a:pt x="1366" y="544"/>
                </a:lnTo>
                <a:lnTo>
                  <a:pt x="1378" y="542"/>
                </a:lnTo>
                <a:lnTo>
                  <a:pt x="1391" y="540"/>
                </a:lnTo>
                <a:lnTo>
                  <a:pt x="1404" y="538"/>
                </a:lnTo>
                <a:lnTo>
                  <a:pt x="1416" y="536"/>
                </a:lnTo>
                <a:lnTo>
                  <a:pt x="1429" y="534"/>
                </a:lnTo>
                <a:lnTo>
                  <a:pt x="1441" y="533"/>
                </a:lnTo>
                <a:lnTo>
                  <a:pt x="1454" y="531"/>
                </a:lnTo>
                <a:lnTo>
                  <a:pt x="1466" y="529"/>
                </a:lnTo>
                <a:lnTo>
                  <a:pt x="1479" y="527"/>
                </a:lnTo>
                <a:lnTo>
                  <a:pt x="1491" y="525"/>
                </a:lnTo>
                <a:lnTo>
                  <a:pt x="1504" y="523"/>
                </a:lnTo>
                <a:lnTo>
                  <a:pt x="1516" y="521"/>
                </a:lnTo>
                <a:lnTo>
                  <a:pt x="1529" y="519"/>
                </a:lnTo>
                <a:lnTo>
                  <a:pt x="1541" y="518"/>
                </a:lnTo>
                <a:lnTo>
                  <a:pt x="1554" y="516"/>
                </a:lnTo>
                <a:lnTo>
                  <a:pt x="1566" y="514"/>
                </a:lnTo>
                <a:lnTo>
                  <a:pt x="1579" y="512"/>
                </a:lnTo>
                <a:lnTo>
                  <a:pt x="1591" y="510"/>
                </a:lnTo>
                <a:lnTo>
                  <a:pt x="1604" y="508"/>
                </a:lnTo>
                <a:lnTo>
                  <a:pt x="1617" y="506"/>
                </a:lnTo>
                <a:lnTo>
                  <a:pt x="1629" y="504"/>
                </a:lnTo>
                <a:lnTo>
                  <a:pt x="1642" y="503"/>
                </a:lnTo>
                <a:lnTo>
                  <a:pt x="1654" y="501"/>
                </a:lnTo>
                <a:lnTo>
                  <a:pt x="1667" y="499"/>
                </a:lnTo>
                <a:lnTo>
                  <a:pt x="1679" y="497"/>
                </a:lnTo>
                <a:lnTo>
                  <a:pt x="1692" y="495"/>
                </a:lnTo>
                <a:lnTo>
                  <a:pt x="1704" y="493"/>
                </a:lnTo>
                <a:lnTo>
                  <a:pt x="1717" y="491"/>
                </a:lnTo>
                <a:lnTo>
                  <a:pt x="1729" y="489"/>
                </a:lnTo>
                <a:lnTo>
                  <a:pt x="1742" y="488"/>
                </a:lnTo>
                <a:lnTo>
                  <a:pt x="1754" y="486"/>
                </a:lnTo>
                <a:lnTo>
                  <a:pt x="1767" y="484"/>
                </a:lnTo>
                <a:lnTo>
                  <a:pt x="1779" y="482"/>
                </a:lnTo>
                <a:lnTo>
                  <a:pt x="1792" y="480"/>
                </a:lnTo>
                <a:lnTo>
                  <a:pt x="1805" y="478"/>
                </a:lnTo>
                <a:lnTo>
                  <a:pt x="1817" y="476"/>
                </a:lnTo>
                <a:lnTo>
                  <a:pt x="1830" y="474"/>
                </a:lnTo>
                <a:lnTo>
                  <a:pt x="1842" y="473"/>
                </a:lnTo>
                <a:lnTo>
                  <a:pt x="1855" y="471"/>
                </a:lnTo>
                <a:lnTo>
                  <a:pt x="1867" y="469"/>
                </a:lnTo>
                <a:lnTo>
                  <a:pt x="1880" y="467"/>
                </a:lnTo>
                <a:lnTo>
                  <a:pt x="1892" y="465"/>
                </a:lnTo>
                <a:lnTo>
                  <a:pt x="1905" y="463"/>
                </a:lnTo>
                <a:lnTo>
                  <a:pt x="1917" y="461"/>
                </a:lnTo>
                <a:lnTo>
                  <a:pt x="1930" y="459"/>
                </a:lnTo>
                <a:lnTo>
                  <a:pt x="1942" y="458"/>
                </a:lnTo>
                <a:lnTo>
                  <a:pt x="1955" y="456"/>
                </a:lnTo>
                <a:lnTo>
                  <a:pt x="1967" y="454"/>
                </a:lnTo>
                <a:lnTo>
                  <a:pt x="1980" y="452"/>
                </a:lnTo>
                <a:lnTo>
                  <a:pt x="1992" y="450"/>
                </a:lnTo>
                <a:lnTo>
                  <a:pt x="2005" y="448"/>
                </a:lnTo>
                <a:lnTo>
                  <a:pt x="2018" y="446"/>
                </a:lnTo>
                <a:lnTo>
                  <a:pt x="2030" y="444"/>
                </a:lnTo>
                <a:lnTo>
                  <a:pt x="2043" y="443"/>
                </a:lnTo>
                <a:lnTo>
                  <a:pt x="2055" y="441"/>
                </a:lnTo>
                <a:lnTo>
                  <a:pt x="2068" y="439"/>
                </a:lnTo>
                <a:lnTo>
                  <a:pt x="2080" y="437"/>
                </a:lnTo>
                <a:lnTo>
                  <a:pt x="2093" y="435"/>
                </a:lnTo>
                <a:lnTo>
                  <a:pt x="2105" y="433"/>
                </a:lnTo>
                <a:lnTo>
                  <a:pt x="2118" y="431"/>
                </a:lnTo>
                <a:lnTo>
                  <a:pt x="2130" y="429"/>
                </a:lnTo>
                <a:lnTo>
                  <a:pt x="2143" y="428"/>
                </a:lnTo>
                <a:lnTo>
                  <a:pt x="2155" y="426"/>
                </a:lnTo>
                <a:lnTo>
                  <a:pt x="2168" y="424"/>
                </a:lnTo>
                <a:lnTo>
                  <a:pt x="2180" y="422"/>
                </a:lnTo>
                <a:lnTo>
                  <a:pt x="2193" y="420"/>
                </a:lnTo>
                <a:lnTo>
                  <a:pt x="2206" y="418"/>
                </a:lnTo>
                <a:lnTo>
                  <a:pt x="2218" y="416"/>
                </a:lnTo>
                <a:lnTo>
                  <a:pt x="2231" y="414"/>
                </a:lnTo>
                <a:lnTo>
                  <a:pt x="2243" y="413"/>
                </a:lnTo>
                <a:lnTo>
                  <a:pt x="2256" y="411"/>
                </a:lnTo>
                <a:lnTo>
                  <a:pt x="2268" y="409"/>
                </a:lnTo>
                <a:lnTo>
                  <a:pt x="2281" y="407"/>
                </a:lnTo>
                <a:lnTo>
                  <a:pt x="2293" y="405"/>
                </a:lnTo>
                <a:lnTo>
                  <a:pt x="2306" y="403"/>
                </a:lnTo>
                <a:lnTo>
                  <a:pt x="2318" y="401"/>
                </a:lnTo>
                <a:lnTo>
                  <a:pt x="2331" y="399"/>
                </a:lnTo>
                <a:lnTo>
                  <a:pt x="2343" y="398"/>
                </a:lnTo>
                <a:lnTo>
                  <a:pt x="2356" y="396"/>
                </a:lnTo>
                <a:lnTo>
                  <a:pt x="2368" y="394"/>
                </a:lnTo>
                <a:lnTo>
                  <a:pt x="2381" y="392"/>
                </a:lnTo>
                <a:lnTo>
                  <a:pt x="2393" y="390"/>
                </a:lnTo>
                <a:lnTo>
                  <a:pt x="2406" y="388"/>
                </a:lnTo>
                <a:lnTo>
                  <a:pt x="2419" y="386"/>
                </a:lnTo>
                <a:lnTo>
                  <a:pt x="2431" y="384"/>
                </a:lnTo>
                <a:lnTo>
                  <a:pt x="2444" y="383"/>
                </a:lnTo>
                <a:lnTo>
                  <a:pt x="2456" y="381"/>
                </a:lnTo>
                <a:lnTo>
                  <a:pt x="2469" y="379"/>
                </a:lnTo>
                <a:lnTo>
                  <a:pt x="2481" y="377"/>
                </a:lnTo>
                <a:lnTo>
                  <a:pt x="2494" y="375"/>
                </a:lnTo>
                <a:lnTo>
                  <a:pt x="2506" y="373"/>
                </a:lnTo>
                <a:lnTo>
                  <a:pt x="2519" y="371"/>
                </a:lnTo>
                <a:lnTo>
                  <a:pt x="2531" y="369"/>
                </a:lnTo>
                <a:lnTo>
                  <a:pt x="2544" y="368"/>
                </a:lnTo>
                <a:lnTo>
                  <a:pt x="2556" y="366"/>
                </a:lnTo>
                <a:lnTo>
                  <a:pt x="2569" y="364"/>
                </a:lnTo>
                <a:lnTo>
                  <a:pt x="2581" y="362"/>
                </a:lnTo>
                <a:lnTo>
                  <a:pt x="2594" y="360"/>
                </a:lnTo>
                <a:lnTo>
                  <a:pt x="2607" y="358"/>
                </a:lnTo>
                <a:lnTo>
                  <a:pt x="2619" y="356"/>
                </a:lnTo>
                <a:lnTo>
                  <a:pt x="2632" y="354"/>
                </a:lnTo>
                <a:lnTo>
                  <a:pt x="2644" y="353"/>
                </a:lnTo>
                <a:lnTo>
                  <a:pt x="2657" y="351"/>
                </a:lnTo>
                <a:lnTo>
                  <a:pt x="2669" y="349"/>
                </a:lnTo>
                <a:lnTo>
                  <a:pt x="2682" y="347"/>
                </a:lnTo>
                <a:lnTo>
                  <a:pt x="2694" y="345"/>
                </a:lnTo>
                <a:lnTo>
                  <a:pt x="2707" y="343"/>
                </a:lnTo>
                <a:lnTo>
                  <a:pt x="2719" y="341"/>
                </a:lnTo>
                <a:lnTo>
                  <a:pt x="2732" y="339"/>
                </a:lnTo>
                <a:lnTo>
                  <a:pt x="2744" y="338"/>
                </a:lnTo>
                <a:lnTo>
                  <a:pt x="2757" y="336"/>
                </a:lnTo>
                <a:lnTo>
                  <a:pt x="2769" y="334"/>
                </a:lnTo>
                <a:lnTo>
                  <a:pt x="2782" y="332"/>
                </a:lnTo>
                <a:lnTo>
                  <a:pt x="2794" y="330"/>
                </a:lnTo>
                <a:lnTo>
                  <a:pt x="2807" y="328"/>
                </a:lnTo>
                <a:lnTo>
                  <a:pt x="2820" y="326"/>
                </a:lnTo>
                <a:lnTo>
                  <a:pt x="2832" y="324"/>
                </a:lnTo>
                <a:lnTo>
                  <a:pt x="2845" y="323"/>
                </a:lnTo>
                <a:lnTo>
                  <a:pt x="2857" y="321"/>
                </a:lnTo>
                <a:lnTo>
                  <a:pt x="2870" y="319"/>
                </a:lnTo>
                <a:lnTo>
                  <a:pt x="2882" y="317"/>
                </a:lnTo>
                <a:lnTo>
                  <a:pt x="2895" y="315"/>
                </a:lnTo>
                <a:lnTo>
                  <a:pt x="2907" y="313"/>
                </a:lnTo>
                <a:lnTo>
                  <a:pt x="2920" y="311"/>
                </a:lnTo>
                <a:lnTo>
                  <a:pt x="2932" y="309"/>
                </a:lnTo>
                <a:lnTo>
                  <a:pt x="2945" y="308"/>
                </a:lnTo>
                <a:lnTo>
                  <a:pt x="2957" y="306"/>
                </a:lnTo>
                <a:lnTo>
                  <a:pt x="2970" y="304"/>
                </a:lnTo>
                <a:lnTo>
                  <a:pt x="2982" y="302"/>
                </a:lnTo>
                <a:lnTo>
                  <a:pt x="2995" y="300"/>
                </a:lnTo>
                <a:lnTo>
                  <a:pt x="3008" y="298"/>
                </a:lnTo>
                <a:lnTo>
                  <a:pt x="3020" y="296"/>
                </a:lnTo>
                <a:lnTo>
                  <a:pt x="3033" y="294"/>
                </a:lnTo>
                <a:lnTo>
                  <a:pt x="3045" y="293"/>
                </a:lnTo>
                <a:lnTo>
                  <a:pt x="3058" y="291"/>
                </a:lnTo>
                <a:lnTo>
                  <a:pt x="3070" y="289"/>
                </a:lnTo>
                <a:lnTo>
                  <a:pt x="3083" y="287"/>
                </a:lnTo>
                <a:lnTo>
                  <a:pt x="3095" y="285"/>
                </a:lnTo>
                <a:lnTo>
                  <a:pt x="3108" y="283"/>
                </a:lnTo>
                <a:lnTo>
                  <a:pt x="3120" y="281"/>
                </a:lnTo>
                <a:lnTo>
                  <a:pt x="3133" y="279"/>
                </a:lnTo>
                <a:lnTo>
                  <a:pt x="3145" y="278"/>
                </a:lnTo>
                <a:lnTo>
                  <a:pt x="3158" y="276"/>
                </a:lnTo>
                <a:lnTo>
                  <a:pt x="3170" y="274"/>
                </a:lnTo>
                <a:lnTo>
                  <a:pt x="3183" y="272"/>
                </a:lnTo>
                <a:lnTo>
                  <a:pt x="3195" y="270"/>
                </a:lnTo>
                <a:lnTo>
                  <a:pt x="3208" y="268"/>
                </a:lnTo>
                <a:lnTo>
                  <a:pt x="3221" y="266"/>
                </a:lnTo>
                <a:lnTo>
                  <a:pt x="3233" y="264"/>
                </a:lnTo>
                <a:lnTo>
                  <a:pt x="3246" y="263"/>
                </a:lnTo>
                <a:lnTo>
                  <a:pt x="3258" y="261"/>
                </a:lnTo>
                <a:lnTo>
                  <a:pt x="3271" y="259"/>
                </a:lnTo>
                <a:lnTo>
                  <a:pt x="3283" y="257"/>
                </a:lnTo>
                <a:lnTo>
                  <a:pt x="3296" y="255"/>
                </a:lnTo>
                <a:lnTo>
                  <a:pt x="3308" y="253"/>
                </a:lnTo>
                <a:lnTo>
                  <a:pt x="3321" y="251"/>
                </a:lnTo>
                <a:lnTo>
                  <a:pt x="3333" y="249"/>
                </a:lnTo>
                <a:lnTo>
                  <a:pt x="3346" y="248"/>
                </a:lnTo>
                <a:lnTo>
                  <a:pt x="3358" y="246"/>
                </a:lnTo>
                <a:lnTo>
                  <a:pt x="3371" y="244"/>
                </a:lnTo>
                <a:lnTo>
                  <a:pt x="3383" y="242"/>
                </a:lnTo>
                <a:lnTo>
                  <a:pt x="3396" y="240"/>
                </a:lnTo>
                <a:lnTo>
                  <a:pt x="3409" y="238"/>
                </a:lnTo>
                <a:lnTo>
                  <a:pt x="3421" y="236"/>
                </a:lnTo>
                <a:lnTo>
                  <a:pt x="3434" y="234"/>
                </a:lnTo>
                <a:lnTo>
                  <a:pt x="3446" y="233"/>
                </a:lnTo>
                <a:lnTo>
                  <a:pt x="3459" y="231"/>
                </a:lnTo>
                <a:lnTo>
                  <a:pt x="3471" y="229"/>
                </a:lnTo>
                <a:lnTo>
                  <a:pt x="3484" y="227"/>
                </a:lnTo>
                <a:lnTo>
                  <a:pt x="3496" y="225"/>
                </a:lnTo>
                <a:lnTo>
                  <a:pt x="3509" y="223"/>
                </a:lnTo>
                <a:lnTo>
                  <a:pt x="3521" y="221"/>
                </a:lnTo>
                <a:lnTo>
                  <a:pt x="3534" y="219"/>
                </a:lnTo>
                <a:lnTo>
                  <a:pt x="3546" y="218"/>
                </a:lnTo>
                <a:lnTo>
                  <a:pt x="3559" y="216"/>
                </a:lnTo>
                <a:lnTo>
                  <a:pt x="3571" y="214"/>
                </a:lnTo>
                <a:lnTo>
                  <a:pt x="3584" y="212"/>
                </a:lnTo>
                <a:lnTo>
                  <a:pt x="3596" y="210"/>
                </a:lnTo>
                <a:lnTo>
                  <a:pt x="3609" y="208"/>
                </a:lnTo>
                <a:lnTo>
                  <a:pt x="3622" y="206"/>
                </a:lnTo>
                <a:lnTo>
                  <a:pt x="3634" y="204"/>
                </a:lnTo>
                <a:lnTo>
                  <a:pt x="3647" y="203"/>
                </a:lnTo>
                <a:lnTo>
                  <a:pt x="3659" y="201"/>
                </a:lnTo>
                <a:lnTo>
                  <a:pt x="3672" y="199"/>
                </a:lnTo>
                <a:lnTo>
                  <a:pt x="3684" y="197"/>
                </a:lnTo>
                <a:lnTo>
                  <a:pt x="3697" y="195"/>
                </a:lnTo>
                <a:lnTo>
                  <a:pt x="3709" y="193"/>
                </a:lnTo>
                <a:lnTo>
                  <a:pt x="3722" y="191"/>
                </a:lnTo>
                <a:lnTo>
                  <a:pt x="3734" y="189"/>
                </a:lnTo>
                <a:lnTo>
                  <a:pt x="3747" y="188"/>
                </a:lnTo>
                <a:lnTo>
                  <a:pt x="3759" y="186"/>
                </a:lnTo>
                <a:lnTo>
                  <a:pt x="3772" y="184"/>
                </a:lnTo>
                <a:lnTo>
                  <a:pt x="3784" y="182"/>
                </a:lnTo>
                <a:lnTo>
                  <a:pt x="3797" y="180"/>
                </a:lnTo>
                <a:lnTo>
                  <a:pt x="3810" y="178"/>
                </a:lnTo>
                <a:lnTo>
                  <a:pt x="3822" y="176"/>
                </a:lnTo>
                <a:lnTo>
                  <a:pt x="3835" y="174"/>
                </a:lnTo>
                <a:lnTo>
                  <a:pt x="3847" y="173"/>
                </a:lnTo>
                <a:lnTo>
                  <a:pt x="3860" y="171"/>
                </a:lnTo>
                <a:lnTo>
                  <a:pt x="3872" y="169"/>
                </a:lnTo>
                <a:lnTo>
                  <a:pt x="3885" y="167"/>
                </a:lnTo>
                <a:lnTo>
                  <a:pt x="3897" y="165"/>
                </a:lnTo>
                <a:lnTo>
                  <a:pt x="3910" y="163"/>
                </a:lnTo>
                <a:lnTo>
                  <a:pt x="3922" y="161"/>
                </a:lnTo>
                <a:lnTo>
                  <a:pt x="3935" y="159"/>
                </a:lnTo>
                <a:lnTo>
                  <a:pt x="3947" y="158"/>
                </a:lnTo>
                <a:lnTo>
                  <a:pt x="3960" y="156"/>
                </a:lnTo>
                <a:lnTo>
                  <a:pt x="3972" y="154"/>
                </a:lnTo>
                <a:lnTo>
                  <a:pt x="3985" y="152"/>
                </a:lnTo>
                <a:lnTo>
                  <a:pt x="3997" y="150"/>
                </a:lnTo>
                <a:lnTo>
                  <a:pt x="4010" y="148"/>
                </a:lnTo>
                <a:lnTo>
                  <a:pt x="4023" y="146"/>
                </a:lnTo>
                <a:lnTo>
                  <a:pt x="4035" y="144"/>
                </a:lnTo>
                <a:lnTo>
                  <a:pt x="4048" y="143"/>
                </a:lnTo>
                <a:lnTo>
                  <a:pt x="4060" y="141"/>
                </a:lnTo>
                <a:lnTo>
                  <a:pt x="4073" y="139"/>
                </a:lnTo>
                <a:lnTo>
                  <a:pt x="4085" y="137"/>
                </a:lnTo>
                <a:lnTo>
                  <a:pt x="4098" y="135"/>
                </a:lnTo>
                <a:lnTo>
                  <a:pt x="4110" y="133"/>
                </a:lnTo>
                <a:lnTo>
                  <a:pt x="4123" y="131"/>
                </a:lnTo>
                <a:lnTo>
                  <a:pt x="4135" y="129"/>
                </a:lnTo>
                <a:lnTo>
                  <a:pt x="4148" y="128"/>
                </a:lnTo>
                <a:lnTo>
                  <a:pt x="4160" y="126"/>
                </a:lnTo>
                <a:lnTo>
                  <a:pt x="4173" y="124"/>
                </a:lnTo>
                <a:lnTo>
                  <a:pt x="4185" y="122"/>
                </a:lnTo>
                <a:lnTo>
                  <a:pt x="4198" y="120"/>
                </a:lnTo>
                <a:lnTo>
                  <a:pt x="4211" y="118"/>
                </a:lnTo>
                <a:lnTo>
                  <a:pt x="4223" y="116"/>
                </a:lnTo>
                <a:lnTo>
                  <a:pt x="4236" y="115"/>
                </a:lnTo>
                <a:lnTo>
                  <a:pt x="4248" y="113"/>
                </a:lnTo>
                <a:lnTo>
                  <a:pt x="4261" y="111"/>
                </a:lnTo>
                <a:lnTo>
                  <a:pt x="4273" y="109"/>
                </a:lnTo>
                <a:lnTo>
                  <a:pt x="4286" y="107"/>
                </a:lnTo>
                <a:lnTo>
                  <a:pt x="4298" y="105"/>
                </a:lnTo>
                <a:lnTo>
                  <a:pt x="4311" y="103"/>
                </a:lnTo>
                <a:lnTo>
                  <a:pt x="4323" y="101"/>
                </a:lnTo>
                <a:lnTo>
                  <a:pt x="4336" y="100"/>
                </a:lnTo>
                <a:lnTo>
                  <a:pt x="4348" y="98"/>
                </a:lnTo>
                <a:lnTo>
                  <a:pt x="4361" y="96"/>
                </a:lnTo>
                <a:lnTo>
                  <a:pt x="4373" y="94"/>
                </a:lnTo>
                <a:lnTo>
                  <a:pt x="4386" y="92"/>
                </a:lnTo>
                <a:lnTo>
                  <a:pt x="4398" y="90"/>
                </a:lnTo>
                <a:lnTo>
                  <a:pt x="4411" y="88"/>
                </a:lnTo>
                <a:lnTo>
                  <a:pt x="4424" y="86"/>
                </a:lnTo>
                <a:lnTo>
                  <a:pt x="4436" y="85"/>
                </a:lnTo>
                <a:lnTo>
                  <a:pt x="4449" y="83"/>
                </a:lnTo>
                <a:lnTo>
                  <a:pt x="4461" y="81"/>
                </a:lnTo>
                <a:lnTo>
                  <a:pt x="4474" y="79"/>
                </a:lnTo>
                <a:lnTo>
                  <a:pt x="4486" y="77"/>
                </a:lnTo>
                <a:lnTo>
                  <a:pt x="4499" y="75"/>
                </a:lnTo>
                <a:lnTo>
                  <a:pt x="4511" y="73"/>
                </a:lnTo>
                <a:lnTo>
                  <a:pt x="4524" y="71"/>
                </a:lnTo>
                <a:lnTo>
                  <a:pt x="4536" y="70"/>
                </a:lnTo>
                <a:lnTo>
                  <a:pt x="4549" y="68"/>
                </a:lnTo>
                <a:lnTo>
                  <a:pt x="4561" y="66"/>
                </a:lnTo>
                <a:lnTo>
                  <a:pt x="4574" y="64"/>
                </a:lnTo>
                <a:lnTo>
                  <a:pt x="4586" y="62"/>
                </a:lnTo>
                <a:lnTo>
                  <a:pt x="4599" y="60"/>
                </a:lnTo>
                <a:lnTo>
                  <a:pt x="4612" y="58"/>
                </a:lnTo>
                <a:lnTo>
                  <a:pt x="4624" y="56"/>
                </a:lnTo>
                <a:lnTo>
                  <a:pt x="4637" y="55"/>
                </a:lnTo>
                <a:lnTo>
                  <a:pt x="4649" y="53"/>
                </a:lnTo>
                <a:lnTo>
                  <a:pt x="4662" y="51"/>
                </a:lnTo>
                <a:lnTo>
                  <a:pt x="4674" y="49"/>
                </a:lnTo>
                <a:lnTo>
                  <a:pt x="4687" y="47"/>
                </a:lnTo>
                <a:lnTo>
                  <a:pt x="4699" y="45"/>
                </a:lnTo>
                <a:lnTo>
                  <a:pt x="4712" y="43"/>
                </a:lnTo>
                <a:lnTo>
                  <a:pt x="4724" y="41"/>
                </a:lnTo>
                <a:lnTo>
                  <a:pt x="4737" y="40"/>
                </a:lnTo>
                <a:lnTo>
                  <a:pt x="4749" y="38"/>
                </a:lnTo>
                <a:lnTo>
                  <a:pt x="4762" y="36"/>
                </a:lnTo>
                <a:lnTo>
                  <a:pt x="4774" y="34"/>
                </a:lnTo>
                <a:lnTo>
                  <a:pt x="4787" y="32"/>
                </a:lnTo>
                <a:lnTo>
                  <a:pt x="4799" y="30"/>
                </a:lnTo>
                <a:lnTo>
                  <a:pt x="4812" y="28"/>
                </a:lnTo>
                <a:lnTo>
                  <a:pt x="4825" y="26"/>
                </a:lnTo>
                <a:lnTo>
                  <a:pt x="4837" y="25"/>
                </a:lnTo>
                <a:lnTo>
                  <a:pt x="4850" y="23"/>
                </a:lnTo>
                <a:lnTo>
                  <a:pt x="4862" y="21"/>
                </a:lnTo>
                <a:lnTo>
                  <a:pt x="4875" y="19"/>
                </a:lnTo>
                <a:lnTo>
                  <a:pt x="4887" y="17"/>
                </a:lnTo>
                <a:lnTo>
                  <a:pt x="4900" y="15"/>
                </a:lnTo>
                <a:lnTo>
                  <a:pt x="4912" y="13"/>
                </a:lnTo>
                <a:lnTo>
                  <a:pt x="4925" y="11"/>
                </a:lnTo>
                <a:lnTo>
                  <a:pt x="4937" y="10"/>
                </a:lnTo>
                <a:lnTo>
                  <a:pt x="4950" y="8"/>
                </a:lnTo>
                <a:lnTo>
                  <a:pt x="4962" y="6"/>
                </a:lnTo>
                <a:lnTo>
                  <a:pt x="4975" y="4"/>
                </a:lnTo>
                <a:lnTo>
                  <a:pt x="4987"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845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95595" y="3886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336227" y="4085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576858" y="42219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817490" y="42115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058121" y="4677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298753" y="46607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539385" y="479135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780016" y="4641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020648" y="448123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261279" y="45831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501911" y="44538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742542" y="469374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3983174" y="43089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223806" y="43184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464437" y="380112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705069" y="3739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4945700" y="35266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186332" y="34329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5426964" y="3089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33" name="Connector 32"/>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3130906"/>
            <a:ext cx="4572000" cy="1684325"/>
          </a:xfrm>
          <a:custGeom>
            <a:avLst/>
            <a:gdLst/>
            <a:ahLst/>
            <a:cxnLst/>
            <a:rect l="l" t="t" r="r" b="b"/>
            <a:pathLst>
              <a:path w="5000" h="1842">
                <a:moveTo>
                  <a:pt x="0" y="827"/>
                </a:moveTo>
                <a:lnTo>
                  <a:pt x="13" y="790"/>
                </a:lnTo>
                <a:lnTo>
                  <a:pt x="25" y="760"/>
                </a:lnTo>
                <a:lnTo>
                  <a:pt x="38" y="737"/>
                </a:lnTo>
                <a:lnTo>
                  <a:pt x="50" y="720"/>
                </a:lnTo>
                <a:lnTo>
                  <a:pt x="63" y="708"/>
                </a:lnTo>
                <a:lnTo>
                  <a:pt x="75" y="700"/>
                </a:lnTo>
                <a:lnTo>
                  <a:pt x="88" y="697"/>
                </a:lnTo>
                <a:lnTo>
                  <a:pt x="100" y="697"/>
                </a:lnTo>
                <a:lnTo>
                  <a:pt x="113" y="700"/>
                </a:lnTo>
                <a:lnTo>
                  <a:pt x="125" y="706"/>
                </a:lnTo>
                <a:lnTo>
                  <a:pt x="138" y="715"/>
                </a:lnTo>
                <a:lnTo>
                  <a:pt x="150" y="725"/>
                </a:lnTo>
                <a:lnTo>
                  <a:pt x="163" y="737"/>
                </a:lnTo>
                <a:lnTo>
                  <a:pt x="175" y="751"/>
                </a:lnTo>
                <a:lnTo>
                  <a:pt x="188" y="766"/>
                </a:lnTo>
                <a:lnTo>
                  <a:pt x="201" y="782"/>
                </a:lnTo>
                <a:lnTo>
                  <a:pt x="213" y="798"/>
                </a:lnTo>
                <a:lnTo>
                  <a:pt x="226" y="815"/>
                </a:lnTo>
                <a:lnTo>
                  <a:pt x="238" y="832"/>
                </a:lnTo>
                <a:lnTo>
                  <a:pt x="251" y="849"/>
                </a:lnTo>
                <a:lnTo>
                  <a:pt x="263" y="867"/>
                </a:lnTo>
                <a:lnTo>
                  <a:pt x="276" y="884"/>
                </a:lnTo>
                <a:lnTo>
                  <a:pt x="288" y="901"/>
                </a:lnTo>
                <a:lnTo>
                  <a:pt x="301" y="917"/>
                </a:lnTo>
                <a:lnTo>
                  <a:pt x="313" y="933"/>
                </a:lnTo>
                <a:lnTo>
                  <a:pt x="326" y="949"/>
                </a:lnTo>
                <a:lnTo>
                  <a:pt x="338" y="964"/>
                </a:lnTo>
                <a:lnTo>
                  <a:pt x="351" y="978"/>
                </a:lnTo>
                <a:lnTo>
                  <a:pt x="363" y="992"/>
                </a:lnTo>
                <a:lnTo>
                  <a:pt x="376" y="1005"/>
                </a:lnTo>
                <a:lnTo>
                  <a:pt x="388" y="1018"/>
                </a:lnTo>
                <a:lnTo>
                  <a:pt x="401" y="1030"/>
                </a:lnTo>
                <a:lnTo>
                  <a:pt x="414" y="1041"/>
                </a:lnTo>
                <a:lnTo>
                  <a:pt x="426" y="1051"/>
                </a:lnTo>
                <a:lnTo>
                  <a:pt x="439" y="1061"/>
                </a:lnTo>
                <a:lnTo>
                  <a:pt x="451" y="1070"/>
                </a:lnTo>
                <a:lnTo>
                  <a:pt x="464" y="1078"/>
                </a:lnTo>
                <a:lnTo>
                  <a:pt x="476" y="1086"/>
                </a:lnTo>
                <a:lnTo>
                  <a:pt x="489" y="1093"/>
                </a:lnTo>
                <a:lnTo>
                  <a:pt x="501" y="1099"/>
                </a:lnTo>
                <a:lnTo>
                  <a:pt x="514" y="1105"/>
                </a:lnTo>
                <a:lnTo>
                  <a:pt x="526" y="1111"/>
                </a:lnTo>
                <a:lnTo>
                  <a:pt x="539" y="1116"/>
                </a:lnTo>
                <a:lnTo>
                  <a:pt x="551" y="1120"/>
                </a:lnTo>
                <a:lnTo>
                  <a:pt x="564" y="1124"/>
                </a:lnTo>
                <a:lnTo>
                  <a:pt x="576" y="1128"/>
                </a:lnTo>
                <a:lnTo>
                  <a:pt x="589" y="1131"/>
                </a:lnTo>
                <a:lnTo>
                  <a:pt x="602" y="1135"/>
                </a:lnTo>
                <a:lnTo>
                  <a:pt x="614" y="1138"/>
                </a:lnTo>
                <a:lnTo>
                  <a:pt x="627" y="1140"/>
                </a:lnTo>
                <a:lnTo>
                  <a:pt x="639" y="1143"/>
                </a:lnTo>
                <a:lnTo>
                  <a:pt x="652" y="1145"/>
                </a:lnTo>
                <a:lnTo>
                  <a:pt x="664" y="1148"/>
                </a:lnTo>
                <a:lnTo>
                  <a:pt x="677" y="1150"/>
                </a:lnTo>
                <a:lnTo>
                  <a:pt x="689" y="1153"/>
                </a:lnTo>
                <a:lnTo>
                  <a:pt x="702" y="1155"/>
                </a:lnTo>
                <a:lnTo>
                  <a:pt x="714" y="1158"/>
                </a:lnTo>
                <a:lnTo>
                  <a:pt x="727" y="1161"/>
                </a:lnTo>
                <a:lnTo>
                  <a:pt x="739" y="1163"/>
                </a:lnTo>
                <a:lnTo>
                  <a:pt x="752" y="1166"/>
                </a:lnTo>
                <a:lnTo>
                  <a:pt x="764" y="1170"/>
                </a:lnTo>
                <a:lnTo>
                  <a:pt x="777" y="1173"/>
                </a:lnTo>
                <a:lnTo>
                  <a:pt x="789" y="1177"/>
                </a:lnTo>
                <a:lnTo>
                  <a:pt x="802" y="1181"/>
                </a:lnTo>
                <a:lnTo>
                  <a:pt x="815" y="1185"/>
                </a:lnTo>
                <a:lnTo>
                  <a:pt x="827" y="1190"/>
                </a:lnTo>
                <a:lnTo>
                  <a:pt x="840" y="1195"/>
                </a:lnTo>
                <a:lnTo>
                  <a:pt x="852" y="1200"/>
                </a:lnTo>
                <a:lnTo>
                  <a:pt x="865" y="1206"/>
                </a:lnTo>
                <a:lnTo>
                  <a:pt x="877" y="1212"/>
                </a:lnTo>
                <a:lnTo>
                  <a:pt x="890" y="1218"/>
                </a:lnTo>
                <a:lnTo>
                  <a:pt x="902" y="1225"/>
                </a:lnTo>
                <a:lnTo>
                  <a:pt x="915" y="1232"/>
                </a:lnTo>
                <a:lnTo>
                  <a:pt x="927" y="1240"/>
                </a:lnTo>
                <a:lnTo>
                  <a:pt x="940" y="1248"/>
                </a:lnTo>
                <a:lnTo>
                  <a:pt x="952" y="1256"/>
                </a:lnTo>
                <a:lnTo>
                  <a:pt x="965" y="1265"/>
                </a:lnTo>
                <a:lnTo>
                  <a:pt x="977" y="1274"/>
                </a:lnTo>
                <a:lnTo>
                  <a:pt x="990" y="1284"/>
                </a:lnTo>
                <a:lnTo>
                  <a:pt x="1003" y="1294"/>
                </a:lnTo>
                <a:lnTo>
                  <a:pt x="1015" y="1304"/>
                </a:lnTo>
                <a:lnTo>
                  <a:pt x="1028" y="1315"/>
                </a:lnTo>
                <a:lnTo>
                  <a:pt x="1040" y="1325"/>
                </a:lnTo>
                <a:lnTo>
                  <a:pt x="1053" y="1337"/>
                </a:lnTo>
                <a:lnTo>
                  <a:pt x="1065" y="1348"/>
                </a:lnTo>
                <a:lnTo>
                  <a:pt x="1078" y="1360"/>
                </a:lnTo>
                <a:lnTo>
                  <a:pt x="1090" y="1372"/>
                </a:lnTo>
                <a:lnTo>
                  <a:pt x="1103" y="1384"/>
                </a:lnTo>
                <a:lnTo>
                  <a:pt x="1115" y="1397"/>
                </a:lnTo>
                <a:lnTo>
                  <a:pt x="1128" y="1409"/>
                </a:lnTo>
                <a:lnTo>
                  <a:pt x="1140" y="1422"/>
                </a:lnTo>
                <a:lnTo>
                  <a:pt x="1153" y="1435"/>
                </a:lnTo>
                <a:lnTo>
                  <a:pt x="1165" y="1448"/>
                </a:lnTo>
                <a:lnTo>
                  <a:pt x="1178" y="1462"/>
                </a:lnTo>
                <a:lnTo>
                  <a:pt x="1190" y="1475"/>
                </a:lnTo>
                <a:lnTo>
                  <a:pt x="1203" y="1489"/>
                </a:lnTo>
                <a:lnTo>
                  <a:pt x="1216" y="1502"/>
                </a:lnTo>
                <a:lnTo>
                  <a:pt x="1228" y="1516"/>
                </a:lnTo>
                <a:lnTo>
                  <a:pt x="1241" y="1529"/>
                </a:lnTo>
                <a:lnTo>
                  <a:pt x="1253" y="1543"/>
                </a:lnTo>
                <a:lnTo>
                  <a:pt x="1266" y="1556"/>
                </a:lnTo>
                <a:lnTo>
                  <a:pt x="1278" y="1569"/>
                </a:lnTo>
                <a:lnTo>
                  <a:pt x="1291" y="1582"/>
                </a:lnTo>
                <a:lnTo>
                  <a:pt x="1303" y="1596"/>
                </a:lnTo>
                <a:lnTo>
                  <a:pt x="1316" y="1609"/>
                </a:lnTo>
                <a:lnTo>
                  <a:pt x="1328" y="1621"/>
                </a:lnTo>
                <a:lnTo>
                  <a:pt x="1341" y="1634"/>
                </a:lnTo>
                <a:lnTo>
                  <a:pt x="1353" y="1646"/>
                </a:lnTo>
                <a:lnTo>
                  <a:pt x="1366" y="1658"/>
                </a:lnTo>
                <a:lnTo>
                  <a:pt x="1378" y="1670"/>
                </a:lnTo>
                <a:lnTo>
                  <a:pt x="1391" y="1682"/>
                </a:lnTo>
                <a:lnTo>
                  <a:pt x="1404" y="1693"/>
                </a:lnTo>
                <a:lnTo>
                  <a:pt x="1416" y="1704"/>
                </a:lnTo>
                <a:lnTo>
                  <a:pt x="1429" y="1715"/>
                </a:lnTo>
                <a:lnTo>
                  <a:pt x="1441" y="1725"/>
                </a:lnTo>
                <a:lnTo>
                  <a:pt x="1454" y="1735"/>
                </a:lnTo>
                <a:lnTo>
                  <a:pt x="1466" y="1745"/>
                </a:lnTo>
                <a:lnTo>
                  <a:pt x="1479" y="1754"/>
                </a:lnTo>
                <a:lnTo>
                  <a:pt x="1491" y="1763"/>
                </a:lnTo>
                <a:lnTo>
                  <a:pt x="1504" y="1771"/>
                </a:lnTo>
                <a:lnTo>
                  <a:pt x="1516" y="1779"/>
                </a:lnTo>
                <a:lnTo>
                  <a:pt x="1529" y="1786"/>
                </a:lnTo>
                <a:lnTo>
                  <a:pt x="1541" y="1793"/>
                </a:lnTo>
                <a:lnTo>
                  <a:pt x="1554" y="1800"/>
                </a:lnTo>
                <a:lnTo>
                  <a:pt x="1566" y="1806"/>
                </a:lnTo>
                <a:lnTo>
                  <a:pt x="1579" y="1812"/>
                </a:lnTo>
                <a:lnTo>
                  <a:pt x="1591" y="1817"/>
                </a:lnTo>
                <a:lnTo>
                  <a:pt x="1604" y="1822"/>
                </a:lnTo>
                <a:lnTo>
                  <a:pt x="1617" y="1826"/>
                </a:lnTo>
                <a:lnTo>
                  <a:pt x="1629" y="1829"/>
                </a:lnTo>
                <a:lnTo>
                  <a:pt x="1642" y="1833"/>
                </a:lnTo>
                <a:lnTo>
                  <a:pt x="1654" y="1835"/>
                </a:lnTo>
                <a:lnTo>
                  <a:pt x="1667" y="1838"/>
                </a:lnTo>
                <a:lnTo>
                  <a:pt x="1679" y="1840"/>
                </a:lnTo>
                <a:lnTo>
                  <a:pt x="1692" y="1841"/>
                </a:lnTo>
                <a:lnTo>
                  <a:pt x="1704" y="1842"/>
                </a:lnTo>
                <a:lnTo>
                  <a:pt x="1717" y="1842"/>
                </a:lnTo>
                <a:lnTo>
                  <a:pt x="1729" y="1842"/>
                </a:lnTo>
                <a:lnTo>
                  <a:pt x="1742" y="1842"/>
                </a:lnTo>
                <a:lnTo>
                  <a:pt x="1754" y="1841"/>
                </a:lnTo>
                <a:lnTo>
                  <a:pt x="1767" y="1839"/>
                </a:lnTo>
                <a:lnTo>
                  <a:pt x="1779" y="1838"/>
                </a:lnTo>
                <a:lnTo>
                  <a:pt x="1792" y="1835"/>
                </a:lnTo>
                <a:lnTo>
                  <a:pt x="1805" y="1833"/>
                </a:lnTo>
                <a:lnTo>
                  <a:pt x="1817" y="1830"/>
                </a:lnTo>
                <a:lnTo>
                  <a:pt x="1830" y="1826"/>
                </a:lnTo>
                <a:lnTo>
                  <a:pt x="1842" y="1823"/>
                </a:lnTo>
                <a:lnTo>
                  <a:pt x="1855" y="1819"/>
                </a:lnTo>
                <a:lnTo>
                  <a:pt x="1867" y="1814"/>
                </a:lnTo>
                <a:lnTo>
                  <a:pt x="1880" y="1810"/>
                </a:lnTo>
                <a:lnTo>
                  <a:pt x="1892" y="1805"/>
                </a:lnTo>
                <a:lnTo>
                  <a:pt x="1905" y="1799"/>
                </a:lnTo>
                <a:lnTo>
                  <a:pt x="1917" y="1794"/>
                </a:lnTo>
                <a:lnTo>
                  <a:pt x="1930" y="1788"/>
                </a:lnTo>
                <a:lnTo>
                  <a:pt x="1942" y="1782"/>
                </a:lnTo>
                <a:lnTo>
                  <a:pt x="1955" y="1776"/>
                </a:lnTo>
                <a:lnTo>
                  <a:pt x="1967" y="1769"/>
                </a:lnTo>
                <a:lnTo>
                  <a:pt x="1980" y="1763"/>
                </a:lnTo>
                <a:lnTo>
                  <a:pt x="1992" y="1756"/>
                </a:lnTo>
                <a:lnTo>
                  <a:pt x="2005" y="1749"/>
                </a:lnTo>
                <a:lnTo>
                  <a:pt x="2018" y="1742"/>
                </a:lnTo>
                <a:lnTo>
                  <a:pt x="2030" y="1735"/>
                </a:lnTo>
                <a:lnTo>
                  <a:pt x="2043" y="1728"/>
                </a:lnTo>
                <a:lnTo>
                  <a:pt x="2055" y="1721"/>
                </a:lnTo>
                <a:lnTo>
                  <a:pt x="2068" y="1713"/>
                </a:lnTo>
                <a:lnTo>
                  <a:pt x="2080" y="1706"/>
                </a:lnTo>
                <a:lnTo>
                  <a:pt x="2093" y="1699"/>
                </a:lnTo>
                <a:lnTo>
                  <a:pt x="2105" y="1691"/>
                </a:lnTo>
                <a:lnTo>
                  <a:pt x="2118" y="1684"/>
                </a:lnTo>
                <a:lnTo>
                  <a:pt x="2130" y="1677"/>
                </a:lnTo>
                <a:lnTo>
                  <a:pt x="2143" y="1669"/>
                </a:lnTo>
                <a:lnTo>
                  <a:pt x="2155" y="1662"/>
                </a:lnTo>
                <a:lnTo>
                  <a:pt x="2168" y="1655"/>
                </a:lnTo>
                <a:lnTo>
                  <a:pt x="2180" y="1648"/>
                </a:lnTo>
                <a:lnTo>
                  <a:pt x="2193" y="1641"/>
                </a:lnTo>
                <a:lnTo>
                  <a:pt x="2206" y="1635"/>
                </a:lnTo>
                <a:lnTo>
                  <a:pt x="2218" y="1628"/>
                </a:lnTo>
                <a:lnTo>
                  <a:pt x="2231" y="1622"/>
                </a:lnTo>
                <a:lnTo>
                  <a:pt x="2243" y="1615"/>
                </a:lnTo>
                <a:lnTo>
                  <a:pt x="2256" y="1609"/>
                </a:lnTo>
                <a:lnTo>
                  <a:pt x="2268" y="1604"/>
                </a:lnTo>
                <a:lnTo>
                  <a:pt x="2281" y="1598"/>
                </a:lnTo>
                <a:lnTo>
                  <a:pt x="2293" y="1593"/>
                </a:lnTo>
                <a:lnTo>
                  <a:pt x="2306" y="1588"/>
                </a:lnTo>
                <a:lnTo>
                  <a:pt x="2318" y="1583"/>
                </a:lnTo>
                <a:lnTo>
                  <a:pt x="2331" y="1578"/>
                </a:lnTo>
                <a:lnTo>
                  <a:pt x="2343" y="1574"/>
                </a:lnTo>
                <a:lnTo>
                  <a:pt x="2356" y="1569"/>
                </a:lnTo>
                <a:lnTo>
                  <a:pt x="2368" y="1566"/>
                </a:lnTo>
                <a:lnTo>
                  <a:pt x="2381" y="1562"/>
                </a:lnTo>
                <a:lnTo>
                  <a:pt x="2393" y="1559"/>
                </a:lnTo>
                <a:lnTo>
                  <a:pt x="2406" y="1556"/>
                </a:lnTo>
                <a:lnTo>
                  <a:pt x="2419" y="1553"/>
                </a:lnTo>
                <a:lnTo>
                  <a:pt x="2431" y="1550"/>
                </a:lnTo>
                <a:lnTo>
                  <a:pt x="2444" y="1548"/>
                </a:lnTo>
                <a:lnTo>
                  <a:pt x="2456" y="1546"/>
                </a:lnTo>
                <a:lnTo>
                  <a:pt x="2469" y="1545"/>
                </a:lnTo>
                <a:lnTo>
                  <a:pt x="2481" y="1543"/>
                </a:lnTo>
                <a:lnTo>
                  <a:pt x="2494" y="1542"/>
                </a:lnTo>
                <a:lnTo>
                  <a:pt x="2506" y="1541"/>
                </a:lnTo>
                <a:lnTo>
                  <a:pt x="2519" y="1541"/>
                </a:lnTo>
                <a:lnTo>
                  <a:pt x="2531" y="1541"/>
                </a:lnTo>
                <a:lnTo>
                  <a:pt x="2544" y="1541"/>
                </a:lnTo>
                <a:lnTo>
                  <a:pt x="2556" y="1541"/>
                </a:lnTo>
                <a:lnTo>
                  <a:pt x="2569" y="1542"/>
                </a:lnTo>
                <a:lnTo>
                  <a:pt x="2581" y="1542"/>
                </a:lnTo>
                <a:lnTo>
                  <a:pt x="2594" y="1543"/>
                </a:lnTo>
                <a:lnTo>
                  <a:pt x="2607" y="1545"/>
                </a:lnTo>
                <a:lnTo>
                  <a:pt x="2619" y="1546"/>
                </a:lnTo>
                <a:lnTo>
                  <a:pt x="2632" y="1548"/>
                </a:lnTo>
                <a:lnTo>
                  <a:pt x="2644" y="1550"/>
                </a:lnTo>
                <a:lnTo>
                  <a:pt x="2657" y="1552"/>
                </a:lnTo>
                <a:lnTo>
                  <a:pt x="2669" y="1554"/>
                </a:lnTo>
                <a:lnTo>
                  <a:pt x="2682" y="1556"/>
                </a:lnTo>
                <a:lnTo>
                  <a:pt x="2694" y="1559"/>
                </a:lnTo>
                <a:lnTo>
                  <a:pt x="2707" y="1562"/>
                </a:lnTo>
                <a:lnTo>
                  <a:pt x="2719" y="1564"/>
                </a:lnTo>
                <a:lnTo>
                  <a:pt x="2732" y="1567"/>
                </a:lnTo>
                <a:lnTo>
                  <a:pt x="2744" y="1570"/>
                </a:lnTo>
                <a:lnTo>
                  <a:pt x="2757" y="1573"/>
                </a:lnTo>
                <a:lnTo>
                  <a:pt x="2769" y="1577"/>
                </a:lnTo>
                <a:lnTo>
                  <a:pt x="2782" y="1580"/>
                </a:lnTo>
                <a:lnTo>
                  <a:pt x="2794" y="1583"/>
                </a:lnTo>
                <a:lnTo>
                  <a:pt x="2807" y="1586"/>
                </a:lnTo>
                <a:lnTo>
                  <a:pt x="2820" y="1589"/>
                </a:lnTo>
                <a:lnTo>
                  <a:pt x="2832" y="1593"/>
                </a:lnTo>
                <a:lnTo>
                  <a:pt x="2845" y="1596"/>
                </a:lnTo>
                <a:lnTo>
                  <a:pt x="2857" y="1599"/>
                </a:lnTo>
                <a:lnTo>
                  <a:pt x="2870" y="1602"/>
                </a:lnTo>
                <a:lnTo>
                  <a:pt x="2882" y="1605"/>
                </a:lnTo>
                <a:lnTo>
                  <a:pt x="2895" y="1608"/>
                </a:lnTo>
                <a:lnTo>
                  <a:pt x="2907" y="1611"/>
                </a:lnTo>
                <a:lnTo>
                  <a:pt x="2920" y="1614"/>
                </a:lnTo>
                <a:lnTo>
                  <a:pt x="2932" y="1616"/>
                </a:lnTo>
                <a:lnTo>
                  <a:pt x="2945" y="1618"/>
                </a:lnTo>
                <a:lnTo>
                  <a:pt x="2957" y="1621"/>
                </a:lnTo>
                <a:lnTo>
                  <a:pt x="2970" y="1623"/>
                </a:lnTo>
                <a:lnTo>
                  <a:pt x="2982" y="1624"/>
                </a:lnTo>
                <a:lnTo>
                  <a:pt x="2995" y="1626"/>
                </a:lnTo>
                <a:lnTo>
                  <a:pt x="3008" y="1627"/>
                </a:lnTo>
                <a:lnTo>
                  <a:pt x="3020" y="1628"/>
                </a:lnTo>
                <a:lnTo>
                  <a:pt x="3033" y="1629"/>
                </a:lnTo>
                <a:lnTo>
                  <a:pt x="3045" y="1630"/>
                </a:lnTo>
                <a:lnTo>
                  <a:pt x="3058" y="1630"/>
                </a:lnTo>
                <a:lnTo>
                  <a:pt x="3070" y="1630"/>
                </a:lnTo>
                <a:lnTo>
                  <a:pt x="3083" y="1630"/>
                </a:lnTo>
                <a:lnTo>
                  <a:pt x="3095" y="1629"/>
                </a:lnTo>
                <a:lnTo>
                  <a:pt x="3108" y="1628"/>
                </a:lnTo>
                <a:lnTo>
                  <a:pt x="3120" y="1627"/>
                </a:lnTo>
                <a:lnTo>
                  <a:pt x="3133" y="1625"/>
                </a:lnTo>
                <a:lnTo>
                  <a:pt x="3145" y="1623"/>
                </a:lnTo>
                <a:lnTo>
                  <a:pt x="3158" y="1621"/>
                </a:lnTo>
                <a:lnTo>
                  <a:pt x="3170" y="1618"/>
                </a:lnTo>
                <a:lnTo>
                  <a:pt x="3183" y="1615"/>
                </a:lnTo>
                <a:lnTo>
                  <a:pt x="3195" y="1611"/>
                </a:lnTo>
                <a:lnTo>
                  <a:pt x="3208" y="1607"/>
                </a:lnTo>
                <a:lnTo>
                  <a:pt x="3221" y="1603"/>
                </a:lnTo>
                <a:lnTo>
                  <a:pt x="3233" y="1598"/>
                </a:lnTo>
                <a:lnTo>
                  <a:pt x="3246" y="1593"/>
                </a:lnTo>
                <a:lnTo>
                  <a:pt x="3258" y="1588"/>
                </a:lnTo>
                <a:lnTo>
                  <a:pt x="3271" y="1582"/>
                </a:lnTo>
                <a:lnTo>
                  <a:pt x="3283" y="1575"/>
                </a:lnTo>
                <a:lnTo>
                  <a:pt x="3296" y="1569"/>
                </a:lnTo>
                <a:lnTo>
                  <a:pt x="3308" y="1562"/>
                </a:lnTo>
                <a:lnTo>
                  <a:pt x="3321" y="1554"/>
                </a:lnTo>
                <a:lnTo>
                  <a:pt x="3333" y="1546"/>
                </a:lnTo>
                <a:lnTo>
                  <a:pt x="3346" y="1538"/>
                </a:lnTo>
                <a:lnTo>
                  <a:pt x="3358" y="1529"/>
                </a:lnTo>
                <a:lnTo>
                  <a:pt x="3371" y="1520"/>
                </a:lnTo>
                <a:lnTo>
                  <a:pt x="3383" y="1511"/>
                </a:lnTo>
                <a:lnTo>
                  <a:pt x="3396" y="1501"/>
                </a:lnTo>
                <a:lnTo>
                  <a:pt x="3409" y="1491"/>
                </a:lnTo>
                <a:lnTo>
                  <a:pt x="3421" y="1481"/>
                </a:lnTo>
                <a:lnTo>
                  <a:pt x="3434" y="1470"/>
                </a:lnTo>
                <a:lnTo>
                  <a:pt x="3446" y="1459"/>
                </a:lnTo>
                <a:lnTo>
                  <a:pt x="3459" y="1447"/>
                </a:lnTo>
                <a:lnTo>
                  <a:pt x="3471" y="1435"/>
                </a:lnTo>
                <a:lnTo>
                  <a:pt x="3484" y="1423"/>
                </a:lnTo>
                <a:lnTo>
                  <a:pt x="3496" y="1411"/>
                </a:lnTo>
                <a:lnTo>
                  <a:pt x="3509" y="1398"/>
                </a:lnTo>
                <a:lnTo>
                  <a:pt x="3521" y="1385"/>
                </a:lnTo>
                <a:lnTo>
                  <a:pt x="3534" y="1372"/>
                </a:lnTo>
                <a:lnTo>
                  <a:pt x="3546" y="1358"/>
                </a:lnTo>
                <a:lnTo>
                  <a:pt x="3559" y="1345"/>
                </a:lnTo>
                <a:lnTo>
                  <a:pt x="3571" y="1331"/>
                </a:lnTo>
                <a:lnTo>
                  <a:pt x="3584" y="1317"/>
                </a:lnTo>
                <a:lnTo>
                  <a:pt x="3596" y="1303"/>
                </a:lnTo>
                <a:lnTo>
                  <a:pt x="3609" y="1288"/>
                </a:lnTo>
                <a:lnTo>
                  <a:pt x="3622" y="1274"/>
                </a:lnTo>
                <a:lnTo>
                  <a:pt x="3634" y="1259"/>
                </a:lnTo>
                <a:lnTo>
                  <a:pt x="3647" y="1244"/>
                </a:lnTo>
                <a:lnTo>
                  <a:pt x="3659" y="1229"/>
                </a:lnTo>
                <a:lnTo>
                  <a:pt x="3672" y="1214"/>
                </a:lnTo>
                <a:lnTo>
                  <a:pt x="3684" y="1199"/>
                </a:lnTo>
                <a:lnTo>
                  <a:pt x="3697" y="1184"/>
                </a:lnTo>
                <a:lnTo>
                  <a:pt x="3709" y="1168"/>
                </a:lnTo>
                <a:lnTo>
                  <a:pt x="3722" y="1153"/>
                </a:lnTo>
                <a:lnTo>
                  <a:pt x="3734" y="1138"/>
                </a:lnTo>
                <a:lnTo>
                  <a:pt x="3747" y="1122"/>
                </a:lnTo>
                <a:lnTo>
                  <a:pt x="3759" y="1107"/>
                </a:lnTo>
                <a:lnTo>
                  <a:pt x="3772" y="1092"/>
                </a:lnTo>
                <a:lnTo>
                  <a:pt x="3784" y="1077"/>
                </a:lnTo>
                <a:lnTo>
                  <a:pt x="3797" y="1061"/>
                </a:lnTo>
                <a:lnTo>
                  <a:pt x="3810" y="1046"/>
                </a:lnTo>
                <a:lnTo>
                  <a:pt x="3822" y="1031"/>
                </a:lnTo>
                <a:lnTo>
                  <a:pt x="3835" y="1016"/>
                </a:lnTo>
                <a:lnTo>
                  <a:pt x="3847" y="1002"/>
                </a:lnTo>
                <a:lnTo>
                  <a:pt x="3860" y="987"/>
                </a:lnTo>
                <a:lnTo>
                  <a:pt x="3872" y="972"/>
                </a:lnTo>
                <a:lnTo>
                  <a:pt x="3885" y="958"/>
                </a:lnTo>
                <a:lnTo>
                  <a:pt x="3897" y="944"/>
                </a:lnTo>
                <a:lnTo>
                  <a:pt x="3910" y="929"/>
                </a:lnTo>
                <a:lnTo>
                  <a:pt x="3922" y="915"/>
                </a:lnTo>
                <a:lnTo>
                  <a:pt x="3935" y="902"/>
                </a:lnTo>
                <a:lnTo>
                  <a:pt x="3947" y="888"/>
                </a:lnTo>
                <a:lnTo>
                  <a:pt x="3960" y="875"/>
                </a:lnTo>
                <a:lnTo>
                  <a:pt x="3972" y="862"/>
                </a:lnTo>
                <a:lnTo>
                  <a:pt x="3985" y="849"/>
                </a:lnTo>
                <a:lnTo>
                  <a:pt x="3997" y="836"/>
                </a:lnTo>
                <a:lnTo>
                  <a:pt x="4010" y="823"/>
                </a:lnTo>
                <a:lnTo>
                  <a:pt x="4023" y="811"/>
                </a:lnTo>
                <a:lnTo>
                  <a:pt x="4035" y="799"/>
                </a:lnTo>
                <a:lnTo>
                  <a:pt x="4048" y="787"/>
                </a:lnTo>
                <a:lnTo>
                  <a:pt x="4060" y="775"/>
                </a:lnTo>
                <a:lnTo>
                  <a:pt x="4073" y="764"/>
                </a:lnTo>
                <a:lnTo>
                  <a:pt x="4085" y="752"/>
                </a:lnTo>
                <a:lnTo>
                  <a:pt x="4098" y="741"/>
                </a:lnTo>
                <a:lnTo>
                  <a:pt x="4110" y="731"/>
                </a:lnTo>
                <a:lnTo>
                  <a:pt x="4123" y="720"/>
                </a:lnTo>
                <a:lnTo>
                  <a:pt x="4135" y="710"/>
                </a:lnTo>
                <a:lnTo>
                  <a:pt x="4148" y="700"/>
                </a:lnTo>
                <a:lnTo>
                  <a:pt x="4160" y="690"/>
                </a:lnTo>
                <a:lnTo>
                  <a:pt x="4173" y="680"/>
                </a:lnTo>
                <a:lnTo>
                  <a:pt x="4185" y="671"/>
                </a:lnTo>
                <a:lnTo>
                  <a:pt x="4198" y="661"/>
                </a:lnTo>
                <a:lnTo>
                  <a:pt x="4211" y="652"/>
                </a:lnTo>
                <a:lnTo>
                  <a:pt x="4223" y="643"/>
                </a:lnTo>
                <a:lnTo>
                  <a:pt x="4236" y="635"/>
                </a:lnTo>
                <a:lnTo>
                  <a:pt x="4248" y="626"/>
                </a:lnTo>
                <a:lnTo>
                  <a:pt x="4261" y="618"/>
                </a:lnTo>
                <a:lnTo>
                  <a:pt x="4273" y="610"/>
                </a:lnTo>
                <a:lnTo>
                  <a:pt x="4286" y="602"/>
                </a:lnTo>
                <a:lnTo>
                  <a:pt x="4298" y="594"/>
                </a:lnTo>
                <a:lnTo>
                  <a:pt x="4311" y="586"/>
                </a:lnTo>
                <a:lnTo>
                  <a:pt x="4323" y="579"/>
                </a:lnTo>
                <a:lnTo>
                  <a:pt x="4336" y="572"/>
                </a:lnTo>
                <a:lnTo>
                  <a:pt x="4348" y="564"/>
                </a:lnTo>
                <a:lnTo>
                  <a:pt x="4361" y="557"/>
                </a:lnTo>
                <a:lnTo>
                  <a:pt x="4373" y="550"/>
                </a:lnTo>
                <a:lnTo>
                  <a:pt x="4386" y="543"/>
                </a:lnTo>
                <a:lnTo>
                  <a:pt x="4398" y="537"/>
                </a:lnTo>
                <a:lnTo>
                  <a:pt x="4411" y="530"/>
                </a:lnTo>
                <a:lnTo>
                  <a:pt x="4424" y="524"/>
                </a:lnTo>
                <a:lnTo>
                  <a:pt x="4436" y="517"/>
                </a:lnTo>
                <a:lnTo>
                  <a:pt x="4449" y="511"/>
                </a:lnTo>
                <a:lnTo>
                  <a:pt x="4461" y="504"/>
                </a:lnTo>
                <a:lnTo>
                  <a:pt x="4474" y="498"/>
                </a:lnTo>
                <a:lnTo>
                  <a:pt x="4486" y="492"/>
                </a:lnTo>
                <a:lnTo>
                  <a:pt x="4499" y="486"/>
                </a:lnTo>
                <a:lnTo>
                  <a:pt x="4511" y="480"/>
                </a:lnTo>
                <a:lnTo>
                  <a:pt x="4524" y="474"/>
                </a:lnTo>
                <a:lnTo>
                  <a:pt x="4536" y="468"/>
                </a:lnTo>
                <a:lnTo>
                  <a:pt x="4549" y="462"/>
                </a:lnTo>
                <a:lnTo>
                  <a:pt x="4561" y="456"/>
                </a:lnTo>
                <a:lnTo>
                  <a:pt x="4574" y="451"/>
                </a:lnTo>
                <a:lnTo>
                  <a:pt x="4586" y="445"/>
                </a:lnTo>
                <a:lnTo>
                  <a:pt x="4599" y="439"/>
                </a:lnTo>
                <a:lnTo>
                  <a:pt x="4612" y="433"/>
                </a:lnTo>
                <a:lnTo>
                  <a:pt x="4624" y="427"/>
                </a:lnTo>
                <a:lnTo>
                  <a:pt x="4637" y="421"/>
                </a:lnTo>
                <a:lnTo>
                  <a:pt x="4649" y="416"/>
                </a:lnTo>
                <a:lnTo>
                  <a:pt x="4662" y="410"/>
                </a:lnTo>
                <a:lnTo>
                  <a:pt x="4674" y="404"/>
                </a:lnTo>
                <a:lnTo>
                  <a:pt x="4687" y="397"/>
                </a:lnTo>
                <a:lnTo>
                  <a:pt x="4699" y="391"/>
                </a:lnTo>
                <a:lnTo>
                  <a:pt x="4712" y="385"/>
                </a:lnTo>
                <a:lnTo>
                  <a:pt x="4724" y="378"/>
                </a:lnTo>
                <a:lnTo>
                  <a:pt x="4737" y="371"/>
                </a:lnTo>
                <a:lnTo>
                  <a:pt x="4749" y="364"/>
                </a:lnTo>
                <a:lnTo>
                  <a:pt x="4762" y="356"/>
                </a:lnTo>
                <a:lnTo>
                  <a:pt x="4774" y="348"/>
                </a:lnTo>
                <a:lnTo>
                  <a:pt x="4787" y="340"/>
                </a:lnTo>
                <a:lnTo>
                  <a:pt x="4799" y="331"/>
                </a:lnTo>
                <a:lnTo>
                  <a:pt x="4812" y="321"/>
                </a:lnTo>
                <a:lnTo>
                  <a:pt x="4825" y="311"/>
                </a:lnTo>
                <a:lnTo>
                  <a:pt x="4837" y="300"/>
                </a:lnTo>
                <a:lnTo>
                  <a:pt x="4850" y="288"/>
                </a:lnTo>
                <a:lnTo>
                  <a:pt x="4862" y="275"/>
                </a:lnTo>
                <a:lnTo>
                  <a:pt x="4875" y="260"/>
                </a:lnTo>
                <a:lnTo>
                  <a:pt x="4887" y="244"/>
                </a:lnTo>
                <a:lnTo>
                  <a:pt x="4900" y="227"/>
                </a:lnTo>
                <a:lnTo>
                  <a:pt x="4912" y="207"/>
                </a:lnTo>
                <a:lnTo>
                  <a:pt x="4925" y="186"/>
                </a:lnTo>
                <a:lnTo>
                  <a:pt x="4937" y="162"/>
                </a:lnTo>
                <a:lnTo>
                  <a:pt x="4950" y="136"/>
                </a:lnTo>
                <a:lnTo>
                  <a:pt x="4962" y="107"/>
                </a:lnTo>
                <a:lnTo>
                  <a:pt x="4975" y="75"/>
                </a:lnTo>
                <a:lnTo>
                  <a:pt x="4987" y="40"/>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845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886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408548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42219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42115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677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6607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79135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641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448123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5831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445386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69374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43089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31840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80112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739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52660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4329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3089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60" name="Connector 5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1" name="TextBox 6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816706"/>
            <a:ext cx="6510528" cy="743407"/>
          </a:xfrm>
          <a:custGeom>
            <a:avLst/>
            <a:gdLst/>
            <a:ahLst/>
            <a:cxnLst/>
            <a:rect l="l" t="t" r="r" b="b"/>
            <a:pathLst>
              <a:path w="7120" h="813">
                <a:moveTo>
                  <a:pt x="0" y="813"/>
                </a:moveTo>
                <a:lnTo>
                  <a:pt x="18" y="811"/>
                </a:lnTo>
                <a:lnTo>
                  <a:pt x="36" y="809"/>
                </a:lnTo>
                <a:lnTo>
                  <a:pt x="54" y="807"/>
                </a:lnTo>
                <a:lnTo>
                  <a:pt x="71" y="805"/>
                </a:lnTo>
                <a:lnTo>
                  <a:pt x="89" y="803"/>
                </a:lnTo>
                <a:lnTo>
                  <a:pt x="107" y="801"/>
                </a:lnTo>
                <a:lnTo>
                  <a:pt x="125" y="799"/>
                </a:lnTo>
                <a:lnTo>
                  <a:pt x="143" y="797"/>
                </a:lnTo>
                <a:lnTo>
                  <a:pt x="161" y="795"/>
                </a:lnTo>
                <a:lnTo>
                  <a:pt x="178" y="793"/>
                </a:lnTo>
                <a:lnTo>
                  <a:pt x="196" y="791"/>
                </a:lnTo>
                <a:lnTo>
                  <a:pt x="214" y="789"/>
                </a:lnTo>
                <a:lnTo>
                  <a:pt x="232" y="787"/>
                </a:lnTo>
                <a:lnTo>
                  <a:pt x="250" y="785"/>
                </a:lnTo>
                <a:lnTo>
                  <a:pt x="268" y="783"/>
                </a:lnTo>
                <a:lnTo>
                  <a:pt x="286" y="781"/>
                </a:lnTo>
                <a:lnTo>
                  <a:pt x="303" y="778"/>
                </a:lnTo>
                <a:lnTo>
                  <a:pt x="321" y="776"/>
                </a:lnTo>
                <a:lnTo>
                  <a:pt x="339" y="774"/>
                </a:lnTo>
                <a:lnTo>
                  <a:pt x="357" y="772"/>
                </a:lnTo>
                <a:lnTo>
                  <a:pt x="375" y="770"/>
                </a:lnTo>
                <a:lnTo>
                  <a:pt x="393" y="768"/>
                </a:lnTo>
                <a:lnTo>
                  <a:pt x="410" y="766"/>
                </a:lnTo>
                <a:lnTo>
                  <a:pt x="428" y="764"/>
                </a:lnTo>
                <a:lnTo>
                  <a:pt x="446" y="762"/>
                </a:lnTo>
                <a:lnTo>
                  <a:pt x="464" y="760"/>
                </a:lnTo>
                <a:lnTo>
                  <a:pt x="482" y="758"/>
                </a:lnTo>
                <a:lnTo>
                  <a:pt x="500" y="756"/>
                </a:lnTo>
                <a:lnTo>
                  <a:pt x="517" y="754"/>
                </a:lnTo>
                <a:lnTo>
                  <a:pt x="535" y="752"/>
                </a:lnTo>
                <a:lnTo>
                  <a:pt x="553" y="750"/>
                </a:lnTo>
                <a:lnTo>
                  <a:pt x="571" y="748"/>
                </a:lnTo>
                <a:lnTo>
                  <a:pt x="589" y="746"/>
                </a:lnTo>
                <a:lnTo>
                  <a:pt x="607" y="744"/>
                </a:lnTo>
                <a:lnTo>
                  <a:pt x="625" y="742"/>
                </a:lnTo>
                <a:lnTo>
                  <a:pt x="642" y="740"/>
                </a:lnTo>
                <a:lnTo>
                  <a:pt x="660" y="738"/>
                </a:lnTo>
                <a:lnTo>
                  <a:pt x="678" y="736"/>
                </a:lnTo>
                <a:lnTo>
                  <a:pt x="696" y="734"/>
                </a:lnTo>
                <a:lnTo>
                  <a:pt x="714" y="732"/>
                </a:lnTo>
                <a:lnTo>
                  <a:pt x="732" y="730"/>
                </a:lnTo>
                <a:lnTo>
                  <a:pt x="749" y="728"/>
                </a:lnTo>
                <a:lnTo>
                  <a:pt x="767" y="725"/>
                </a:lnTo>
                <a:lnTo>
                  <a:pt x="785" y="723"/>
                </a:lnTo>
                <a:lnTo>
                  <a:pt x="803" y="721"/>
                </a:lnTo>
                <a:lnTo>
                  <a:pt x="821" y="719"/>
                </a:lnTo>
                <a:lnTo>
                  <a:pt x="839" y="717"/>
                </a:lnTo>
                <a:lnTo>
                  <a:pt x="857" y="715"/>
                </a:lnTo>
                <a:lnTo>
                  <a:pt x="874" y="713"/>
                </a:lnTo>
                <a:lnTo>
                  <a:pt x="892" y="711"/>
                </a:lnTo>
                <a:lnTo>
                  <a:pt x="910" y="709"/>
                </a:lnTo>
                <a:lnTo>
                  <a:pt x="928" y="707"/>
                </a:lnTo>
                <a:lnTo>
                  <a:pt x="946" y="705"/>
                </a:lnTo>
                <a:lnTo>
                  <a:pt x="964" y="703"/>
                </a:lnTo>
                <a:lnTo>
                  <a:pt x="981" y="701"/>
                </a:lnTo>
                <a:lnTo>
                  <a:pt x="999" y="699"/>
                </a:lnTo>
                <a:lnTo>
                  <a:pt x="1017" y="697"/>
                </a:lnTo>
                <a:lnTo>
                  <a:pt x="1035" y="695"/>
                </a:lnTo>
                <a:lnTo>
                  <a:pt x="1053" y="693"/>
                </a:lnTo>
                <a:lnTo>
                  <a:pt x="1071" y="691"/>
                </a:lnTo>
                <a:lnTo>
                  <a:pt x="1089" y="689"/>
                </a:lnTo>
                <a:lnTo>
                  <a:pt x="1106" y="687"/>
                </a:lnTo>
                <a:lnTo>
                  <a:pt x="1124" y="685"/>
                </a:lnTo>
                <a:lnTo>
                  <a:pt x="1142" y="683"/>
                </a:lnTo>
                <a:lnTo>
                  <a:pt x="1160" y="681"/>
                </a:lnTo>
                <a:lnTo>
                  <a:pt x="1178" y="679"/>
                </a:lnTo>
                <a:lnTo>
                  <a:pt x="1196" y="677"/>
                </a:lnTo>
                <a:lnTo>
                  <a:pt x="1213" y="675"/>
                </a:lnTo>
                <a:lnTo>
                  <a:pt x="1231" y="672"/>
                </a:lnTo>
                <a:lnTo>
                  <a:pt x="1249" y="670"/>
                </a:lnTo>
                <a:lnTo>
                  <a:pt x="1267" y="668"/>
                </a:lnTo>
                <a:lnTo>
                  <a:pt x="1285" y="666"/>
                </a:lnTo>
                <a:lnTo>
                  <a:pt x="1303" y="664"/>
                </a:lnTo>
                <a:lnTo>
                  <a:pt x="1321" y="662"/>
                </a:lnTo>
                <a:lnTo>
                  <a:pt x="1338" y="660"/>
                </a:lnTo>
                <a:lnTo>
                  <a:pt x="1356" y="658"/>
                </a:lnTo>
                <a:lnTo>
                  <a:pt x="1374" y="656"/>
                </a:lnTo>
                <a:lnTo>
                  <a:pt x="1392" y="654"/>
                </a:lnTo>
                <a:lnTo>
                  <a:pt x="1410" y="652"/>
                </a:lnTo>
                <a:lnTo>
                  <a:pt x="1428" y="650"/>
                </a:lnTo>
                <a:lnTo>
                  <a:pt x="1445" y="648"/>
                </a:lnTo>
                <a:lnTo>
                  <a:pt x="1463" y="646"/>
                </a:lnTo>
                <a:lnTo>
                  <a:pt x="1481" y="644"/>
                </a:lnTo>
                <a:lnTo>
                  <a:pt x="1499" y="642"/>
                </a:lnTo>
                <a:lnTo>
                  <a:pt x="1517" y="640"/>
                </a:lnTo>
                <a:lnTo>
                  <a:pt x="1535" y="638"/>
                </a:lnTo>
                <a:lnTo>
                  <a:pt x="1552" y="636"/>
                </a:lnTo>
                <a:lnTo>
                  <a:pt x="1570" y="634"/>
                </a:lnTo>
                <a:lnTo>
                  <a:pt x="1588" y="632"/>
                </a:lnTo>
                <a:lnTo>
                  <a:pt x="1606" y="630"/>
                </a:lnTo>
                <a:lnTo>
                  <a:pt x="1624" y="628"/>
                </a:lnTo>
                <a:lnTo>
                  <a:pt x="1642" y="626"/>
                </a:lnTo>
                <a:lnTo>
                  <a:pt x="1660" y="624"/>
                </a:lnTo>
                <a:lnTo>
                  <a:pt x="1677" y="622"/>
                </a:lnTo>
                <a:lnTo>
                  <a:pt x="1695" y="619"/>
                </a:lnTo>
                <a:lnTo>
                  <a:pt x="1713" y="617"/>
                </a:lnTo>
                <a:lnTo>
                  <a:pt x="1731" y="615"/>
                </a:lnTo>
                <a:lnTo>
                  <a:pt x="1749" y="613"/>
                </a:lnTo>
                <a:lnTo>
                  <a:pt x="1767" y="611"/>
                </a:lnTo>
                <a:lnTo>
                  <a:pt x="1784" y="609"/>
                </a:lnTo>
                <a:lnTo>
                  <a:pt x="1802" y="607"/>
                </a:lnTo>
                <a:lnTo>
                  <a:pt x="1820" y="605"/>
                </a:lnTo>
                <a:lnTo>
                  <a:pt x="1838" y="603"/>
                </a:lnTo>
                <a:lnTo>
                  <a:pt x="1856" y="601"/>
                </a:lnTo>
                <a:lnTo>
                  <a:pt x="1874" y="599"/>
                </a:lnTo>
                <a:lnTo>
                  <a:pt x="1892" y="597"/>
                </a:lnTo>
                <a:lnTo>
                  <a:pt x="1909" y="595"/>
                </a:lnTo>
                <a:lnTo>
                  <a:pt x="1927" y="593"/>
                </a:lnTo>
                <a:lnTo>
                  <a:pt x="1945" y="591"/>
                </a:lnTo>
                <a:lnTo>
                  <a:pt x="1963" y="589"/>
                </a:lnTo>
                <a:lnTo>
                  <a:pt x="1981" y="587"/>
                </a:lnTo>
                <a:lnTo>
                  <a:pt x="1999" y="585"/>
                </a:lnTo>
                <a:lnTo>
                  <a:pt x="2016" y="583"/>
                </a:lnTo>
                <a:lnTo>
                  <a:pt x="2034" y="581"/>
                </a:lnTo>
                <a:lnTo>
                  <a:pt x="2052" y="579"/>
                </a:lnTo>
                <a:lnTo>
                  <a:pt x="2070" y="577"/>
                </a:lnTo>
                <a:lnTo>
                  <a:pt x="2088" y="575"/>
                </a:lnTo>
                <a:lnTo>
                  <a:pt x="2106" y="573"/>
                </a:lnTo>
                <a:lnTo>
                  <a:pt x="2124" y="571"/>
                </a:lnTo>
                <a:lnTo>
                  <a:pt x="2141" y="568"/>
                </a:lnTo>
                <a:lnTo>
                  <a:pt x="2159" y="566"/>
                </a:lnTo>
                <a:lnTo>
                  <a:pt x="2177" y="564"/>
                </a:lnTo>
                <a:lnTo>
                  <a:pt x="2195" y="562"/>
                </a:lnTo>
                <a:lnTo>
                  <a:pt x="2213" y="560"/>
                </a:lnTo>
                <a:lnTo>
                  <a:pt x="2231" y="558"/>
                </a:lnTo>
                <a:lnTo>
                  <a:pt x="2248" y="556"/>
                </a:lnTo>
                <a:lnTo>
                  <a:pt x="2266" y="554"/>
                </a:lnTo>
                <a:lnTo>
                  <a:pt x="2284" y="552"/>
                </a:lnTo>
                <a:lnTo>
                  <a:pt x="2302" y="550"/>
                </a:lnTo>
                <a:lnTo>
                  <a:pt x="2320" y="548"/>
                </a:lnTo>
                <a:lnTo>
                  <a:pt x="2338" y="546"/>
                </a:lnTo>
                <a:lnTo>
                  <a:pt x="2355" y="544"/>
                </a:lnTo>
                <a:lnTo>
                  <a:pt x="2373" y="542"/>
                </a:lnTo>
                <a:lnTo>
                  <a:pt x="2391" y="540"/>
                </a:lnTo>
                <a:lnTo>
                  <a:pt x="2409" y="538"/>
                </a:lnTo>
                <a:lnTo>
                  <a:pt x="2427" y="536"/>
                </a:lnTo>
                <a:lnTo>
                  <a:pt x="2445" y="534"/>
                </a:lnTo>
                <a:lnTo>
                  <a:pt x="2463" y="532"/>
                </a:lnTo>
                <a:lnTo>
                  <a:pt x="2480" y="530"/>
                </a:lnTo>
                <a:lnTo>
                  <a:pt x="2498" y="528"/>
                </a:lnTo>
                <a:lnTo>
                  <a:pt x="2516" y="526"/>
                </a:lnTo>
                <a:lnTo>
                  <a:pt x="2534" y="524"/>
                </a:lnTo>
                <a:lnTo>
                  <a:pt x="2552" y="522"/>
                </a:lnTo>
                <a:lnTo>
                  <a:pt x="2570" y="520"/>
                </a:lnTo>
                <a:lnTo>
                  <a:pt x="2587" y="518"/>
                </a:lnTo>
                <a:lnTo>
                  <a:pt x="2605" y="515"/>
                </a:lnTo>
                <a:lnTo>
                  <a:pt x="2623" y="513"/>
                </a:lnTo>
                <a:lnTo>
                  <a:pt x="2641" y="511"/>
                </a:lnTo>
                <a:lnTo>
                  <a:pt x="2659" y="509"/>
                </a:lnTo>
                <a:lnTo>
                  <a:pt x="2677" y="507"/>
                </a:lnTo>
                <a:lnTo>
                  <a:pt x="2695" y="505"/>
                </a:lnTo>
                <a:lnTo>
                  <a:pt x="2712" y="503"/>
                </a:lnTo>
                <a:lnTo>
                  <a:pt x="2730" y="501"/>
                </a:lnTo>
                <a:lnTo>
                  <a:pt x="2748" y="499"/>
                </a:lnTo>
                <a:lnTo>
                  <a:pt x="2766" y="497"/>
                </a:lnTo>
                <a:lnTo>
                  <a:pt x="2784" y="495"/>
                </a:lnTo>
                <a:lnTo>
                  <a:pt x="2802" y="493"/>
                </a:lnTo>
                <a:lnTo>
                  <a:pt x="2819" y="491"/>
                </a:lnTo>
                <a:lnTo>
                  <a:pt x="2837" y="489"/>
                </a:lnTo>
                <a:lnTo>
                  <a:pt x="2855" y="487"/>
                </a:lnTo>
                <a:lnTo>
                  <a:pt x="2873" y="485"/>
                </a:lnTo>
                <a:lnTo>
                  <a:pt x="2891" y="483"/>
                </a:lnTo>
                <a:lnTo>
                  <a:pt x="2909" y="481"/>
                </a:lnTo>
                <a:lnTo>
                  <a:pt x="2927" y="479"/>
                </a:lnTo>
                <a:lnTo>
                  <a:pt x="2944" y="477"/>
                </a:lnTo>
                <a:lnTo>
                  <a:pt x="2962" y="475"/>
                </a:lnTo>
                <a:lnTo>
                  <a:pt x="2980" y="473"/>
                </a:lnTo>
                <a:lnTo>
                  <a:pt x="2998" y="471"/>
                </a:lnTo>
                <a:lnTo>
                  <a:pt x="3016" y="469"/>
                </a:lnTo>
                <a:lnTo>
                  <a:pt x="3034" y="467"/>
                </a:lnTo>
                <a:lnTo>
                  <a:pt x="3051" y="465"/>
                </a:lnTo>
                <a:lnTo>
                  <a:pt x="3069" y="462"/>
                </a:lnTo>
                <a:lnTo>
                  <a:pt x="3087" y="460"/>
                </a:lnTo>
                <a:lnTo>
                  <a:pt x="3105" y="458"/>
                </a:lnTo>
                <a:lnTo>
                  <a:pt x="3123" y="456"/>
                </a:lnTo>
                <a:lnTo>
                  <a:pt x="3141" y="454"/>
                </a:lnTo>
                <a:lnTo>
                  <a:pt x="3158" y="452"/>
                </a:lnTo>
                <a:lnTo>
                  <a:pt x="3176" y="450"/>
                </a:lnTo>
                <a:lnTo>
                  <a:pt x="3194" y="448"/>
                </a:lnTo>
                <a:lnTo>
                  <a:pt x="3212" y="446"/>
                </a:lnTo>
                <a:lnTo>
                  <a:pt x="3230" y="444"/>
                </a:lnTo>
                <a:lnTo>
                  <a:pt x="3248" y="442"/>
                </a:lnTo>
                <a:lnTo>
                  <a:pt x="3266" y="440"/>
                </a:lnTo>
                <a:lnTo>
                  <a:pt x="3283" y="438"/>
                </a:lnTo>
                <a:lnTo>
                  <a:pt x="3301" y="436"/>
                </a:lnTo>
                <a:lnTo>
                  <a:pt x="3319" y="434"/>
                </a:lnTo>
                <a:lnTo>
                  <a:pt x="3337" y="432"/>
                </a:lnTo>
                <a:lnTo>
                  <a:pt x="3355" y="430"/>
                </a:lnTo>
                <a:lnTo>
                  <a:pt x="3373" y="428"/>
                </a:lnTo>
                <a:lnTo>
                  <a:pt x="3390" y="426"/>
                </a:lnTo>
                <a:lnTo>
                  <a:pt x="3408" y="424"/>
                </a:lnTo>
                <a:lnTo>
                  <a:pt x="3426" y="422"/>
                </a:lnTo>
                <a:lnTo>
                  <a:pt x="3444" y="420"/>
                </a:lnTo>
                <a:lnTo>
                  <a:pt x="3462" y="418"/>
                </a:lnTo>
                <a:lnTo>
                  <a:pt x="3480" y="416"/>
                </a:lnTo>
                <a:lnTo>
                  <a:pt x="3498" y="414"/>
                </a:lnTo>
                <a:lnTo>
                  <a:pt x="3515" y="411"/>
                </a:lnTo>
                <a:lnTo>
                  <a:pt x="3533" y="409"/>
                </a:lnTo>
                <a:lnTo>
                  <a:pt x="3551" y="407"/>
                </a:lnTo>
                <a:lnTo>
                  <a:pt x="3569" y="405"/>
                </a:lnTo>
                <a:lnTo>
                  <a:pt x="3587" y="403"/>
                </a:lnTo>
                <a:lnTo>
                  <a:pt x="3605" y="401"/>
                </a:lnTo>
                <a:lnTo>
                  <a:pt x="3622" y="399"/>
                </a:lnTo>
                <a:lnTo>
                  <a:pt x="3640" y="397"/>
                </a:lnTo>
                <a:lnTo>
                  <a:pt x="3658" y="395"/>
                </a:lnTo>
                <a:lnTo>
                  <a:pt x="3676" y="393"/>
                </a:lnTo>
                <a:lnTo>
                  <a:pt x="3694" y="391"/>
                </a:lnTo>
                <a:lnTo>
                  <a:pt x="3712" y="389"/>
                </a:lnTo>
                <a:lnTo>
                  <a:pt x="3730" y="387"/>
                </a:lnTo>
                <a:lnTo>
                  <a:pt x="3747" y="385"/>
                </a:lnTo>
                <a:lnTo>
                  <a:pt x="3765" y="383"/>
                </a:lnTo>
                <a:lnTo>
                  <a:pt x="3783" y="381"/>
                </a:lnTo>
                <a:lnTo>
                  <a:pt x="3801" y="379"/>
                </a:lnTo>
                <a:lnTo>
                  <a:pt x="3819" y="377"/>
                </a:lnTo>
                <a:lnTo>
                  <a:pt x="3837" y="375"/>
                </a:lnTo>
                <a:lnTo>
                  <a:pt x="3854" y="373"/>
                </a:lnTo>
                <a:lnTo>
                  <a:pt x="3872" y="371"/>
                </a:lnTo>
                <a:lnTo>
                  <a:pt x="3890" y="369"/>
                </a:lnTo>
                <a:lnTo>
                  <a:pt x="3908" y="367"/>
                </a:lnTo>
                <a:lnTo>
                  <a:pt x="3926" y="365"/>
                </a:lnTo>
                <a:lnTo>
                  <a:pt x="3944" y="363"/>
                </a:lnTo>
                <a:lnTo>
                  <a:pt x="3962" y="361"/>
                </a:lnTo>
                <a:lnTo>
                  <a:pt x="3979" y="358"/>
                </a:lnTo>
                <a:lnTo>
                  <a:pt x="3997" y="356"/>
                </a:lnTo>
                <a:lnTo>
                  <a:pt x="4015" y="354"/>
                </a:lnTo>
                <a:lnTo>
                  <a:pt x="4033" y="352"/>
                </a:lnTo>
                <a:lnTo>
                  <a:pt x="4051" y="350"/>
                </a:lnTo>
                <a:lnTo>
                  <a:pt x="4069" y="348"/>
                </a:lnTo>
                <a:lnTo>
                  <a:pt x="4086" y="346"/>
                </a:lnTo>
                <a:lnTo>
                  <a:pt x="4104" y="344"/>
                </a:lnTo>
                <a:lnTo>
                  <a:pt x="4122" y="342"/>
                </a:lnTo>
                <a:lnTo>
                  <a:pt x="4140" y="340"/>
                </a:lnTo>
                <a:lnTo>
                  <a:pt x="4158" y="338"/>
                </a:lnTo>
                <a:lnTo>
                  <a:pt x="4176" y="336"/>
                </a:lnTo>
                <a:lnTo>
                  <a:pt x="4193" y="334"/>
                </a:lnTo>
                <a:lnTo>
                  <a:pt x="4211" y="332"/>
                </a:lnTo>
                <a:lnTo>
                  <a:pt x="4229" y="330"/>
                </a:lnTo>
                <a:lnTo>
                  <a:pt x="4247" y="328"/>
                </a:lnTo>
                <a:lnTo>
                  <a:pt x="4265" y="326"/>
                </a:lnTo>
                <a:lnTo>
                  <a:pt x="4283" y="324"/>
                </a:lnTo>
                <a:lnTo>
                  <a:pt x="4301" y="322"/>
                </a:lnTo>
                <a:lnTo>
                  <a:pt x="4318" y="320"/>
                </a:lnTo>
                <a:lnTo>
                  <a:pt x="4336" y="318"/>
                </a:lnTo>
                <a:lnTo>
                  <a:pt x="4354" y="316"/>
                </a:lnTo>
                <a:lnTo>
                  <a:pt x="4372" y="314"/>
                </a:lnTo>
                <a:lnTo>
                  <a:pt x="4390" y="312"/>
                </a:lnTo>
                <a:lnTo>
                  <a:pt x="4408" y="310"/>
                </a:lnTo>
                <a:lnTo>
                  <a:pt x="4425" y="308"/>
                </a:lnTo>
                <a:lnTo>
                  <a:pt x="4443" y="305"/>
                </a:lnTo>
                <a:lnTo>
                  <a:pt x="4461" y="303"/>
                </a:lnTo>
                <a:lnTo>
                  <a:pt x="4479" y="301"/>
                </a:lnTo>
                <a:lnTo>
                  <a:pt x="4497" y="299"/>
                </a:lnTo>
                <a:lnTo>
                  <a:pt x="4515" y="297"/>
                </a:lnTo>
                <a:lnTo>
                  <a:pt x="4533" y="295"/>
                </a:lnTo>
                <a:lnTo>
                  <a:pt x="4550" y="293"/>
                </a:lnTo>
                <a:lnTo>
                  <a:pt x="4568" y="291"/>
                </a:lnTo>
                <a:lnTo>
                  <a:pt x="4586" y="289"/>
                </a:lnTo>
                <a:lnTo>
                  <a:pt x="4604" y="287"/>
                </a:lnTo>
                <a:lnTo>
                  <a:pt x="4622" y="285"/>
                </a:lnTo>
                <a:lnTo>
                  <a:pt x="4640" y="283"/>
                </a:lnTo>
                <a:lnTo>
                  <a:pt x="4657" y="281"/>
                </a:lnTo>
                <a:lnTo>
                  <a:pt x="4675" y="279"/>
                </a:lnTo>
                <a:lnTo>
                  <a:pt x="4693" y="277"/>
                </a:lnTo>
                <a:lnTo>
                  <a:pt x="4711" y="275"/>
                </a:lnTo>
                <a:lnTo>
                  <a:pt x="4729" y="273"/>
                </a:lnTo>
                <a:lnTo>
                  <a:pt x="4747" y="271"/>
                </a:lnTo>
                <a:lnTo>
                  <a:pt x="4765" y="269"/>
                </a:lnTo>
                <a:lnTo>
                  <a:pt x="4782" y="267"/>
                </a:lnTo>
                <a:lnTo>
                  <a:pt x="4800" y="265"/>
                </a:lnTo>
                <a:lnTo>
                  <a:pt x="4818" y="263"/>
                </a:lnTo>
                <a:lnTo>
                  <a:pt x="4836" y="261"/>
                </a:lnTo>
                <a:lnTo>
                  <a:pt x="4854" y="259"/>
                </a:lnTo>
                <a:lnTo>
                  <a:pt x="4872" y="257"/>
                </a:lnTo>
                <a:lnTo>
                  <a:pt x="4889" y="255"/>
                </a:lnTo>
                <a:lnTo>
                  <a:pt x="4907" y="252"/>
                </a:lnTo>
                <a:lnTo>
                  <a:pt x="4925" y="250"/>
                </a:lnTo>
                <a:lnTo>
                  <a:pt x="4943" y="248"/>
                </a:lnTo>
                <a:lnTo>
                  <a:pt x="4961" y="246"/>
                </a:lnTo>
                <a:lnTo>
                  <a:pt x="4979" y="244"/>
                </a:lnTo>
                <a:lnTo>
                  <a:pt x="4996" y="242"/>
                </a:lnTo>
                <a:lnTo>
                  <a:pt x="5014" y="240"/>
                </a:lnTo>
                <a:lnTo>
                  <a:pt x="5032" y="238"/>
                </a:lnTo>
                <a:lnTo>
                  <a:pt x="5050" y="236"/>
                </a:lnTo>
                <a:lnTo>
                  <a:pt x="5068" y="234"/>
                </a:lnTo>
                <a:lnTo>
                  <a:pt x="5086" y="232"/>
                </a:lnTo>
                <a:lnTo>
                  <a:pt x="5104" y="230"/>
                </a:lnTo>
                <a:lnTo>
                  <a:pt x="5121" y="228"/>
                </a:lnTo>
                <a:lnTo>
                  <a:pt x="5139" y="226"/>
                </a:lnTo>
                <a:lnTo>
                  <a:pt x="5157" y="224"/>
                </a:lnTo>
                <a:lnTo>
                  <a:pt x="5175" y="222"/>
                </a:lnTo>
                <a:lnTo>
                  <a:pt x="5193" y="220"/>
                </a:lnTo>
                <a:lnTo>
                  <a:pt x="5211" y="218"/>
                </a:lnTo>
                <a:lnTo>
                  <a:pt x="5228" y="216"/>
                </a:lnTo>
                <a:lnTo>
                  <a:pt x="5246" y="214"/>
                </a:lnTo>
                <a:lnTo>
                  <a:pt x="5264" y="212"/>
                </a:lnTo>
                <a:lnTo>
                  <a:pt x="5282" y="210"/>
                </a:lnTo>
                <a:lnTo>
                  <a:pt x="5300" y="208"/>
                </a:lnTo>
                <a:lnTo>
                  <a:pt x="5318" y="206"/>
                </a:lnTo>
                <a:lnTo>
                  <a:pt x="5336" y="204"/>
                </a:lnTo>
                <a:lnTo>
                  <a:pt x="5353" y="201"/>
                </a:lnTo>
                <a:lnTo>
                  <a:pt x="5371" y="199"/>
                </a:lnTo>
                <a:lnTo>
                  <a:pt x="5389" y="197"/>
                </a:lnTo>
                <a:lnTo>
                  <a:pt x="5407" y="195"/>
                </a:lnTo>
                <a:lnTo>
                  <a:pt x="5425" y="193"/>
                </a:lnTo>
                <a:lnTo>
                  <a:pt x="5443" y="191"/>
                </a:lnTo>
                <a:lnTo>
                  <a:pt x="5460" y="189"/>
                </a:lnTo>
                <a:lnTo>
                  <a:pt x="5478" y="187"/>
                </a:lnTo>
                <a:lnTo>
                  <a:pt x="5496" y="185"/>
                </a:lnTo>
                <a:lnTo>
                  <a:pt x="5514" y="183"/>
                </a:lnTo>
                <a:lnTo>
                  <a:pt x="5532" y="181"/>
                </a:lnTo>
                <a:lnTo>
                  <a:pt x="5550" y="179"/>
                </a:lnTo>
                <a:lnTo>
                  <a:pt x="5568" y="177"/>
                </a:lnTo>
                <a:lnTo>
                  <a:pt x="5585" y="175"/>
                </a:lnTo>
                <a:lnTo>
                  <a:pt x="5603" y="173"/>
                </a:lnTo>
                <a:lnTo>
                  <a:pt x="5621" y="171"/>
                </a:lnTo>
                <a:lnTo>
                  <a:pt x="5639" y="169"/>
                </a:lnTo>
                <a:lnTo>
                  <a:pt x="5657" y="167"/>
                </a:lnTo>
                <a:lnTo>
                  <a:pt x="5675" y="165"/>
                </a:lnTo>
                <a:lnTo>
                  <a:pt x="5692" y="163"/>
                </a:lnTo>
                <a:lnTo>
                  <a:pt x="5710" y="161"/>
                </a:lnTo>
                <a:lnTo>
                  <a:pt x="5728" y="159"/>
                </a:lnTo>
                <a:lnTo>
                  <a:pt x="5746" y="157"/>
                </a:lnTo>
                <a:lnTo>
                  <a:pt x="5764" y="155"/>
                </a:lnTo>
                <a:lnTo>
                  <a:pt x="5782" y="153"/>
                </a:lnTo>
                <a:lnTo>
                  <a:pt x="5799" y="151"/>
                </a:lnTo>
                <a:lnTo>
                  <a:pt x="5817" y="148"/>
                </a:lnTo>
                <a:lnTo>
                  <a:pt x="5835" y="146"/>
                </a:lnTo>
                <a:lnTo>
                  <a:pt x="5853" y="144"/>
                </a:lnTo>
                <a:lnTo>
                  <a:pt x="5871" y="142"/>
                </a:lnTo>
                <a:lnTo>
                  <a:pt x="5889" y="140"/>
                </a:lnTo>
                <a:lnTo>
                  <a:pt x="5907" y="138"/>
                </a:lnTo>
                <a:lnTo>
                  <a:pt x="5924" y="136"/>
                </a:lnTo>
                <a:lnTo>
                  <a:pt x="5942" y="134"/>
                </a:lnTo>
                <a:lnTo>
                  <a:pt x="5960" y="132"/>
                </a:lnTo>
                <a:lnTo>
                  <a:pt x="5978" y="130"/>
                </a:lnTo>
                <a:lnTo>
                  <a:pt x="5996" y="128"/>
                </a:lnTo>
                <a:lnTo>
                  <a:pt x="6014" y="126"/>
                </a:lnTo>
                <a:lnTo>
                  <a:pt x="6031" y="124"/>
                </a:lnTo>
                <a:lnTo>
                  <a:pt x="6049" y="122"/>
                </a:lnTo>
                <a:lnTo>
                  <a:pt x="6067" y="120"/>
                </a:lnTo>
                <a:lnTo>
                  <a:pt x="6085" y="118"/>
                </a:lnTo>
                <a:lnTo>
                  <a:pt x="6103" y="116"/>
                </a:lnTo>
                <a:lnTo>
                  <a:pt x="6121" y="114"/>
                </a:lnTo>
                <a:lnTo>
                  <a:pt x="6139" y="112"/>
                </a:lnTo>
                <a:lnTo>
                  <a:pt x="6156" y="110"/>
                </a:lnTo>
                <a:lnTo>
                  <a:pt x="6174" y="108"/>
                </a:lnTo>
                <a:lnTo>
                  <a:pt x="6192" y="106"/>
                </a:lnTo>
                <a:lnTo>
                  <a:pt x="6210" y="104"/>
                </a:lnTo>
                <a:lnTo>
                  <a:pt x="6228" y="102"/>
                </a:lnTo>
                <a:lnTo>
                  <a:pt x="6246" y="100"/>
                </a:lnTo>
                <a:lnTo>
                  <a:pt x="6263" y="98"/>
                </a:lnTo>
                <a:lnTo>
                  <a:pt x="6281" y="95"/>
                </a:lnTo>
                <a:lnTo>
                  <a:pt x="6299" y="93"/>
                </a:lnTo>
                <a:lnTo>
                  <a:pt x="6317" y="91"/>
                </a:lnTo>
                <a:lnTo>
                  <a:pt x="6335" y="89"/>
                </a:lnTo>
                <a:lnTo>
                  <a:pt x="6353" y="87"/>
                </a:lnTo>
                <a:lnTo>
                  <a:pt x="6371" y="85"/>
                </a:lnTo>
                <a:lnTo>
                  <a:pt x="6388" y="83"/>
                </a:lnTo>
                <a:lnTo>
                  <a:pt x="6406" y="81"/>
                </a:lnTo>
                <a:lnTo>
                  <a:pt x="6424" y="79"/>
                </a:lnTo>
                <a:lnTo>
                  <a:pt x="6442" y="77"/>
                </a:lnTo>
                <a:lnTo>
                  <a:pt x="6460" y="75"/>
                </a:lnTo>
                <a:lnTo>
                  <a:pt x="6478" y="73"/>
                </a:lnTo>
                <a:lnTo>
                  <a:pt x="6495" y="71"/>
                </a:lnTo>
                <a:lnTo>
                  <a:pt x="6513" y="69"/>
                </a:lnTo>
                <a:lnTo>
                  <a:pt x="6531" y="67"/>
                </a:lnTo>
                <a:lnTo>
                  <a:pt x="6549" y="65"/>
                </a:lnTo>
                <a:lnTo>
                  <a:pt x="6567" y="63"/>
                </a:lnTo>
                <a:lnTo>
                  <a:pt x="6585" y="61"/>
                </a:lnTo>
                <a:lnTo>
                  <a:pt x="6603" y="59"/>
                </a:lnTo>
                <a:lnTo>
                  <a:pt x="6620" y="57"/>
                </a:lnTo>
                <a:lnTo>
                  <a:pt x="6638" y="55"/>
                </a:lnTo>
                <a:lnTo>
                  <a:pt x="6656" y="53"/>
                </a:lnTo>
                <a:lnTo>
                  <a:pt x="6674" y="51"/>
                </a:lnTo>
                <a:lnTo>
                  <a:pt x="6692" y="49"/>
                </a:lnTo>
                <a:lnTo>
                  <a:pt x="6710" y="47"/>
                </a:lnTo>
                <a:lnTo>
                  <a:pt x="6727" y="45"/>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7066991" y="325563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5854607" y="422796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675100" y="411176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239093" y="372794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6382871" y="406385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3132234" y="480625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184508" y="45854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4777556" y="453447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060964" y="460999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4903251" y="45783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5623825" y="40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6461103" y="361524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054379" y="45970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649863" y="44761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723398" y="443367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7207142" y="331501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895882" y="33757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1235715" y="41495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835659" y="395679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1880665" y="431333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661910" y="456761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4654770" y="46183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5929249" y="38587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1983928" y="43674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6888173" y="3498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7" name="TextBox 36"/>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8" name="Oval 37"/>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40" name="Connector 3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cxnSp>
        <p:nvCxnSpPr>
          <p:cNvPr id="42" name="Connector 41"/>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Flexible enough to learn the noise.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010205"/>
            <a:ext cx="6510528" cy="1832458"/>
          </a:xfrm>
          <a:custGeom>
            <a:avLst/>
            <a:gdLst/>
            <a:ahLst/>
            <a:cxnLst/>
            <a:rect l="l" t="t" r="r" b="b"/>
            <a:pathLst>
              <a:path w="7120" h="2004">
                <a:moveTo>
                  <a:pt x="0" y="900"/>
                </a:moveTo>
                <a:lnTo>
                  <a:pt x="18" y="860"/>
                </a:lnTo>
                <a:lnTo>
                  <a:pt x="36" y="828"/>
                </a:lnTo>
                <a:lnTo>
                  <a:pt x="54" y="802"/>
                </a:lnTo>
                <a:lnTo>
                  <a:pt x="71" y="784"/>
                </a:lnTo>
                <a:lnTo>
                  <a:pt x="89" y="770"/>
                </a:lnTo>
                <a:lnTo>
                  <a:pt x="107" y="762"/>
                </a:lnTo>
                <a:lnTo>
                  <a:pt x="125" y="758"/>
                </a:lnTo>
                <a:lnTo>
                  <a:pt x="143" y="758"/>
                </a:lnTo>
                <a:lnTo>
                  <a:pt x="161" y="762"/>
                </a:lnTo>
                <a:lnTo>
                  <a:pt x="178" y="769"/>
                </a:lnTo>
                <a:lnTo>
                  <a:pt x="196" y="778"/>
                </a:lnTo>
                <a:lnTo>
                  <a:pt x="214" y="789"/>
                </a:lnTo>
                <a:lnTo>
                  <a:pt x="232" y="802"/>
                </a:lnTo>
                <a:lnTo>
                  <a:pt x="250" y="817"/>
                </a:lnTo>
                <a:lnTo>
                  <a:pt x="268" y="833"/>
                </a:lnTo>
                <a:lnTo>
                  <a:pt x="286" y="851"/>
                </a:lnTo>
                <a:lnTo>
                  <a:pt x="303" y="868"/>
                </a:lnTo>
                <a:lnTo>
                  <a:pt x="321" y="887"/>
                </a:lnTo>
                <a:lnTo>
                  <a:pt x="339" y="905"/>
                </a:lnTo>
                <a:lnTo>
                  <a:pt x="357" y="924"/>
                </a:lnTo>
                <a:lnTo>
                  <a:pt x="375" y="943"/>
                </a:lnTo>
                <a:lnTo>
                  <a:pt x="393" y="962"/>
                </a:lnTo>
                <a:lnTo>
                  <a:pt x="410" y="980"/>
                </a:lnTo>
                <a:lnTo>
                  <a:pt x="428" y="998"/>
                </a:lnTo>
                <a:lnTo>
                  <a:pt x="446" y="1016"/>
                </a:lnTo>
                <a:lnTo>
                  <a:pt x="464" y="1033"/>
                </a:lnTo>
                <a:lnTo>
                  <a:pt x="482" y="1049"/>
                </a:lnTo>
                <a:lnTo>
                  <a:pt x="500" y="1065"/>
                </a:lnTo>
                <a:lnTo>
                  <a:pt x="517" y="1080"/>
                </a:lnTo>
                <a:lnTo>
                  <a:pt x="535" y="1094"/>
                </a:lnTo>
                <a:lnTo>
                  <a:pt x="553" y="1108"/>
                </a:lnTo>
                <a:lnTo>
                  <a:pt x="571" y="1120"/>
                </a:lnTo>
                <a:lnTo>
                  <a:pt x="589" y="1132"/>
                </a:lnTo>
                <a:lnTo>
                  <a:pt x="607" y="1144"/>
                </a:lnTo>
                <a:lnTo>
                  <a:pt x="625" y="1154"/>
                </a:lnTo>
                <a:lnTo>
                  <a:pt x="642" y="1164"/>
                </a:lnTo>
                <a:lnTo>
                  <a:pt x="660" y="1173"/>
                </a:lnTo>
                <a:lnTo>
                  <a:pt x="678" y="1181"/>
                </a:lnTo>
                <a:lnTo>
                  <a:pt x="696" y="1189"/>
                </a:lnTo>
                <a:lnTo>
                  <a:pt x="714" y="1196"/>
                </a:lnTo>
                <a:lnTo>
                  <a:pt x="732" y="1203"/>
                </a:lnTo>
                <a:lnTo>
                  <a:pt x="749" y="1208"/>
                </a:lnTo>
                <a:lnTo>
                  <a:pt x="767" y="1214"/>
                </a:lnTo>
                <a:lnTo>
                  <a:pt x="785" y="1219"/>
                </a:lnTo>
                <a:lnTo>
                  <a:pt x="803" y="1223"/>
                </a:lnTo>
                <a:lnTo>
                  <a:pt x="821" y="1227"/>
                </a:lnTo>
                <a:lnTo>
                  <a:pt x="839" y="1231"/>
                </a:lnTo>
                <a:lnTo>
                  <a:pt x="857" y="1235"/>
                </a:lnTo>
                <a:lnTo>
                  <a:pt x="874" y="1238"/>
                </a:lnTo>
                <a:lnTo>
                  <a:pt x="892" y="1241"/>
                </a:lnTo>
                <a:lnTo>
                  <a:pt x="910" y="1244"/>
                </a:lnTo>
                <a:lnTo>
                  <a:pt x="928" y="1246"/>
                </a:lnTo>
                <a:lnTo>
                  <a:pt x="946" y="1249"/>
                </a:lnTo>
                <a:lnTo>
                  <a:pt x="964" y="1252"/>
                </a:lnTo>
                <a:lnTo>
                  <a:pt x="981" y="1254"/>
                </a:lnTo>
                <a:lnTo>
                  <a:pt x="999" y="1257"/>
                </a:lnTo>
                <a:lnTo>
                  <a:pt x="1017" y="1260"/>
                </a:lnTo>
                <a:lnTo>
                  <a:pt x="1035" y="1263"/>
                </a:lnTo>
                <a:lnTo>
                  <a:pt x="1053" y="1266"/>
                </a:lnTo>
                <a:lnTo>
                  <a:pt x="1071" y="1269"/>
                </a:lnTo>
                <a:lnTo>
                  <a:pt x="1089" y="1273"/>
                </a:lnTo>
                <a:lnTo>
                  <a:pt x="1106" y="1277"/>
                </a:lnTo>
                <a:lnTo>
                  <a:pt x="1124" y="1281"/>
                </a:lnTo>
                <a:lnTo>
                  <a:pt x="1142" y="1285"/>
                </a:lnTo>
                <a:lnTo>
                  <a:pt x="1160" y="1290"/>
                </a:lnTo>
                <a:lnTo>
                  <a:pt x="1178" y="1295"/>
                </a:lnTo>
                <a:lnTo>
                  <a:pt x="1196" y="1300"/>
                </a:lnTo>
                <a:lnTo>
                  <a:pt x="1213" y="1306"/>
                </a:lnTo>
                <a:lnTo>
                  <a:pt x="1231" y="1312"/>
                </a:lnTo>
                <a:lnTo>
                  <a:pt x="1249" y="1319"/>
                </a:lnTo>
                <a:lnTo>
                  <a:pt x="1267" y="1326"/>
                </a:lnTo>
                <a:lnTo>
                  <a:pt x="1285" y="1333"/>
                </a:lnTo>
                <a:lnTo>
                  <a:pt x="1303" y="1341"/>
                </a:lnTo>
                <a:lnTo>
                  <a:pt x="1321" y="1349"/>
                </a:lnTo>
                <a:lnTo>
                  <a:pt x="1338" y="1358"/>
                </a:lnTo>
                <a:lnTo>
                  <a:pt x="1356" y="1367"/>
                </a:lnTo>
                <a:lnTo>
                  <a:pt x="1374" y="1377"/>
                </a:lnTo>
                <a:lnTo>
                  <a:pt x="1392" y="1387"/>
                </a:lnTo>
                <a:lnTo>
                  <a:pt x="1410" y="1397"/>
                </a:lnTo>
                <a:lnTo>
                  <a:pt x="1428" y="1408"/>
                </a:lnTo>
                <a:lnTo>
                  <a:pt x="1445" y="1419"/>
                </a:lnTo>
                <a:lnTo>
                  <a:pt x="1463" y="1430"/>
                </a:lnTo>
                <a:lnTo>
                  <a:pt x="1481" y="1442"/>
                </a:lnTo>
                <a:lnTo>
                  <a:pt x="1499" y="1454"/>
                </a:lnTo>
                <a:lnTo>
                  <a:pt x="1517" y="1467"/>
                </a:lnTo>
                <a:lnTo>
                  <a:pt x="1535" y="1480"/>
                </a:lnTo>
                <a:lnTo>
                  <a:pt x="1552" y="1493"/>
                </a:lnTo>
                <a:lnTo>
                  <a:pt x="1570" y="1506"/>
                </a:lnTo>
                <a:lnTo>
                  <a:pt x="1588" y="1520"/>
                </a:lnTo>
                <a:lnTo>
                  <a:pt x="1606" y="1533"/>
                </a:lnTo>
                <a:lnTo>
                  <a:pt x="1624" y="1547"/>
                </a:lnTo>
                <a:lnTo>
                  <a:pt x="1642" y="1562"/>
                </a:lnTo>
                <a:lnTo>
                  <a:pt x="1660" y="1576"/>
                </a:lnTo>
                <a:lnTo>
                  <a:pt x="1677" y="1590"/>
                </a:lnTo>
                <a:lnTo>
                  <a:pt x="1695" y="1605"/>
                </a:lnTo>
                <a:lnTo>
                  <a:pt x="1713" y="1620"/>
                </a:lnTo>
                <a:lnTo>
                  <a:pt x="1731" y="1634"/>
                </a:lnTo>
                <a:lnTo>
                  <a:pt x="1749" y="1649"/>
                </a:lnTo>
                <a:lnTo>
                  <a:pt x="1767" y="1664"/>
                </a:lnTo>
                <a:lnTo>
                  <a:pt x="1784" y="1678"/>
                </a:lnTo>
                <a:lnTo>
                  <a:pt x="1802" y="1693"/>
                </a:lnTo>
                <a:lnTo>
                  <a:pt x="1820" y="1707"/>
                </a:lnTo>
                <a:lnTo>
                  <a:pt x="1838" y="1722"/>
                </a:lnTo>
                <a:lnTo>
                  <a:pt x="1856" y="1736"/>
                </a:lnTo>
                <a:lnTo>
                  <a:pt x="1874" y="1750"/>
                </a:lnTo>
                <a:lnTo>
                  <a:pt x="1892" y="1764"/>
                </a:lnTo>
                <a:lnTo>
                  <a:pt x="1909" y="1778"/>
                </a:lnTo>
                <a:lnTo>
                  <a:pt x="1927" y="1791"/>
                </a:lnTo>
                <a:lnTo>
                  <a:pt x="1945" y="1804"/>
                </a:lnTo>
                <a:lnTo>
                  <a:pt x="1963" y="1817"/>
                </a:lnTo>
                <a:lnTo>
                  <a:pt x="1981" y="1830"/>
                </a:lnTo>
                <a:lnTo>
                  <a:pt x="1999" y="1842"/>
                </a:lnTo>
                <a:lnTo>
                  <a:pt x="2016" y="1854"/>
                </a:lnTo>
                <a:lnTo>
                  <a:pt x="2034" y="1866"/>
                </a:lnTo>
                <a:lnTo>
                  <a:pt x="2052" y="1877"/>
                </a:lnTo>
                <a:lnTo>
                  <a:pt x="2070" y="1888"/>
                </a:lnTo>
                <a:lnTo>
                  <a:pt x="2088" y="1898"/>
                </a:lnTo>
                <a:lnTo>
                  <a:pt x="2106" y="1908"/>
                </a:lnTo>
                <a:lnTo>
                  <a:pt x="2124" y="1918"/>
                </a:lnTo>
                <a:lnTo>
                  <a:pt x="2141" y="1927"/>
                </a:lnTo>
                <a:lnTo>
                  <a:pt x="2159" y="1935"/>
                </a:lnTo>
                <a:lnTo>
                  <a:pt x="2177" y="1943"/>
                </a:lnTo>
                <a:lnTo>
                  <a:pt x="2195" y="1951"/>
                </a:lnTo>
                <a:lnTo>
                  <a:pt x="2213" y="1958"/>
                </a:lnTo>
                <a:lnTo>
                  <a:pt x="2231" y="1965"/>
                </a:lnTo>
                <a:lnTo>
                  <a:pt x="2248" y="1971"/>
                </a:lnTo>
                <a:lnTo>
                  <a:pt x="2266" y="1977"/>
                </a:lnTo>
                <a:lnTo>
                  <a:pt x="2284" y="1982"/>
                </a:lnTo>
                <a:lnTo>
                  <a:pt x="2302" y="1986"/>
                </a:lnTo>
                <a:lnTo>
                  <a:pt x="2320" y="1990"/>
                </a:lnTo>
                <a:lnTo>
                  <a:pt x="2338" y="1994"/>
                </a:lnTo>
                <a:lnTo>
                  <a:pt x="2355" y="1997"/>
                </a:lnTo>
                <a:lnTo>
                  <a:pt x="2373" y="1999"/>
                </a:lnTo>
                <a:lnTo>
                  <a:pt x="2391" y="2001"/>
                </a:lnTo>
                <a:lnTo>
                  <a:pt x="2409" y="2003"/>
                </a:lnTo>
                <a:lnTo>
                  <a:pt x="2427" y="2004"/>
                </a:lnTo>
                <a:lnTo>
                  <a:pt x="2445" y="2004"/>
                </a:lnTo>
                <a:lnTo>
                  <a:pt x="2463" y="2004"/>
                </a:lnTo>
                <a:lnTo>
                  <a:pt x="2480" y="2004"/>
                </a:lnTo>
                <a:lnTo>
                  <a:pt x="2498" y="2003"/>
                </a:lnTo>
                <a:lnTo>
                  <a:pt x="2516" y="2001"/>
                </a:lnTo>
                <a:lnTo>
                  <a:pt x="2534" y="1999"/>
                </a:lnTo>
                <a:lnTo>
                  <a:pt x="2552" y="1997"/>
                </a:lnTo>
                <a:lnTo>
                  <a:pt x="2570" y="1994"/>
                </a:lnTo>
                <a:lnTo>
                  <a:pt x="2587" y="1991"/>
                </a:lnTo>
                <a:lnTo>
                  <a:pt x="2605" y="1987"/>
                </a:lnTo>
                <a:lnTo>
                  <a:pt x="2623" y="1983"/>
                </a:lnTo>
                <a:lnTo>
                  <a:pt x="2641" y="1979"/>
                </a:lnTo>
                <a:lnTo>
                  <a:pt x="2659" y="1974"/>
                </a:lnTo>
                <a:lnTo>
                  <a:pt x="2677" y="1969"/>
                </a:lnTo>
                <a:lnTo>
                  <a:pt x="2695" y="1963"/>
                </a:lnTo>
                <a:lnTo>
                  <a:pt x="2712" y="1958"/>
                </a:lnTo>
                <a:lnTo>
                  <a:pt x="2730" y="1952"/>
                </a:lnTo>
                <a:lnTo>
                  <a:pt x="2748" y="1945"/>
                </a:lnTo>
                <a:lnTo>
                  <a:pt x="2766" y="1939"/>
                </a:lnTo>
                <a:lnTo>
                  <a:pt x="2784" y="1932"/>
                </a:lnTo>
                <a:lnTo>
                  <a:pt x="2802" y="1925"/>
                </a:lnTo>
                <a:lnTo>
                  <a:pt x="2819" y="1918"/>
                </a:lnTo>
                <a:lnTo>
                  <a:pt x="2837" y="1910"/>
                </a:lnTo>
                <a:lnTo>
                  <a:pt x="2855" y="1903"/>
                </a:lnTo>
                <a:lnTo>
                  <a:pt x="2873" y="1895"/>
                </a:lnTo>
                <a:lnTo>
                  <a:pt x="2891" y="1888"/>
                </a:lnTo>
                <a:lnTo>
                  <a:pt x="2909" y="1880"/>
                </a:lnTo>
                <a:lnTo>
                  <a:pt x="2927" y="1872"/>
                </a:lnTo>
                <a:lnTo>
                  <a:pt x="2944" y="1864"/>
                </a:lnTo>
                <a:lnTo>
                  <a:pt x="2962" y="1856"/>
                </a:lnTo>
                <a:lnTo>
                  <a:pt x="2980" y="1848"/>
                </a:lnTo>
                <a:lnTo>
                  <a:pt x="2998" y="1840"/>
                </a:lnTo>
                <a:lnTo>
                  <a:pt x="3016" y="1832"/>
                </a:lnTo>
                <a:lnTo>
                  <a:pt x="3034" y="1824"/>
                </a:lnTo>
                <a:lnTo>
                  <a:pt x="3051" y="1816"/>
                </a:lnTo>
                <a:lnTo>
                  <a:pt x="3069" y="1808"/>
                </a:lnTo>
                <a:lnTo>
                  <a:pt x="3087" y="1801"/>
                </a:lnTo>
                <a:lnTo>
                  <a:pt x="3105" y="1793"/>
                </a:lnTo>
                <a:lnTo>
                  <a:pt x="3123" y="1786"/>
                </a:lnTo>
                <a:lnTo>
                  <a:pt x="3141" y="1778"/>
                </a:lnTo>
                <a:lnTo>
                  <a:pt x="3158" y="1771"/>
                </a:lnTo>
                <a:lnTo>
                  <a:pt x="3176" y="1764"/>
                </a:lnTo>
                <a:lnTo>
                  <a:pt x="3194" y="1758"/>
                </a:lnTo>
                <a:lnTo>
                  <a:pt x="3212" y="1751"/>
                </a:lnTo>
                <a:lnTo>
                  <a:pt x="3230" y="1745"/>
                </a:lnTo>
                <a:lnTo>
                  <a:pt x="3248" y="1739"/>
                </a:lnTo>
                <a:lnTo>
                  <a:pt x="3266" y="1733"/>
                </a:lnTo>
                <a:lnTo>
                  <a:pt x="3283" y="1727"/>
                </a:lnTo>
                <a:lnTo>
                  <a:pt x="3301" y="1722"/>
                </a:lnTo>
                <a:lnTo>
                  <a:pt x="3319" y="1717"/>
                </a:lnTo>
                <a:lnTo>
                  <a:pt x="3337" y="1712"/>
                </a:lnTo>
                <a:lnTo>
                  <a:pt x="3355" y="1707"/>
                </a:lnTo>
                <a:lnTo>
                  <a:pt x="3373" y="1703"/>
                </a:lnTo>
                <a:lnTo>
                  <a:pt x="3390" y="1699"/>
                </a:lnTo>
                <a:lnTo>
                  <a:pt x="3408" y="1696"/>
                </a:lnTo>
                <a:lnTo>
                  <a:pt x="3426" y="1692"/>
                </a:lnTo>
                <a:lnTo>
                  <a:pt x="3444" y="1689"/>
                </a:lnTo>
                <a:lnTo>
                  <a:pt x="3462" y="1687"/>
                </a:lnTo>
                <a:lnTo>
                  <a:pt x="3480" y="1684"/>
                </a:lnTo>
                <a:lnTo>
                  <a:pt x="3498" y="1682"/>
                </a:lnTo>
                <a:lnTo>
                  <a:pt x="3515" y="1680"/>
                </a:lnTo>
                <a:lnTo>
                  <a:pt x="3533" y="1679"/>
                </a:lnTo>
                <a:lnTo>
                  <a:pt x="3551" y="1678"/>
                </a:lnTo>
                <a:lnTo>
                  <a:pt x="3569" y="1677"/>
                </a:lnTo>
                <a:lnTo>
                  <a:pt x="3587" y="1677"/>
                </a:lnTo>
                <a:lnTo>
                  <a:pt x="3605" y="1676"/>
                </a:lnTo>
                <a:lnTo>
                  <a:pt x="3622" y="1676"/>
                </a:lnTo>
                <a:lnTo>
                  <a:pt x="3640" y="1677"/>
                </a:lnTo>
                <a:lnTo>
                  <a:pt x="3658" y="1677"/>
                </a:lnTo>
                <a:lnTo>
                  <a:pt x="3676" y="1678"/>
                </a:lnTo>
                <a:lnTo>
                  <a:pt x="3694" y="1679"/>
                </a:lnTo>
                <a:lnTo>
                  <a:pt x="3712" y="1681"/>
                </a:lnTo>
                <a:lnTo>
                  <a:pt x="3730" y="1682"/>
                </a:lnTo>
                <a:lnTo>
                  <a:pt x="3747" y="1684"/>
                </a:lnTo>
                <a:lnTo>
                  <a:pt x="3765" y="1686"/>
                </a:lnTo>
                <a:lnTo>
                  <a:pt x="3783" y="1688"/>
                </a:lnTo>
                <a:lnTo>
                  <a:pt x="3801" y="1691"/>
                </a:lnTo>
                <a:lnTo>
                  <a:pt x="3819" y="1693"/>
                </a:lnTo>
                <a:lnTo>
                  <a:pt x="3837" y="1696"/>
                </a:lnTo>
                <a:lnTo>
                  <a:pt x="3854" y="1699"/>
                </a:lnTo>
                <a:lnTo>
                  <a:pt x="3872" y="1702"/>
                </a:lnTo>
                <a:lnTo>
                  <a:pt x="3890" y="1705"/>
                </a:lnTo>
                <a:lnTo>
                  <a:pt x="3908" y="1708"/>
                </a:lnTo>
                <a:lnTo>
                  <a:pt x="3926" y="1712"/>
                </a:lnTo>
                <a:lnTo>
                  <a:pt x="3944" y="1715"/>
                </a:lnTo>
                <a:lnTo>
                  <a:pt x="3962" y="1719"/>
                </a:lnTo>
                <a:lnTo>
                  <a:pt x="3979" y="1722"/>
                </a:lnTo>
                <a:lnTo>
                  <a:pt x="3997" y="1726"/>
                </a:lnTo>
                <a:lnTo>
                  <a:pt x="4015" y="1729"/>
                </a:lnTo>
                <a:lnTo>
                  <a:pt x="4033" y="1733"/>
                </a:lnTo>
                <a:lnTo>
                  <a:pt x="4051" y="1736"/>
                </a:lnTo>
                <a:lnTo>
                  <a:pt x="4069" y="1740"/>
                </a:lnTo>
                <a:lnTo>
                  <a:pt x="4086" y="1743"/>
                </a:lnTo>
                <a:lnTo>
                  <a:pt x="4104" y="1746"/>
                </a:lnTo>
                <a:lnTo>
                  <a:pt x="4122" y="1750"/>
                </a:lnTo>
                <a:lnTo>
                  <a:pt x="4140" y="1753"/>
                </a:lnTo>
                <a:lnTo>
                  <a:pt x="4158" y="1755"/>
                </a:lnTo>
                <a:lnTo>
                  <a:pt x="4176" y="1758"/>
                </a:lnTo>
                <a:lnTo>
                  <a:pt x="4193" y="1761"/>
                </a:lnTo>
                <a:lnTo>
                  <a:pt x="4211" y="1763"/>
                </a:lnTo>
                <a:lnTo>
                  <a:pt x="4229" y="1765"/>
                </a:lnTo>
                <a:lnTo>
                  <a:pt x="4247" y="1767"/>
                </a:lnTo>
                <a:lnTo>
                  <a:pt x="4265" y="1769"/>
                </a:lnTo>
                <a:lnTo>
                  <a:pt x="4283" y="1770"/>
                </a:lnTo>
                <a:lnTo>
                  <a:pt x="4301" y="1772"/>
                </a:lnTo>
                <a:lnTo>
                  <a:pt x="4318" y="1773"/>
                </a:lnTo>
                <a:lnTo>
                  <a:pt x="4336" y="1773"/>
                </a:lnTo>
                <a:lnTo>
                  <a:pt x="4354" y="1773"/>
                </a:lnTo>
                <a:lnTo>
                  <a:pt x="4372" y="1773"/>
                </a:lnTo>
                <a:lnTo>
                  <a:pt x="4390" y="1773"/>
                </a:lnTo>
                <a:lnTo>
                  <a:pt x="4408" y="1772"/>
                </a:lnTo>
                <a:lnTo>
                  <a:pt x="4425" y="1771"/>
                </a:lnTo>
                <a:lnTo>
                  <a:pt x="4443" y="1770"/>
                </a:lnTo>
                <a:lnTo>
                  <a:pt x="4461" y="1768"/>
                </a:lnTo>
                <a:lnTo>
                  <a:pt x="4479" y="1766"/>
                </a:lnTo>
                <a:lnTo>
                  <a:pt x="4497" y="1763"/>
                </a:lnTo>
                <a:lnTo>
                  <a:pt x="4515" y="1760"/>
                </a:lnTo>
                <a:lnTo>
                  <a:pt x="4533" y="1757"/>
                </a:lnTo>
                <a:lnTo>
                  <a:pt x="4550" y="1753"/>
                </a:lnTo>
                <a:lnTo>
                  <a:pt x="4568" y="1749"/>
                </a:lnTo>
                <a:lnTo>
                  <a:pt x="4586" y="1744"/>
                </a:lnTo>
                <a:lnTo>
                  <a:pt x="4604" y="1739"/>
                </a:lnTo>
                <a:lnTo>
                  <a:pt x="4622" y="1733"/>
                </a:lnTo>
                <a:lnTo>
                  <a:pt x="4640" y="1727"/>
                </a:lnTo>
                <a:lnTo>
                  <a:pt x="4657" y="1721"/>
                </a:lnTo>
                <a:lnTo>
                  <a:pt x="4675" y="1714"/>
                </a:lnTo>
                <a:lnTo>
                  <a:pt x="4693" y="1707"/>
                </a:lnTo>
                <a:lnTo>
                  <a:pt x="4711" y="1699"/>
                </a:lnTo>
                <a:lnTo>
                  <a:pt x="4729" y="1691"/>
                </a:lnTo>
                <a:lnTo>
                  <a:pt x="4747" y="1682"/>
                </a:lnTo>
                <a:lnTo>
                  <a:pt x="4765" y="1673"/>
                </a:lnTo>
                <a:lnTo>
                  <a:pt x="4782" y="1664"/>
                </a:lnTo>
                <a:lnTo>
                  <a:pt x="4800" y="1654"/>
                </a:lnTo>
                <a:lnTo>
                  <a:pt x="4818" y="1644"/>
                </a:lnTo>
                <a:lnTo>
                  <a:pt x="4836" y="1633"/>
                </a:lnTo>
                <a:lnTo>
                  <a:pt x="4854" y="1622"/>
                </a:lnTo>
                <a:lnTo>
                  <a:pt x="4872" y="1611"/>
                </a:lnTo>
                <a:lnTo>
                  <a:pt x="4889" y="1599"/>
                </a:lnTo>
                <a:lnTo>
                  <a:pt x="4907" y="1587"/>
                </a:lnTo>
                <a:lnTo>
                  <a:pt x="4925" y="1574"/>
                </a:lnTo>
                <a:lnTo>
                  <a:pt x="4943" y="1562"/>
                </a:lnTo>
                <a:lnTo>
                  <a:pt x="4961" y="1548"/>
                </a:lnTo>
                <a:lnTo>
                  <a:pt x="4979" y="1535"/>
                </a:lnTo>
                <a:lnTo>
                  <a:pt x="4996" y="1521"/>
                </a:lnTo>
                <a:lnTo>
                  <a:pt x="5014" y="1507"/>
                </a:lnTo>
                <a:lnTo>
                  <a:pt x="5032" y="1493"/>
                </a:lnTo>
                <a:lnTo>
                  <a:pt x="5050" y="1478"/>
                </a:lnTo>
                <a:lnTo>
                  <a:pt x="5068" y="1463"/>
                </a:lnTo>
                <a:lnTo>
                  <a:pt x="5086" y="1448"/>
                </a:lnTo>
                <a:lnTo>
                  <a:pt x="5104" y="1433"/>
                </a:lnTo>
                <a:lnTo>
                  <a:pt x="5121" y="1417"/>
                </a:lnTo>
                <a:lnTo>
                  <a:pt x="5139" y="1402"/>
                </a:lnTo>
                <a:lnTo>
                  <a:pt x="5157" y="1386"/>
                </a:lnTo>
                <a:lnTo>
                  <a:pt x="5175" y="1370"/>
                </a:lnTo>
                <a:lnTo>
                  <a:pt x="5193" y="1353"/>
                </a:lnTo>
                <a:lnTo>
                  <a:pt x="5211" y="1337"/>
                </a:lnTo>
                <a:lnTo>
                  <a:pt x="5228" y="1321"/>
                </a:lnTo>
                <a:lnTo>
                  <a:pt x="5246" y="1304"/>
                </a:lnTo>
                <a:lnTo>
                  <a:pt x="5264" y="1288"/>
                </a:lnTo>
                <a:lnTo>
                  <a:pt x="5282" y="1271"/>
                </a:lnTo>
                <a:lnTo>
                  <a:pt x="5300" y="1255"/>
                </a:lnTo>
                <a:lnTo>
                  <a:pt x="5318" y="1238"/>
                </a:lnTo>
                <a:lnTo>
                  <a:pt x="5336" y="1221"/>
                </a:lnTo>
                <a:lnTo>
                  <a:pt x="5353" y="1205"/>
                </a:lnTo>
                <a:lnTo>
                  <a:pt x="5371" y="1188"/>
                </a:lnTo>
                <a:lnTo>
                  <a:pt x="5389" y="1171"/>
                </a:lnTo>
                <a:lnTo>
                  <a:pt x="5407" y="1155"/>
                </a:lnTo>
                <a:lnTo>
                  <a:pt x="5425" y="1139"/>
                </a:lnTo>
                <a:lnTo>
                  <a:pt x="5443" y="1122"/>
                </a:lnTo>
                <a:lnTo>
                  <a:pt x="5460" y="1106"/>
                </a:lnTo>
                <a:lnTo>
                  <a:pt x="5478" y="1090"/>
                </a:lnTo>
                <a:lnTo>
                  <a:pt x="5496" y="1074"/>
                </a:lnTo>
                <a:lnTo>
                  <a:pt x="5514" y="1058"/>
                </a:lnTo>
                <a:lnTo>
                  <a:pt x="5532" y="1042"/>
                </a:lnTo>
                <a:lnTo>
                  <a:pt x="5550" y="1027"/>
                </a:lnTo>
                <a:lnTo>
                  <a:pt x="5568" y="1011"/>
                </a:lnTo>
                <a:lnTo>
                  <a:pt x="5585" y="996"/>
                </a:lnTo>
                <a:lnTo>
                  <a:pt x="5603" y="981"/>
                </a:lnTo>
                <a:lnTo>
                  <a:pt x="5621" y="966"/>
                </a:lnTo>
                <a:lnTo>
                  <a:pt x="5639" y="952"/>
                </a:lnTo>
                <a:lnTo>
                  <a:pt x="5657" y="938"/>
                </a:lnTo>
                <a:lnTo>
                  <a:pt x="5675" y="923"/>
                </a:lnTo>
                <a:lnTo>
                  <a:pt x="5692" y="909"/>
                </a:lnTo>
                <a:lnTo>
                  <a:pt x="5710" y="896"/>
                </a:lnTo>
                <a:lnTo>
                  <a:pt x="5728" y="882"/>
                </a:lnTo>
                <a:lnTo>
                  <a:pt x="5746" y="869"/>
                </a:lnTo>
                <a:lnTo>
                  <a:pt x="5764" y="856"/>
                </a:lnTo>
                <a:lnTo>
                  <a:pt x="5782" y="843"/>
                </a:lnTo>
                <a:lnTo>
                  <a:pt x="5799" y="831"/>
                </a:lnTo>
                <a:lnTo>
                  <a:pt x="5817" y="819"/>
                </a:lnTo>
                <a:lnTo>
                  <a:pt x="5835" y="807"/>
                </a:lnTo>
                <a:lnTo>
                  <a:pt x="5853" y="795"/>
                </a:lnTo>
                <a:lnTo>
                  <a:pt x="5871" y="784"/>
                </a:lnTo>
                <a:lnTo>
                  <a:pt x="5889" y="772"/>
                </a:lnTo>
                <a:lnTo>
                  <a:pt x="5907" y="761"/>
                </a:lnTo>
                <a:lnTo>
                  <a:pt x="5924" y="751"/>
                </a:lnTo>
                <a:lnTo>
                  <a:pt x="5942" y="740"/>
                </a:lnTo>
                <a:lnTo>
                  <a:pt x="5960" y="730"/>
                </a:lnTo>
                <a:lnTo>
                  <a:pt x="5978" y="720"/>
                </a:lnTo>
                <a:lnTo>
                  <a:pt x="5996" y="710"/>
                </a:lnTo>
                <a:lnTo>
                  <a:pt x="6014" y="700"/>
                </a:lnTo>
                <a:lnTo>
                  <a:pt x="6031" y="691"/>
                </a:lnTo>
                <a:lnTo>
                  <a:pt x="6049" y="682"/>
                </a:lnTo>
                <a:lnTo>
                  <a:pt x="6067" y="673"/>
                </a:lnTo>
                <a:lnTo>
                  <a:pt x="6085" y="664"/>
                </a:lnTo>
                <a:lnTo>
                  <a:pt x="6103" y="655"/>
                </a:lnTo>
                <a:lnTo>
                  <a:pt x="6121" y="647"/>
                </a:lnTo>
                <a:lnTo>
                  <a:pt x="6139" y="638"/>
                </a:lnTo>
                <a:lnTo>
                  <a:pt x="6156" y="630"/>
                </a:lnTo>
                <a:lnTo>
                  <a:pt x="6174" y="622"/>
                </a:lnTo>
                <a:lnTo>
                  <a:pt x="6192" y="614"/>
                </a:lnTo>
                <a:lnTo>
                  <a:pt x="6210" y="607"/>
                </a:lnTo>
                <a:lnTo>
                  <a:pt x="6228" y="599"/>
                </a:lnTo>
                <a:lnTo>
                  <a:pt x="6246" y="592"/>
                </a:lnTo>
                <a:lnTo>
                  <a:pt x="6263" y="584"/>
                </a:lnTo>
                <a:lnTo>
                  <a:pt x="6281" y="577"/>
                </a:lnTo>
                <a:lnTo>
                  <a:pt x="6299" y="570"/>
                </a:lnTo>
                <a:lnTo>
                  <a:pt x="6317" y="563"/>
                </a:lnTo>
                <a:lnTo>
                  <a:pt x="6335" y="556"/>
                </a:lnTo>
                <a:lnTo>
                  <a:pt x="6353" y="549"/>
                </a:lnTo>
                <a:lnTo>
                  <a:pt x="6371" y="542"/>
                </a:lnTo>
                <a:lnTo>
                  <a:pt x="6388" y="536"/>
                </a:lnTo>
                <a:lnTo>
                  <a:pt x="6406" y="529"/>
                </a:lnTo>
                <a:lnTo>
                  <a:pt x="6424" y="523"/>
                </a:lnTo>
                <a:lnTo>
                  <a:pt x="6442" y="516"/>
                </a:lnTo>
                <a:lnTo>
                  <a:pt x="6460" y="510"/>
                </a:lnTo>
                <a:lnTo>
                  <a:pt x="6478" y="503"/>
                </a:lnTo>
                <a:lnTo>
                  <a:pt x="6495" y="497"/>
                </a:lnTo>
                <a:lnTo>
                  <a:pt x="6513" y="490"/>
                </a:lnTo>
                <a:lnTo>
                  <a:pt x="6531" y="484"/>
                </a:lnTo>
                <a:lnTo>
                  <a:pt x="6549" y="478"/>
                </a:lnTo>
                <a:lnTo>
                  <a:pt x="6567" y="472"/>
                </a:lnTo>
                <a:lnTo>
                  <a:pt x="6585" y="465"/>
                </a:lnTo>
                <a:lnTo>
                  <a:pt x="6603" y="459"/>
                </a:lnTo>
                <a:lnTo>
                  <a:pt x="6620" y="452"/>
                </a:lnTo>
                <a:lnTo>
                  <a:pt x="6638" y="446"/>
                </a:lnTo>
                <a:lnTo>
                  <a:pt x="6656" y="439"/>
                </a:lnTo>
                <a:lnTo>
                  <a:pt x="6674" y="433"/>
                </a:lnTo>
                <a:lnTo>
                  <a:pt x="6692" y="426"/>
                </a:lnTo>
                <a:lnTo>
                  <a:pt x="6710" y="419"/>
                </a:lnTo>
                <a:lnTo>
                  <a:pt x="6727" y="412"/>
                </a:lnTo>
                <a:lnTo>
                  <a:pt x="6745" y="404"/>
                </a:lnTo>
                <a:lnTo>
                  <a:pt x="6763" y="396"/>
                </a:lnTo>
                <a:lnTo>
                  <a:pt x="6781" y="388"/>
                </a:lnTo>
                <a:lnTo>
                  <a:pt x="6799" y="379"/>
                </a:lnTo>
                <a:lnTo>
                  <a:pt x="6817" y="370"/>
                </a:lnTo>
                <a:lnTo>
                  <a:pt x="6834" y="361"/>
                </a:lnTo>
                <a:lnTo>
                  <a:pt x="6852" y="350"/>
                </a:lnTo>
                <a:lnTo>
                  <a:pt x="6870" y="339"/>
                </a:lnTo>
                <a:lnTo>
                  <a:pt x="6888" y="327"/>
                </a:lnTo>
                <a:lnTo>
                  <a:pt x="6906" y="313"/>
                </a:lnTo>
                <a:lnTo>
                  <a:pt x="6924" y="299"/>
                </a:lnTo>
                <a:lnTo>
                  <a:pt x="6942" y="283"/>
                </a:lnTo>
                <a:lnTo>
                  <a:pt x="6959" y="266"/>
                </a:lnTo>
                <a:lnTo>
                  <a:pt x="6977" y="247"/>
                </a:lnTo>
                <a:lnTo>
                  <a:pt x="6995" y="226"/>
                </a:lnTo>
                <a:lnTo>
                  <a:pt x="7013" y="203"/>
                </a:lnTo>
                <a:lnTo>
                  <a:pt x="7031" y="177"/>
                </a:lnTo>
                <a:lnTo>
                  <a:pt x="7049" y="149"/>
                </a:lnTo>
                <a:lnTo>
                  <a:pt x="7066" y="117"/>
                </a:lnTo>
                <a:lnTo>
                  <a:pt x="7084" y="82"/>
                </a:lnTo>
                <a:lnTo>
                  <a:pt x="7102" y="4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7066991" y="325563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5854607" y="422796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675100" y="411176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239093" y="372794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6382871" y="406385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3132234" y="480625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184508" y="45854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4777556" y="453447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060964" y="460999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4903251" y="45783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5623825" y="40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6461103" y="361524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054379" y="45970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649863" y="44761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723398" y="443367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7207142" y="331501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895882" y="33757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1235715" y="41495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835659" y="395679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1880665" y="431333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661910" y="456761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4654770" y="46183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5929249" y="385872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1983928" y="43674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6888173" y="3498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7" name="TextBox 36"/>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8" name="Oval 37"/>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40" name="Connector 3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cxnSp>
        <p:nvCxnSpPr>
          <p:cNvPr id="42" name="Connector 41"/>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983126"/>
            <a:ext cx="3063240" cy="555955"/>
          </a:xfrm>
          <a:custGeom>
            <a:avLst/>
            <a:gdLst/>
            <a:ahLst/>
            <a:cxnLst/>
            <a:rect l="l" t="t" r="r" b="b"/>
            <a:pathLst>
              <a:path w="3350" h="608">
                <a:moveTo>
                  <a:pt x="0" y="608"/>
                </a:moveTo>
                <a:lnTo>
                  <a:pt x="8" y="606"/>
                </a:lnTo>
                <a:lnTo>
                  <a:pt x="17" y="605"/>
                </a:lnTo>
                <a:lnTo>
                  <a:pt x="25" y="603"/>
                </a:lnTo>
                <a:lnTo>
                  <a:pt x="34" y="602"/>
                </a:lnTo>
                <a:lnTo>
                  <a:pt x="42" y="600"/>
                </a:lnTo>
                <a:lnTo>
                  <a:pt x="50" y="598"/>
                </a:lnTo>
                <a:lnTo>
                  <a:pt x="59" y="597"/>
                </a:lnTo>
                <a:lnTo>
                  <a:pt x="67" y="595"/>
                </a:lnTo>
                <a:lnTo>
                  <a:pt x="76" y="594"/>
                </a:lnTo>
                <a:lnTo>
                  <a:pt x="84" y="592"/>
                </a:lnTo>
                <a:lnTo>
                  <a:pt x="92" y="591"/>
                </a:lnTo>
                <a:lnTo>
                  <a:pt x="101" y="589"/>
                </a:lnTo>
                <a:lnTo>
                  <a:pt x="109" y="588"/>
                </a:lnTo>
                <a:lnTo>
                  <a:pt x="118" y="586"/>
                </a:lnTo>
                <a:lnTo>
                  <a:pt x="126" y="585"/>
                </a:lnTo>
                <a:lnTo>
                  <a:pt x="134" y="583"/>
                </a:lnTo>
                <a:lnTo>
                  <a:pt x="143" y="582"/>
                </a:lnTo>
                <a:lnTo>
                  <a:pt x="151" y="580"/>
                </a:lnTo>
                <a:lnTo>
                  <a:pt x="160" y="579"/>
                </a:lnTo>
                <a:lnTo>
                  <a:pt x="168" y="577"/>
                </a:lnTo>
                <a:lnTo>
                  <a:pt x="176" y="576"/>
                </a:lnTo>
                <a:lnTo>
                  <a:pt x="185" y="574"/>
                </a:lnTo>
                <a:lnTo>
                  <a:pt x="193" y="573"/>
                </a:lnTo>
                <a:lnTo>
                  <a:pt x="202" y="571"/>
                </a:lnTo>
                <a:lnTo>
                  <a:pt x="210" y="570"/>
                </a:lnTo>
                <a:lnTo>
                  <a:pt x="218" y="568"/>
                </a:lnTo>
                <a:lnTo>
                  <a:pt x="227" y="567"/>
                </a:lnTo>
                <a:lnTo>
                  <a:pt x="235" y="565"/>
                </a:lnTo>
                <a:lnTo>
                  <a:pt x="243" y="563"/>
                </a:lnTo>
                <a:lnTo>
                  <a:pt x="252" y="562"/>
                </a:lnTo>
                <a:lnTo>
                  <a:pt x="260" y="560"/>
                </a:lnTo>
                <a:lnTo>
                  <a:pt x="269" y="559"/>
                </a:lnTo>
                <a:lnTo>
                  <a:pt x="277" y="557"/>
                </a:lnTo>
                <a:lnTo>
                  <a:pt x="285" y="556"/>
                </a:lnTo>
                <a:lnTo>
                  <a:pt x="294" y="554"/>
                </a:lnTo>
                <a:lnTo>
                  <a:pt x="302" y="553"/>
                </a:lnTo>
                <a:lnTo>
                  <a:pt x="311" y="551"/>
                </a:lnTo>
                <a:lnTo>
                  <a:pt x="319" y="550"/>
                </a:lnTo>
                <a:lnTo>
                  <a:pt x="327" y="548"/>
                </a:lnTo>
                <a:lnTo>
                  <a:pt x="336" y="547"/>
                </a:lnTo>
                <a:lnTo>
                  <a:pt x="344" y="545"/>
                </a:lnTo>
                <a:lnTo>
                  <a:pt x="353" y="544"/>
                </a:lnTo>
                <a:lnTo>
                  <a:pt x="361" y="542"/>
                </a:lnTo>
                <a:lnTo>
                  <a:pt x="369" y="541"/>
                </a:lnTo>
                <a:lnTo>
                  <a:pt x="378" y="539"/>
                </a:lnTo>
                <a:lnTo>
                  <a:pt x="386" y="538"/>
                </a:lnTo>
                <a:lnTo>
                  <a:pt x="395" y="536"/>
                </a:lnTo>
                <a:lnTo>
                  <a:pt x="403" y="535"/>
                </a:lnTo>
                <a:lnTo>
                  <a:pt x="411" y="533"/>
                </a:lnTo>
                <a:lnTo>
                  <a:pt x="420" y="531"/>
                </a:lnTo>
                <a:lnTo>
                  <a:pt x="428" y="530"/>
                </a:lnTo>
                <a:lnTo>
                  <a:pt x="437" y="528"/>
                </a:lnTo>
                <a:lnTo>
                  <a:pt x="445" y="527"/>
                </a:lnTo>
                <a:lnTo>
                  <a:pt x="453" y="525"/>
                </a:lnTo>
                <a:lnTo>
                  <a:pt x="462" y="524"/>
                </a:lnTo>
                <a:lnTo>
                  <a:pt x="470" y="522"/>
                </a:lnTo>
                <a:lnTo>
                  <a:pt x="479" y="521"/>
                </a:lnTo>
                <a:lnTo>
                  <a:pt x="487" y="519"/>
                </a:lnTo>
                <a:lnTo>
                  <a:pt x="495" y="518"/>
                </a:lnTo>
                <a:lnTo>
                  <a:pt x="504" y="516"/>
                </a:lnTo>
                <a:lnTo>
                  <a:pt x="512" y="515"/>
                </a:lnTo>
                <a:lnTo>
                  <a:pt x="521" y="513"/>
                </a:lnTo>
                <a:lnTo>
                  <a:pt x="529" y="512"/>
                </a:lnTo>
                <a:lnTo>
                  <a:pt x="537" y="510"/>
                </a:lnTo>
                <a:lnTo>
                  <a:pt x="546" y="509"/>
                </a:lnTo>
                <a:lnTo>
                  <a:pt x="554" y="507"/>
                </a:lnTo>
                <a:lnTo>
                  <a:pt x="563" y="506"/>
                </a:lnTo>
                <a:lnTo>
                  <a:pt x="571" y="504"/>
                </a:lnTo>
                <a:lnTo>
                  <a:pt x="579" y="503"/>
                </a:lnTo>
                <a:lnTo>
                  <a:pt x="588" y="501"/>
                </a:lnTo>
                <a:lnTo>
                  <a:pt x="596" y="499"/>
                </a:lnTo>
                <a:lnTo>
                  <a:pt x="605" y="498"/>
                </a:lnTo>
                <a:lnTo>
                  <a:pt x="613" y="496"/>
                </a:lnTo>
                <a:lnTo>
                  <a:pt x="621" y="495"/>
                </a:lnTo>
                <a:lnTo>
                  <a:pt x="630" y="493"/>
                </a:lnTo>
                <a:lnTo>
                  <a:pt x="638" y="492"/>
                </a:lnTo>
                <a:lnTo>
                  <a:pt x="646" y="490"/>
                </a:lnTo>
                <a:lnTo>
                  <a:pt x="655" y="489"/>
                </a:lnTo>
                <a:lnTo>
                  <a:pt x="663" y="487"/>
                </a:lnTo>
                <a:lnTo>
                  <a:pt x="672" y="486"/>
                </a:lnTo>
                <a:lnTo>
                  <a:pt x="680" y="484"/>
                </a:lnTo>
                <a:lnTo>
                  <a:pt x="688" y="483"/>
                </a:lnTo>
                <a:lnTo>
                  <a:pt x="697" y="481"/>
                </a:lnTo>
                <a:lnTo>
                  <a:pt x="705" y="480"/>
                </a:lnTo>
                <a:lnTo>
                  <a:pt x="714" y="478"/>
                </a:lnTo>
                <a:lnTo>
                  <a:pt x="722" y="477"/>
                </a:lnTo>
                <a:lnTo>
                  <a:pt x="730" y="475"/>
                </a:lnTo>
                <a:lnTo>
                  <a:pt x="739" y="474"/>
                </a:lnTo>
                <a:lnTo>
                  <a:pt x="747" y="472"/>
                </a:lnTo>
                <a:lnTo>
                  <a:pt x="756" y="471"/>
                </a:lnTo>
                <a:lnTo>
                  <a:pt x="764" y="469"/>
                </a:lnTo>
                <a:lnTo>
                  <a:pt x="772" y="467"/>
                </a:lnTo>
                <a:lnTo>
                  <a:pt x="781" y="466"/>
                </a:lnTo>
                <a:lnTo>
                  <a:pt x="789" y="464"/>
                </a:lnTo>
                <a:lnTo>
                  <a:pt x="798" y="463"/>
                </a:lnTo>
                <a:lnTo>
                  <a:pt x="806" y="461"/>
                </a:lnTo>
                <a:lnTo>
                  <a:pt x="814" y="460"/>
                </a:lnTo>
                <a:lnTo>
                  <a:pt x="823" y="458"/>
                </a:lnTo>
                <a:lnTo>
                  <a:pt x="831" y="457"/>
                </a:lnTo>
                <a:lnTo>
                  <a:pt x="840" y="455"/>
                </a:lnTo>
                <a:lnTo>
                  <a:pt x="848" y="454"/>
                </a:lnTo>
                <a:lnTo>
                  <a:pt x="856" y="452"/>
                </a:lnTo>
                <a:lnTo>
                  <a:pt x="865" y="451"/>
                </a:lnTo>
                <a:lnTo>
                  <a:pt x="873" y="449"/>
                </a:lnTo>
                <a:lnTo>
                  <a:pt x="882" y="448"/>
                </a:lnTo>
                <a:lnTo>
                  <a:pt x="890" y="446"/>
                </a:lnTo>
                <a:lnTo>
                  <a:pt x="898" y="445"/>
                </a:lnTo>
                <a:lnTo>
                  <a:pt x="907" y="443"/>
                </a:lnTo>
                <a:lnTo>
                  <a:pt x="915" y="442"/>
                </a:lnTo>
                <a:lnTo>
                  <a:pt x="924" y="440"/>
                </a:lnTo>
                <a:lnTo>
                  <a:pt x="932" y="439"/>
                </a:lnTo>
                <a:lnTo>
                  <a:pt x="940" y="437"/>
                </a:lnTo>
                <a:lnTo>
                  <a:pt x="949" y="435"/>
                </a:lnTo>
                <a:lnTo>
                  <a:pt x="957" y="434"/>
                </a:lnTo>
                <a:lnTo>
                  <a:pt x="966" y="432"/>
                </a:lnTo>
                <a:lnTo>
                  <a:pt x="974" y="431"/>
                </a:lnTo>
                <a:lnTo>
                  <a:pt x="982" y="429"/>
                </a:lnTo>
                <a:lnTo>
                  <a:pt x="991" y="428"/>
                </a:lnTo>
                <a:lnTo>
                  <a:pt x="999" y="426"/>
                </a:lnTo>
                <a:lnTo>
                  <a:pt x="1008" y="425"/>
                </a:lnTo>
                <a:lnTo>
                  <a:pt x="1016" y="423"/>
                </a:lnTo>
                <a:lnTo>
                  <a:pt x="1024" y="422"/>
                </a:lnTo>
                <a:lnTo>
                  <a:pt x="1033" y="420"/>
                </a:lnTo>
                <a:lnTo>
                  <a:pt x="1041" y="419"/>
                </a:lnTo>
                <a:lnTo>
                  <a:pt x="1049" y="417"/>
                </a:lnTo>
                <a:lnTo>
                  <a:pt x="1058" y="416"/>
                </a:lnTo>
                <a:lnTo>
                  <a:pt x="1066" y="414"/>
                </a:lnTo>
                <a:lnTo>
                  <a:pt x="1075" y="413"/>
                </a:lnTo>
                <a:lnTo>
                  <a:pt x="1083" y="411"/>
                </a:lnTo>
                <a:lnTo>
                  <a:pt x="1091" y="410"/>
                </a:lnTo>
                <a:lnTo>
                  <a:pt x="1100" y="408"/>
                </a:lnTo>
                <a:lnTo>
                  <a:pt x="1108" y="407"/>
                </a:lnTo>
                <a:lnTo>
                  <a:pt x="1117" y="405"/>
                </a:lnTo>
                <a:lnTo>
                  <a:pt x="1125" y="403"/>
                </a:lnTo>
                <a:lnTo>
                  <a:pt x="1133" y="402"/>
                </a:lnTo>
                <a:lnTo>
                  <a:pt x="1142" y="400"/>
                </a:lnTo>
                <a:lnTo>
                  <a:pt x="1150" y="399"/>
                </a:lnTo>
                <a:lnTo>
                  <a:pt x="1159" y="397"/>
                </a:lnTo>
                <a:lnTo>
                  <a:pt x="1167" y="396"/>
                </a:lnTo>
                <a:lnTo>
                  <a:pt x="1175" y="394"/>
                </a:lnTo>
                <a:lnTo>
                  <a:pt x="1184" y="393"/>
                </a:lnTo>
                <a:lnTo>
                  <a:pt x="1192" y="391"/>
                </a:lnTo>
                <a:lnTo>
                  <a:pt x="1201" y="390"/>
                </a:lnTo>
                <a:lnTo>
                  <a:pt x="1209" y="388"/>
                </a:lnTo>
                <a:lnTo>
                  <a:pt x="1217" y="387"/>
                </a:lnTo>
                <a:lnTo>
                  <a:pt x="1226" y="385"/>
                </a:lnTo>
                <a:lnTo>
                  <a:pt x="1234" y="384"/>
                </a:lnTo>
                <a:lnTo>
                  <a:pt x="1243" y="382"/>
                </a:lnTo>
                <a:lnTo>
                  <a:pt x="1251" y="381"/>
                </a:lnTo>
                <a:lnTo>
                  <a:pt x="1259" y="379"/>
                </a:lnTo>
                <a:lnTo>
                  <a:pt x="1268" y="378"/>
                </a:lnTo>
                <a:lnTo>
                  <a:pt x="1276" y="376"/>
                </a:lnTo>
                <a:lnTo>
                  <a:pt x="1285" y="375"/>
                </a:lnTo>
                <a:lnTo>
                  <a:pt x="1293" y="373"/>
                </a:lnTo>
                <a:lnTo>
                  <a:pt x="1301" y="371"/>
                </a:lnTo>
                <a:lnTo>
                  <a:pt x="1310" y="370"/>
                </a:lnTo>
                <a:lnTo>
                  <a:pt x="1318" y="368"/>
                </a:lnTo>
                <a:lnTo>
                  <a:pt x="1327" y="367"/>
                </a:lnTo>
                <a:lnTo>
                  <a:pt x="1335" y="365"/>
                </a:lnTo>
                <a:lnTo>
                  <a:pt x="1343" y="364"/>
                </a:lnTo>
                <a:lnTo>
                  <a:pt x="1352" y="362"/>
                </a:lnTo>
                <a:lnTo>
                  <a:pt x="1360" y="361"/>
                </a:lnTo>
                <a:lnTo>
                  <a:pt x="1369" y="359"/>
                </a:lnTo>
                <a:lnTo>
                  <a:pt x="1377" y="358"/>
                </a:lnTo>
                <a:lnTo>
                  <a:pt x="1385" y="356"/>
                </a:lnTo>
                <a:lnTo>
                  <a:pt x="1394" y="355"/>
                </a:lnTo>
                <a:lnTo>
                  <a:pt x="1402" y="353"/>
                </a:lnTo>
                <a:lnTo>
                  <a:pt x="1411" y="352"/>
                </a:lnTo>
                <a:lnTo>
                  <a:pt x="1419" y="350"/>
                </a:lnTo>
                <a:lnTo>
                  <a:pt x="1427" y="349"/>
                </a:lnTo>
                <a:lnTo>
                  <a:pt x="1436" y="347"/>
                </a:lnTo>
                <a:lnTo>
                  <a:pt x="1444" y="346"/>
                </a:lnTo>
                <a:lnTo>
                  <a:pt x="1453" y="344"/>
                </a:lnTo>
                <a:lnTo>
                  <a:pt x="1461" y="343"/>
                </a:lnTo>
                <a:lnTo>
                  <a:pt x="1469" y="341"/>
                </a:lnTo>
                <a:lnTo>
                  <a:pt x="1478" y="339"/>
                </a:lnTo>
                <a:lnTo>
                  <a:pt x="1486" y="338"/>
                </a:lnTo>
                <a:lnTo>
                  <a:pt x="1494" y="336"/>
                </a:lnTo>
                <a:lnTo>
                  <a:pt x="1503" y="335"/>
                </a:lnTo>
                <a:lnTo>
                  <a:pt x="1511" y="333"/>
                </a:lnTo>
                <a:lnTo>
                  <a:pt x="1520" y="332"/>
                </a:lnTo>
                <a:lnTo>
                  <a:pt x="1528" y="330"/>
                </a:lnTo>
                <a:lnTo>
                  <a:pt x="1536" y="329"/>
                </a:lnTo>
                <a:lnTo>
                  <a:pt x="1545" y="327"/>
                </a:lnTo>
                <a:lnTo>
                  <a:pt x="1553" y="326"/>
                </a:lnTo>
                <a:lnTo>
                  <a:pt x="1562" y="324"/>
                </a:lnTo>
                <a:lnTo>
                  <a:pt x="1570" y="323"/>
                </a:lnTo>
                <a:lnTo>
                  <a:pt x="1578" y="321"/>
                </a:lnTo>
                <a:lnTo>
                  <a:pt x="1587" y="320"/>
                </a:lnTo>
                <a:lnTo>
                  <a:pt x="1595" y="318"/>
                </a:lnTo>
                <a:lnTo>
                  <a:pt x="1604" y="317"/>
                </a:lnTo>
                <a:lnTo>
                  <a:pt x="1612" y="315"/>
                </a:lnTo>
                <a:lnTo>
                  <a:pt x="1620" y="314"/>
                </a:lnTo>
                <a:lnTo>
                  <a:pt x="1629" y="312"/>
                </a:lnTo>
                <a:lnTo>
                  <a:pt x="1637" y="311"/>
                </a:lnTo>
                <a:lnTo>
                  <a:pt x="1646" y="309"/>
                </a:lnTo>
                <a:lnTo>
                  <a:pt x="1654" y="307"/>
                </a:lnTo>
                <a:lnTo>
                  <a:pt x="1662" y="306"/>
                </a:lnTo>
                <a:lnTo>
                  <a:pt x="1671" y="304"/>
                </a:lnTo>
                <a:lnTo>
                  <a:pt x="1679" y="303"/>
                </a:lnTo>
                <a:lnTo>
                  <a:pt x="1688" y="301"/>
                </a:lnTo>
                <a:lnTo>
                  <a:pt x="1696" y="300"/>
                </a:lnTo>
                <a:lnTo>
                  <a:pt x="1704" y="298"/>
                </a:lnTo>
                <a:lnTo>
                  <a:pt x="1713" y="297"/>
                </a:lnTo>
                <a:lnTo>
                  <a:pt x="1721" y="295"/>
                </a:lnTo>
                <a:lnTo>
                  <a:pt x="1730" y="294"/>
                </a:lnTo>
                <a:lnTo>
                  <a:pt x="1738" y="292"/>
                </a:lnTo>
                <a:lnTo>
                  <a:pt x="1746" y="291"/>
                </a:lnTo>
                <a:lnTo>
                  <a:pt x="1755" y="289"/>
                </a:lnTo>
                <a:lnTo>
                  <a:pt x="1763" y="288"/>
                </a:lnTo>
                <a:lnTo>
                  <a:pt x="1772" y="286"/>
                </a:lnTo>
                <a:lnTo>
                  <a:pt x="1780" y="285"/>
                </a:lnTo>
                <a:lnTo>
                  <a:pt x="1788" y="283"/>
                </a:lnTo>
                <a:lnTo>
                  <a:pt x="1797" y="282"/>
                </a:lnTo>
                <a:lnTo>
                  <a:pt x="1805" y="280"/>
                </a:lnTo>
                <a:lnTo>
                  <a:pt x="1814" y="279"/>
                </a:lnTo>
                <a:lnTo>
                  <a:pt x="1822" y="277"/>
                </a:lnTo>
                <a:lnTo>
                  <a:pt x="1830" y="275"/>
                </a:lnTo>
                <a:lnTo>
                  <a:pt x="1839" y="274"/>
                </a:lnTo>
                <a:lnTo>
                  <a:pt x="1847" y="272"/>
                </a:lnTo>
                <a:lnTo>
                  <a:pt x="1856" y="271"/>
                </a:lnTo>
                <a:lnTo>
                  <a:pt x="1864" y="269"/>
                </a:lnTo>
                <a:lnTo>
                  <a:pt x="1872" y="268"/>
                </a:lnTo>
                <a:lnTo>
                  <a:pt x="1881" y="266"/>
                </a:lnTo>
                <a:lnTo>
                  <a:pt x="1889" y="265"/>
                </a:lnTo>
                <a:lnTo>
                  <a:pt x="1897" y="263"/>
                </a:lnTo>
                <a:lnTo>
                  <a:pt x="1906" y="262"/>
                </a:lnTo>
                <a:lnTo>
                  <a:pt x="1914" y="260"/>
                </a:lnTo>
                <a:lnTo>
                  <a:pt x="1923" y="259"/>
                </a:lnTo>
                <a:lnTo>
                  <a:pt x="1931" y="257"/>
                </a:lnTo>
                <a:lnTo>
                  <a:pt x="1939" y="256"/>
                </a:lnTo>
                <a:lnTo>
                  <a:pt x="1948" y="254"/>
                </a:lnTo>
                <a:lnTo>
                  <a:pt x="1956" y="253"/>
                </a:lnTo>
                <a:lnTo>
                  <a:pt x="1965" y="251"/>
                </a:lnTo>
                <a:lnTo>
                  <a:pt x="1973" y="250"/>
                </a:lnTo>
                <a:lnTo>
                  <a:pt x="1981" y="248"/>
                </a:lnTo>
                <a:lnTo>
                  <a:pt x="1990" y="247"/>
                </a:lnTo>
                <a:lnTo>
                  <a:pt x="1998" y="245"/>
                </a:lnTo>
                <a:lnTo>
                  <a:pt x="2007" y="243"/>
                </a:lnTo>
                <a:lnTo>
                  <a:pt x="2015" y="242"/>
                </a:lnTo>
                <a:lnTo>
                  <a:pt x="2023" y="240"/>
                </a:lnTo>
                <a:lnTo>
                  <a:pt x="2032" y="239"/>
                </a:lnTo>
                <a:lnTo>
                  <a:pt x="2040" y="237"/>
                </a:lnTo>
                <a:lnTo>
                  <a:pt x="2049" y="236"/>
                </a:lnTo>
                <a:lnTo>
                  <a:pt x="2057" y="234"/>
                </a:lnTo>
                <a:lnTo>
                  <a:pt x="2065" y="233"/>
                </a:lnTo>
                <a:lnTo>
                  <a:pt x="2074" y="231"/>
                </a:lnTo>
                <a:lnTo>
                  <a:pt x="2082" y="230"/>
                </a:lnTo>
                <a:lnTo>
                  <a:pt x="2091" y="228"/>
                </a:lnTo>
                <a:lnTo>
                  <a:pt x="2099" y="227"/>
                </a:lnTo>
                <a:lnTo>
                  <a:pt x="2107" y="225"/>
                </a:lnTo>
                <a:lnTo>
                  <a:pt x="2116" y="224"/>
                </a:lnTo>
                <a:lnTo>
                  <a:pt x="2124" y="222"/>
                </a:lnTo>
                <a:lnTo>
                  <a:pt x="2133" y="221"/>
                </a:lnTo>
                <a:lnTo>
                  <a:pt x="2141" y="219"/>
                </a:lnTo>
                <a:lnTo>
                  <a:pt x="2149" y="218"/>
                </a:lnTo>
                <a:lnTo>
                  <a:pt x="2158" y="216"/>
                </a:lnTo>
                <a:lnTo>
                  <a:pt x="2166" y="215"/>
                </a:lnTo>
                <a:lnTo>
                  <a:pt x="2175" y="213"/>
                </a:lnTo>
                <a:lnTo>
                  <a:pt x="2183" y="211"/>
                </a:lnTo>
                <a:lnTo>
                  <a:pt x="2191" y="210"/>
                </a:lnTo>
                <a:lnTo>
                  <a:pt x="2200" y="208"/>
                </a:lnTo>
                <a:lnTo>
                  <a:pt x="2208" y="207"/>
                </a:lnTo>
                <a:lnTo>
                  <a:pt x="2217" y="205"/>
                </a:lnTo>
                <a:lnTo>
                  <a:pt x="2225" y="204"/>
                </a:lnTo>
                <a:lnTo>
                  <a:pt x="2233" y="202"/>
                </a:lnTo>
                <a:lnTo>
                  <a:pt x="2242" y="201"/>
                </a:lnTo>
                <a:lnTo>
                  <a:pt x="2250" y="199"/>
                </a:lnTo>
                <a:lnTo>
                  <a:pt x="2259" y="198"/>
                </a:lnTo>
                <a:lnTo>
                  <a:pt x="2267" y="196"/>
                </a:lnTo>
                <a:lnTo>
                  <a:pt x="2275" y="195"/>
                </a:lnTo>
                <a:lnTo>
                  <a:pt x="2284" y="193"/>
                </a:lnTo>
                <a:lnTo>
                  <a:pt x="2292" y="192"/>
                </a:lnTo>
                <a:lnTo>
                  <a:pt x="2301" y="190"/>
                </a:lnTo>
                <a:lnTo>
                  <a:pt x="2309" y="189"/>
                </a:lnTo>
                <a:lnTo>
                  <a:pt x="2317" y="187"/>
                </a:lnTo>
                <a:lnTo>
                  <a:pt x="2326" y="186"/>
                </a:lnTo>
                <a:lnTo>
                  <a:pt x="2334" y="184"/>
                </a:lnTo>
                <a:lnTo>
                  <a:pt x="2342" y="183"/>
                </a:lnTo>
                <a:lnTo>
                  <a:pt x="2351" y="181"/>
                </a:lnTo>
                <a:lnTo>
                  <a:pt x="2359" y="179"/>
                </a:lnTo>
                <a:lnTo>
                  <a:pt x="2368" y="178"/>
                </a:lnTo>
                <a:lnTo>
                  <a:pt x="2376" y="176"/>
                </a:lnTo>
                <a:lnTo>
                  <a:pt x="2384" y="175"/>
                </a:lnTo>
                <a:lnTo>
                  <a:pt x="2393" y="173"/>
                </a:lnTo>
                <a:lnTo>
                  <a:pt x="2401" y="172"/>
                </a:lnTo>
                <a:lnTo>
                  <a:pt x="2410" y="170"/>
                </a:lnTo>
                <a:lnTo>
                  <a:pt x="2418" y="169"/>
                </a:lnTo>
                <a:lnTo>
                  <a:pt x="2426" y="167"/>
                </a:lnTo>
                <a:lnTo>
                  <a:pt x="2435" y="166"/>
                </a:lnTo>
                <a:lnTo>
                  <a:pt x="2443" y="164"/>
                </a:lnTo>
                <a:lnTo>
                  <a:pt x="2452" y="163"/>
                </a:lnTo>
                <a:lnTo>
                  <a:pt x="2460" y="161"/>
                </a:lnTo>
                <a:lnTo>
                  <a:pt x="2468" y="160"/>
                </a:lnTo>
                <a:lnTo>
                  <a:pt x="2477" y="158"/>
                </a:lnTo>
                <a:lnTo>
                  <a:pt x="2485" y="157"/>
                </a:lnTo>
                <a:lnTo>
                  <a:pt x="2494" y="155"/>
                </a:lnTo>
                <a:lnTo>
                  <a:pt x="2502" y="154"/>
                </a:lnTo>
                <a:lnTo>
                  <a:pt x="2510" y="152"/>
                </a:lnTo>
                <a:lnTo>
                  <a:pt x="2519" y="151"/>
                </a:lnTo>
                <a:lnTo>
                  <a:pt x="2527" y="149"/>
                </a:lnTo>
                <a:lnTo>
                  <a:pt x="2536" y="147"/>
                </a:lnTo>
                <a:lnTo>
                  <a:pt x="2544" y="146"/>
                </a:lnTo>
                <a:lnTo>
                  <a:pt x="2552" y="144"/>
                </a:lnTo>
                <a:lnTo>
                  <a:pt x="2561" y="143"/>
                </a:lnTo>
                <a:lnTo>
                  <a:pt x="2569" y="141"/>
                </a:lnTo>
                <a:lnTo>
                  <a:pt x="2578" y="140"/>
                </a:lnTo>
                <a:lnTo>
                  <a:pt x="2586" y="138"/>
                </a:lnTo>
                <a:lnTo>
                  <a:pt x="2594" y="137"/>
                </a:lnTo>
                <a:lnTo>
                  <a:pt x="2603" y="135"/>
                </a:lnTo>
                <a:lnTo>
                  <a:pt x="2611" y="134"/>
                </a:lnTo>
                <a:lnTo>
                  <a:pt x="2620" y="132"/>
                </a:lnTo>
                <a:lnTo>
                  <a:pt x="2628" y="131"/>
                </a:lnTo>
                <a:lnTo>
                  <a:pt x="2636" y="129"/>
                </a:lnTo>
                <a:lnTo>
                  <a:pt x="2645" y="128"/>
                </a:lnTo>
                <a:lnTo>
                  <a:pt x="2653" y="126"/>
                </a:lnTo>
                <a:lnTo>
                  <a:pt x="2662" y="125"/>
                </a:lnTo>
                <a:lnTo>
                  <a:pt x="2670" y="123"/>
                </a:lnTo>
                <a:lnTo>
                  <a:pt x="2678" y="122"/>
                </a:lnTo>
                <a:lnTo>
                  <a:pt x="2687" y="120"/>
                </a:lnTo>
                <a:lnTo>
                  <a:pt x="2695" y="119"/>
                </a:lnTo>
                <a:lnTo>
                  <a:pt x="2704" y="117"/>
                </a:lnTo>
                <a:lnTo>
                  <a:pt x="2712" y="115"/>
                </a:lnTo>
                <a:lnTo>
                  <a:pt x="2720" y="114"/>
                </a:lnTo>
                <a:lnTo>
                  <a:pt x="2729" y="112"/>
                </a:lnTo>
                <a:lnTo>
                  <a:pt x="2737" y="111"/>
                </a:lnTo>
                <a:lnTo>
                  <a:pt x="2745" y="109"/>
                </a:lnTo>
                <a:lnTo>
                  <a:pt x="2754" y="108"/>
                </a:lnTo>
                <a:lnTo>
                  <a:pt x="2762" y="106"/>
                </a:lnTo>
                <a:lnTo>
                  <a:pt x="2771" y="105"/>
                </a:lnTo>
                <a:lnTo>
                  <a:pt x="2779" y="103"/>
                </a:lnTo>
                <a:lnTo>
                  <a:pt x="2787" y="102"/>
                </a:lnTo>
                <a:lnTo>
                  <a:pt x="2796" y="100"/>
                </a:lnTo>
                <a:lnTo>
                  <a:pt x="2804" y="99"/>
                </a:lnTo>
                <a:lnTo>
                  <a:pt x="2813" y="97"/>
                </a:lnTo>
                <a:lnTo>
                  <a:pt x="2821" y="96"/>
                </a:lnTo>
                <a:lnTo>
                  <a:pt x="2829" y="94"/>
                </a:lnTo>
                <a:lnTo>
                  <a:pt x="2838" y="93"/>
                </a:lnTo>
                <a:lnTo>
                  <a:pt x="2846" y="91"/>
                </a:lnTo>
                <a:lnTo>
                  <a:pt x="2855" y="90"/>
                </a:lnTo>
                <a:lnTo>
                  <a:pt x="2863" y="88"/>
                </a:lnTo>
                <a:lnTo>
                  <a:pt x="2871" y="87"/>
                </a:lnTo>
                <a:lnTo>
                  <a:pt x="2880" y="85"/>
                </a:lnTo>
                <a:lnTo>
                  <a:pt x="2888" y="84"/>
                </a:lnTo>
                <a:lnTo>
                  <a:pt x="2897" y="82"/>
                </a:lnTo>
                <a:lnTo>
                  <a:pt x="2905" y="80"/>
                </a:lnTo>
                <a:lnTo>
                  <a:pt x="2913" y="79"/>
                </a:lnTo>
                <a:lnTo>
                  <a:pt x="2922" y="77"/>
                </a:lnTo>
                <a:lnTo>
                  <a:pt x="2930" y="76"/>
                </a:lnTo>
                <a:lnTo>
                  <a:pt x="2939" y="74"/>
                </a:lnTo>
                <a:lnTo>
                  <a:pt x="2947" y="73"/>
                </a:lnTo>
                <a:lnTo>
                  <a:pt x="2955" y="71"/>
                </a:lnTo>
                <a:lnTo>
                  <a:pt x="2964" y="70"/>
                </a:lnTo>
                <a:lnTo>
                  <a:pt x="2972" y="68"/>
                </a:lnTo>
                <a:lnTo>
                  <a:pt x="2981" y="67"/>
                </a:lnTo>
                <a:lnTo>
                  <a:pt x="2989" y="65"/>
                </a:lnTo>
                <a:lnTo>
                  <a:pt x="2997" y="64"/>
                </a:lnTo>
                <a:lnTo>
                  <a:pt x="3006" y="62"/>
                </a:lnTo>
                <a:lnTo>
                  <a:pt x="3014" y="61"/>
                </a:lnTo>
                <a:lnTo>
                  <a:pt x="3023" y="59"/>
                </a:lnTo>
                <a:lnTo>
                  <a:pt x="3031" y="58"/>
                </a:lnTo>
                <a:lnTo>
                  <a:pt x="3039" y="56"/>
                </a:lnTo>
                <a:lnTo>
                  <a:pt x="3048" y="55"/>
                </a:lnTo>
                <a:lnTo>
                  <a:pt x="3056" y="53"/>
                </a:lnTo>
                <a:lnTo>
                  <a:pt x="3065" y="52"/>
                </a:lnTo>
                <a:lnTo>
                  <a:pt x="3073" y="50"/>
                </a:lnTo>
                <a:lnTo>
                  <a:pt x="3081" y="48"/>
                </a:lnTo>
                <a:lnTo>
                  <a:pt x="3090" y="47"/>
                </a:lnTo>
                <a:lnTo>
                  <a:pt x="3098" y="45"/>
                </a:lnTo>
                <a:lnTo>
                  <a:pt x="3107" y="44"/>
                </a:lnTo>
                <a:lnTo>
                  <a:pt x="3115" y="42"/>
                </a:lnTo>
                <a:lnTo>
                  <a:pt x="3123" y="41"/>
                </a:lnTo>
                <a:lnTo>
                  <a:pt x="3132" y="39"/>
                </a:lnTo>
                <a:lnTo>
                  <a:pt x="3140" y="38"/>
                </a:lnTo>
                <a:lnTo>
                  <a:pt x="3148" y="36"/>
                </a:lnTo>
                <a:lnTo>
                  <a:pt x="3157" y="35"/>
                </a:lnTo>
                <a:lnTo>
                  <a:pt x="3165" y="33"/>
                </a:lnTo>
                <a:lnTo>
                  <a:pt x="3174" y="32"/>
                </a:lnTo>
                <a:lnTo>
                  <a:pt x="3182" y="30"/>
                </a:lnTo>
                <a:lnTo>
                  <a:pt x="3190" y="29"/>
                </a:lnTo>
                <a:lnTo>
                  <a:pt x="3199" y="27"/>
                </a:lnTo>
                <a:lnTo>
                  <a:pt x="3207" y="26"/>
                </a:lnTo>
                <a:lnTo>
                  <a:pt x="3216" y="24"/>
                </a:lnTo>
                <a:lnTo>
                  <a:pt x="3224" y="23"/>
                </a:lnTo>
                <a:lnTo>
                  <a:pt x="3232" y="21"/>
                </a:lnTo>
                <a:lnTo>
                  <a:pt x="3241" y="20"/>
                </a:lnTo>
                <a:lnTo>
                  <a:pt x="3249" y="18"/>
                </a:lnTo>
                <a:lnTo>
                  <a:pt x="3258" y="16"/>
                </a:lnTo>
                <a:lnTo>
                  <a:pt x="3266" y="15"/>
                </a:lnTo>
                <a:lnTo>
                  <a:pt x="3274" y="13"/>
                </a:lnTo>
                <a:lnTo>
                  <a:pt x="3283" y="12"/>
                </a:lnTo>
                <a:lnTo>
                  <a:pt x="3291" y="10"/>
                </a:lnTo>
                <a:lnTo>
                  <a:pt x="3300" y="9"/>
                </a:lnTo>
                <a:lnTo>
                  <a:pt x="3308" y="7"/>
                </a:lnTo>
                <a:lnTo>
                  <a:pt x="3316" y="6"/>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827678"/>
            <a:ext cx="3063240" cy="772668"/>
          </a:xfrm>
          <a:custGeom>
            <a:avLst/>
            <a:gdLst/>
            <a:ahLst/>
            <a:cxnLst/>
            <a:rect l="l" t="t" r="r" b="b"/>
            <a:pathLst>
              <a:path w="3350" h="845">
                <a:moveTo>
                  <a:pt x="0" y="845"/>
                </a:moveTo>
                <a:lnTo>
                  <a:pt x="8" y="843"/>
                </a:lnTo>
                <a:lnTo>
                  <a:pt x="17" y="841"/>
                </a:lnTo>
                <a:lnTo>
                  <a:pt x="25" y="839"/>
                </a:lnTo>
                <a:lnTo>
                  <a:pt x="34" y="837"/>
                </a:lnTo>
                <a:lnTo>
                  <a:pt x="42" y="834"/>
                </a:lnTo>
                <a:lnTo>
                  <a:pt x="50" y="832"/>
                </a:lnTo>
                <a:lnTo>
                  <a:pt x="59" y="830"/>
                </a:lnTo>
                <a:lnTo>
                  <a:pt x="67" y="828"/>
                </a:lnTo>
                <a:lnTo>
                  <a:pt x="76" y="826"/>
                </a:lnTo>
                <a:lnTo>
                  <a:pt x="84" y="824"/>
                </a:lnTo>
                <a:lnTo>
                  <a:pt x="92" y="822"/>
                </a:lnTo>
                <a:lnTo>
                  <a:pt x="101" y="820"/>
                </a:lnTo>
                <a:lnTo>
                  <a:pt x="109" y="818"/>
                </a:lnTo>
                <a:lnTo>
                  <a:pt x="118" y="815"/>
                </a:lnTo>
                <a:lnTo>
                  <a:pt x="126" y="813"/>
                </a:lnTo>
                <a:lnTo>
                  <a:pt x="134" y="811"/>
                </a:lnTo>
                <a:lnTo>
                  <a:pt x="143" y="809"/>
                </a:lnTo>
                <a:lnTo>
                  <a:pt x="151" y="807"/>
                </a:lnTo>
                <a:lnTo>
                  <a:pt x="160" y="805"/>
                </a:lnTo>
                <a:lnTo>
                  <a:pt x="168" y="803"/>
                </a:lnTo>
                <a:lnTo>
                  <a:pt x="176" y="801"/>
                </a:lnTo>
                <a:lnTo>
                  <a:pt x="185" y="798"/>
                </a:lnTo>
                <a:lnTo>
                  <a:pt x="193" y="796"/>
                </a:lnTo>
                <a:lnTo>
                  <a:pt x="202" y="794"/>
                </a:lnTo>
                <a:lnTo>
                  <a:pt x="210" y="792"/>
                </a:lnTo>
                <a:lnTo>
                  <a:pt x="218" y="790"/>
                </a:lnTo>
                <a:lnTo>
                  <a:pt x="227" y="788"/>
                </a:lnTo>
                <a:lnTo>
                  <a:pt x="235" y="786"/>
                </a:lnTo>
                <a:lnTo>
                  <a:pt x="243" y="784"/>
                </a:lnTo>
                <a:lnTo>
                  <a:pt x="252" y="782"/>
                </a:lnTo>
                <a:lnTo>
                  <a:pt x="260" y="779"/>
                </a:lnTo>
                <a:lnTo>
                  <a:pt x="269" y="777"/>
                </a:lnTo>
                <a:lnTo>
                  <a:pt x="277" y="775"/>
                </a:lnTo>
                <a:lnTo>
                  <a:pt x="285" y="773"/>
                </a:lnTo>
                <a:lnTo>
                  <a:pt x="294" y="771"/>
                </a:lnTo>
                <a:lnTo>
                  <a:pt x="302" y="769"/>
                </a:lnTo>
                <a:lnTo>
                  <a:pt x="311" y="767"/>
                </a:lnTo>
                <a:lnTo>
                  <a:pt x="319" y="765"/>
                </a:lnTo>
                <a:lnTo>
                  <a:pt x="327" y="762"/>
                </a:lnTo>
                <a:lnTo>
                  <a:pt x="336" y="760"/>
                </a:lnTo>
                <a:lnTo>
                  <a:pt x="344" y="758"/>
                </a:lnTo>
                <a:lnTo>
                  <a:pt x="353" y="756"/>
                </a:lnTo>
                <a:lnTo>
                  <a:pt x="361" y="754"/>
                </a:lnTo>
                <a:lnTo>
                  <a:pt x="369" y="752"/>
                </a:lnTo>
                <a:lnTo>
                  <a:pt x="378" y="750"/>
                </a:lnTo>
                <a:lnTo>
                  <a:pt x="386" y="748"/>
                </a:lnTo>
                <a:lnTo>
                  <a:pt x="395" y="745"/>
                </a:lnTo>
                <a:lnTo>
                  <a:pt x="403" y="743"/>
                </a:lnTo>
                <a:lnTo>
                  <a:pt x="411" y="741"/>
                </a:lnTo>
                <a:lnTo>
                  <a:pt x="420" y="739"/>
                </a:lnTo>
                <a:lnTo>
                  <a:pt x="428" y="737"/>
                </a:lnTo>
                <a:lnTo>
                  <a:pt x="437" y="735"/>
                </a:lnTo>
                <a:lnTo>
                  <a:pt x="445" y="733"/>
                </a:lnTo>
                <a:lnTo>
                  <a:pt x="453" y="731"/>
                </a:lnTo>
                <a:lnTo>
                  <a:pt x="462" y="729"/>
                </a:lnTo>
                <a:lnTo>
                  <a:pt x="470" y="726"/>
                </a:lnTo>
                <a:lnTo>
                  <a:pt x="479" y="724"/>
                </a:lnTo>
                <a:lnTo>
                  <a:pt x="487" y="722"/>
                </a:lnTo>
                <a:lnTo>
                  <a:pt x="495" y="720"/>
                </a:lnTo>
                <a:lnTo>
                  <a:pt x="504" y="718"/>
                </a:lnTo>
                <a:lnTo>
                  <a:pt x="512" y="716"/>
                </a:lnTo>
                <a:lnTo>
                  <a:pt x="521" y="714"/>
                </a:lnTo>
                <a:lnTo>
                  <a:pt x="529" y="712"/>
                </a:lnTo>
                <a:lnTo>
                  <a:pt x="537" y="709"/>
                </a:lnTo>
                <a:lnTo>
                  <a:pt x="546" y="707"/>
                </a:lnTo>
                <a:lnTo>
                  <a:pt x="554" y="705"/>
                </a:lnTo>
                <a:lnTo>
                  <a:pt x="563" y="703"/>
                </a:lnTo>
                <a:lnTo>
                  <a:pt x="571" y="701"/>
                </a:lnTo>
                <a:lnTo>
                  <a:pt x="579" y="699"/>
                </a:lnTo>
                <a:lnTo>
                  <a:pt x="588" y="697"/>
                </a:lnTo>
                <a:lnTo>
                  <a:pt x="596" y="695"/>
                </a:lnTo>
                <a:lnTo>
                  <a:pt x="605" y="693"/>
                </a:lnTo>
                <a:lnTo>
                  <a:pt x="613" y="690"/>
                </a:lnTo>
                <a:lnTo>
                  <a:pt x="621" y="688"/>
                </a:lnTo>
                <a:lnTo>
                  <a:pt x="630" y="686"/>
                </a:lnTo>
                <a:lnTo>
                  <a:pt x="638" y="684"/>
                </a:lnTo>
                <a:lnTo>
                  <a:pt x="646" y="682"/>
                </a:lnTo>
                <a:lnTo>
                  <a:pt x="655" y="680"/>
                </a:lnTo>
                <a:lnTo>
                  <a:pt x="663" y="678"/>
                </a:lnTo>
                <a:lnTo>
                  <a:pt x="672" y="676"/>
                </a:lnTo>
                <a:lnTo>
                  <a:pt x="680" y="673"/>
                </a:lnTo>
                <a:lnTo>
                  <a:pt x="688" y="671"/>
                </a:lnTo>
                <a:lnTo>
                  <a:pt x="697" y="669"/>
                </a:lnTo>
                <a:lnTo>
                  <a:pt x="705" y="667"/>
                </a:lnTo>
                <a:lnTo>
                  <a:pt x="714" y="665"/>
                </a:lnTo>
                <a:lnTo>
                  <a:pt x="722" y="663"/>
                </a:lnTo>
                <a:lnTo>
                  <a:pt x="730" y="661"/>
                </a:lnTo>
                <a:lnTo>
                  <a:pt x="739" y="659"/>
                </a:lnTo>
                <a:lnTo>
                  <a:pt x="747" y="657"/>
                </a:lnTo>
                <a:lnTo>
                  <a:pt x="756" y="654"/>
                </a:lnTo>
                <a:lnTo>
                  <a:pt x="764" y="652"/>
                </a:lnTo>
                <a:lnTo>
                  <a:pt x="772" y="650"/>
                </a:lnTo>
                <a:lnTo>
                  <a:pt x="781" y="648"/>
                </a:lnTo>
                <a:lnTo>
                  <a:pt x="789" y="646"/>
                </a:lnTo>
                <a:lnTo>
                  <a:pt x="798" y="644"/>
                </a:lnTo>
                <a:lnTo>
                  <a:pt x="806" y="642"/>
                </a:lnTo>
                <a:lnTo>
                  <a:pt x="814" y="640"/>
                </a:lnTo>
                <a:lnTo>
                  <a:pt x="823" y="637"/>
                </a:lnTo>
                <a:lnTo>
                  <a:pt x="831" y="635"/>
                </a:lnTo>
                <a:lnTo>
                  <a:pt x="840" y="633"/>
                </a:lnTo>
                <a:lnTo>
                  <a:pt x="848" y="631"/>
                </a:lnTo>
                <a:lnTo>
                  <a:pt x="856" y="629"/>
                </a:lnTo>
                <a:lnTo>
                  <a:pt x="865" y="627"/>
                </a:lnTo>
                <a:lnTo>
                  <a:pt x="873" y="625"/>
                </a:lnTo>
                <a:lnTo>
                  <a:pt x="882" y="623"/>
                </a:lnTo>
                <a:lnTo>
                  <a:pt x="890" y="621"/>
                </a:lnTo>
                <a:lnTo>
                  <a:pt x="898" y="618"/>
                </a:lnTo>
                <a:lnTo>
                  <a:pt x="907" y="616"/>
                </a:lnTo>
                <a:lnTo>
                  <a:pt x="915" y="614"/>
                </a:lnTo>
                <a:lnTo>
                  <a:pt x="924" y="612"/>
                </a:lnTo>
                <a:lnTo>
                  <a:pt x="932" y="610"/>
                </a:lnTo>
                <a:lnTo>
                  <a:pt x="940" y="608"/>
                </a:lnTo>
                <a:lnTo>
                  <a:pt x="949" y="606"/>
                </a:lnTo>
                <a:lnTo>
                  <a:pt x="957" y="604"/>
                </a:lnTo>
                <a:lnTo>
                  <a:pt x="966" y="601"/>
                </a:lnTo>
                <a:lnTo>
                  <a:pt x="974" y="599"/>
                </a:lnTo>
                <a:lnTo>
                  <a:pt x="982" y="597"/>
                </a:lnTo>
                <a:lnTo>
                  <a:pt x="991" y="595"/>
                </a:lnTo>
                <a:lnTo>
                  <a:pt x="999" y="593"/>
                </a:lnTo>
                <a:lnTo>
                  <a:pt x="1008" y="591"/>
                </a:lnTo>
                <a:lnTo>
                  <a:pt x="1016" y="589"/>
                </a:lnTo>
                <a:lnTo>
                  <a:pt x="1024" y="587"/>
                </a:lnTo>
                <a:lnTo>
                  <a:pt x="1033" y="585"/>
                </a:lnTo>
                <a:lnTo>
                  <a:pt x="1041" y="582"/>
                </a:lnTo>
                <a:lnTo>
                  <a:pt x="1049" y="580"/>
                </a:lnTo>
                <a:lnTo>
                  <a:pt x="1058" y="578"/>
                </a:lnTo>
                <a:lnTo>
                  <a:pt x="1066" y="576"/>
                </a:lnTo>
                <a:lnTo>
                  <a:pt x="1075" y="574"/>
                </a:lnTo>
                <a:lnTo>
                  <a:pt x="1083" y="572"/>
                </a:lnTo>
                <a:lnTo>
                  <a:pt x="1091" y="570"/>
                </a:lnTo>
                <a:lnTo>
                  <a:pt x="1100" y="568"/>
                </a:lnTo>
                <a:lnTo>
                  <a:pt x="1108" y="565"/>
                </a:lnTo>
                <a:lnTo>
                  <a:pt x="1117" y="563"/>
                </a:lnTo>
                <a:lnTo>
                  <a:pt x="1125" y="561"/>
                </a:lnTo>
                <a:lnTo>
                  <a:pt x="1133" y="559"/>
                </a:lnTo>
                <a:lnTo>
                  <a:pt x="1142" y="557"/>
                </a:lnTo>
                <a:lnTo>
                  <a:pt x="1150" y="555"/>
                </a:lnTo>
                <a:lnTo>
                  <a:pt x="1159" y="553"/>
                </a:lnTo>
                <a:lnTo>
                  <a:pt x="1167" y="551"/>
                </a:lnTo>
                <a:lnTo>
                  <a:pt x="1175" y="549"/>
                </a:lnTo>
                <a:lnTo>
                  <a:pt x="1184" y="546"/>
                </a:lnTo>
                <a:lnTo>
                  <a:pt x="1192" y="544"/>
                </a:lnTo>
                <a:lnTo>
                  <a:pt x="1201" y="542"/>
                </a:lnTo>
                <a:lnTo>
                  <a:pt x="1209" y="540"/>
                </a:lnTo>
                <a:lnTo>
                  <a:pt x="1217" y="538"/>
                </a:lnTo>
                <a:lnTo>
                  <a:pt x="1226" y="536"/>
                </a:lnTo>
                <a:lnTo>
                  <a:pt x="1234" y="534"/>
                </a:lnTo>
                <a:lnTo>
                  <a:pt x="1243" y="532"/>
                </a:lnTo>
                <a:lnTo>
                  <a:pt x="1251" y="529"/>
                </a:lnTo>
                <a:lnTo>
                  <a:pt x="1259" y="527"/>
                </a:lnTo>
                <a:lnTo>
                  <a:pt x="1268" y="525"/>
                </a:lnTo>
                <a:lnTo>
                  <a:pt x="1276" y="523"/>
                </a:lnTo>
                <a:lnTo>
                  <a:pt x="1285" y="521"/>
                </a:lnTo>
                <a:lnTo>
                  <a:pt x="1293" y="519"/>
                </a:lnTo>
                <a:lnTo>
                  <a:pt x="1301" y="517"/>
                </a:lnTo>
                <a:lnTo>
                  <a:pt x="1310" y="515"/>
                </a:lnTo>
                <a:lnTo>
                  <a:pt x="1318" y="513"/>
                </a:lnTo>
                <a:lnTo>
                  <a:pt x="1327" y="510"/>
                </a:lnTo>
                <a:lnTo>
                  <a:pt x="1335" y="508"/>
                </a:lnTo>
                <a:lnTo>
                  <a:pt x="1343" y="506"/>
                </a:lnTo>
                <a:lnTo>
                  <a:pt x="1352" y="504"/>
                </a:lnTo>
                <a:lnTo>
                  <a:pt x="1360" y="502"/>
                </a:lnTo>
                <a:lnTo>
                  <a:pt x="1369" y="500"/>
                </a:lnTo>
                <a:lnTo>
                  <a:pt x="1377" y="498"/>
                </a:lnTo>
                <a:lnTo>
                  <a:pt x="1385" y="496"/>
                </a:lnTo>
                <a:lnTo>
                  <a:pt x="1394" y="493"/>
                </a:lnTo>
                <a:lnTo>
                  <a:pt x="1402" y="491"/>
                </a:lnTo>
                <a:lnTo>
                  <a:pt x="1411" y="489"/>
                </a:lnTo>
                <a:lnTo>
                  <a:pt x="1419" y="487"/>
                </a:lnTo>
                <a:lnTo>
                  <a:pt x="1427" y="485"/>
                </a:lnTo>
                <a:lnTo>
                  <a:pt x="1436" y="483"/>
                </a:lnTo>
                <a:lnTo>
                  <a:pt x="1444" y="481"/>
                </a:lnTo>
                <a:lnTo>
                  <a:pt x="1453" y="479"/>
                </a:lnTo>
                <a:lnTo>
                  <a:pt x="1461" y="476"/>
                </a:lnTo>
                <a:lnTo>
                  <a:pt x="1469" y="474"/>
                </a:lnTo>
                <a:lnTo>
                  <a:pt x="1478" y="472"/>
                </a:lnTo>
                <a:lnTo>
                  <a:pt x="1486" y="470"/>
                </a:lnTo>
                <a:lnTo>
                  <a:pt x="1494" y="468"/>
                </a:lnTo>
                <a:lnTo>
                  <a:pt x="1503" y="466"/>
                </a:lnTo>
                <a:lnTo>
                  <a:pt x="1511" y="464"/>
                </a:lnTo>
                <a:lnTo>
                  <a:pt x="1520" y="462"/>
                </a:lnTo>
                <a:lnTo>
                  <a:pt x="1528" y="460"/>
                </a:lnTo>
                <a:lnTo>
                  <a:pt x="1536" y="457"/>
                </a:lnTo>
                <a:lnTo>
                  <a:pt x="1545" y="455"/>
                </a:lnTo>
                <a:lnTo>
                  <a:pt x="1553" y="453"/>
                </a:lnTo>
                <a:lnTo>
                  <a:pt x="1562" y="451"/>
                </a:lnTo>
                <a:lnTo>
                  <a:pt x="1570" y="449"/>
                </a:lnTo>
                <a:lnTo>
                  <a:pt x="1578" y="447"/>
                </a:lnTo>
                <a:lnTo>
                  <a:pt x="1587" y="445"/>
                </a:lnTo>
                <a:lnTo>
                  <a:pt x="1595" y="443"/>
                </a:lnTo>
                <a:lnTo>
                  <a:pt x="1604" y="440"/>
                </a:lnTo>
                <a:lnTo>
                  <a:pt x="1612" y="438"/>
                </a:lnTo>
                <a:lnTo>
                  <a:pt x="1620" y="436"/>
                </a:lnTo>
                <a:lnTo>
                  <a:pt x="1629" y="434"/>
                </a:lnTo>
                <a:lnTo>
                  <a:pt x="1637" y="432"/>
                </a:lnTo>
                <a:lnTo>
                  <a:pt x="1646" y="430"/>
                </a:lnTo>
                <a:lnTo>
                  <a:pt x="1654" y="428"/>
                </a:lnTo>
                <a:lnTo>
                  <a:pt x="1662" y="426"/>
                </a:lnTo>
                <a:lnTo>
                  <a:pt x="1671" y="424"/>
                </a:lnTo>
                <a:lnTo>
                  <a:pt x="1679" y="421"/>
                </a:lnTo>
                <a:lnTo>
                  <a:pt x="1688" y="419"/>
                </a:lnTo>
                <a:lnTo>
                  <a:pt x="1696" y="417"/>
                </a:lnTo>
                <a:lnTo>
                  <a:pt x="1704" y="415"/>
                </a:lnTo>
                <a:lnTo>
                  <a:pt x="1713" y="413"/>
                </a:lnTo>
                <a:lnTo>
                  <a:pt x="1721" y="411"/>
                </a:lnTo>
                <a:lnTo>
                  <a:pt x="1730" y="409"/>
                </a:lnTo>
                <a:lnTo>
                  <a:pt x="1738" y="407"/>
                </a:lnTo>
                <a:lnTo>
                  <a:pt x="1746" y="404"/>
                </a:lnTo>
                <a:lnTo>
                  <a:pt x="1755" y="402"/>
                </a:lnTo>
                <a:lnTo>
                  <a:pt x="1763" y="400"/>
                </a:lnTo>
                <a:lnTo>
                  <a:pt x="1772" y="398"/>
                </a:lnTo>
                <a:lnTo>
                  <a:pt x="1780" y="396"/>
                </a:lnTo>
                <a:lnTo>
                  <a:pt x="1788" y="394"/>
                </a:lnTo>
                <a:lnTo>
                  <a:pt x="1797" y="392"/>
                </a:lnTo>
                <a:lnTo>
                  <a:pt x="1805" y="390"/>
                </a:lnTo>
                <a:lnTo>
                  <a:pt x="1814" y="388"/>
                </a:lnTo>
                <a:lnTo>
                  <a:pt x="1822" y="385"/>
                </a:lnTo>
                <a:lnTo>
                  <a:pt x="1830" y="383"/>
                </a:lnTo>
                <a:lnTo>
                  <a:pt x="1839" y="381"/>
                </a:lnTo>
                <a:lnTo>
                  <a:pt x="1847" y="379"/>
                </a:lnTo>
                <a:lnTo>
                  <a:pt x="1856" y="377"/>
                </a:lnTo>
                <a:lnTo>
                  <a:pt x="1864" y="375"/>
                </a:lnTo>
                <a:lnTo>
                  <a:pt x="1872" y="373"/>
                </a:lnTo>
                <a:lnTo>
                  <a:pt x="1881" y="371"/>
                </a:lnTo>
                <a:lnTo>
                  <a:pt x="1889" y="368"/>
                </a:lnTo>
                <a:lnTo>
                  <a:pt x="1897" y="366"/>
                </a:lnTo>
                <a:lnTo>
                  <a:pt x="1906" y="364"/>
                </a:lnTo>
                <a:lnTo>
                  <a:pt x="1914" y="362"/>
                </a:lnTo>
                <a:lnTo>
                  <a:pt x="1923" y="360"/>
                </a:lnTo>
                <a:lnTo>
                  <a:pt x="1931" y="358"/>
                </a:lnTo>
                <a:lnTo>
                  <a:pt x="1939" y="356"/>
                </a:lnTo>
                <a:lnTo>
                  <a:pt x="1948" y="354"/>
                </a:lnTo>
                <a:lnTo>
                  <a:pt x="1956" y="352"/>
                </a:lnTo>
                <a:lnTo>
                  <a:pt x="1965" y="349"/>
                </a:lnTo>
                <a:lnTo>
                  <a:pt x="1973" y="347"/>
                </a:lnTo>
                <a:lnTo>
                  <a:pt x="1981" y="345"/>
                </a:lnTo>
                <a:lnTo>
                  <a:pt x="1990" y="343"/>
                </a:lnTo>
                <a:lnTo>
                  <a:pt x="1998" y="341"/>
                </a:lnTo>
                <a:lnTo>
                  <a:pt x="2007" y="339"/>
                </a:lnTo>
                <a:lnTo>
                  <a:pt x="2015" y="337"/>
                </a:lnTo>
                <a:lnTo>
                  <a:pt x="2023" y="335"/>
                </a:lnTo>
                <a:lnTo>
                  <a:pt x="2032" y="332"/>
                </a:lnTo>
                <a:lnTo>
                  <a:pt x="2040" y="330"/>
                </a:lnTo>
                <a:lnTo>
                  <a:pt x="2049" y="328"/>
                </a:lnTo>
                <a:lnTo>
                  <a:pt x="2057" y="326"/>
                </a:lnTo>
                <a:lnTo>
                  <a:pt x="2065" y="324"/>
                </a:lnTo>
                <a:lnTo>
                  <a:pt x="2074" y="322"/>
                </a:lnTo>
                <a:lnTo>
                  <a:pt x="2082" y="320"/>
                </a:lnTo>
                <a:lnTo>
                  <a:pt x="2091" y="318"/>
                </a:lnTo>
                <a:lnTo>
                  <a:pt x="2099" y="316"/>
                </a:lnTo>
                <a:lnTo>
                  <a:pt x="2107" y="313"/>
                </a:lnTo>
                <a:lnTo>
                  <a:pt x="2116" y="311"/>
                </a:lnTo>
                <a:lnTo>
                  <a:pt x="2124" y="309"/>
                </a:lnTo>
                <a:lnTo>
                  <a:pt x="2133" y="307"/>
                </a:lnTo>
                <a:lnTo>
                  <a:pt x="2141" y="305"/>
                </a:lnTo>
                <a:lnTo>
                  <a:pt x="2149" y="303"/>
                </a:lnTo>
                <a:lnTo>
                  <a:pt x="2158" y="301"/>
                </a:lnTo>
                <a:lnTo>
                  <a:pt x="2166" y="299"/>
                </a:lnTo>
                <a:lnTo>
                  <a:pt x="2175" y="296"/>
                </a:lnTo>
                <a:lnTo>
                  <a:pt x="2183" y="294"/>
                </a:lnTo>
                <a:lnTo>
                  <a:pt x="2191" y="292"/>
                </a:lnTo>
                <a:lnTo>
                  <a:pt x="2200" y="290"/>
                </a:lnTo>
                <a:lnTo>
                  <a:pt x="2208" y="288"/>
                </a:lnTo>
                <a:lnTo>
                  <a:pt x="2217" y="286"/>
                </a:lnTo>
                <a:lnTo>
                  <a:pt x="2225" y="284"/>
                </a:lnTo>
                <a:lnTo>
                  <a:pt x="2233" y="282"/>
                </a:lnTo>
                <a:lnTo>
                  <a:pt x="2242" y="280"/>
                </a:lnTo>
                <a:lnTo>
                  <a:pt x="2250" y="277"/>
                </a:lnTo>
                <a:lnTo>
                  <a:pt x="2259" y="275"/>
                </a:lnTo>
                <a:lnTo>
                  <a:pt x="2267" y="273"/>
                </a:lnTo>
                <a:lnTo>
                  <a:pt x="2275" y="271"/>
                </a:lnTo>
                <a:lnTo>
                  <a:pt x="2284" y="269"/>
                </a:lnTo>
                <a:lnTo>
                  <a:pt x="2292" y="267"/>
                </a:lnTo>
                <a:lnTo>
                  <a:pt x="2301" y="265"/>
                </a:lnTo>
                <a:lnTo>
                  <a:pt x="2309" y="263"/>
                </a:lnTo>
                <a:lnTo>
                  <a:pt x="2317" y="260"/>
                </a:lnTo>
                <a:lnTo>
                  <a:pt x="2326" y="258"/>
                </a:lnTo>
                <a:lnTo>
                  <a:pt x="2334" y="256"/>
                </a:lnTo>
                <a:lnTo>
                  <a:pt x="2342" y="254"/>
                </a:lnTo>
                <a:lnTo>
                  <a:pt x="2351" y="252"/>
                </a:lnTo>
                <a:lnTo>
                  <a:pt x="2359" y="250"/>
                </a:lnTo>
                <a:lnTo>
                  <a:pt x="2368" y="248"/>
                </a:lnTo>
                <a:lnTo>
                  <a:pt x="2376" y="246"/>
                </a:lnTo>
                <a:lnTo>
                  <a:pt x="2384" y="244"/>
                </a:lnTo>
                <a:lnTo>
                  <a:pt x="2393" y="241"/>
                </a:lnTo>
                <a:lnTo>
                  <a:pt x="2401" y="239"/>
                </a:lnTo>
                <a:lnTo>
                  <a:pt x="2410" y="237"/>
                </a:lnTo>
                <a:lnTo>
                  <a:pt x="2418" y="235"/>
                </a:lnTo>
                <a:lnTo>
                  <a:pt x="2426" y="233"/>
                </a:lnTo>
                <a:lnTo>
                  <a:pt x="2435" y="231"/>
                </a:lnTo>
                <a:lnTo>
                  <a:pt x="2443" y="229"/>
                </a:lnTo>
                <a:lnTo>
                  <a:pt x="2452" y="227"/>
                </a:lnTo>
                <a:lnTo>
                  <a:pt x="2460" y="224"/>
                </a:lnTo>
                <a:lnTo>
                  <a:pt x="2468" y="222"/>
                </a:lnTo>
                <a:lnTo>
                  <a:pt x="2477" y="220"/>
                </a:lnTo>
                <a:lnTo>
                  <a:pt x="2485" y="218"/>
                </a:lnTo>
                <a:lnTo>
                  <a:pt x="2494" y="216"/>
                </a:lnTo>
                <a:lnTo>
                  <a:pt x="2502" y="214"/>
                </a:lnTo>
                <a:lnTo>
                  <a:pt x="2510" y="212"/>
                </a:lnTo>
                <a:lnTo>
                  <a:pt x="2519" y="210"/>
                </a:lnTo>
                <a:lnTo>
                  <a:pt x="2527" y="208"/>
                </a:lnTo>
                <a:lnTo>
                  <a:pt x="2536" y="205"/>
                </a:lnTo>
                <a:lnTo>
                  <a:pt x="2544" y="203"/>
                </a:lnTo>
                <a:lnTo>
                  <a:pt x="2552" y="201"/>
                </a:lnTo>
                <a:lnTo>
                  <a:pt x="2561" y="199"/>
                </a:lnTo>
                <a:lnTo>
                  <a:pt x="2569" y="197"/>
                </a:lnTo>
                <a:lnTo>
                  <a:pt x="2578" y="195"/>
                </a:lnTo>
                <a:lnTo>
                  <a:pt x="2586" y="193"/>
                </a:lnTo>
                <a:lnTo>
                  <a:pt x="2594" y="191"/>
                </a:lnTo>
                <a:lnTo>
                  <a:pt x="2603" y="188"/>
                </a:lnTo>
                <a:lnTo>
                  <a:pt x="2611" y="186"/>
                </a:lnTo>
                <a:lnTo>
                  <a:pt x="2620" y="184"/>
                </a:lnTo>
                <a:lnTo>
                  <a:pt x="2628" y="182"/>
                </a:lnTo>
                <a:lnTo>
                  <a:pt x="2636" y="180"/>
                </a:lnTo>
                <a:lnTo>
                  <a:pt x="2645" y="178"/>
                </a:lnTo>
                <a:lnTo>
                  <a:pt x="2653" y="176"/>
                </a:lnTo>
                <a:lnTo>
                  <a:pt x="2662" y="174"/>
                </a:lnTo>
                <a:lnTo>
                  <a:pt x="2670" y="171"/>
                </a:lnTo>
                <a:lnTo>
                  <a:pt x="2678" y="169"/>
                </a:lnTo>
                <a:lnTo>
                  <a:pt x="2687" y="167"/>
                </a:lnTo>
                <a:lnTo>
                  <a:pt x="2695" y="165"/>
                </a:lnTo>
                <a:lnTo>
                  <a:pt x="2704" y="163"/>
                </a:lnTo>
                <a:lnTo>
                  <a:pt x="2712" y="161"/>
                </a:lnTo>
                <a:lnTo>
                  <a:pt x="2720" y="159"/>
                </a:lnTo>
                <a:lnTo>
                  <a:pt x="2729" y="157"/>
                </a:lnTo>
                <a:lnTo>
                  <a:pt x="2737" y="155"/>
                </a:lnTo>
                <a:lnTo>
                  <a:pt x="2745" y="152"/>
                </a:lnTo>
                <a:lnTo>
                  <a:pt x="2754" y="150"/>
                </a:lnTo>
                <a:lnTo>
                  <a:pt x="2762" y="148"/>
                </a:lnTo>
                <a:lnTo>
                  <a:pt x="2771" y="146"/>
                </a:lnTo>
                <a:lnTo>
                  <a:pt x="2779" y="144"/>
                </a:lnTo>
                <a:lnTo>
                  <a:pt x="2787" y="142"/>
                </a:lnTo>
                <a:lnTo>
                  <a:pt x="2796" y="140"/>
                </a:lnTo>
                <a:lnTo>
                  <a:pt x="2804" y="138"/>
                </a:lnTo>
                <a:lnTo>
                  <a:pt x="2813" y="135"/>
                </a:lnTo>
                <a:lnTo>
                  <a:pt x="2821" y="133"/>
                </a:lnTo>
                <a:lnTo>
                  <a:pt x="2829" y="131"/>
                </a:lnTo>
                <a:lnTo>
                  <a:pt x="2838" y="129"/>
                </a:lnTo>
                <a:lnTo>
                  <a:pt x="2846" y="127"/>
                </a:lnTo>
                <a:lnTo>
                  <a:pt x="2855" y="125"/>
                </a:lnTo>
                <a:lnTo>
                  <a:pt x="2863" y="123"/>
                </a:lnTo>
                <a:lnTo>
                  <a:pt x="2871" y="121"/>
                </a:lnTo>
                <a:lnTo>
                  <a:pt x="2880" y="119"/>
                </a:lnTo>
                <a:lnTo>
                  <a:pt x="2888" y="116"/>
                </a:lnTo>
                <a:lnTo>
                  <a:pt x="2897" y="114"/>
                </a:lnTo>
                <a:lnTo>
                  <a:pt x="2905" y="112"/>
                </a:lnTo>
                <a:lnTo>
                  <a:pt x="2913" y="110"/>
                </a:lnTo>
                <a:lnTo>
                  <a:pt x="2922" y="108"/>
                </a:lnTo>
                <a:lnTo>
                  <a:pt x="2930" y="106"/>
                </a:lnTo>
                <a:lnTo>
                  <a:pt x="2939" y="104"/>
                </a:lnTo>
                <a:lnTo>
                  <a:pt x="2947" y="102"/>
                </a:lnTo>
                <a:lnTo>
                  <a:pt x="2955" y="99"/>
                </a:lnTo>
                <a:lnTo>
                  <a:pt x="2964" y="97"/>
                </a:lnTo>
                <a:lnTo>
                  <a:pt x="2972" y="95"/>
                </a:lnTo>
                <a:lnTo>
                  <a:pt x="2981" y="93"/>
                </a:lnTo>
                <a:lnTo>
                  <a:pt x="2989" y="91"/>
                </a:lnTo>
                <a:lnTo>
                  <a:pt x="2997" y="89"/>
                </a:lnTo>
                <a:lnTo>
                  <a:pt x="3006" y="87"/>
                </a:lnTo>
                <a:lnTo>
                  <a:pt x="3014" y="85"/>
                </a:lnTo>
                <a:lnTo>
                  <a:pt x="3023" y="83"/>
                </a:lnTo>
                <a:lnTo>
                  <a:pt x="3031" y="80"/>
                </a:lnTo>
                <a:lnTo>
                  <a:pt x="3039" y="78"/>
                </a:lnTo>
                <a:lnTo>
                  <a:pt x="3048" y="76"/>
                </a:lnTo>
                <a:lnTo>
                  <a:pt x="3056" y="74"/>
                </a:lnTo>
                <a:lnTo>
                  <a:pt x="3065" y="72"/>
                </a:lnTo>
                <a:lnTo>
                  <a:pt x="3073" y="70"/>
                </a:lnTo>
                <a:lnTo>
                  <a:pt x="3081" y="68"/>
                </a:lnTo>
                <a:lnTo>
                  <a:pt x="3090" y="66"/>
                </a:lnTo>
                <a:lnTo>
                  <a:pt x="3098" y="63"/>
                </a:lnTo>
                <a:lnTo>
                  <a:pt x="3107" y="61"/>
                </a:lnTo>
                <a:lnTo>
                  <a:pt x="3115" y="59"/>
                </a:lnTo>
                <a:lnTo>
                  <a:pt x="3123" y="57"/>
                </a:lnTo>
                <a:lnTo>
                  <a:pt x="3132" y="55"/>
                </a:lnTo>
                <a:lnTo>
                  <a:pt x="3140" y="53"/>
                </a:lnTo>
                <a:lnTo>
                  <a:pt x="3148" y="51"/>
                </a:lnTo>
                <a:lnTo>
                  <a:pt x="3157" y="49"/>
                </a:lnTo>
                <a:lnTo>
                  <a:pt x="3165" y="47"/>
                </a:lnTo>
                <a:lnTo>
                  <a:pt x="3174" y="44"/>
                </a:lnTo>
                <a:lnTo>
                  <a:pt x="3182" y="42"/>
                </a:lnTo>
                <a:lnTo>
                  <a:pt x="3190" y="40"/>
                </a:lnTo>
                <a:lnTo>
                  <a:pt x="3199" y="38"/>
                </a:lnTo>
                <a:lnTo>
                  <a:pt x="3207" y="36"/>
                </a:lnTo>
                <a:lnTo>
                  <a:pt x="3216" y="34"/>
                </a:lnTo>
                <a:lnTo>
                  <a:pt x="3224" y="32"/>
                </a:lnTo>
                <a:lnTo>
                  <a:pt x="3232" y="30"/>
                </a:lnTo>
                <a:lnTo>
                  <a:pt x="3241" y="27"/>
                </a:lnTo>
                <a:lnTo>
                  <a:pt x="3249" y="25"/>
                </a:lnTo>
                <a:lnTo>
                  <a:pt x="3258" y="23"/>
                </a:lnTo>
                <a:lnTo>
                  <a:pt x="3266" y="21"/>
                </a:lnTo>
                <a:lnTo>
                  <a:pt x="3274" y="19"/>
                </a:lnTo>
                <a:lnTo>
                  <a:pt x="3283" y="17"/>
                </a:lnTo>
                <a:lnTo>
                  <a:pt x="3291" y="15"/>
                </a:lnTo>
                <a:lnTo>
                  <a:pt x="3300" y="13"/>
                </a:lnTo>
                <a:lnTo>
                  <a:pt x="3308" y="11"/>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3063240" cy="727862"/>
          </a:xfrm>
          <a:custGeom>
            <a:avLst/>
            <a:gdLst/>
            <a:ahLst/>
            <a:cxnLst/>
            <a:rect l="l" t="t" r="r" b="b"/>
            <a:pathLst>
              <a:path w="3350" h="796">
                <a:moveTo>
                  <a:pt x="0" y="796"/>
                </a:moveTo>
                <a:lnTo>
                  <a:pt x="8" y="794"/>
                </a:lnTo>
                <a:lnTo>
                  <a:pt x="17" y="792"/>
                </a:lnTo>
                <a:lnTo>
                  <a:pt x="25" y="790"/>
                </a:lnTo>
                <a:lnTo>
                  <a:pt x="34" y="788"/>
                </a:lnTo>
                <a:lnTo>
                  <a:pt x="42" y="786"/>
                </a:lnTo>
                <a:lnTo>
                  <a:pt x="50" y="784"/>
                </a:lnTo>
                <a:lnTo>
                  <a:pt x="59" y="782"/>
                </a:lnTo>
                <a:lnTo>
                  <a:pt x="67" y="780"/>
                </a:lnTo>
                <a:lnTo>
                  <a:pt x="76" y="778"/>
                </a:lnTo>
                <a:lnTo>
                  <a:pt x="84" y="776"/>
                </a:lnTo>
                <a:lnTo>
                  <a:pt x="92" y="774"/>
                </a:lnTo>
                <a:lnTo>
                  <a:pt x="101" y="772"/>
                </a:lnTo>
                <a:lnTo>
                  <a:pt x="109" y="770"/>
                </a:lnTo>
                <a:lnTo>
                  <a:pt x="118" y="768"/>
                </a:lnTo>
                <a:lnTo>
                  <a:pt x="126" y="766"/>
                </a:lnTo>
                <a:lnTo>
                  <a:pt x="134" y="764"/>
                </a:lnTo>
                <a:lnTo>
                  <a:pt x="143" y="762"/>
                </a:lnTo>
                <a:lnTo>
                  <a:pt x="151" y="760"/>
                </a:lnTo>
                <a:lnTo>
                  <a:pt x="160" y="758"/>
                </a:lnTo>
                <a:lnTo>
                  <a:pt x="168" y="756"/>
                </a:lnTo>
                <a:lnTo>
                  <a:pt x="176" y="754"/>
                </a:lnTo>
                <a:lnTo>
                  <a:pt x="185" y="752"/>
                </a:lnTo>
                <a:lnTo>
                  <a:pt x="193" y="750"/>
                </a:lnTo>
                <a:lnTo>
                  <a:pt x="202" y="748"/>
                </a:lnTo>
                <a:lnTo>
                  <a:pt x="210" y="746"/>
                </a:lnTo>
                <a:lnTo>
                  <a:pt x="218" y="744"/>
                </a:lnTo>
                <a:lnTo>
                  <a:pt x="227" y="742"/>
                </a:lnTo>
                <a:lnTo>
                  <a:pt x="235" y="740"/>
                </a:lnTo>
                <a:lnTo>
                  <a:pt x="243" y="738"/>
                </a:lnTo>
                <a:lnTo>
                  <a:pt x="252" y="736"/>
                </a:lnTo>
                <a:lnTo>
                  <a:pt x="260" y="734"/>
                </a:lnTo>
                <a:lnTo>
                  <a:pt x="269" y="732"/>
                </a:lnTo>
                <a:lnTo>
                  <a:pt x="277" y="730"/>
                </a:lnTo>
                <a:lnTo>
                  <a:pt x="285" y="728"/>
                </a:lnTo>
                <a:lnTo>
                  <a:pt x="294" y="726"/>
                </a:lnTo>
                <a:lnTo>
                  <a:pt x="302" y="724"/>
                </a:lnTo>
                <a:lnTo>
                  <a:pt x="311" y="722"/>
                </a:lnTo>
                <a:lnTo>
                  <a:pt x="319" y="720"/>
                </a:lnTo>
                <a:lnTo>
                  <a:pt x="327" y="718"/>
                </a:lnTo>
                <a:lnTo>
                  <a:pt x="336" y="716"/>
                </a:lnTo>
                <a:lnTo>
                  <a:pt x="344" y="715"/>
                </a:lnTo>
                <a:lnTo>
                  <a:pt x="353" y="713"/>
                </a:lnTo>
                <a:lnTo>
                  <a:pt x="361" y="711"/>
                </a:lnTo>
                <a:lnTo>
                  <a:pt x="369" y="709"/>
                </a:lnTo>
                <a:lnTo>
                  <a:pt x="378" y="707"/>
                </a:lnTo>
                <a:lnTo>
                  <a:pt x="386" y="705"/>
                </a:lnTo>
                <a:lnTo>
                  <a:pt x="395" y="703"/>
                </a:lnTo>
                <a:lnTo>
                  <a:pt x="403" y="701"/>
                </a:lnTo>
                <a:lnTo>
                  <a:pt x="411" y="699"/>
                </a:lnTo>
                <a:lnTo>
                  <a:pt x="420" y="697"/>
                </a:lnTo>
                <a:lnTo>
                  <a:pt x="428" y="695"/>
                </a:lnTo>
                <a:lnTo>
                  <a:pt x="437" y="693"/>
                </a:lnTo>
                <a:lnTo>
                  <a:pt x="445" y="691"/>
                </a:lnTo>
                <a:lnTo>
                  <a:pt x="453" y="689"/>
                </a:lnTo>
                <a:lnTo>
                  <a:pt x="462" y="687"/>
                </a:lnTo>
                <a:lnTo>
                  <a:pt x="470" y="685"/>
                </a:lnTo>
                <a:lnTo>
                  <a:pt x="479" y="683"/>
                </a:lnTo>
                <a:lnTo>
                  <a:pt x="487" y="681"/>
                </a:lnTo>
                <a:lnTo>
                  <a:pt x="495" y="679"/>
                </a:lnTo>
                <a:lnTo>
                  <a:pt x="504" y="677"/>
                </a:lnTo>
                <a:lnTo>
                  <a:pt x="512" y="675"/>
                </a:lnTo>
                <a:lnTo>
                  <a:pt x="521" y="673"/>
                </a:lnTo>
                <a:lnTo>
                  <a:pt x="529" y="671"/>
                </a:lnTo>
                <a:lnTo>
                  <a:pt x="537" y="669"/>
                </a:lnTo>
                <a:lnTo>
                  <a:pt x="546" y="667"/>
                </a:lnTo>
                <a:lnTo>
                  <a:pt x="554" y="665"/>
                </a:lnTo>
                <a:lnTo>
                  <a:pt x="563" y="663"/>
                </a:lnTo>
                <a:lnTo>
                  <a:pt x="571" y="661"/>
                </a:lnTo>
                <a:lnTo>
                  <a:pt x="579" y="659"/>
                </a:lnTo>
                <a:lnTo>
                  <a:pt x="588" y="657"/>
                </a:lnTo>
                <a:lnTo>
                  <a:pt x="596" y="655"/>
                </a:lnTo>
                <a:lnTo>
                  <a:pt x="605" y="653"/>
                </a:lnTo>
                <a:lnTo>
                  <a:pt x="613" y="651"/>
                </a:lnTo>
                <a:lnTo>
                  <a:pt x="621" y="649"/>
                </a:lnTo>
                <a:lnTo>
                  <a:pt x="630" y="647"/>
                </a:lnTo>
                <a:lnTo>
                  <a:pt x="638" y="645"/>
                </a:lnTo>
                <a:lnTo>
                  <a:pt x="646" y="643"/>
                </a:lnTo>
                <a:lnTo>
                  <a:pt x="655" y="641"/>
                </a:lnTo>
                <a:lnTo>
                  <a:pt x="663" y="639"/>
                </a:lnTo>
                <a:lnTo>
                  <a:pt x="672" y="637"/>
                </a:lnTo>
                <a:lnTo>
                  <a:pt x="680" y="635"/>
                </a:lnTo>
                <a:lnTo>
                  <a:pt x="688" y="633"/>
                </a:lnTo>
                <a:lnTo>
                  <a:pt x="697" y="631"/>
                </a:lnTo>
                <a:lnTo>
                  <a:pt x="705" y="629"/>
                </a:lnTo>
                <a:lnTo>
                  <a:pt x="714" y="627"/>
                </a:lnTo>
                <a:lnTo>
                  <a:pt x="722" y="625"/>
                </a:lnTo>
                <a:lnTo>
                  <a:pt x="730" y="623"/>
                </a:lnTo>
                <a:lnTo>
                  <a:pt x="739" y="621"/>
                </a:lnTo>
                <a:lnTo>
                  <a:pt x="747" y="619"/>
                </a:lnTo>
                <a:lnTo>
                  <a:pt x="756" y="617"/>
                </a:lnTo>
                <a:lnTo>
                  <a:pt x="764" y="615"/>
                </a:lnTo>
                <a:lnTo>
                  <a:pt x="772" y="613"/>
                </a:lnTo>
                <a:lnTo>
                  <a:pt x="781" y="611"/>
                </a:lnTo>
                <a:lnTo>
                  <a:pt x="789" y="609"/>
                </a:lnTo>
                <a:lnTo>
                  <a:pt x="798" y="607"/>
                </a:lnTo>
                <a:lnTo>
                  <a:pt x="806" y="605"/>
                </a:lnTo>
                <a:lnTo>
                  <a:pt x="814" y="603"/>
                </a:lnTo>
                <a:lnTo>
                  <a:pt x="823" y="601"/>
                </a:lnTo>
                <a:lnTo>
                  <a:pt x="831" y="599"/>
                </a:lnTo>
                <a:lnTo>
                  <a:pt x="840" y="597"/>
                </a:lnTo>
                <a:lnTo>
                  <a:pt x="848" y="595"/>
                </a:lnTo>
                <a:lnTo>
                  <a:pt x="856" y="593"/>
                </a:lnTo>
                <a:lnTo>
                  <a:pt x="865" y="591"/>
                </a:lnTo>
                <a:lnTo>
                  <a:pt x="873" y="589"/>
                </a:lnTo>
                <a:lnTo>
                  <a:pt x="882" y="587"/>
                </a:lnTo>
                <a:lnTo>
                  <a:pt x="890" y="585"/>
                </a:lnTo>
                <a:lnTo>
                  <a:pt x="898" y="583"/>
                </a:lnTo>
                <a:lnTo>
                  <a:pt x="907" y="581"/>
                </a:lnTo>
                <a:lnTo>
                  <a:pt x="915" y="579"/>
                </a:lnTo>
                <a:lnTo>
                  <a:pt x="924" y="577"/>
                </a:lnTo>
                <a:lnTo>
                  <a:pt x="932" y="575"/>
                </a:lnTo>
                <a:lnTo>
                  <a:pt x="940" y="573"/>
                </a:lnTo>
                <a:lnTo>
                  <a:pt x="949" y="571"/>
                </a:lnTo>
                <a:lnTo>
                  <a:pt x="957" y="569"/>
                </a:lnTo>
                <a:lnTo>
                  <a:pt x="966" y="567"/>
                </a:lnTo>
                <a:lnTo>
                  <a:pt x="974" y="565"/>
                </a:lnTo>
                <a:lnTo>
                  <a:pt x="982" y="563"/>
                </a:lnTo>
                <a:lnTo>
                  <a:pt x="991" y="561"/>
                </a:lnTo>
                <a:lnTo>
                  <a:pt x="999" y="559"/>
                </a:lnTo>
                <a:lnTo>
                  <a:pt x="1008" y="557"/>
                </a:lnTo>
                <a:lnTo>
                  <a:pt x="1016" y="555"/>
                </a:lnTo>
                <a:lnTo>
                  <a:pt x="1024" y="553"/>
                </a:lnTo>
                <a:lnTo>
                  <a:pt x="1033" y="551"/>
                </a:lnTo>
                <a:lnTo>
                  <a:pt x="1041" y="549"/>
                </a:lnTo>
                <a:lnTo>
                  <a:pt x="1049" y="547"/>
                </a:lnTo>
                <a:lnTo>
                  <a:pt x="1058" y="545"/>
                </a:lnTo>
                <a:lnTo>
                  <a:pt x="1066" y="543"/>
                </a:lnTo>
                <a:lnTo>
                  <a:pt x="1075" y="541"/>
                </a:lnTo>
                <a:lnTo>
                  <a:pt x="1083" y="539"/>
                </a:lnTo>
                <a:lnTo>
                  <a:pt x="1091" y="537"/>
                </a:lnTo>
                <a:lnTo>
                  <a:pt x="1100" y="535"/>
                </a:lnTo>
                <a:lnTo>
                  <a:pt x="1108" y="533"/>
                </a:lnTo>
                <a:lnTo>
                  <a:pt x="1117" y="531"/>
                </a:lnTo>
                <a:lnTo>
                  <a:pt x="1125" y="529"/>
                </a:lnTo>
                <a:lnTo>
                  <a:pt x="1133" y="527"/>
                </a:lnTo>
                <a:lnTo>
                  <a:pt x="1142" y="525"/>
                </a:lnTo>
                <a:lnTo>
                  <a:pt x="1150" y="523"/>
                </a:lnTo>
                <a:lnTo>
                  <a:pt x="1159" y="521"/>
                </a:lnTo>
                <a:lnTo>
                  <a:pt x="1167" y="519"/>
                </a:lnTo>
                <a:lnTo>
                  <a:pt x="1175" y="517"/>
                </a:lnTo>
                <a:lnTo>
                  <a:pt x="1184" y="515"/>
                </a:lnTo>
                <a:lnTo>
                  <a:pt x="1192" y="513"/>
                </a:lnTo>
                <a:lnTo>
                  <a:pt x="1201" y="511"/>
                </a:lnTo>
                <a:lnTo>
                  <a:pt x="1209" y="509"/>
                </a:lnTo>
                <a:lnTo>
                  <a:pt x="1217" y="507"/>
                </a:lnTo>
                <a:lnTo>
                  <a:pt x="1226" y="505"/>
                </a:lnTo>
                <a:lnTo>
                  <a:pt x="1234" y="503"/>
                </a:lnTo>
                <a:lnTo>
                  <a:pt x="1243" y="501"/>
                </a:lnTo>
                <a:lnTo>
                  <a:pt x="1251" y="499"/>
                </a:lnTo>
                <a:lnTo>
                  <a:pt x="1259" y="497"/>
                </a:lnTo>
                <a:lnTo>
                  <a:pt x="1268" y="495"/>
                </a:lnTo>
                <a:lnTo>
                  <a:pt x="1276" y="493"/>
                </a:lnTo>
                <a:lnTo>
                  <a:pt x="1285" y="491"/>
                </a:lnTo>
                <a:lnTo>
                  <a:pt x="1293" y="489"/>
                </a:lnTo>
                <a:lnTo>
                  <a:pt x="1301" y="487"/>
                </a:lnTo>
                <a:lnTo>
                  <a:pt x="1310" y="485"/>
                </a:lnTo>
                <a:lnTo>
                  <a:pt x="1318" y="483"/>
                </a:lnTo>
                <a:lnTo>
                  <a:pt x="1327" y="481"/>
                </a:lnTo>
                <a:lnTo>
                  <a:pt x="1335" y="479"/>
                </a:lnTo>
                <a:lnTo>
                  <a:pt x="1343" y="477"/>
                </a:lnTo>
                <a:lnTo>
                  <a:pt x="1352" y="475"/>
                </a:lnTo>
                <a:lnTo>
                  <a:pt x="1360" y="473"/>
                </a:lnTo>
                <a:lnTo>
                  <a:pt x="1369" y="471"/>
                </a:lnTo>
                <a:lnTo>
                  <a:pt x="1377" y="469"/>
                </a:lnTo>
                <a:lnTo>
                  <a:pt x="1385" y="467"/>
                </a:lnTo>
                <a:lnTo>
                  <a:pt x="1394" y="465"/>
                </a:lnTo>
                <a:lnTo>
                  <a:pt x="1402" y="463"/>
                </a:lnTo>
                <a:lnTo>
                  <a:pt x="1411" y="461"/>
                </a:lnTo>
                <a:lnTo>
                  <a:pt x="1419" y="459"/>
                </a:lnTo>
                <a:lnTo>
                  <a:pt x="1427" y="457"/>
                </a:lnTo>
                <a:lnTo>
                  <a:pt x="1436" y="455"/>
                </a:lnTo>
                <a:lnTo>
                  <a:pt x="1444" y="453"/>
                </a:lnTo>
                <a:lnTo>
                  <a:pt x="1453" y="451"/>
                </a:lnTo>
                <a:lnTo>
                  <a:pt x="1461" y="449"/>
                </a:lnTo>
                <a:lnTo>
                  <a:pt x="1469" y="447"/>
                </a:lnTo>
                <a:lnTo>
                  <a:pt x="1478" y="445"/>
                </a:lnTo>
                <a:lnTo>
                  <a:pt x="1486" y="443"/>
                </a:lnTo>
                <a:lnTo>
                  <a:pt x="1494" y="441"/>
                </a:lnTo>
                <a:lnTo>
                  <a:pt x="1503" y="439"/>
                </a:lnTo>
                <a:lnTo>
                  <a:pt x="1511" y="437"/>
                </a:lnTo>
                <a:lnTo>
                  <a:pt x="1520" y="435"/>
                </a:lnTo>
                <a:lnTo>
                  <a:pt x="1528" y="433"/>
                </a:lnTo>
                <a:lnTo>
                  <a:pt x="1536" y="431"/>
                </a:lnTo>
                <a:lnTo>
                  <a:pt x="1545" y="429"/>
                </a:lnTo>
                <a:lnTo>
                  <a:pt x="1553" y="427"/>
                </a:lnTo>
                <a:lnTo>
                  <a:pt x="1562" y="425"/>
                </a:lnTo>
                <a:lnTo>
                  <a:pt x="1570" y="423"/>
                </a:lnTo>
                <a:lnTo>
                  <a:pt x="1578" y="421"/>
                </a:lnTo>
                <a:lnTo>
                  <a:pt x="1587" y="419"/>
                </a:lnTo>
                <a:lnTo>
                  <a:pt x="1595" y="417"/>
                </a:lnTo>
                <a:lnTo>
                  <a:pt x="1604" y="415"/>
                </a:lnTo>
                <a:lnTo>
                  <a:pt x="1612" y="413"/>
                </a:lnTo>
                <a:lnTo>
                  <a:pt x="1620" y="411"/>
                </a:lnTo>
                <a:lnTo>
                  <a:pt x="1629" y="409"/>
                </a:lnTo>
                <a:lnTo>
                  <a:pt x="1637" y="407"/>
                </a:lnTo>
                <a:lnTo>
                  <a:pt x="1646" y="405"/>
                </a:lnTo>
                <a:lnTo>
                  <a:pt x="1654" y="403"/>
                </a:lnTo>
                <a:lnTo>
                  <a:pt x="1662" y="401"/>
                </a:lnTo>
                <a:lnTo>
                  <a:pt x="1671" y="399"/>
                </a:lnTo>
                <a:lnTo>
                  <a:pt x="1679" y="397"/>
                </a:lnTo>
                <a:lnTo>
                  <a:pt x="1688" y="395"/>
                </a:lnTo>
                <a:lnTo>
                  <a:pt x="1696" y="393"/>
                </a:lnTo>
                <a:lnTo>
                  <a:pt x="1704" y="391"/>
                </a:lnTo>
                <a:lnTo>
                  <a:pt x="1713" y="389"/>
                </a:lnTo>
                <a:lnTo>
                  <a:pt x="1721" y="387"/>
                </a:lnTo>
                <a:lnTo>
                  <a:pt x="1730" y="385"/>
                </a:lnTo>
                <a:lnTo>
                  <a:pt x="1738" y="383"/>
                </a:lnTo>
                <a:lnTo>
                  <a:pt x="1746" y="381"/>
                </a:lnTo>
                <a:lnTo>
                  <a:pt x="1755" y="379"/>
                </a:lnTo>
                <a:lnTo>
                  <a:pt x="1763" y="377"/>
                </a:lnTo>
                <a:lnTo>
                  <a:pt x="1772" y="375"/>
                </a:lnTo>
                <a:lnTo>
                  <a:pt x="1780" y="373"/>
                </a:lnTo>
                <a:lnTo>
                  <a:pt x="1788" y="371"/>
                </a:lnTo>
                <a:lnTo>
                  <a:pt x="1797" y="369"/>
                </a:lnTo>
                <a:lnTo>
                  <a:pt x="1805" y="367"/>
                </a:lnTo>
                <a:lnTo>
                  <a:pt x="1814" y="365"/>
                </a:lnTo>
                <a:lnTo>
                  <a:pt x="1822" y="363"/>
                </a:lnTo>
                <a:lnTo>
                  <a:pt x="1830" y="361"/>
                </a:lnTo>
                <a:lnTo>
                  <a:pt x="1839" y="359"/>
                </a:lnTo>
                <a:lnTo>
                  <a:pt x="1847" y="357"/>
                </a:lnTo>
                <a:lnTo>
                  <a:pt x="1856" y="355"/>
                </a:lnTo>
                <a:lnTo>
                  <a:pt x="1864" y="353"/>
                </a:lnTo>
                <a:lnTo>
                  <a:pt x="1872" y="351"/>
                </a:lnTo>
                <a:lnTo>
                  <a:pt x="1881" y="349"/>
                </a:lnTo>
                <a:lnTo>
                  <a:pt x="1889" y="347"/>
                </a:lnTo>
                <a:lnTo>
                  <a:pt x="1897" y="345"/>
                </a:lnTo>
                <a:lnTo>
                  <a:pt x="1906" y="343"/>
                </a:lnTo>
                <a:lnTo>
                  <a:pt x="1914" y="341"/>
                </a:lnTo>
                <a:lnTo>
                  <a:pt x="1923" y="339"/>
                </a:lnTo>
                <a:lnTo>
                  <a:pt x="1931" y="337"/>
                </a:lnTo>
                <a:lnTo>
                  <a:pt x="1939" y="335"/>
                </a:lnTo>
                <a:lnTo>
                  <a:pt x="1948" y="333"/>
                </a:lnTo>
                <a:lnTo>
                  <a:pt x="1956" y="331"/>
                </a:lnTo>
                <a:lnTo>
                  <a:pt x="1965" y="329"/>
                </a:lnTo>
                <a:lnTo>
                  <a:pt x="1973" y="327"/>
                </a:lnTo>
                <a:lnTo>
                  <a:pt x="1981" y="325"/>
                </a:lnTo>
                <a:lnTo>
                  <a:pt x="1990" y="323"/>
                </a:lnTo>
                <a:lnTo>
                  <a:pt x="1998" y="321"/>
                </a:lnTo>
                <a:lnTo>
                  <a:pt x="2007" y="319"/>
                </a:lnTo>
                <a:lnTo>
                  <a:pt x="2015" y="317"/>
                </a:lnTo>
                <a:lnTo>
                  <a:pt x="2023" y="315"/>
                </a:lnTo>
                <a:lnTo>
                  <a:pt x="2032" y="313"/>
                </a:lnTo>
                <a:lnTo>
                  <a:pt x="2040" y="311"/>
                </a:lnTo>
                <a:lnTo>
                  <a:pt x="2049" y="309"/>
                </a:lnTo>
                <a:lnTo>
                  <a:pt x="2057" y="307"/>
                </a:lnTo>
                <a:lnTo>
                  <a:pt x="2065" y="305"/>
                </a:lnTo>
                <a:lnTo>
                  <a:pt x="2074" y="303"/>
                </a:lnTo>
                <a:lnTo>
                  <a:pt x="2082" y="301"/>
                </a:lnTo>
                <a:lnTo>
                  <a:pt x="2091" y="300"/>
                </a:lnTo>
                <a:lnTo>
                  <a:pt x="2099" y="298"/>
                </a:lnTo>
                <a:lnTo>
                  <a:pt x="2107" y="296"/>
                </a:lnTo>
                <a:lnTo>
                  <a:pt x="2116" y="294"/>
                </a:lnTo>
                <a:lnTo>
                  <a:pt x="2124" y="292"/>
                </a:lnTo>
                <a:lnTo>
                  <a:pt x="2133" y="290"/>
                </a:lnTo>
                <a:lnTo>
                  <a:pt x="2141" y="288"/>
                </a:lnTo>
                <a:lnTo>
                  <a:pt x="2149" y="286"/>
                </a:lnTo>
                <a:lnTo>
                  <a:pt x="2158" y="284"/>
                </a:lnTo>
                <a:lnTo>
                  <a:pt x="2166" y="282"/>
                </a:lnTo>
                <a:lnTo>
                  <a:pt x="2175" y="280"/>
                </a:lnTo>
                <a:lnTo>
                  <a:pt x="2183" y="278"/>
                </a:lnTo>
                <a:lnTo>
                  <a:pt x="2191" y="276"/>
                </a:lnTo>
                <a:lnTo>
                  <a:pt x="2200" y="274"/>
                </a:lnTo>
                <a:lnTo>
                  <a:pt x="2208" y="272"/>
                </a:lnTo>
                <a:lnTo>
                  <a:pt x="2217" y="270"/>
                </a:lnTo>
                <a:lnTo>
                  <a:pt x="2225" y="268"/>
                </a:lnTo>
                <a:lnTo>
                  <a:pt x="2233" y="266"/>
                </a:lnTo>
                <a:lnTo>
                  <a:pt x="2242" y="264"/>
                </a:lnTo>
                <a:lnTo>
                  <a:pt x="2250" y="262"/>
                </a:lnTo>
                <a:lnTo>
                  <a:pt x="2259" y="260"/>
                </a:lnTo>
                <a:lnTo>
                  <a:pt x="2267" y="258"/>
                </a:lnTo>
                <a:lnTo>
                  <a:pt x="2275" y="256"/>
                </a:lnTo>
                <a:lnTo>
                  <a:pt x="2284" y="254"/>
                </a:lnTo>
                <a:lnTo>
                  <a:pt x="2292" y="252"/>
                </a:lnTo>
                <a:lnTo>
                  <a:pt x="2301" y="250"/>
                </a:lnTo>
                <a:lnTo>
                  <a:pt x="2309" y="248"/>
                </a:lnTo>
                <a:lnTo>
                  <a:pt x="2317" y="246"/>
                </a:lnTo>
                <a:lnTo>
                  <a:pt x="2326" y="244"/>
                </a:lnTo>
                <a:lnTo>
                  <a:pt x="2334" y="242"/>
                </a:lnTo>
                <a:lnTo>
                  <a:pt x="2342" y="240"/>
                </a:lnTo>
                <a:lnTo>
                  <a:pt x="2351" y="238"/>
                </a:lnTo>
                <a:lnTo>
                  <a:pt x="2359" y="236"/>
                </a:lnTo>
                <a:lnTo>
                  <a:pt x="2368" y="234"/>
                </a:lnTo>
                <a:lnTo>
                  <a:pt x="2376" y="232"/>
                </a:lnTo>
                <a:lnTo>
                  <a:pt x="2384" y="230"/>
                </a:lnTo>
                <a:lnTo>
                  <a:pt x="2393" y="228"/>
                </a:lnTo>
                <a:lnTo>
                  <a:pt x="2401" y="226"/>
                </a:lnTo>
                <a:lnTo>
                  <a:pt x="2410" y="224"/>
                </a:lnTo>
                <a:lnTo>
                  <a:pt x="2418" y="222"/>
                </a:lnTo>
                <a:lnTo>
                  <a:pt x="2426" y="220"/>
                </a:lnTo>
                <a:lnTo>
                  <a:pt x="2435" y="218"/>
                </a:lnTo>
                <a:lnTo>
                  <a:pt x="2443" y="216"/>
                </a:lnTo>
                <a:lnTo>
                  <a:pt x="2452" y="214"/>
                </a:lnTo>
                <a:lnTo>
                  <a:pt x="2460" y="212"/>
                </a:lnTo>
                <a:lnTo>
                  <a:pt x="2468" y="210"/>
                </a:lnTo>
                <a:lnTo>
                  <a:pt x="2477" y="208"/>
                </a:lnTo>
                <a:lnTo>
                  <a:pt x="2485" y="206"/>
                </a:lnTo>
                <a:lnTo>
                  <a:pt x="2494" y="204"/>
                </a:lnTo>
                <a:lnTo>
                  <a:pt x="2502" y="202"/>
                </a:lnTo>
                <a:lnTo>
                  <a:pt x="2510" y="200"/>
                </a:lnTo>
                <a:lnTo>
                  <a:pt x="2519" y="198"/>
                </a:lnTo>
                <a:lnTo>
                  <a:pt x="2527" y="196"/>
                </a:lnTo>
                <a:lnTo>
                  <a:pt x="2536" y="194"/>
                </a:lnTo>
                <a:lnTo>
                  <a:pt x="2544" y="192"/>
                </a:lnTo>
                <a:lnTo>
                  <a:pt x="2552" y="190"/>
                </a:lnTo>
                <a:lnTo>
                  <a:pt x="2561" y="188"/>
                </a:lnTo>
                <a:lnTo>
                  <a:pt x="2569" y="186"/>
                </a:lnTo>
                <a:lnTo>
                  <a:pt x="2578" y="184"/>
                </a:lnTo>
                <a:lnTo>
                  <a:pt x="2586" y="182"/>
                </a:lnTo>
                <a:lnTo>
                  <a:pt x="2594" y="180"/>
                </a:lnTo>
                <a:lnTo>
                  <a:pt x="2603" y="178"/>
                </a:lnTo>
                <a:lnTo>
                  <a:pt x="2611" y="176"/>
                </a:lnTo>
                <a:lnTo>
                  <a:pt x="2620" y="174"/>
                </a:lnTo>
                <a:lnTo>
                  <a:pt x="2628" y="172"/>
                </a:lnTo>
                <a:lnTo>
                  <a:pt x="2636" y="170"/>
                </a:lnTo>
                <a:lnTo>
                  <a:pt x="2645" y="168"/>
                </a:lnTo>
                <a:lnTo>
                  <a:pt x="2653" y="166"/>
                </a:lnTo>
                <a:lnTo>
                  <a:pt x="2662" y="164"/>
                </a:lnTo>
                <a:lnTo>
                  <a:pt x="2670" y="162"/>
                </a:lnTo>
                <a:lnTo>
                  <a:pt x="2678" y="160"/>
                </a:lnTo>
                <a:lnTo>
                  <a:pt x="2687" y="158"/>
                </a:lnTo>
                <a:lnTo>
                  <a:pt x="2695" y="156"/>
                </a:lnTo>
                <a:lnTo>
                  <a:pt x="2704" y="154"/>
                </a:lnTo>
                <a:lnTo>
                  <a:pt x="2712" y="152"/>
                </a:lnTo>
                <a:lnTo>
                  <a:pt x="2720" y="150"/>
                </a:lnTo>
                <a:lnTo>
                  <a:pt x="2729" y="148"/>
                </a:lnTo>
                <a:lnTo>
                  <a:pt x="2737" y="146"/>
                </a:lnTo>
                <a:lnTo>
                  <a:pt x="2745" y="144"/>
                </a:lnTo>
                <a:lnTo>
                  <a:pt x="2754" y="142"/>
                </a:lnTo>
                <a:lnTo>
                  <a:pt x="2762" y="140"/>
                </a:lnTo>
                <a:lnTo>
                  <a:pt x="2771" y="138"/>
                </a:lnTo>
                <a:lnTo>
                  <a:pt x="2779" y="136"/>
                </a:lnTo>
                <a:lnTo>
                  <a:pt x="2787" y="134"/>
                </a:lnTo>
                <a:lnTo>
                  <a:pt x="2796" y="132"/>
                </a:lnTo>
                <a:lnTo>
                  <a:pt x="2804" y="130"/>
                </a:lnTo>
                <a:lnTo>
                  <a:pt x="2813" y="128"/>
                </a:lnTo>
                <a:lnTo>
                  <a:pt x="2821" y="126"/>
                </a:lnTo>
                <a:lnTo>
                  <a:pt x="2829" y="124"/>
                </a:lnTo>
                <a:lnTo>
                  <a:pt x="2838" y="122"/>
                </a:lnTo>
                <a:lnTo>
                  <a:pt x="2846" y="120"/>
                </a:lnTo>
                <a:lnTo>
                  <a:pt x="2855" y="118"/>
                </a:lnTo>
                <a:lnTo>
                  <a:pt x="2863" y="116"/>
                </a:lnTo>
                <a:lnTo>
                  <a:pt x="2871" y="114"/>
                </a:lnTo>
                <a:lnTo>
                  <a:pt x="2880" y="112"/>
                </a:lnTo>
                <a:lnTo>
                  <a:pt x="2888" y="110"/>
                </a:lnTo>
                <a:lnTo>
                  <a:pt x="2897" y="108"/>
                </a:lnTo>
                <a:lnTo>
                  <a:pt x="2905" y="106"/>
                </a:lnTo>
                <a:lnTo>
                  <a:pt x="2913" y="104"/>
                </a:lnTo>
                <a:lnTo>
                  <a:pt x="2922" y="102"/>
                </a:lnTo>
                <a:lnTo>
                  <a:pt x="2930" y="100"/>
                </a:lnTo>
                <a:lnTo>
                  <a:pt x="2939" y="98"/>
                </a:lnTo>
                <a:lnTo>
                  <a:pt x="2947" y="96"/>
                </a:lnTo>
                <a:lnTo>
                  <a:pt x="2955" y="94"/>
                </a:lnTo>
                <a:lnTo>
                  <a:pt x="2964" y="92"/>
                </a:lnTo>
                <a:lnTo>
                  <a:pt x="2972" y="90"/>
                </a:lnTo>
                <a:lnTo>
                  <a:pt x="2981" y="88"/>
                </a:lnTo>
                <a:lnTo>
                  <a:pt x="2989" y="86"/>
                </a:lnTo>
                <a:lnTo>
                  <a:pt x="2997" y="84"/>
                </a:lnTo>
                <a:lnTo>
                  <a:pt x="3006" y="82"/>
                </a:lnTo>
                <a:lnTo>
                  <a:pt x="3014" y="80"/>
                </a:lnTo>
                <a:lnTo>
                  <a:pt x="3023" y="78"/>
                </a:lnTo>
                <a:lnTo>
                  <a:pt x="3031" y="76"/>
                </a:lnTo>
                <a:lnTo>
                  <a:pt x="3039" y="74"/>
                </a:lnTo>
                <a:lnTo>
                  <a:pt x="3048" y="72"/>
                </a:lnTo>
                <a:lnTo>
                  <a:pt x="3056" y="70"/>
                </a:lnTo>
                <a:lnTo>
                  <a:pt x="3065" y="68"/>
                </a:lnTo>
                <a:lnTo>
                  <a:pt x="3073" y="66"/>
                </a:lnTo>
                <a:lnTo>
                  <a:pt x="3081" y="64"/>
                </a:lnTo>
                <a:lnTo>
                  <a:pt x="3090" y="62"/>
                </a:lnTo>
                <a:lnTo>
                  <a:pt x="3098" y="60"/>
                </a:lnTo>
                <a:lnTo>
                  <a:pt x="3107" y="58"/>
                </a:lnTo>
                <a:lnTo>
                  <a:pt x="3115" y="56"/>
                </a:lnTo>
                <a:lnTo>
                  <a:pt x="3123" y="54"/>
                </a:lnTo>
                <a:lnTo>
                  <a:pt x="3132" y="52"/>
                </a:lnTo>
                <a:lnTo>
                  <a:pt x="3140" y="50"/>
                </a:lnTo>
                <a:lnTo>
                  <a:pt x="3148" y="48"/>
                </a:lnTo>
                <a:lnTo>
                  <a:pt x="3157" y="46"/>
                </a:lnTo>
                <a:lnTo>
                  <a:pt x="3165" y="44"/>
                </a:lnTo>
                <a:lnTo>
                  <a:pt x="3174" y="42"/>
                </a:lnTo>
                <a:lnTo>
                  <a:pt x="3182" y="40"/>
                </a:lnTo>
                <a:lnTo>
                  <a:pt x="3190" y="38"/>
                </a:lnTo>
                <a:lnTo>
                  <a:pt x="3199" y="36"/>
                </a:lnTo>
                <a:lnTo>
                  <a:pt x="3207" y="34"/>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10889"/>
            <a:ext cx="3063240" cy="673913"/>
          </a:xfrm>
          <a:custGeom>
            <a:avLst/>
            <a:gdLst/>
            <a:ahLst/>
            <a:cxnLst/>
            <a:rect l="l" t="t" r="r" b="b"/>
            <a:pathLst>
              <a:path w="3350" h="737">
                <a:moveTo>
                  <a:pt x="0" y="737"/>
                </a:moveTo>
                <a:lnTo>
                  <a:pt x="8" y="735"/>
                </a:lnTo>
                <a:lnTo>
                  <a:pt x="17" y="734"/>
                </a:lnTo>
                <a:lnTo>
                  <a:pt x="25" y="732"/>
                </a:lnTo>
                <a:lnTo>
                  <a:pt x="34" y="730"/>
                </a:lnTo>
                <a:lnTo>
                  <a:pt x="42" y="728"/>
                </a:lnTo>
                <a:lnTo>
                  <a:pt x="50" y="726"/>
                </a:lnTo>
                <a:lnTo>
                  <a:pt x="59" y="724"/>
                </a:lnTo>
                <a:lnTo>
                  <a:pt x="67" y="723"/>
                </a:lnTo>
                <a:lnTo>
                  <a:pt x="76" y="721"/>
                </a:lnTo>
                <a:lnTo>
                  <a:pt x="84" y="719"/>
                </a:lnTo>
                <a:lnTo>
                  <a:pt x="92" y="717"/>
                </a:lnTo>
                <a:lnTo>
                  <a:pt x="101" y="715"/>
                </a:lnTo>
                <a:lnTo>
                  <a:pt x="109" y="713"/>
                </a:lnTo>
                <a:lnTo>
                  <a:pt x="118" y="711"/>
                </a:lnTo>
                <a:lnTo>
                  <a:pt x="126" y="710"/>
                </a:lnTo>
                <a:lnTo>
                  <a:pt x="134" y="708"/>
                </a:lnTo>
                <a:lnTo>
                  <a:pt x="143" y="706"/>
                </a:lnTo>
                <a:lnTo>
                  <a:pt x="151" y="704"/>
                </a:lnTo>
                <a:lnTo>
                  <a:pt x="160" y="702"/>
                </a:lnTo>
                <a:lnTo>
                  <a:pt x="168" y="700"/>
                </a:lnTo>
                <a:lnTo>
                  <a:pt x="176" y="698"/>
                </a:lnTo>
                <a:lnTo>
                  <a:pt x="185" y="697"/>
                </a:lnTo>
                <a:lnTo>
                  <a:pt x="193" y="695"/>
                </a:lnTo>
                <a:lnTo>
                  <a:pt x="202" y="693"/>
                </a:lnTo>
                <a:lnTo>
                  <a:pt x="210" y="691"/>
                </a:lnTo>
                <a:lnTo>
                  <a:pt x="218" y="689"/>
                </a:lnTo>
                <a:lnTo>
                  <a:pt x="227" y="687"/>
                </a:lnTo>
                <a:lnTo>
                  <a:pt x="235" y="686"/>
                </a:lnTo>
                <a:lnTo>
                  <a:pt x="243" y="684"/>
                </a:lnTo>
                <a:lnTo>
                  <a:pt x="252" y="682"/>
                </a:lnTo>
                <a:lnTo>
                  <a:pt x="260" y="680"/>
                </a:lnTo>
                <a:lnTo>
                  <a:pt x="269" y="678"/>
                </a:lnTo>
                <a:lnTo>
                  <a:pt x="277" y="676"/>
                </a:lnTo>
                <a:lnTo>
                  <a:pt x="285" y="674"/>
                </a:lnTo>
                <a:lnTo>
                  <a:pt x="294" y="673"/>
                </a:lnTo>
                <a:lnTo>
                  <a:pt x="302" y="671"/>
                </a:lnTo>
                <a:lnTo>
                  <a:pt x="311" y="669"/>
                </a:lnTo>
                <a:lnTo>
                  <a:pt x="319" y="667"/>
                </a:lnTo>
                <a:lnTo>
                  <a:pt x="327" y="665"/>
                </a:lnTo>
                <a:lnTo>
                  <a:pt x="336" y="663"/>
                </a:lnTo>
                <a:lnTo>
                  <a:pt x="344" y="662"/>
                </a:lnTo>
                <a:lnTo>
                  <a:pt x="353" y="660"/>
                </a:lnTo>
                <a:lnTo>
                  <a:pt x="361" y="658"/>
                </a:lnTo>
                <a:lnTo>
                  <a:pt x="369" y="656"/>
                </a:lnTo>
                <a:lnTo>
                  <a:pt x="378" y="654"/>
                </a:lnTo>
                <a:lnTo>
                  <a:pt x="386" y="652"/>
                </a:lnTo>
                <a:lnTo>
                  <a:pt x="395" y="650"/>
                </a:lnTo>
                <a:lnTo>
                  <a:pt x="403" y="649"/>
                </a:lnTo>
                <a:lnTo>
                  <a:pt x="411" y="647"/>
                </a:lnTo>
                <a:lnTo>
                  <a:pt x="420" y="645"/>
                </a:lnTo>
                <a:lnTo>
                  <a:pt x="428" y="643"/>
                </a:lnTo>
                <a:lnTo>
                  <a:pt x="437" y="641"/>
                </a:lnTo>
                <a:lnTo>
                  <a:pt x="445" y="639"/>
                </a:lnTo>
                <a:lnTo>
                  <a:pt x="453" y="638"/>
                </a:lnTo>
                <a:lnTo>
                  <a:pt x="462" y="636"/>
                </a:lnTo>
                <a:lnTo>
                  <a:pt x="470" y="634"/>
                </a:lnTo>
                <a:lnTo>
                  <a:pt x="479" y="632"/>
                </a:lnTo>
                <a:lnTo>
                  <a:pt x="487" y="630"/>
                </a:lnTo>
                <a:lnTo>
                  <a:pt x="495" y="628"/>
                </a:lnTo>
                <a:lnTo>
                  <a:pt x="504" y="626"/>
                </a:lnTo>
                <a:lnTo>
                  <a:pt x="512" y="625"/>
                </a:lnTo>
                <a:lnTo>
                  <a:pt x="521" y="623"/>
                </a:lnTo>
                <a:lnTo>
                  <a:pt x="529" y="621"/>
                </a:lnTo>
                <a:lnTo>
                  <a:pt x="537" y="619"/>
                </a:lnTo>
                <a:lnTo>
                  <a:pt x="546" y="617"/>
                </a:lnTo>
                <a:lnTo>
                  <a:pt x="554" y="615"/>
                </a:lnTo>
                <a:lnTo>
                  <a:pt x="563" y="613"/>
                </a:lnTo>
                <a:lnTo>
                  <a:pt x="571" y="612"/>
                </a:lnTo>
                <a:lnTo>
                  <a:pt x="579" y="610"/>
                </a:lnTo>
                <a:lnTo>
                  <a:pt x="588" y="608"/>
                </a:lnTo>
                <a:lnTo>
                  <a:pt x="596" y="606"/>
                </a:lnTo>
                <a:lnTo>
                  <a:pt x="605" y="604"/>
                </a:lnTo>
                <a:lnTo>
                  <a:pt x="613" y="602"/>
                </a:lnTo>
                <a:lnTo>
                  <a:pt x="621" y="601"/>
                </a:lnTo>
                <a:lnTo>
                  <a:pt x="630" y="599"/>
                </a:lnTo>
                <a:lnTo>
                  <a:pt x="638" y="597"/>
                </a:lnTo>
                <a:lnTo>
                  <a:pt x="646" y="595"/>
                </a:lnTo>
                <a:lnTo>
                  <a:pt x="655" y="593"/>
                </a:lnTo>
                <a:lnTo>
                  <a:pt x="663" y="591"/>
                </a:lnTo>
                <a:lnTo>
                  <a:pt x="672" y="589"/>
                </a:lnTo>
                <a:lnTo>
                  <a:pt x="680" y="588"/>
                </a:lnTo>
                <a:lnTo>
                  <a:pt x="688" y="586"/>
                </a:lnTo>
                <a:lnTo>
                  <a:pt x="697" y="584"/>
                </a:lnTo>
                <a:lnTo>
                  <a:pt x="705" y="582"/>
                </a:lnTo>
                <a:lnTo>
                  <a:pt x="714" y="580"/>
                </a:lnTo>
                <a:lnTo>
                  <a:pt x="722" y="578"/>
                </a:lnTo>
                <a:lnTo>
                  <a:pt x="730" y="577"/>
                </a:lnTo>
                <a:lnTo>
                  <a:pt x="739" y="575"/>
                </a:lnTo>
                <a:lnTo>
                  <a:pt x="747" y="573"/>
                </a:lnTo>
                <a:lnTo>
                  <a:pt x="756" y="571"/>
                </a:lnTo>
                <a:lnTo>
                  <a:pt x="764" y="569"/>
                </a:lnTo>
                <a:lnTo>
                  <a:pt x="772" y="567"/>
                </a:lnTo>
                <a:lnTo>
                  <a:pt x="781" y="565"/>
                </a:lnTo>
                <a:lnTo>
                  <a:pt x="789" y="564"/>
                </a:lnTo>
                <a:lnTo>
                  <a:pt x="798" y="562"/>
                </a:lnTo>
                <a:lnTo>
                  <a:pt x="806" y="560"/>
                </a:lnTo>
                <a:lnTo>
                  <a:pt x="814" y="558"/>
                </a:lnTo>
                <a:lnTo>
                  <a:pt x="823" y="556"/>
                </a:lnTo>
                <a:lnTo>
                  <a:pt x="831" y="554"/>
                </a:lnTo>
                <a:lnTo>
                  <a:pt x="840" y="552"/>
                </a:lnTo>
                <a:lnTo>
                  <a:pt x="848" y="551"/>
                </a:lnTo>
                <a:lnTo>
                  <a:pt x="856" y="549"/>
                </a:lnTo>
                <a:lnTo>
                  <a:pt x="865" y="547"/>
                </a:lnTo>
                <a:lnTo>
                  <a:pt x="873" y="545"/>
                </a:lnTo>
                <a:lnTo>
                  <a:pt x="882" y="543"/>
                </a:lnTo>
                <a:lnTo>
                  <a:pt x="890" y="541"/>
                </a:lnTo>
                <a:lnTo>
                  <a:pt x="898" y="540"/>
                </a:lnTo>
                <a:lnTo>
                  <a:pt x="907" y="538"/>
                </a:lnTo>
                <a:lnTo>
                  <a:pt x="915" y="536"/>
                </a:lnTo>
                <a:lnTo>
                  <a:pt x="924" y="534"/>
                </a:lnTo>
                <a:lnTo>
                  <a:pt x="932" y="532"/>
                </a:lnTo>
                <a:lnTo>
                  <a:pt x="940" y="530"/>
                </a:lnTo>
                <a:lnTo>
                  <a:pt x="949" y="528"/>
                </a:lnTo>
                <a:lnTo>
                  <a:pt x="957" y="527"/>
                </a:lnTo>
                <a:lnTo>
                  <a:pt x="966" y="525"/>
                </a:lnTo>
                <a:lnTo>
                  <a:pt x="974" y="523"/>
                </a:lnTo>
                <a:lnTo>
                  <a:pt x="982" y="521"/>
                </a:lnTo>
                <a:lnTo>
                  <a:pt x="991" y="519"/>
                </a:lnTo>
                <a:lnTo>
                  <a:pt x="999" y="517"/>
                </a:lnTo>
                <a:lnTo>
                  <a:pt x="1008" y="516"/>
                </a:lnTo>
                <a:lnTo>
                  <a:pt x="1016" y="514"/>
                </a:lnTo>
                <a:lnTo>
                  <a:pt x="1024" y="512"/>
                </a:lnTo>
                <a:lnTo>
                  <a:pt x="1033" y="510"/>
                </a:lnTo>
                <a:lnTo>
                  <a:pt x="1041" y="508"/>
                </a:lnTo>
                <a:lnTo>
                  <a:pt x="1049" y="506"/>
                </a:lnTo>
                <a:lnTo>
                  <a:pt x="1058" y="504"/>
                </a:lnTo>
                <a:lnTo>
                  <a:pt x="1066" y="503"/>
                </a:lnTo>
                <a:lnTo>
                  <a:pt x="1075" y="501"/>
                </a:lnTo>
                <a:lnTo>
                  <a:pt x="1083" y="499"/>
                </a:lnTo>
                <a:lnTo>
                  <a:pt x="1091" y="497"/>
                </a:lnTo>
                <a:lnTo>
                  <a:pt x="1100" y="495"/>
                </a:lnTo>
                <a:lnTo>
                  <a:pt x="1108" y="493"/>
                </a:lnTo>
                <a:lnTo>
                  <a:pt x="1117" y="491"/>
                </a:lnTo>
                <a:lnTo>
                  <a:pt x="1125" y="490"/>
                </a:lnTo>
                <a:lnTo>
                  <a:pt x="1133" y="488"/>
                </a:lnTo>
                <a:lnTo>
                  <a:pt x="1142" y="486"/>
                </a:lnTo>
                <a:lnTo>
                  <a:pt x="1150" y="484"/>
                </a:lnTo>
                <a:lnTo>
                  <a:pt x="1159" y="482"/>
                </a:lnTo>
                <a:lnTo>
                  <a:pt x="1167" y="480"/>
                </a:lnTo>
                <a:lnTo>
                  <a:pt x="1175" y="479"/>
                </a:lnTo>
                <a:lnTo>
                  <a:pt x="1184" y="477"/>
                </a:lnTo>
                <a:lnTo>
                  <a:pt x="1192" y="475"/>
                </a:lnTo>
                <a:lnTo>
                  <a:pt x="1201" y="473"/>
                </a:lnTo>
                <a:lnTo>
                  <a:pt x="1209" y="471"/>
                </a:lnTo>
                <a:lnTo>
                  <a:pt x="1217" y="469"/>
                </a:lnTo>
                <a:lnTo>
                  <a:pt x="1226" y="467"/>
                </a:lnTo>
                <a:lnTo>
                  <a:pt x="1234" y="466"/>
                </a:lnTo>
                <a:lnTo>
                  <a:pt x="1243" y="464"/>
                </a:lnTo>
                <a:lnTo>
                  <a:pt x="1251" y="462"/>
                </a:lnTo>
                <a:lnTo>
                  <a:pt x="1259" y="460"/>
                </a:lnTo>
                <a:lnTo>
                  <a:pt x="1268" y="458"/>
                </a:lnTo>
                <a:lnTo>
                  <a:pt x="1276" y="456"/>
                </a:lnTo>
                <a:lnTo>
                  <a:pt x="1285" y="455"/>
                </a:lnTo>
                <a:lnTo>
                  <a:pt x="1293" y="453"/>
                </a:lnTo>
                <a:lnTo>
                  <a:pt x="1301" y="451"/>
                </a:lnTo>
                <a:lnTo>
                  <a:pt x="1310" y="449"/>
                </a:lnTo>
                <a:lnTo>
                  <a:pt x="1318" y="447"/>
                </a:lnTo>
                <a:lnTo>
                  <a:pt x="1327" y="445"/>
                </a:lnTo>
                <a:lnTo>
                  <a:pt x="1335" y="443"/>
                </a:lnTo>
                <a:lnTo>
                  <a:pt x="1343" y="442"/>
                </a:lnTo>
                <a:lnTo>
                  <a:pt x="1352" y="440"/>
                </a:lnTo>
                <a:lnTo>
                  <a:pt x="1360" y="438"/>
                </a:lnTo>
                <a:lnTo>
                  <a:pt x="1369" y="436"/>
                </a:lnTo>
                <a:lnTo>
                  <a:pt x="1377" y="434"/>
                </a:lnTo>
                <a:lnTo>
                  <a:pt x="1385" y="432"/>
                </a:lnTo>
                <a:lnTo>
                  <a:pt x="1394" y="431"/>
                </a:lnTo>
                <a:lnTo>
                  <a:pt x="1402" y="429"/>
                </a:lnTo>
                <a:lnTo>
                  <a:pt x="1411" y="427"/>
                </a:lnTo>
                <a:lnTo>
                  <a:pt x="1419" y="425"/>
                </a:lnTo>
                <a:lnTo>
                  <a:pt x="1427" y="423"/>
                </a:lnTo>
                <a:lnTo>
                  <a:pt x="1436" y="421"/>
                </a:lnTo>
                <a:lnTo>
                  <a:pt x="1444" y="419"/>
                </a:lnTo>
                <a:lnTo>
                  <a:pt x="1453" y="418"/>
                </a:lnTo>
                <a:lnTo>
                  <a:pt x="1461" y="416"/>
                </a:lnTo>
                <a:lnTo>
                  <a:pt x="1469" y="414"/>
                </a:lnTo>
                <a:lnTo>
                  <a:pt x="1478" y="412"/>
                </a:lnTo>
                <a:lnTo>
                  <a:pt x="1486" y="410"/>
                </a:lnTo>
                <a:lnTo>
                  <a:pt x="1494" y="408"/>
                </a:lnTo>
                <a:lnTo>
                  <a:pt x="1503" y="406"/>
                </a:lnTo>
                <a:lnTo>
                  <a:pt x="1511" y="405"/>
                </a:lnTo>
                <a:lnTo>
                  <a:pt x="1520" y="403"/>
                </a:lnTo>
                <a:lnTo>
                  <a:pt x="1528" y="401"/>
                </a:lnTo>
                <a:lnTo>
                  <a:pt x="1536" y="399"/>
                </a:lnTo>
                <a:lnTo>
                  <a:pt x="1545" y="397"/>
                </a:lnTo>
                <a:lnTo>
                  <a:pt x="1553" y="395"/>
                </a:lnTo>
                <a:lnTo>
                  <a:pt x="1562" y="394"/>
                </a:lnTo>
                <a:lnTo>
                  <a:pt x="1570" y="392"/>
                </a:lnTo>
                <a:lnTo>
                  <a:pt x="1578" y="390"/>
                </a:lnTo>
                <a:lnTo>
                  <a:pt x="1587" y="388"/>
                </a:lnTo>
                <a:lnTo>
                  <a:pt x="1595" y="386"/>
                </a:lnTo>
                <a:lnTo>
                  <a:pt x="1604" y="384"/>
                </a:lnTo>
                <a:lnTo>
                  <a:pt x="1612" y="382"/>
                </a:lnTo>
                <a:lnTo>
                  <a:pt x="1620" y="381"/>
                </a:lnTo>
                <a:lnTo>
                  <a:pt x="1629" y="379"/>
                </a:lnTo>
                <a:lnTo>
                  <a:pt x="1637" y="377"/>
                </a:lnTo>
                <a:lnTo>
                  <a:pt x="1646" y="375"/>
                </a:lnTo>
                <a:lnTo>
                  <a:pt x="1654" y="373"/>
                </a:lnTo>
                <a:lnTo>
                  <a:pt x="1662" y="371"/>
                </a:lnTo>
                <a:lnTo>
                  <a:pt x="1671" y="370"/>
                </a:lnTo>
                <a:lnTo>
                  <a:pt x="1679" y="368"/>
                </a:lnTo>
                <a:lnTo>
                  <a:pt x="1688" y="366"/>
                </a:lnTo>
                <a:lnTo>
                  <a:pt x="1696" y="364"/>
                </a:lnTo>
                <a:lnTo>
                  <a:pt x="1704" y="362"/>
                </a:lnTo>
                <a:lnTo>
                  <a:pt x="1713" y="360"/>
                </a:lnTo>
                <a:lnTo>
                  <a:pt x="1721" y="358"/>
                </a:lnTo>
                <a:lnTo>
                  <a:pt x="1730" y="357"/>
                </a:lnTo>
                <a:lnTo>
                  <a:pt x="1738" y="355"/>
                </a:lnTo>
                <a:lnTo>
                  <a:pt x="1746" y="353"/>
                </a:lnTo>
                <a:lnTo>
                  <a:pt x="1755" y="351"/>
                </a:lnTo>
                <a:lnTo>
                  <a:pt x="1763" y="349"/>
                </a:lnTo>
                <a:lnTo>
                  <a:pt x="1772" y="347"/>
                </a:lnTo>
                <a:lnTo>
                  <a:pt x="1780" y="345"/>
                </a:lnTo>
                <a:lnTo>
                  <a:pt x="1788" y="344"/>
                </a:lnTo>
                <a:lnTo>
                  <a:pt x="1797" y="342"/>
                </a:lnTo>
                <a:lnTo>
                  <a:pt x="1805" y="340"/>
                </a:lnTo>
                <a:lnTo>
                  <a:pt x="1814" y="338"/>
                </a:lnTo>
                <a:lnTo>
                  <a:pt x="1822" y="336"/>
                </a:lnTo>
                <a:lnTo>
                  <a:pt x="1830" y="334"/>
                </a:lnTo>
                <a:lnTo>
                  <a:pt x="1839" y="333"/>
                </a:lnTo>
                <a:lnTo>
                  <a:pt x="1847" y="331"/>
                </a:lnTo>
                <a:lnTo>
                  <a:pt x="1856" y="329"/>
                </a:lnTo>
                <a:lnTo>
                  <a:pt x="1864" y="327"/>
                </a:lnTo>
                <a:lnTo>
                  <a:pt x="1872" y="325"/>
                </a:lnTo>
                <a:lnTo>
                  <a:pt x="1881" y="323"/>
                </a:lnTo>
                <a:lnTo>
                  <a:pt x="1889" y="321"/>
                </a:lnTo>
                <a:lnTo>
                  <a:pt x="1897" y="320"/>
                </a:lnTo>
                <a:lnTo>
                  <a:pt x="1906" y="318"/>
                </a:lnTo>
                <a:lnTo>
                  <a:pt x="1914" y="316"/>
                </a:lnTo>
                <a:lnTo>
                  <a:pt x="1923" y="314"/>
                </a:lnTo>
                <a:lnTo>
                  <a:pt x="1931" y="312"/>
                </a:lnTo>
                <a:lnTo>
                  <a:pt x="1939" y="310"/>
                </a:lnTo>
                <a:lnTo>
                  <a:pt x="1948" y="309"/>
                </a:lnTo>
                <a:lnTo>
                  <a:pt x="1956" y="307"/>
                </a:lnTo>
                <a:lnTo>
                  <a:pt x="1965" y="305"/>
                </a:lnTo>
                <a:lnTo>
                  <a:pt x="1973" y="303"/>
                </a:lnTo>
                <a:lnTo>
                  <a:pt x="1981" y="301"/>
                </a:lnTo>
                <a:lnTo>
                  <a:pt x="1990" y="299"/>
                </a:lnTo>
                <a:lnTo>
                  <a:pt x="1998" y="297"/>
                </a:lnTo>
                <a:lnTo>
                  <a:pt x="2007" y="296"/>
                </a:lnTo>
                <a:lnTo>
                  <a:pt x="2015" y="294"/>
                </a:lnTo>
                <a:lnTo>
                  <a:pt x="2023" y="292"/>
                </a:lnTo>
                <a:lnTo>
                  <a:pt x="2032" y="290"/>
                </a:lnTo>
                <a:lnTo>
                  <a:pt x="2040" y="288"/>
                </a:lnTo>
                <a:lnTo>
                  <a:pt x="2049" y="286"/>
                </a:lnTo>
                <a:lnTo>
                  <a:pt x="2057" y="284"/>
                </a:lnTo>
                <a:lnTo>
                  <a:pt x="2065" y="283"/>
                </a:lnTo>
                <a:lnTo>
                  <a:pt x="2074" y="281"/>
                </a:lnTo>
                <a:lnTo>
                  <a:pt x="2082" y="279"/>
                </a:lnTo>
                <a:lnTo>
                  <a:pt x="2091" y="277"/>
                </a:lnTo>
                <a:lnTo>
                  <a:pt x="2099" y="275"/>
                </a:lnTo>
                <a:lnTo>
                  <a:pt x="2107" y="273"/>
                </a:lnTo>
                <a:lnTo>
                  <a:pt x="2116" y="272"/>
                </a:lnTo>
                <a:lnTo>
                  <a:pt x="2124" y="270"/>
                </a:lnTo>
                <a:lnTo>
                  <a:pt x="2133" y="268"/>
                </a:lnTo>
                <a:lnTo>
                  <a:pt x="2141" y="266"/>
                </a:lnTo>
                <a:lnTo>
                  <a:pt x="2149" y="264"/>
                </a:lnTo>
                <a:lnTo>
                  <a:pt x="2158" y="262"/>
                </a:lnTo>
                <a:lnTo>
                  <a:pt x="2166" y="260"/>
                </a:lnTo>
                <a:lnTo>
                  <a:pt x="2175" y="259"/>
                </a:lnTo>
                <a:lnTo>
                  <a:pt x="2183" y="257"/>
                </a:lnTo>
                <a:lnTo>
                  <a:pt x="2191" y="255"/>
                </a:lnTo>
                <a:lnTo>
                  <a:pt x="2200" y="253"/>
                </a:lnTo>
                <a:lnTo>
                  <a:pt x="2208" y="251"/>
                </a:lnTo>
                <a:lnTo>
                  <a:pt x="2217" y="249"/>
                </a:lnTo>
                <a:lnTo>
                  <a:pt x="2225" y="248"/>
                </a:lnTo>
                <a:lnTo>
                  <a:pt x="2233" y="246"/>
                </a:lnTo>
                <a:lnTo>
                  <a:pt x="2242" y="244"/>
                </a:lnTo>
                <a:lnTo>
                  <a:pt x="2250" y="242"/>
                </a:lnTo>
                <a:lnTo>
                  <a:pt x="2259" y="240"/>
                </a:lnTo>
                <a:lnTo>
                  <a:pt x="2267" y="238"/>
                </a:lnTo>
                <a:lnTo>
                  <a:pt x="2275" y="236"/>
                </a:lnTo>
                <a:lnTo>
                  <a:pt x="2284" y="235"/>
                </a:lnTo>
                <a:lnTo>
                  <a:pt x="2292" y="233"/>
                </a:lnTo>
                <a:lnTo>
                  <a:pt x="2301" y="231"/>
                </a:lnTo>
                <a:lnTo>
                  <a:pt x="2309" y="229"/>
                </a:lnTo>
                <a:lnTo>
                  <a:pt x="2317" y="227"/>
                </a:lnTo>
                <a:lnTo>
                  <a:pt x="2326" y="225"/>
                </a:lnTo>
                <a:lnTo>
                  <a:pt x="2334" y="224"/>
                </a:lnTo>
                <a:lnTo>
                  <a:pt x="2342" y="222"/>
                </a:lnTo>
                <a:lnTo>
                  <a:pt x="2351" y="220"/>
                </a:lnTo>
                <a:lnTo>
                  <a:pt x="2359" y="218"/>
                </a:lnTo>
                <a:lnTo>
                  <a:pt x="2368" y="216"/>
                </a:lnTo>
                <a:lnTo>
                  <a:pt x="2376" y="214"/>
                </a:lnTo>
                <a:lnTo>
                  <a:pt x="2384" y="212"/>
                </a:lnTo>
                <a:lnTo>
                  <a:pt x="2393" y="211"/>
                </a:lnTo>
                <a:lnTo>
                  <a:pt x="2401" y="209"/>
                </a:lnTo>
                <a:lnTo>
                  <a:pt x="2410" y="207"/>
                </a:lnTo>
                <a:lnTo>
                  <a:pt x="2418" y="205"/>
                </a:lnTo>
                <a:lnTo>
                  <a:pt x="2426" y="203"/>
                </a:lnTo>
                <a:lnTo>
                  <a:pt x="2435" y="201"/>
                </a:lnTo>
                <a:lnTo>
                  <a:pt x="2443" y="199"/>
                </a:lnTo>
                <a:lnTo>
                  <a:pt x="2452" y="198"/>
                </a:lnTo>
                <a:lnTo>
                  <a:pt x="2460" y="196"/>
                </a:lnTo>
                <a:lnTo>
                  <a:pt x="2468" y="194"/>
                </a:lnTo>
                <a:lnTo>
                  <a:pt x="2477" y="192"/>
                </a:lnTo>
                <a:lnTo>
                  <a:pt x="2485" y="190"/>
                </a:lnTo>
                <a:lnTo>
                  <a:pt x="2494" y="188"/>
                </a:lnTo>
                <a:lnTo>
                  <a:pt x="2502" y="187"/>
                </a:lnTo>
                <a:lnTo>
                  <a:pt x="2510" y="185"/>
                </a:lnTo>
                <a:lnTo>
                  <a:pt x="2519" y="183"/>
                </a:lnTo>
                <a:lnTo>
                  <a:pt x="2527" y="181"/>
                </a:lnTo>
                <a:lnTo>
                  <a:pt x="2536" y="179"/>
                </a:lnTo>
                <a:lnTo>
                  <a:pt x="2544" y="177"/>
                </a:lnTo>
                <a:lnTo>
                  <a:pt x="2552" y="175"/>
                </a:lnTo>
                <a:lnTo>
                  <a:pt x="2561" y="174"/>
                </a:lnTo>
                <a:lnTo>
                  <a:pt x="2569" y="172"/>
                </a:lnTo>
                <a:lnTo>
                  <a:pt x="2578" y="170"/>
                </a:lnTo>
                <a:lnTo>
                  <a:pt x="2586" y="168"/>
                </a:lnTo>
                <a:lnTo>
                  <a:pt x="2594" y="166"/>
                </a:lnTo>
                <a:lnTo>
                  <a:pt x="2603" y="164"/>
                </a:lnTo>
                <a:lnTo>
                  <a:pt x="2611" y="163"/>
                </a:lnTo>
                <a:lnTo>
                  <a:pt x="2620" y="161"/>
                </a:lnTo>
                <a:lnTo>
                  <a:pt x="2628" y="159"/>
                </a:lnTo>
                <a:lnTo>
                  <a:pt x="2636" y="157"/>
                </a:lnTo>
                <a:lnTo>
                  <a:pt x="2645" y="155"/>
                </a:lnTo>
                <a:lnTo>
                  <a:pt x="2653" y="153"/>
                </a:lnTo>
                <a:lnTo>
                  <a:pt x="2662" y="151"/>
                </a:lnTo>
                <a:lnTo>
                  <a:pt x="2670" y="150"/>
                </a:lnTo>
                <a:lnTo>
                  <a:pt x="2678" y="148"/>
                </a:lnTo>
                <a:lnTo>
                  <a:pt x="2687" y="146"/>
                </a:lnTo>
                <a:lnTo>
                  <a:pt x="2695" y="144"/>
                </a:lnTo>
                <a:lnTo>
                  <a:pt x="2704" y="142"/>
                </a:lnTo>
                <a:lnTo>
                  <a:pt x="2712" y="140"/>
                </a:lnTo>
                <a:lnTo>
                  <a:pt x="2720" y="138"/>
                </a:lnTo>
                <a:lnTo>
                  <a:pt x="2729" y="137"/>
                </a:lnTo>
                <a:lnTo>
                  <a:pt x="2737" y="135"/>
                </a:lnTo>
                <a:lnTo>
                  <a:pt x="2745" y="133"/>
                </a:lnTo>
                <a:lnTo>
                  <a:pt x="2754" y="131"/>
                </a:lnTo>
                <a:lnTo>
                  <a:pt x="2762" y="129"/>
                </a:lnTo>
                <a:lnTo>
                  <a:pt x="2771" y="127"/>
                </a:lnTo>
                <a:lnTo>
                  <a:pt x="2779" y="126"/>
                </a:lnTo>
                <a:lnTo>
                  <a:pt x="2787" y="124"/>
                </a:lnTo>
                <a:lnTo>
                  <a:pt x="2796" y="122"/>
                </a:lnTo>
                <a:lnTo>
                  <a:pt x="2804" y="120"/>
                </a:lnTo>
                <a:lnTo>
                  <a:pt x="2813" y="118"/>
                </a:lnTo>
                <a:lnTo>
                  <a:pt x="2821" y="116"/>
                </a:lnTo>
                <a:lnTo>
                  <a:pt x="2829" y="114"/>
                </a:lnTo>
                <a:lnTo>
                  <a:pt x="2838" y="113"/>
                </a:lnTo>
                <a:lnTo>
                  <a:pt x="2846" y="111"/>
                </a:lnTo>
                <a:lnTo>
                  <a:pt x="2855" y="109"/>
                </a:lnTo>
                <a:lnTo>
                  <a:pt x="2863" y="107"/>
                </a:lnTo>
                <a:lnTo>
                  <a:pt x="2871" y="105"/>
                </a:lnTo>
                <a:lnTo>
                  <a:pt x="2880" y="103"/>
                </a:lnTo>
                <a:lnTo>
                  <a:pt x="2888" y="102"/>
                </a:lnTo>
                <a:lnTo>
                  <a:pt x="2897" y="100"/>
                </a:lnTo>
                <a:lnTo>
                  <a:pt x="2905" y="98"/>
                </a:lnTo>
                <a:lnTo>
                  <a:pt x="2913" y="96"/>
                </a:lnTo>
                <a:lnTo>
                  <a:pt x="2922" y="94"/>
                </a:lnTo>
                <a:lnTo>
                  <a:pt x="2930" y="92"/>
                </a:lnTo>
                <a:lnTo>
                  <a:pt x="2939" y="90"/>
                </a:lnTo>
                <a:lnTo>
                  <a:pt x="2947" y="89"/>
                </a:lnTo>
                <a:lnTo>
                  <a:pt x="2955" y="87"/>
                </a:lnTo>
                <a:lnTo>
                  <a:pt x="2964" y="85"/>
                </a:lnTo>
                <a:lnTo>
                  <a:pt x="2972" y="83"/>
                </a:lnTo>
                <a:lnTo>
                  <a:pt x="2981" y="81"/>
                </a:lnTo>
                <a:lnTo>
                  <a:pt x="2989" y="79"/>
                </a:lnTo>
                <a:lnTo>
                  <a:pt x="2997" y="77"/>
                </a:lnTo>
                <a:lnTo>
                  <a:pt x="3006" y="76"/>
                </a:lnTo>
                <a:lnTo>
                  <a:pt x="3014" y="74"/>
                </a:lnTo>
                <a:lnTo>
                  <a:pt x="3023" y="72"/>
                </a:lnTo>
                <a:lnTo>
                  <a:pt x="3031" y="70"/>
                </a:lnTo>
                <a:lnTo>
                  <a:pt x="3039" y="68"/>
                </a:lnTo>
                <a:lnTo>
                  <a:pt x="3048" y="66"/>
                </a:lnTo>
                <a:lnTo>
                  <a:pt x="3056" y="65"/>
                </a:lnTo>
                <a:lnTo>
                  <a:pt x="3065" y="63"/>
                </a:lnTo>
                <a:lnTo>
                  <a:pt x="3073" y="61"/>
                </a:lnTo>
                <a:lnTo>
                  <a:pt x="3081" y="59"/>
                </a:lnTo>
                <a:lnTo>
                  <a:pt x="3090" y="57"/>
                </a:lnTo>
                <a:lnTo>
                  <a:pt x="3098" y="55"/>
                </a:lnTo>
                <a:lnTo>
                  <a:pt x="3107" y="53"/>
                </a:lnTo>
                <a:lnTo>
                  <a:pt x="3115" y="52"/>
                </a:lnTo>
                <a:lnTo>
                  <a:pt x="3123" y="50"/>
                </a:lnTo>
                <a:lnTo>
                  <a:pt x="3132" y="48"/>
                </a:lnTo>
                <a:lnTo>
                  <a:pt x="3140" y="46"/>
                </a:lnTo>
                <a:lnTo>
                  <a:pt x="3148" y="44"/>
                </a:lnTo>
                <a:lnTo>
                  <a:pt x="3157" y="42"/>
                </a:lnTo>
                <a:lnTo>
                  <a:pt x="3165" y="41"/>
                </a:lnTo>
                <a:lnTo>
                  <a:pt x="3174" y="39"/>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2659"/>
            <a:ext cx="3063240" cy="668426"/>
          </a:xfrm>
          <a:custGeom>
            <a:avLst/>
            <a:gdLst/>
            <a:ahLst/>
            <a:cxnLst/>
            <a:rect l="l" t="t" r="r" b="b"/>
            <a:pathLst>
              <a:path w="3350" h="731">
                <a:moveTo>
                  <a:pt x="0" y="731"/>
                </a:moveTo>
                <a:lnTo>
                  <a:pt x="8" y="729"/>
                </a:lnTo>
                <a:lnTo>
                  <a:pt x="17" y="727"/>
                </a:lnTo>
                <a:lnTo>
                  <a:pt x="25" y="725"/>
                </a:lnTo>
                <a:lnTo>
                  <a:pt x="34" y="723"/>
                </a:lnTo>
                <a:lnTo>
                  <a:pt x="42" y="721"/>
                </a:lnTo>
                <a:lnTo>
                  <a:pt x="50" y="720"/>
                </a:lnTo>
                <a:lnTo>
                  <a:pt x="59" y="718"/>
                </a:lnTo>
                <a:lnTo>
                  <a:pt x="67" y="716"/>
                </a:lnTo>
                <a:lnTo>
                  <a:pt x="76" y="714"/>
                </a:lnTo>
                <a:lnTo>
                  <a:pt x="84" y="712"/>
                </a:lnTo>
                <a:lnTo>
                  <a:pt x="92" y="710"/>
                </a:lnTo>
                <a:lnTo>
                  <a:pt x="101" y="709"/>
                </a:lnTo>
                <a:lnTo>
                  <a:pt x="109" y="707"/>
                </a:lnTo>
                <a:lnTo>
                  <a:pt x="118" y="705"/>
                </a:lnTo>
                <a:lnTo>
                  <a:pt x="126" y="703"/>
                </a:lnTo>
                <a:lnTo>
                  <a:pt x="134" y="701"/>
                </a:lnTo>
                <a:lnTo>
                  <a:pt x="143" y="699"/>
                </a:lnTo>
                <a:lnTo>
                  <a:pt x="151" y="698"/>
                </a:lnTo>
                <a:lnTo>
                  <a:pt x="160" y="696"/>
                </a:lnTo>
                <a:lnTo>
                  <a:pt x="168" y="694"/>
                </a:lnTo>
                <a:lnTo>
                  <a:pt x="176" y="692"/>
                </a:lnTo>
                <a:lnTo>
                  <a:pt x="185" y="690"/>
                </a:lnTo>
                <a:lnTo>
                  <a:pt x="193" y="688"/>
                </a:lnTo>
                <a:lnTo>
                  <a:pt x="202" y="687"/>
                </a:lnTo>
                <a:lnTo>
                  <a:pt x="210" y="685"/>
                </a:lnTo>
                <a:lnTo>
                  <a:pt x="218" y="683"/>
                </a:lnTo>
                <a:lnTo>
                  <a:pt x="227" y="681"/>
                </a:lnTo>
                <a:lnTo>
                  <a:pt x="235" y="679"/>
                </a:lnTo>
                <a:lnTo>
                  <a:pt x="243" y="677"/>
                </a:lnTo>
                <a:lnTo>
                  <a:pt x="252" y="676"/>
                </a:lnTo>
                <a:lnTo>
                  <a:pt x="260" y="674"/>
                </a:lnTo>
                <a:lnTo>
                  <a:pt x="269" y="672"/>
                </a:lnTo>
                <a:lnTo>
                  <a:pt x="277" y="670"/>
                </a:lnTo>
                <a:lnTo>
                  <a:pt x="285" y="668"/>
                </a:lnTo>
                <a:lnTo>
                  <a:pt x="294" y="666"/>
                </a:lnTo>
                <a:lnTo>
                  <a:pt x="302" y="665"/>
                </a:lnTo>
                <a:lnTo>
                  <a:pt x="311" y="663"/>
                </a:lnTo>
                <a:lnTo>
                  <a:pt x="319" y="661"/>
                </a:lnTo>
                <a:lnTo>
                  <a:pt x="327" y="659"/>
                </a:lnTo>
                <a:lnTo>
                  <a:pt x="336" y="657"/>
                </a:lnTo>
                <a:lnTo>
                  <a:pt x="344" y="656"/>
                </a:lnTo>
                <a:lnTo>
                  <a:pt x="353" y="654"/>
                </a:lnTo>
                <a:lnTo>
                  <a:pt x="361" y="652"/>
                </a:lnTo>
                <a:lnTo>
                  <a:pt x="369" y="650"/>
                </a:lnTo>
                <a:lnTo>
                  <a:pt x="378" y="648"/>
                </a:lnTo>
                <a:lnTo>
                  <a:pt x="386" y="646"/>
                </a:lnTo>
                <a:lnTo>
                  <a:pt x="395" y="645"/>
                </a:lnTo>
                <a:lnTo>
                  <a:pt x="403" y="643"/>
                </a:lnTo>
                <a:lnTo>
                  <a:pt x="411" y="641"/>
                </a:lnTo>
                <a:lnTo>
                  <a:pt x="420" y="639"/>
                </a:lnTo>
                <a:lnTo>
                  <a:pt x="428" y="637"/>
                </a:lnTo>
                <a:lnTo>
                  <a:pt x="437" y="635"/>
                </a:lnTo>
                <a:lnTo>
                  <a:pt x="445" y="634"/>
                </a:lnTo>
                <a:lnTo>
                  <a:pt x="453" y="632"/>
                </a:lnTo>
                <a:lnTo>
                  <a:pt x="462" y="630"/>
                </a:lnTo>
                <a:lnTo>
                  <a:pt x="470" y="628"/>
                </a:lnTo>
                <a:lnTo>
                  <a:pt x="479" y="626"/>
                </a:lnTo>
                <a:lnTo>
                  <a:pt x="487" y="624"/>
                </a:lnTo>
                <a:lnTo>
                  <a:pt x="495" y="623"/>
                </a:lnTo>
                <a:lnTo>
                  <a:pt x="504" y="621"/>
                </a:lnTo>
                <a:lnTo>
                  <a:pt x="512" y="619"/>
                </a:lnTo>
                <a:lnTo>
                  <a:pt x="521" y="617"/>
                </a:lnTo>
                <a:lnTo>
                  <a:pt x="529" y="615"/>
                </a:lnTo>
                <a:lnTo>
                  <a:pt x="537" y="613"/>
                </a:lnTo>
                <a:lnTo>
                  <a:pt x="546" y="612"/>
                </a:lnTo>
                <a:lnTo>
                  <a:pt x="554" y="610"/>
                </a:lnTo>
                <a:lnTo>
                  <a:pt x="563" y="608"/>
                </a:lnTo>
                <a:lnTo>
                  <a:pt x="571" y="606"/>
                </a:lnTo>
                <a:lnTo>
                  <a:pt x="579" y="604"/>
                </a:lnTo>
                <a:lnTo>
                  <a:pt x="588" y="602"/>
                </a:lnTo>
                <a:lnTo>
                  <a:pt x="596" y="601"/>
                </a:lnTo>
                <a:lnTo>
                  <a:pt x="605" y="599"/>
                </a:lnTo>
                <a:lnTo>
                  <a:pt x="613" y="597"/>
                </a:lnTo>
                <a:lnTo>
                  <a:pt x="621" y="595"/>
                </a:lnTo>
                <a:lnTo>
                  <a:pt x="630" y="593"/>
                </a:lnTo>
                <a:lnTo>
                  <a:pt x="638" y="591"/>
                </a:lnTo>
                <a:lnTo>
                  <a:pt x="646" y="590"/>
                </a:lnTo>
                <a:lnTo>
                  <a:pt x="655" y="588"/>
                </a:lnTo>
                <a:lnTo>
                  <a:pt x="663" y="586"/>
                </a:lnTo>
                <a:lnTo>
                  <a:pt x="672" y="584"/>
                </a:lnTo>
                <a:lnTo>
                  <a:pt x="680" y="582"/>
                </a:lnTo>
                <a:lnTo>
                  <a:pt x="688" y="580"/>
                </a:lnTo>
                <a:lnTo>
                  <a:pt x="697" y="579"/>
                </a:lnTo>
                <a:lnTo>
                  <a:pt x="705" y="577"/>
                </a:lnTo>
                <a:lnTo>
                  <a:pt x="714" y="575"/>
                </a:lnTo>
                <a:lnTo>
                  <a:pt x="722" y="573"/>
                </a:lnTo>
                <a:lnTo>
                  <a:pt x="730" y="571"/>
                </a:lnTo>
                <a:lnTo>
                  <a:pt x="739" y="569"/>
                </a:lnTo>
                <a:lnTo>
                  <a:pt x="747" y="568"/>
                </a:lnTo>
                <a:lnTo>
                  <a:pt x="756" y="566"/>
                </a:lnTo>
                <a:lnTo>
                  <a:pt x="764" y="564"/>
                </a:lnTo>
                <a:lnTo>
                  <a:pt x="772" y="562"/>
                </a:lnTo>
                <a:lnTo>
                  <a:pt x="781" y="560"/>
                </a:lnTo>
                <a:lnTo>
                  <a:pt x="789" y="558"/>
                </a:lnTo>
                <a:lnTo>
                  <a:pt x="798" y="557"/>
                </a:lnTo>
                <a:lnTo>
                  <a:pt x="806" y="555"/>
                </a:lnTo>
                <a:lnTo>
                  <a:pt x="814" y="553"/>
                </a:lnTo>
                <a:lnTo>
                  <a:pt x="823" y="551"/>
                </a:lnTo>
                <a:lnTo>
                  <a:pt x="831" y="549"/>
                </a:lnTo>
                <a:lnTo>
                  <a:pt x="840" y="547"/>
                </a:lnTo>
                <a:lnTo>
                  <a:pt x="848" y="546"/>
                </a:lnTo>
                <a:lnTo>
                  <a:pt x="856" y="544"/>
                </a:lnTo>
                <a:lnTo>
                  <a:pt x="865" y="542"/>
                </a:lnTo>
                <a:lnTo>
                  <a:pt x="873" y="540"/>
                </a:lnTo>
                <a:lnTo>
                  <a:pt x="882" y="538"/>
                </a:lnTo>
                <a:lnTo>
                  <a:pt x="890" y="536"/>
                </a:lnTo>
                <a:lnTo>
                  <a:pt x="898" y="535"/>
                </a:lnTo>
                <a:lnTo>
                  <a:pt x="907" y="533"/>
                </a:lnTo>
                <a:lnTo>
                  <a:pt x="915" y="531"/>
                </a:lnTo>
                <a:lnTo>
                  <a:pt x="924" y="529"/>
                </a:lnTo>
                <a:lnTo>
                  <a:pt x="932" y="527"/>
                </a:lnTo>
                <a:lnTo>
                  <a:pt x="940" y="525"/>
                </a:lnTo>
                <a:lnTo>
                  <a:pt x="949" y="524"/>
                </a:lnTo>
                <a:lnTo>
                  <a:pt x="957" y="522"/>
                </a:lnTo>
                <a:lnTo>
                  <a:pt x="966" y="520"/>
                </a:lnTo>
                <a:lnTo>
                  <a:pt x="974" y="518"/>
                </a:lnTo>
                <a:lnTo>
                  <a:pt x="982" y="516"/>
                </a:lnTo>
                <a:lnTo>
                  <a:pt x="991" y="514"/>
                </a:lnTo>
                <a:lnTo>
                  <a:pt x="999" y="513"/>
                </a:lnTo>
                <a:lnTo>
                  <a:pt x="1008" y="511"/>
                </a:lnTo>
                <a:lnTo>
                  <a:pt x="1016" y="509"/>
                </a:lnTo>
                <a:lnTo>
                  <a:pt x="1024" y="507"/>
                </a:lnTo>
                <a:lnTo>
                  <a:pt x="1033" y="505"/>
                </a:lnTo>
                <a:lnTo>
                  <a:pt x="1041" y="503"/>
                </a:lnTo>
                <a:lnTo>
                  <a:pt x="1049" y="502"/>
                </a:lnTo>
                <a:lnTo>
                  <a:pt x="1058" y="500"/>
                </a:lnTo>
                <a:lnTo>
                  <a:pt x="1066" y="498"/>
                </a:lnTo>
                <a:lnTo>
                  <a:pt x="1075" y="496"/>
                </a:lnTo>
                <a:lnTo>
                  <a:pt x="1083" y="494"/>
                </a:lnTo>
                <a:lnTo>
                  <a:pt x="1091" y="492"/>
                </a:lnTo>
                <a:lnTo>
                  <a:pt x="1100" y="491"/>
                </a:lnTo>
                <a:lnTo>
                  <a:pt x="1108" y="489"/>
                </a:lnTo>
                <a:lnTo>
                  <a:pt x="1117" y="487"/>
                </a:lnTo>
                <a:lnTo>
                  <a:pt x="1125" y="485"/>
                </a:lnTo>
                <a:lnTo>
                  <a:pt x="1133" y="483"/>
                </a:lnTo>
                <a:lnTo>
                  <a:pt x="1142" y="481"/>
                </a:lnTo>
                <a:lnTo>
                  <a:pt x="1150" y="480"/>
                </a:lnTo>
                <a:lnTo>
                  <a:pt x="1159" y="478"/>
                </a:lnTo>
                <a:lnTo>
                  <a:pt x="1167" y="476"/>
                </a:lnTo>
                <a:lnTo>
                  <a:pt x="1175" y="474"/>
                </a:lnTo>
                <a:lnTo>
                  <a:pt x="1184" y="472"/>
                </a:lnTo>
                <a:lnTo>
                  <a:pt x="1192" y="470"/>
                </a:lnTo>
                <a:lnTo>
                  <a:pt x="1201" y="469"/>
                </a:lnTo>
                <a:lnTo>
                  <a:pt x="1209" y="467"/>
                </a:lnTo>
                <a:lnTo>
                  <a:pt x="1217" y="465"/>
                </a:lnTo>
                <a:lnTo>
                  <a:pt x="1226" y="463"/>
                </a:lnTo>
                <a:lnTo>
                  <a:pt x="1234" y="461"/>
                </a:lnTo>
                <a:lnTo>
                  <a:pt x="1243" y="459"/>
                </a:lnTo>
                <a:lnTo>
                  <a:pt x="1251" y="458"/>
                </a:lnTo>
                <a:lnTo>
                  <a:pt x="1259" y="456"/>
                </a:lnTo>
                <a:lnTo>
                  <a:pt x="1268" y="454"/>
                </a:lnTo>
                <a:lnTo>
                  <a:pt x="1276" y="452"/>
                </a:lnTo>
                <a:lnTo>
                  <a:pt x="1285" y="450"/>
                </a:lnTo>
                <a:lnTo>
                  <a:pt x="1293" y="448"/>
                </a:lnTo>
                <a:lnTo>
                  <a:pt x="1301" y="447"/>
                </a:lnTo>
                <a:lnTo>
                  <a:pt x="1310" y="445"/>
                </a:lnTo>
                <a:lnTo>
                  <a:pt x="1318" y="443"/>
                </a:lnTo>
                <a:lnTo>
                  <a:pt x="1327" y="441"/>
                </a:lnTo>
                <a:lnTo>
                  <a:pt x="1335" y="439"/>
                </a:lnTo>
                <a:lnTo>
                  <a:pt x="1343" y="437"/>
                </a:lnTo>
                <a:lnTo>
                  <a:pt x="1352" y="436"/>
                </a:lnTo>
                <a:lnTo>
                  <a:pt x="1360" y="434"/>
                </a:lnTo>
                <a:lnTo>
                  <a:pt x="1369" y="432"/>
                </a:lnTo>
                <a:lnTo>
                  <a:pt x="1377" y="430"/>
                </a:lnTo>
                <a:lnTo>
                  <a:pt x="1385" y="428"/>
                </a:lnTo>
                <a:lnTo>
                  <a:pt x="1394" y="427"/>
                </a:lnTo>
                <a:lnTo>
                  <a:pt x="1402" y="425"/>
                </a:lnTo>
                <a:lnTo>
                  <a:pt x="1411" y="423"/>
                </a:lnTo>
                <a:lnTo>
                  <a:pt x="1419" y="421"/>
                </a:lnTo>
                <a:lnTo>
                  <a:pt x="1427" y="419"/>
                </a:lnTo>
                <a:lnTo>
                  <a:pt x="1436" y="417"/>
                </a:lnTo>
                <a:lnTo>
                  <a:pt x="1444" y="416"/>
                </a:lnTo>
                <a:lnTo>
                  <a:pt x="1453" y="414"/>
                </a:lnTo>
                <a:lnTo>
                  <a:pt x="1461" y="412"/>
                </a:lnTo>
                <a:lnTo>
                  <a:pt x="1469" y="410"/>
                </a:lnTo>
                <a:lnTo>
                  <a:pt x="1478" y="408"/>
                </a:lnTo>
                <a:lnTo>
                  <a:pt x="1486" y="406"/>
                </a:lnTo>
                <a:lnTo>
                  <a:pt x="1494" y="405"/>
                </a:lnTo>
                <a:lnTo>
                  <a:pt x="1503" y="403"/>
                </a:lnTo>
                <a:lnTo>
                  <a:pt x="1511" y="401"/>
                </a:lnTo>
                <a:lnTo>
                  <a:pt x="1520" y="399"/>
                </a:lnTo>
                <a:lnTo>
                  <a:pt x="1528" y="397"/>
                </a:lnTo>
                <a:lnTo>
                  <a:pt x="1536" y="395"/>
                </a:lnTo>
                <a:lnTo>
                  <a:pt x="1545" y="394"/>
                </a:lnTo>
                <a:lnTo>
                  <a:pt x="1553" y="392"/>
                </a:lnTo>
                <a:lnTo>
                  <a:pt x="1562" y="390"/>
                </a:lnTo>
                <a:lnTo>
                  <a:pt x="1570" y="388"/>
                </a:lnTo>
                <a:lnTo>
                  <a:pt x="1578" y="386"/>
                </a:lnTo>
                <a:lnTo>
                  <a:pt x="1587" y="384"/>
                </a:lnTo>
                <a:lnTo>
                  <a:pt x="1595" y="383"/>
                </a:lnTo>
                <a:lnTo>
                  <a:pt x="1604" y="381"/>
                </a:lnTo>
                <a:lnTo>
                  <a:pt x="1612" y="379"/>
                </a:lnTo>
                <a:lnTo>
                  <a:pt x="1620" y="377"/>
                </a:lnTo>
                <a:lnTo>
                  <a:pt x="1629" y="375"/>
                </a:lnTo>
                <a:lnTo>
                  <a:pt x="1637" y="373"/>
                </a:lnTo>
                <a:lnTo>
                  <a:pt x="1646" y="372"/>
                </a:lnTo>
                <a:lnTo>
                  <a:pt x="1654" y="370"/>
                </a:lnTo>
                <a:lnTo>
                  <a:pt x="1662" y="368"/>
                </a:lnTo>
                <a:lnTo>
                  <a:pt x="1671" y="366"/>
                </a:lnTo>
                <a:lnTo>
                  <a:pt x="1679" y="364"/>
                </a:lnTo>
                <a:lnTo>
                  <a:pt x="1688" y="362"/>
                </a:lnTo>
                <a:lnTo>
                  <a:pt x="1696" y="361"/>
                </a:lnTo>
                <a:lnTo>
                  <a:pt x="1704" y="359"/>
                </a:lnTo>
                <a:lnTo>
                  <a:pt x="1713" y="357"/>
                </a:lnTo>
                <a:lnTo>
                  <a:pt x="1721" y="355"/>
                </a:lnTo>
                <a:lnTo>
                  <a:pt x="1730" y="353"/>
                </a:lnTo>
                <a:lnTo>
                  <a:pt x="1738" y="351"/>
                </a:lnTo>
                <a:lnTo>
                  <a:pt x="1746" y="350"/>
                </a:lnTo>
                <a:lnTo>
                  <a:pt x="1755" y="348"/>
                </a:lnTo>
                <a:lnTo>
                  <a:pt x="1763" y="346"/>
                </a:lnTo>
                <a:lnTo>
                  <a:pt x="1772" y="344"/>
                </a:lnTo>
                <a:lnTo>
                  <a:pt x="1780" y="342"/>
                </a:lnTo>
                <a:lnTo>
                  <a:pt x="1788" y="340"/>
                </a:lnTo>
                <a:lnTo>
                  <a:pt x="1797" y="339"/>
                </a:lnTo>
                <a:lnTo>
                  <a:pt x="1805" y="337"/>
                </a:lnTo>
                <a:lnTo>
                  <a:pt x="1814" y="335"/>
                </a:lnTo>
                <a:lnTo>
                  <a:pt x="1822" y="333"/>
                </a:lnTo>
                <a:lnTo>
                  <a:pt x="1830" y="331"/>
                </a:lnTo>
                <a:lnTo>
                  <a:pt x="1839" y="329"/>
                </a:lnTo>
                <a:lnTo>
                  <a:pt x="1847" y="328"/>
                </a:lnTo>
                <a:lnTo>
                  <a:pt x="1856" y="326"/>
                </a:lnTo>
                <a:lnTo>
                  <a:pt x="1864" y="324"/>
                </a:lnTo>
                <a:lnTo>
                  <a:pt x="1872" y="322"/>
                </a:lnTo>
                <a:lnTo>
                  <a:pt x="1881" y="320"/>
                </a:lnTo>
                <a:lnTo>
                  <a:pt x="1889" y="318"/>
                </a:lnTo>
                <a:lnTo>
                  <a:pt x="1897" y="317"/>
                </a:lnTo>
                <a:lnTo>
                  <a:pt x="1906" y="315"/>
                </a:lnTo>
                <a:lnTo>
                  <a:pt x="1914" y="313"/>
                </a:lnTo>
                <a:lnTo>
                  <a:pt x="1923" y="311"/>
                </a:lnTo>
                <a:lnTo>
                  <a:pt x="1931" y="309"/>
                </a:lnTo>
                <a:lnTo>
                  <a:pt x="1939" y="307"/>
                </a:lnTo>
                <a:lnTo>
                  <a:pt x="1948" y="306"/>
                </a:lnTo>
                <a:lnTo>
                  <a:pt x="1956" y="304"/>
                </a:lnTo>
                <a:lnTo>
                  <a:pt x="1965" y="302"/>
                </a:lnTo>
                <a:lnTo>
                  <a:pt x="1973" y="300"/>
                </a:lnTo>
                <a:lnTo>
                  <a:pt x="1981" y="298"/>
                </a:lnTo>
                <a:lnTo>
                  <a:pt x="1990" y="296"/>
                </a:lnTo>
                <a:lnTo>
                  <a:pt x="1998" y="295"/>
                </a:lnTo>
                <a:lnTo>
                  <a:pt x="2007" y="293"/>
                </a:lnTo>
                <a:lnTo>
                  <a:pt x="2015" y="291"/>
                </a:lnTo>
                <a:lnTo>
                  <a:pt x="2023" y="289"/>
                </a:lnTo>
                <a:lnTo>
                  <a:pt x="2032" y="287"/>
                </a:lnTo>
                <a:lnTo>
                  <a:pt x="2040" y="285"/>
                </a:lnTo>
                <a:lnTo>
                  <a:pt x="2049" y="284"/>
                </a:lnTo>
                <a:lnTo>
                  <a:pt x="2057" y="282"/>
                </a:lnTo>
                <a:lnTo>
                  <a:pt x="2065" y="280"/>
                </a:lnTo>
                <a:lnTo>
                  <a:pt x="2074" y="278"/>
                </a:lnTo>
                <a:lnTo>
                  <a:pt x="2082" y="276"/>
                </a:lnTo>
                <a:lnTo>
                  <a:pt x="2091" y="274"/>
                </a:lnTo>
                <a:lnTo>
                  <a:pt x="2099" y="273"/>
                </a:lnTo>
                <a:lnTo>
                  <a:pt x="2107" y="271"/>
                </a:lnTo>
                <a:lnTo>
                  <a:pt x="2116" y="269"/>
                </a:lnTo>
                <a:lnTo>
                  <a:pt x="2124" y="267"/>
                </a:lnTo>
                <a:lnTo>
                  <a:pt x="2133" y="265"/>
                </a:lnTo>
                <a:lnTo>
                  <a:pt x="2141" y="263"/>
                </a:lnTo>
                <a:lnTo>
                  <a:pt x="2149" y="262"/>
                </a:lnTo>
                <a:lnTo>
                  <a:pt x="2158" y="260"/>
                </a:lnTo>
                <a:lnTo>
                  <a:pt x="2166" y="258"/>
                </a:lnTo>
                <a:lnTo>
                  <a:pt x="2175" y="256"/>
                </a:lnTo>
                <a:lnTo>
                  <a:pt x="2183" y="254"/>
                </a:lnTo>
                <a:lnTo>
                  <a:pt x="2191" y="252"/>
                </a:lnTo>
                <a:lnTo>
                  <a:pt x="2200" y="251"/>
                </a:lnTo>
                <a:lnTo>
                  <a:pt x="2208" y="249"/>
                </a:lnTo>
                <a:lnTo>
                  <a:pt x="2217" y="247"/>
                </a:lnTo>
                <a:lnTo>
                  <a:pt x="2225" y="245"/>
                </a:lnTo>
                <a:lnTo>
                  <a:pt x="2233" y="243"/>
                </a:lnTo>
                <a:lnTo>
                  <a:pt x="2242" y="241"/>
                </a:lnTo>
                <a:lnTo>
                  <a:pt x="2250" y="240"/>
                </a:lnTo>
                <a:lnTo>
                  <a:pt x="2259" y="238"/>
                </a:lnTo>
                <a:lnTo>
                  <a:pt x="2267" y="236"/>
                </a:lnTo>
                <a:lnTo>
                  <a:pt x="2275" y="234"/>
                </a:lnTo>
                <a:lnTo>
                  <a:pt x="2284" y="232"/>
                </a:lnTo>
                <a:lnTo>
                  <a:pt x="2292" y="230"/>
                </a:lnTo>
                <a:lnTo>
                  <a:pt x="2301" y="229"/>
                </a:lnTo>
                <a:lnTo>
                  <a:pt x="2309" y="227"/>
                </a:lnTo>
                <a:lnTo>
                  <a:pt x="2317" y="225"/>
                </a:lnTo>
                <a:lnTo>
                  <a:pt x="2326" y="223"/>
                </a:lnTo>
                <a:lnTo>
                  <a:pt x="2334" y="221"/>
                </a:lnTo>
                <a:lnTo>
                  <a:pt x="2342" y="219"/>
                </a:lnTo>
                <a:lnTo>
                  <a:pt x="2351" y="218"/>
                </a:lnTo>
                <a:lnTo>
                  <a:pt x="2359" y="216"/>
                </a:lnTo>
                <a:lnTo>
                  <a:pt x="2368" y="214"/>
                </a:lnTo>
                <a:lnTo>
                  <a:pt x="2376" y="212"/>
                </a:lnTo>
                <a:lnTo>
                  <a:pt x="2384" y="210"/>
                </a:lnTo>
                <a:lnTo>
                  <a:pt x="2393" y="208"/>
                </a:lnTo>
                <a:lnTo>
                  <a:pt x="2401" y="207"/>
                </a:lnTo>
                <a:lnTo>
                  <a:pt x="2410" y="205"/>
                </a:lnTo>
                <a:lnTo>
                  <a:pt x="2418" y="203"/>
                </a:lnTo>
                <a:lnTo>
                  <a:pt x="2426" y="201"/>
                </a:lnTo>
                <a:lnTo>
                  <a:pt x="2435" y="199"/>
                </a:lnTo>
                <a:lnTo>
                  <a:pt x="2443" y="197"/>
                </a:lnTo>
                <a:lnTo>
                  <a:pt x="2452" y="196"/>
                </a:lnTo>
                <a:lnTo>
                  <a:pt x="2460" y="194"/>
                </a:lnTo>
                <a:lnTo>
                  <a:pt x="2468" y="192"/>
                </a:lnTo>
                <a:lnTo>
                  <a:pt x="2477" y="190"/>
                </a:lnTo>
                <a:lnTo>
                  <a:pt x="2485" y="188"/>
                </a:lnTo>
                <a:lnTo>
                  <a:pt x="2494" y="187"/>
                </a:lnTo>
                <a:lnTo>
                  <a:pt x="2502" y="185"/>
                </a:lnTo>
                <a:lnTo>
                  <a:pt x="2510" y="183"/>
                </a:lnTo>
                <a:lnTo>
                  <a:pt x="2519" y="181"/>
                </a:lnTo>
                <a:lnTo>
                  <a:pt x="2527" y="179"/>
                </a:lnTo>
                <a:lnTo>
                  <a:pt x="2536" y="177"/>
                </a:lnTo>
                <a:lnTo>
                  <a:pt x="2544" y="176"/>
                </a:lnTo>
                <a:lnTo>
                  <a:pt x="2552" y="174"/>
                </a:lnTo>
                <a:lnTo>
                  <a:pt x="2561" y="172"/>
                </a:lnTo>
                <a:lnTo>
                  <a:pt x="2569" y="170"/>
                </a:lnTo>
                <a:lnTo>
                  <a:pt x="2578" y="168"/>
                </a:lnTo>
                <a:lnTo>
                  <a:pt x="2586" y="166"/>
                </a:lnTo>
                <a:lnTo>
                  <a:pt x="2594" y="165"/>
                </a:lnTo>
                <a:lnTo>
                  <a:pt x="2603" y="163"/>
                </a:lnTo>
                <a:lnTo>
                  <a:pt x="2611" y="161"/>
                </a:lnTo>
                <a:lnTo>
                  <a:pt x="2620" y="159"/>
                </a:lnTo>
                <a:lnTo>
                  <a:pt x="2628" y="157"/>
                </a:lnTo>
                <a:lnTo>
                  <a:pt x="2636" y="155"/>
                </a:lnTo>
                <a:lnTo>
                  <a:pt x="2645" y="154"/>
                </a:lnTo>
                <a:lnTo>
                  <a:pt x="2653" y="152"/>
                </a:lnTo>
                <a:lnTo>
                  <a:pt x="2662" y="150"/>
                </a:lnTo>
                <a:lnTo>
                  <a:pt x="2670" y="148"/>
                </a:lnTo>
                <a:lnTo>
                  <a:pt x="2678" y="146"/>
                </a:lnTo>
                <a:lnTo>
                  <a:pt x="2687" y="144"/>
                </a:lnTo>
                <a:lnTo>
                  <a:pt x="2695" y="143"/>
                </a:lnTo>
                <a:lnTo>
                  <a:pt x="2704" y="141"/>
                </a:lnTo>
                <a:lnTo>
                  <a:pt x="2712" y="139"/>
                </a:lnTo>
                <a:lnTo>
                  <a:pt x="2720" y="137"/>
                </a:lnTo>
                <a:lnTo>
                  <a:pt x="2729" y="135"/>
                </a:lnTo>
                <a:lnTo>
                  <a:pt x="2737" y="133"/>
                </a:lnTo>
                <a:lnTo>
                  <a:pt x="2745" y="132"/>
                </a:lnTo>
                <a:lnTo>
                  <a:pt x="2754" y="130"/>
                </a:lnTo>
                <a:lnTo>
                  <a:pt x="2762" y="128"/>
                </a:lnTo>
                <a:lnTo>
                  <a:pt x="2771" y="126"/>
                </a:lnTo>
                <a:lnTo>
                  <a:pt x="2779" y="124"/>
                </a:lnTo>
                <a:lnTo>
                  <a:pt x="2787" y="122"/>
                </a:lnTo>
                <a:lnTo>
                  <a:pt x="2796" y="121"/>
                </a:lnTo>
                <a:lnTo>
                  <a:pt x="2804" y="119"/>
                </a:lnTo>
                <a:lnTo>
                  <a:pt x="2813" y="117"/>
                </a:lnTo>
                <a:lnTo>
                  <a:pt x="2821" y="115"/>
                </a:lnTo>
                <a:lnTo>
                  <a:pt x="2829" y="113"/>
                </a:lnTo>
                <a:lnTo>
                  <a:pt x="2838" y="111"/>
                </a:lnTo>
                <a:lnTo>
                  <a:pt x="2846" y="110"/>
                </a:lnTo>
                <a:lnTo>
                  <a:pt x="2855" y="108"/>
                </a:lnTo>
                <a:lnTo>
                  <a:pt x="2863" y="106"/>
                </a:lnTo>
                <a:lnTo>
                  <a:pt x="2871" y="104"/>
                </a:lnTo>
                <a:lnTo>
                  <a:pt x="2880" y="102"/>
                </a:lnTo>
                <a:lnTo>
                  <a:pt x="2888" y="100"/>
                </a:lnTo>
                <a:lnTo>
                  <a:pt x="2897" y="99"/>
                </a:lnTo>
                <a:lnTo>
                  <a:pt x="2905" y="97"/>
                </a:lnTo>
                <a:lnTo>
                  <a:pt x="2913" y="95"/>
                </a:lnTo>
                <a:lnTo>
                  <a:pt x="2922" y="93"/>
                </a:lnTo>
                <a:lnTo>
                  <a:pt x="2930" y="91"/>
                </a:lnTo>
                <a:lnTo>
                  <a:pt x="2939" y="89"/>
                </a:lnTo>
                <a:lnTo>
                  <a:pt x="2947" y="88"/>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6"/>
                </a:lnTo>
                <a:lnTo>
                  <a:pt x="3098" y="55"/>
                </a:lnTo>
                <a:lnTo>
                  <a:pt x="3107" y="53"/>
                </a:lnTo>
                <a:lnTo>
                  <a:pt x="3115" y="51"/>
                </a:lnTo>
                <a:lnTo>
                  <a:pt x="3123" y="49"/>
                </a:lnTo>
                <a:lnTo>
                  <a:pt x="3132" y="47"/>
                </a:lnTo>
                <a:lnTo>
                  <a:pt x="3140" y="45"/>
                </a:lnTo>
                <a:lnTo>
                  <a:pt x="3148" y="44"/>
                </a:lnTo>
                <a:lnTo>
                  <a:pt x="3157" y="42"/>
                </a:lnTo>
                <a:lnTo>
                  <a:pt x="3165" y="40"/>
                </a:lnTo>
                <a:lnTo>
                  <a:pt x="3174" y="38"/>
                </a:lnTo>
                <a:lnTo>
                  <a:pt x="3182" y="36"/>
                </a:lnTo>
                <a:lnTo>
                  <a:pt x="3190" y="34"/>
                </a:lnTo>
                <a:lnTo>
                  <a:pt x="3199" y="33"/>
                </a:lnTo>
                <a:lnTo>
                  <a:pt x="3207" y="31"/>
                </a:lnTo>
                <a:lnTo>
                  <a:pt x="3216" y="29"/>
                </a:lnTo>
                <a:lnTo>
                  <a:pt x="3224" y="27"/>
                </a:lnTo>
                <a:lnTo>
                  <a:pt x="3232" y="25"/>
                </a:lnTo>
                <a:lnTo>
                  <a:pt x="3241" y="23"/>
                </a:lnTo>
                <a:lnTo>
                  <a:pt x="3249" y="22"/>
                </a:lnTo>
                <a:lnTo>
                  <a:pt x="3258" y="20"/>
                </a:lnTo>
                <a:lnTo>
                  <a:pt x="3266" y="18"/>
                </a:lnTo>
                <a:lnTo>
                  <a:pt x="3274" y="16"/>
                </a:lnTo>
                <a:lnTo>
                  <a:pt x="3283" y="14"/>
                </a:lnTo>
                <a:lnTo>
                  <a:pt x="3291" y="12"/>
                </a:lnTo>
                <a:lnTo>
                  <a:pt x="3300" y="11"/>
                </a:lnTo>
                <a:lnTo>
                  <a:pt x="3308" y="9"/>
                </a:lnTo>
                <a:lnTo>
                  <a:pt x="3316" y="7"/>
                </a:lnTo>
                <a:lnTo>
                  <a:pt x="3325" y="5"/>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56939"/>
            <a:ext cx="3063240" cy="703174"/>
          </a:xfrm>
          <a:custGeom>
            <a:avLst/>
            <a:gdLst/>
            <a:ahLst/>
            <a:cxnLst/>
            <a:rect l="l" t="t" r="r" b="b"/>
            <a:pathLst>
              <a:path w="3350" h="769">
                <a:moveTo>
                  <a:pt x="0" y="769"/>
                </a:moveTo>
                <a:lnTo>
                  <a:pt x="8" y="767"/>
                </a:lnTo>
                <a:lnTo>
                  <a:pt x="17" y="765"/>
                </a:lnTo>
                <a:lnTo>
                  <a:pt x="25" y="764"/>
                </a:lnTo>
                <a:lnTo>
                  <a:pt x="34" y="762"/>
                </a:lnTo>
                <a:lnTo>
                  <a:pt x="42" y="760"/>
                </a:lnTo>
                <a:lnTo>
                  <a:pt x="50" y="758"/>
                </a:lnTo>
                <a:lnTo>
                  <a:pt x="59" y="756"/>
                </a:lnTo>
                <a:lnTo>
                  <a:pt x="67" y="754"/>
                </a:lnTo>
                <a:lnTo>
                  <a:pt x="76" y="752"/>
                </a:lnTo>
                <a:lnTo>
                  <a:pt x="84" y="750"/>
                </a:lnTo>
                <a:lnTo>
                  <a:pt x="92" y="748"/>
                </a:lnTo>
                <a:lnTo>
                  <a:pt x="101" y="746"/>
                </a:lnTo>
                <a:lnTo>
                  <a:pt x="109" y="744"/>
                </a:lnTo>
                <a:lnTo>
                  <a:pt x="118" y="742"/>
                </a:lnTo>
                <a:lnTo>
                  <a:pt x="126" y="740"/>
                </a:lnTo>
                <a:lnTo>
                  <a:pt x="134" y="738"/>
                </a:lnTo>
                <a:lnTo>
                  <a:pt x="143" y="737"/>
                </a:lnTo>
                <a:lnTo>
                  <a:pt x="151" y="735"/>
                </a:lnTo>
                <a:lnTo>
                  <a:pt x="160" y="733"/>
                </a:lnTo>
                <a:lnTo>
                  <a:pt x="168" y="731"/>
                </a:lnTo>
                <a:lnTo>
                  <a:pt x="176" y="729"/>
                </a:lnTo>
                <a:lnTo>
                  <a:pt x="185" y="727"/>
                </a:lnTo>
                <a:lnTo>
                  <a:pt x="193" y="725"/>
                </a:lnTo>
                <a:lnTo>
                  <a:pt x="202" y="723"/>
                </a:lnTo>
                <a:lnTo>
                  <a:pt x="210" y="721"/>
                </a:lnTo>
                <a:lnTo>
                  <a:pt x="218" y="719"/>
                </a:lnTo>
                <a:lnTo>
                  <a:pt x="227" y="717"/>
                </a:lnTo>
                <a:lnTo>
                  <a:pt x="235" y="715"/>
                </a:lnTo>
                <a:lnTo>
                  <a:pt x="243" y="713"/>
                </a:lnTo>
                <a:lnTo>
                  <a:pt x="252" y="711"/>
                </a:lnTo>
                <a:lnTo>
                  <a:pt x="260" y="710"/>
                </a:lnTo>
                <a:lnTo>
                  <a:pt x="269" y="708"/>
                </a:lnTo>
                <a:lnTo>
                  <a:pt x="277" y="706"/>
                </a:lnTo>
                <a:lnTo>
                  <a:pt x="285" y="704"/>
                </a:lnTo>
                <a:lnTo>
                  <a:pt x="294" y="702"/>
                </a:lnTo>
                <a:lnTo>
                  <a:pt x="302" y="700"/>
                </a:lnTo>
                <a:lnTo>
                  <a:pt x="311" y="698"/>
                </a:lnTo>
                <a:lnTo>
                  <a:pt x="319" y="696"/>
                </a:lnTo>
                <a:lnTo>
                  <a:pt x="327" y="694"/>
                </a:lnTo>
                <a:lnTo>
                  <a:pt x="336" y="692"/>
                </a:lnTo>
                <a:lnTo>
                  <a:pt x="344" y="690"/>
                </a:lnTo>
                <a:lnTo>
                  <a:pt x="353" y="688"/>
                </a:lnTo>
                <a:lnTo>
                  <a:pt x="361" y="686"/>
                </a:lnTo>
                <a:lnTo>
                  <a:pt x="369" y="684"/>
                </a:lnTo>
                <a:lnTo>
                  <a:pt x="378" y="683"/>
                </a:lnTo>
                <a:lnTo>
                  <a:pt x="386" y="681"/>
                </a:lnTo>
                <a:lnTo>
                  <a:pt x="395" y="679"/>
                </a:lnTo>
                <a:lnTo>
                  <a:pt x="403" y="677"/>
                </a:lnTo>
                <a:lnTo>
                  <a:pt x="411" y="675"/>
                </a:lnTo>
                <a:lnTo>
                  <a:pt x="420" y="673"/>
                </a:lnTo>
                <a:lnTo>
                  <a:pt x="428" y="671"/>
                </a:lnTo>
                <a:lnTo>
                  <a:pt x="437" y="669"/>
                </a:lnTo>
                <a:lnTo>
                  <a:pt x="445" y="667"/>
                </a:lnTo>
                <a:lnTo>
                  <a:pt x="453" y="665"/>
                </a:lnTo>
                <a:lnTo>
                  <a:pt x="462" y="663"/>
                </a:lnTo>
                <a:lnTo>
                  <a:pt x="470" y="661"/>
                </a:lnTo>
                <a:lnTo>
                  <a:pt x="479" y="659"/>
                </a:lnTo>
                <a:lnTo>
                  <a:pt x="487" y="657"/>
                </a:lnTo>
                <a:lnTo>
                  <a:pt x="495" y="656"/>
                </a:lnTo>
                <a:lnTo>
                  <a:pt x="504" y="654"/>
                </a:lnTo>
                <a:lnTo>
                  <a:pt x="512" y="652"/>
                </a:lnTo>
                <a:lnTo>
                  <a:pt x="521" y="650"/>
                </a:lnTo>
                <a:lnTo>
                  <a:pt x="529" y="648"/>
                </a:lnTo>
                <a:lnTo>
                  <a:pt x="537" y="646"/>
                </a:lnTo>
                <a:lnTo>
                  <a:pt x="546" y="644"/>
                </a:lnTo>
                <a:lnTo>
                  <a:pt x="554" y="642"/>
                </a:lnTo>
                <a:lnTo>
                  <a:pt x="563" y="640"/>
                </a:lnTo>
                <a:lnTo>
                  <a:pt x="571" y="638"/>
                </a:lnTo>
                <a:lnTo>
                  <a:pt x="579" y="636"/>
                </a:lnTo>
                <a:lnTo>
                  <a:pt x="588" y="634"/>
                </a:lnTo>
                <a:lnTo>
                  <a:pt x="596" y="632"/>
                </a:lnTo>
                <a:lnTo>
                  <a:pt x="605" y="630"/>
                </a:lnTo>
                <a:lnTo>
                  <a:pt x="613" y="629"/>
                </a:lnTo>
                <a:lnTo>
                  <a:pt x="621" y="627"/>
                </a:lnTo>
                <a:lnTo>
                  <a:pt x="630" y="625"/>
                </a:lnTo>
                <a:lnTo>
                  <a:pt x="638" y="623"/>
                </a:lnTo>
                <a:lnTo>
                  <a:pt x="646" y="621"/>
                </a:lnTo>
                <a:lnTo>
                  <a:pt x="655" y="619"/>
                </a:lnTo>
                <a:lnTo>
                  <a:pt x="663" y="617"/>
                </a:lnTo>
                <a:lnTo>
                  <a:pt x="672" y="615"/>
                </a:lnTo>
                <a:lnTo>
                  <a:pt x="680" y="613"/>
                </a:lnTo>
                <a:lnTo>
                  <a:pt x="688" y="611"/>
                </a:lnTo>
                <a:lnTo>
                  <a:pt x="697" y="609"/>
                </a:lnTo>
                <a:lnTo>
                  <a:pt x="705" y="607"/>
                </a:lnTo>
                <a:lnTo>
                  <a:pt x="714" y="605"/>
                </a:lnTo>
                <a:lnTo>
                  <a:pt x="722" y="603"/>
                </a:lnTo>
                <a:lnTo>
                  <a:pt x="730" y="602"/>
                </a:lnTo>
                <a:lnTo>
                  <a:pt x="739" y="600"/>
                </a:lnTo>
                <a:lnTo>
                  <a:pt x="747" y="598"/>
                </a:lnTo>
                <a:lnTo>
                  <a:pt x="756" y="596"/>
                </a:lnTo>
                <a:lnTo>
                  <a:pt x="764" y="594"/>
                </a:lnTo>
                <a:lnTo>
                  <a:pt x="772" y="592"/>
                </a:lnTo>
                <a:lnTo>
                  <a:pt x="781" y="590"/>
                </a:lnTo>
                <a:lnTo>
                  <a:pt x="789" y="588"/>
                </a:lnTo>
                <a:lnTo>
                  <a:pt x="798" y="586"/>
                </a:lnTo>
                <a:lnTo>
                  <a:pt x="806" y="584"/>
                </a:lnTo>
                <a:lnTo>
                  <a:pt x="814" y="582"/>
                </a:lnTo>
                <a:lnTo>
                  <a:pt x="823" y="580"/>
                </a:lnTo>
                <a:lnTo>
                  <a:pt x="831" y="578"/>
                </a:lnTo>
                <a:lnTo>
                  <a:pt x="840" y="576"/>
                </a:lnTo>
                <a:lnTo>
                  <a:pt x="848" y="575"/>
                </a:lnTo>
                <a:lnTo>
                  <a:pt x="856" y="573"/>
                </a:lnTo>
                <a:lnTo>
                  <a:pt x="865" y="571"/>
                </a:lnTo>
                <a:lnTo>
                  <a:pt x="873" y="569"/>
                </a:lnTo>
                <a:lnTo>
                  <a:pt x="882" y="567"/>
                </a:lnTo>
                <a:lnTo>
                  <a:pt x="890" y="565"/>
                </a:lnTo>
                <a:lnTo>
                  <a:pt x="898" y="563"/>
                </a:lnTo>
                <a:lnTo>
                  <a:pt x="907" y="561"/>
                </a:lnTo>
                <a:lnTo>
                  <a:pt x="915" y="559"/>
                </a:lnTo>
                <a:lnTo>
                  <a:pt x="924" y="557"/>
                </a:lnTo>
                <a:lnTo>
                  <a:pt x="932" y="555"/>
                </a:lnTo>
                <a:lnTo>
                  <a:pt x="940" y="553"/>
                </a:lnTo>
                <a:lnTo>
                  <a:pt x="949" y="551"/>
                </a:lnTo>
                <a:lnTo>
                  <a:pt x="957" y="549"/>
                </a:lnTo>
                <a:lnTo>
                  <a:pt x="966" y="548"/>
                </a:lnTo>
                <a:lnTo>
                  <a:pt x="974" y="546"/>
                </a:lnTo>
                <a:lnTo>
                  <a:pt x="982" y="544"/>
                </a:lnTo>
                <a:lnTo>
                  <a:pt x="991" y="542"/>
                </a:lnTo>
                <a:lnTo>
                  <a:pt x="999" y="540"/>
                </a:lnTo>
                <a:lnTo>
                  <a:pt x="1008" y="538"/>
                </a:lnTo>
                <a:lnTo>
                  <a:pt x="1016" y="536"/>
                </a:lnTo>
                <a:lnTo>
                  <a:pt x="1024" y="534"/>
                </a:lnTo>
                <a:lnTo>
                  <a:pt x="1033" y="532"/>
                </a:lnTo>
                <a:lnTo>
                  <a:pt x="1041" y="530"/>
                </a:lnTo>
                <a:lnTo>
                  <a:pt x="1049" y="528"/>
                </a:lnTo>
                <a:lnTo>
                  <a:pt x="1058" y="526"/>
                </a:lnTo>
                <a:lnTo>
                  <a:pt x="1066" y="524"/>
                </a:lnTo>
                <a:lnTo>
                  <a:pt x="1075" y="522"/>
                </a:lnTo>
                <a:lnTo>
                  <a:pt x="1083" y="521"/>
                </a:lnTo>
                <a:lnTo>
                  <a:pt x="1091" y="519"/>
                </a:lnTo>
                <a:lnTo>
                  <a:pt x="1100" y="517"/>
                </a:lnTo>
                <a:lnTo>
                  <a:pt x="1108" y="515"/>
                </a:lnTo>
                <a:lnTo>
                  <a:pt x="1117" y="513"/>
                </a:lnTo>
                <a:lnTo>
                  <a:pt x="1125" y="511"/>
                </a:lnTo>
                <a:lnTo>
                  <a:pt x="1133" y="509"/>
                </a:lnTo>
                <a:lnTo>
                  <a:pt x="1142" y="507"/>
                </a:lnTo>
                <a:lnTo>
                  <a:pt x="1150" y="505"/>
                </a:lnTo>
                <a:lnTo>
                  <a:pt x="1159" y="503"/>
                </a:lnTo>
                <a:lnTo>
                  <a:pt x="1167" y="501"/>
                </a:lnTo>
                <a:lnTo>
                  <a:pt x="1175" y="499"/>
                </a:lnTo>
                <a:lnTo>
                  <a:pt x="1184" y="497"/>
                </a:lnTo>
                <a:lnTo>
                  <a:pt x="1192" y="495"/>
                </a:lnTo>
                <a:lnTo>
                  <a:pt x="1201" y="494"/>
                </a:lnTo>
                <a:lnTo>
                  <a:pt x="1209" y="492"/>
                </a:lnTo>
                <a:lnTo>
                  <a:pt x="1217" y="490"/>
                </a:lnTo>
                <a:lnTo>
                  <a:pt x="1226" y="488"/>
                </a:lnTo>
                <a:lnTo>
                  <a:pt x="1234" y="486"/>
                </a:lnTo>
                <a:lnTo>
                  <a:pt x="1243" y="484"/>
                </a:lnTo>
                <a:lnTo>
                  <a:pt x="1251" y="482"/>
                </a:lnTo>
                <a:lnTo>
                  <a:pt x="1259" y="480"/>
                </a:lnTo>
                <a:lnTo>
                  <a:pt x="1268" y="478"/>
                </a:lnTo>
                <a:lnTo>
                  <a:pt x="1276" y="476"/>
                </a:lnTo>
                <a:lnTo>
                  <a:pt x="1285" y="474"/>
                </a:lnTo>
                <a:lnTo>
                  <a:pt x="1293" y="472"/>
                </a:lnTo>
                <a:lnTo>
                  <a:pt x="1301" y="470"/>
                </a:lnTo>
                <a:lnTo>
                  <a:pt x="1310" y="468"/>
                </a:lnTo>
                <a:lnTo>
                  <a:pt x="1318" y="467"/>
                </a:lnTo>
                <a:lnTo>
                  <a:pt x="1327" y="465"/>
                </a:lnTo>
                <a:lnTo>
                  <a:pt x="1335" y="463"/>
                </a:lnTo>
                <a:lnTo>
                  <a:pt x="1343" y="461"/>
                </a:lnTo>
                <a:lnTo>
                  <a:pt x="1352" y="459"/>
                </a:lnTo>
                <a:lnTo>
                  <a:pt x="1360" y="457"/>
                </a:lnTo>
                <a:lnTo>
                  <a:pt x="1369" y="455"/>
                </a:lnTo>
                <a:lnTo>
                  <a:pt x="1377" y="453"/>
                </a:lnTo>
                <a:lnTo>
                  <a:pt x="1385" y="451"/>
                </a:lnTo>
                <a:lnTo>
                  <a:pt x="1394" y="449"/>
                </a:lnTo>
                <a:lnTo>
                  <a:pt x="1402" y="447"/>
                </a:lnTo>
                <a:lnTo>
                  <a:pt x="1411" y="445"/>
                </a:lnTo>
                <a:lnTo>
                  <a:pt x="1419" y="443"/>
                </a:lnTo>
                <a:lnTo>
                  <a:pt x="1427" y="441"/>
                </a:lnTo>
                <a:lnTo>
                  <a:pt x="1436" y="440"/>
                </a:lnTo>
                <a:lnTo>
                  <a:pt x="1444" y="438"/>
                </a:lnTo>
                <a:lnTo>
                  <a:pt x="1453" y="436"/>
                </a:lnTo>
                <a:lnTo>
                  <a:pt x="1461" y="434"/>
                </a:lnTo>
                <a:lnTo>
                  <a:pt x="1469" y="432"/>
                </a:lnTo>
                <a:lnTo>
                  <a:pt x="1478" y="430"/>
                </a:lnTo>
                <a:lnTo>
                  <a:pt x="1486" y="428"/>
                </a:lnTo>
                <a:lnTo>
                  <a:pt x="1494" y="426"/>
                </a:lnTo>
                <a:lnTo>
                  <a:pt x="1503" y="424"/>
                </a:lnTo>
                <a:lnTo>
                  <a:pt x="1511" y="422"/>
                </a:lnTo>
                <a:lnTo>
                  <a:pt x="1520" y="420"/>
                </a:lnTo>
                <a:lnTo>
                  <a:pt x="1528" y="418"/>
                </a:lnTo>
                <a:lnTo>
                  <a:pt x="1536" y="416"/>
                </a:lnTo>
                <a:lnTo>
                  <a:pt x="1545" y="414"/>
                </a:lnTo>
                <a:lnTo>
                  <a:pt x="1553" y="413"/>
                </a:lnTo>
                <a:lnTo>
                  <a:pt x="1562" y="411"/>
                </a:lnTo>
                <a:lnTo>
                  <a:pt x="1570" y="409"/>
                </a:lnTo>
                <a:lnTo>
                  <a:pt x="1578" y="407"/>
                </a:lnTo>
                <a:lnTo>
                  <a:pt x="1587" y="405"/>
                </a:lnTo>
                <a:lnTo>
                  <a:pt x="1595" y="403"/>
                </a:lnTo>
                <a:lnTo>
                  <a:pt x="1604" y="401"/>
                </a:lnTo>
                <a:lnTo>
                  <a:pt x="1612" y="399"/>
                </a:lnTo>
                <a:lnTo>
                  <a:pt x="1620" y="397"/>
                </a:lnTo>
                <a:lnTo>
                  <a:pt x="1629" y="395"/>
                </a:lnTo>
                <a:lnTo>
                  <a:pt x="1637" y="393"/>
                </a:lnTo>
                <a:lnTo>
                  <a:pt x="1646" y="391"/>
                </a:lnTo>
                <a:lnTo>
                  <a:pt x="1654" y="389"/>
                </a:lnTo>
                <a:lnTo>
                  <a:pt x="1662" y="387"/>
                </a:lnTo>
                <a:lnTo>
                  <a:pt x="1671" y="386"/>
                </a:lnTo>
                <a:lnTo>
                  <a:pt x="1679" y="384"/>
                </a:lnTo>
                <a:lnTo>
                  <a:pt x="1688" y="382"/>
                </a:lnTo>
                <a:lnTo>
                  <a:pt x="1696" y="380"/>
                </a:lnTo>
                <a:lnTo>
                  <a:pt x="1704" y="378"/>
                </a:lnTo>
                <a:lnTo>
                  <a:pt x="1713" y="376"/>
                </a:lnTo>
                <a:lnTo>
                  <a:pt x="1721" y="374"/>
                </a:lnTo>
                <a:lnTo>
                  <a:pt x="1730" y="372"/>
                </a:lnTo>
                <a:lnTo>
                  <a:pt x="1738" y="370"/>
                </a:lnTo>
                <a:lnTo>
                  <a:pt x="1746" y="368"/>
                </a:lnTo>
                <a:lnTo>
                  <a:pt x="1755" y="366"/>
                </a:lnTo>
                <a:lnTo>
                  <a:pt x="1763" y="364"/>
                </a:lnTo>
                <a:lnTo>
                  <a:pt x="1772" y="362"/>
                </a:lnTo>
                <a:lnTo>
                  <a:pt x="1780" y="360"/>
                </a:lnTo>
                <a:lnTo>
                  <a:pt x="1788" y="359"/>
                </a:lnTo>
                <a:lnTo>
                  <a:pt x="1797" y="357"/>
                </a:lnTo>
                <a:lnTo>
                  <a:pt x="1805" y="355"/>
                </a:lnTo>
                <a:lnTo>
                  <a:pt x="1814" y="353"/>
                </a:lnTo>
                <a:lnTo>
                  <a:pt x="1822" y="351"/>
                </a:lnTo>
                <a:lnTo>
                  <a:pt x="1830" y="349"/>
                </a:lnTo>
                <a:lnTo>
                  <a:pt x="1839" y="347"/>
                </a:lnTo>
                <a:lnTo>
                  <a:pt x="1847" y="345"/>
                </a:lnTo>
                <a:lnTo>
                  <a:pt x="1856" y="343"/>
                </a:lnTo>
                <a:lnTo>
                  <a:pt x="1864" y="341"/>
                </a:lnTo>
                <a:lnTo>
                  <a:pt x="1872" y="339"/>
                </a:lnTo>
                <a:lnTo>
                  <a:pt x="1881" y="337"/>
                </a:lnTo>
                <a:lnTo>
                  <a:pt x="1889" y="335"/>
                </a:lnTo>
                <a:lnTo>
                  <a:pt x="1897" y="333"/>
                </a:lnTo>
                <a:lnTo>
                  <a:pt x="1906" y="332"/>
                </a:lnTo>
                <a:lnTo>
                  <a:pt x="1914" y="330"/>
                </a:lnTo>
                <a:lnTo>
                  <a:pt x="1923" y="328"/>
                </a:lnTo>
                <a:lnTo>
                  <a:pt x="1931" y="326"/>
                </a:lnTo>
                <a:lnTo>
                  <a:pt x="1939" y="324"/>
                </a:lnTo>
                <a:lnTo>
                  <a:pt x="1948" y="322"/>
                </a:lnTo>
                <a:lnTo>
                  <a:pt x="1956" y="320"/>
                </a:lnTo>
                <a:lnTo>
                  <a:pt x="1965" y="318"/>
                </a:lnTo>
                <a:lnTo>
                  <a:pt x="1973" y="316"/>
                </a:lnTo>
                <a:lnTo>
                  <a:pt x="1981" y="314"/>
                </a:lnTo>
                <a:lnTo>
                  <a:pt x="1990" y="312"/>
                </a:lnTo>
                <a:lnTo>
                  <a:pt x="1998" y="310"/>
                </a:lnTo>
                <a:lnTo>
                  <a:pt x="2007" y="308"/>
                </a:lnTo>
                <a:lnTo>
                  <a:pt x="2015" y="306"/>
                </a:lnTo>
                <a:lnTo>
                  <a:pt x="2023" y="305"/>
                </a:lnTo>
                <a:lnTo>
                  <a:pt x="2032" y="303"/>
                </a:lnTo>
                <a:lnTo>
                  <a:pt x="2040" y="301"/>
                </a:lnTo>
                <a:lnTo>
                  <a:pt x="2049" y="299"/>
                </a:lnTo>
                <a:lnTo>
                  <a:pt x="2057" y="297"/>
                </a:lnTo>
                <a:lnTo>
                  <a:pt x="2065" y="295"/>
                </a:lnTo>
                <a:lnTo>
                  <a:pt x="2074" y="293"/>
                </a:lnTo>
                <a:lnTo>
                  <a:pt x="2082" y="291"/>
                </a:lnTo>
                <a:lnTo>
                  <a:pt x="2091" y="289"/>
                </a:lnTo>
                <a:lnTo>
                  <a:pt x="2099" y="287"/>
                </a:lnTo>
                <a:lnTo>
                  <a:pt x="2107" y="285"/>
                </a:lnTo>
                <a:lnTo>
                  <a:pt x="2116" y="283"/>
                </a:lnTo>
                <a:lnTo>
                  <a:pt x="2124" y="281"/>
                </a:lnTo>
                <a:lnTo>
                  <a:pt x="2133" y="279"/>
                </a:lnTo>
                <a:lnTo>
                  <a:pt x="2141" y="278"/>
                </a:lnTo>
                <a:lnTo>
                  <a:pt x="2149" y="276"/>
                </a:lnTo>
                <a:lnTo>
                  <a:pt x="2158" y="274"/>
                </a:lnTo>
                <a:lnTo>
                  <a:pt x="2166" y="272"/>
                </a:lnTo>
                <a:lnTo>
                  <a:pt x="2175" y="270"/>
                </a:lnTo>
                <a:lnTo>
                  <a:pt x="2183" y="268"/>
                </a:lnTo>
                <a:lnTo>
                  <a:pt x="2191" y="266"/>
                </a:lnTo>
                <a:lnTo>
                  <a:pt x="2200" y="264"/>
                </a:lnTo>
                <a:lnTo>
                  <a:pt x="2208" y="262"/>
                </a:lnTo>
                <a:lnTo>
                  <a:pt x="2217" y="260"/>
                </a:lnTo>
                <a:lnTo>
                  <a:pt x="2225" y="258"/>
                </a:lnTo>
                <a:lnTo>
                  <a:pt x="2233" y="256"/>
                </a:lnTo>
                <a:lnTo>
                  <a:pt x="2242" y="254"/>
                </a:lnTo>
                <a:lnTo>
                  <a:pt x="2250" y="252"/>
                </a:lnTo>
                <a:lnTo>
                  <a:pt x="2259" y="250"/>
                </a:lnTo>
                <a:lnTo>
                  <a:pt x="2267" y="249"/>
                </a:lnTo>
                <a:lnTo>
                  <a:pt x="2275" y="247"/>
                </a:lnTo>
                <a:lnTo>
                  <a:pt x="2284" y="245"/>
                </a:lnTo>
                <a:lnTo>
                  <a:pt x="2292" y="243"/>
                </a:lnTo>
                <a:lnTo>
                  <a:pt x="2301" y="241"/>
                </a:lnTo>
                <a:lnTo>
                  <a:pt x="2309" y="239"/>
                </a:lnTo>
                <a:lnTo>
                  <a:pt x="2317" y="237"/>
                </a:lnTo>
                <a:lnTo>
                  <a:pt x="2326" y="235"/>
                </a:lnTo>
                <a:lnTo>
                  <a:pt x="2334" y="233"/>
                </a:lnTo>
                <a:lnTo>
                  <a:pt x="2342" y="231"/>
                </a:lnTo>
                <a:lnTo>
                  <a:pt x="2351" y="229"/>
                </a:lnTo>
                <a:lnTo>
                  <a:pt x="2359" y="227"/>
                </a:lnTo>
                <a:lnTo>
                  <a:pt x="2368" y="225"/>
                </a:lnTo>
                <a:lnTo>
                  <a:pt x="2376" y="223"/>
                </a:lnTo>
                <a:lnTo>
                  <a:pt x="2384" y="222"/>
                </a:lnTo>
                <a:lnTo>
                  <a:pt x="2393" y="220"/>
                </a:lnTo>
                <a:lnTo>
                  <a:pt x="2401" y="218"/>
                </a:lnTo>
                <a:lnTo>
                  <a:pt x="2410" y="216"/>
                </a:lnTo>
                <a:lnTo>
                  <a:pt x="2418" y="214"/>
                </a:lnTo>
                <a:lnTo>
                  <a:pt x="2426" y="212"/>
                </a:lnTo>
                <a:lnTo>
                  <a:pt x="2435" y="210"/>
                </a:lnTo>
                <a:lnTo>
                  <a:pt x="2443" y="208"/>
                </a:lnTo>
                <a:lnTo>
                  <a:pt x="2452" y="206"/>
                </a:lnTo>
                <a:lnTo>
                  <a:pt x="2460" y="204"/>
                </a:lnTo>
                <a:lnTo>
                  <a:pt x="2468" y="202"/>
                </a:lnTo>
                <a:lnTo>
                  <a:pt x="2477" y="200"/>
                </a:lnTo>
                <a:lnTo>
                  <a:pt x="2485" y="198"/>
                </a:lnTo>
                <a:lnTo>
                  <a:pt x="2494" y="196"/>
                </a:lnTo>
                <a:lnTo>
                  <a:pt x="2502" y="195"/>
                </a:lnTo>
                <a:lnTo>
                  <a:pt x="2510" y="193"/>
                </a:lnTo>
                <a:lnTo>
                  <a:pt x="2519" y="191"/>
                </a:lnTo>
                <a:lnTo>
                  <a:pt x="2527" y="189"/>
                </a:lnTo>
                <a:lnTo>
                  <a:pt x="2536" y="187"/>
                </a:lnTo>
                <a:lnTo>
                  <a:pt x="2544" y="185"/>
                </a:lnTo>
                <a:lnTo>
                  <a:pt x="2552" y="183"/>
                </a:lnTo>
                <a:lnTo>
                  <a:pt x="2561" y="181"/>
                </a:lnTo>
                <a:lnTo>
                  <a:pt x="2569" y="179"/>
                </a:lnTo>
                <a:lnTo>
                  <a:pt x="2578" y="177"/>
                </a:lnTo>
                <a:lnTo>
                  <a:pt x="2586" y="175"/>
                </a:lnTo>
                <a:lnTo>
                  <a:pt x="2594" y="173"/>
                </a:lnTo>
                <a:lnTo>
                  <a:pt x="2603" y="171"/>
                </a:lnTo>
                <a:lnTo>
                  <a:pt x="2611" y="169"/>
                </a:lnTo>
                <a:lnTo>
                  <a:pt x="2620" y="168"/>
                </a:lnTo>
                <a:lnTo>
                  <a:pt x="2628" y="166"/>
                </a:lnTo>
                <a:lnTo>
                  <a:pt x="2636" y="164"/>
                </a:lnTo>
                <a:lnTo>
                  <a:pt x="2645" y="162"/>
                </a:lnTo>
                <a:lnTo>
                  <a:pt x="2653" y="160"/>
                </a:lnTo>
                <a:lnTo>
                  <a:pt x="2662" y="158"/>
                </a:lnTo>
                <a:lnTo>
                  <a:pt x="2670" y="156"/>
                </a:lnTo>
                <a:lnTo>
                  <a:pt x="2678" y="154"/>
                </a:lnTo>
                <a:lnTo>
                  <a:pt x="2687" y="152"/>
                </a:lnTo>
                <a:lnTo>
                  <a:pt x="2695" y="150"/>
                </a:lnTo>
                <a:lnTo>
                  <a:pt x="2704" y="148"/>
                </a:lnTo>
                <a:lnTo>
                  <a:pt x="2712" y="146"/>
                </a:lnTo>
                <a:lnTo>
                  <a:pt x="2720" y="144"/>
                </a:lnTo>
                <a:lnTo>
                  <a:pt x="2729" y="142"/>
                </a:lnTo>
                <a:lnTo>
                  <a:pt x="2737" y="141"/>
                </a:lnTo>
                <a:lnTo>
                  <a:pt x="2745" y="139"/>
                </a:lnTo>
                <a:lnTo>
                  <a:pt x="2754" y="137"/>
                </a:lnTo>
                <a:lnTo>
                  <a:pt x="2762" y="135"/>
                </a:lnTo>
                <a:lnTo>
                  <a:pt x="2771" y="133"/>
                </a:lnTo>
                <a:lnTo>
                  <a:pt x="2779" y="131"/>
                </a:lnTo>
                <a:lnTo>
                  <a:pt x="2787" y="129"/>
                </a:lnTo>
                <a:lnTo>
                  <a:pt x="2796" y="127"/>
                </a:lnTo>
                <a:lnTo>
                  <a:pt x="2804" y="125"/>
                </a:lnTo>
                <a:lnTo>
                  <a:pt x="2813" y="123"/>
                </a:lnTo>
                <a:lnTo>
                  <a:pt x="2821" y="121"/>
                </a:lnTo>
                <a:lnTo>
                  <a:pt x="2829" y="119"/>
                </a:lnTo>
                <a:lnTo>
                  <a:pt x="2838" y="117"/>
                </a:lnTo>
                <a:lnTo>
                  <a:pt x="2846" y="115"/>
                </a:lnTo>
                <a:lnTo>
                  <a:pt x="2855" y="114"/>
                </a:lnTo>
                <a:lnTo>
                  <a:pt x="2863" y="112"/>
                </a:lnTo>
                <a:lnTo>
                  <a:pt x="2871" y="110"/>
                </a:lnTo>
                <a:lnTo>
                  <a:pt x="2880" y="108"/>
                </a:lnTo>
                <a:lnTo>
                  <a:pt x="2888" y="106"/>
                </a:lnTo>
                <a:lnTo>
                  <a:pt x="2897" y="104"/>
                </a:lnTo>
                <a:lnTo>
                  <a:pt x="2905" y="102"/>
                </a:lnTo>
                <a:lnTo>
                  <a:pt x="2913" y="100"/>
                </a:lnTo>
                <a:lnTo>
                  <a:pt x="2922" y="98"/>
                </a:lnTo>
                <a:lnTo>
                  <a:pt x="2930" y="96"/>
                </a:lnTo>
                <a:lnTo>
                  <a:pt x="2939" y="94"/>
                </a:lnTo>
                <a:lnTo>
                  <a:pt x="2947" y="92"/>
                </a:lnTo>
                <a:lnTo>
                  <a:pt x="2955" y="90"/>
                </a:lnTo>
                <a:lnTo>
                  <a:pt x="2964" y="88"/>
                </a:lnTo>
                <a:lnTo>
                  <a:pt x="2972" y="87"/>
                </a:lnTo>
                <a:lnTo>
                  <a:pt x="2981" y="85"/>
                </a:lnTo>
                <a:lnTo>
                  <a:pt x="2989" y="83"/>
                </a:lnTo>
                <a:lnTo>
                  <a:pt x="2997" y="81"/>
                </a:lnTo>
                <a:lnTo>
                  <a:pt x="3006" y="79"/>
                </a:lnTo>
                <a:lnTo>
                  <a:pt x="3014" y="77"/>
                </a:lnTo>
                <a:lnTo>
                  <a:pt x="3023" y="75"/>
                </a:lnTo>
                <a:lnTo>
                  <a:pt x="3031" y="73"/>
                </a:lnTo>
                <a:lnTo>
                  <a:pt x="3039" y="71"/>
                </a:lnTo>
                <a:lnTo>
                  <a:pt x="3048" y="69"/>
                </a:lnTo>
                <a:lnTo>
                  <a:pt x="3056" y="67"/>
                </a:lnTo>
                <a:lnTo>
                  <a:pt x="3065" y="65"/>
                </a:lnTo>
                <a:lnTo>
                  <a:pt x="3073" y="63"/>
                </a:lnTo>
                <a:lnTo>
                  <a:pt x="3081" y="61"/>
                </a:lnTo>
                <a:lnTo>
                  <a:pt x="3090" y="60"/>
                </a:lnTo>
                <a:lnTo>
                  <a:pt x="3098" y="58"/>
                </a:lnTo>
                <a:lnTo>
                  <a:pt x="3107" y="56"/>
                </a:lnTo>
                <a:lnTo>
                  <a:pt x="3115" y="54"/>
                </a:lnTo>
                <a:lnTo>
                  <a:pt x="3123" y="52"/>
                </a:lnTo>
                <a:lnTo>
                  <a:pt x="3132" y="50"/>
                </a:lnTo>
                <a:lnTo>
                  <a:pt x="3140" y="48"/>
                </a:lnTo>
                <a:lnTo>
                  <a:pt x="3148" y="46"/>
                </a:lnTo>
                <a:lnTo>
                  <a:pt x="3157" y="44"/>
                </a:lnTo>
                <a:lnTo>
                  <a:pt x="3165" y="42"/>
                </a:lnTo>
                <a:lnTo>
                  <a:pt x="3174" y="40"/>
                </a:lnTo>
                <a:lnTo>
                  <a:pt x="3182" y="38"/>
                </a:lnTo>
                <a:lnTo>
                  <a:pt x="3190" y="36"/>
                </a:lnTo>
                <a:lnTo>
                  <a:pt x="3199" y="34"/>
                </a:lnTo>
                <a:lnTo>
                  <a:pt x="3207" y="33"/>
                </a:lnTo>
                <a:lnTo>
                  <a:pt x="3216" y="31"/>
                </a:lnTo>
                <a:lnTo>
                  <a:pt x="3224" y="29"/>
                </a:lnTo>
                <a:lnTo>
                  <a:pt x="3232" y="27"/>
                </a:lnTo>
                <a:lnTo>
                  <a:pt x="3241" y="25"/>
                </a:lnTo>
                <a:lnTo>
                  <a:pt x="3249" y="23"/>
                </a:lnTo>
                <a:lnTo>
                  <a:pt x="3258" y="21"/>
                </a:lnTo>
                <a:lnTo>
                  <a:pt x="3266" y="19"/>
                </a:lnTo>
                <a:lnTo>
                  <a:pt x="3274" y="17"/>
                </a:lnTo>
                <a:lnTo>
                  <a:pt x="3283" y="15"/>
                </a:lnTo>
                <a:lnTo>
                  <a:pt x="3291" y="13"/>
                </a:lnTo>
                <a:lnTo>
                  <a:pt x="3300" y="11"/>
                </a:lnTo>
                <a:lnTo>
                  <a:pt x="3308" y="9"/>
                </a:lnTo>
                <a:lnTo>
                  <a:pt x="3316" y="7"/>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40150"/>
            <a:ext cx="3063240" cy="626364"/>
          </a:xfrm>
          <a:custGeom>
            <a:avLst/>
            <a:gdLst/>
            <a:ahLst/>
            <a:cxnLst/>
            <a:rect l="l" t="t" r="r" b="b"/>
            <a:pathLst>
              <a:path w="3350" h="685">
                <a:moveTo>
                  <a:pt x="0" y="685"/>
                </a:moveTo>
                <a:lnTo>
                  <a:pt x="8" y="683"/>
                </a:lnTo>
                <a:lnTo>
                  <a:pt x="17" y="681"/>
                </a:lnTo>
                <a:lnTo>
                  <a:pt x="25" y="680"/>
                </a:lnTo>
                <a:lnTo>
                  <a:pt x="34" y="678"/>
                </a:lnTo>
                <a:lnTo>
                  <a:pt x="42" y="676"/>
                </a:lnTo>
                <a:lnTo>
                  <a:pt x="50" y="675"/>
                </a:lnTo>
                <a:lnTo>
                  <a:pt x="59" y="673"/>
                </a:lnTo>
                <a:lnTo>
                  <a:pt x="67" y="671"/>
                </a:lnTo>
                <a:lnTo>
                  <a:pt x="76" y="669"/>
                </a:lnTo>
                <a:lnTo>
                  <a:pt x="84" y="668"/>
                </a:lnTo>
                <a:lnTo>
                  <a:pt x="92" y="666"/>
                </a:lnTo>
                <a:lnTo>
                  <a:pt x="101" y="664"/>
                </a:lnTo>
                <a:lnTo>
                  <a:pt x="109" y="663"/>
                </a:lnTo>
                <a:lnTo>
                  <a:pt x="118" y="661"/>
                </a:lnTo>
                <a:lnTo>
                  <a:pt x="126" y="659"/>
                </a:lnTo>
                <a:lnTo>
                  <a:pt x="134" y="657"/>
                </a:lnTo>
                <a:lnTo>
                  <a:pt x="143" y="656"/>
                </a:lnTo>
                <a:lnTo>
                  <a:pt x="151" y="654"/>
                </a:lnTo>
                <a:lnTo>
                  <a:pt x="160" y="652"/>
                </a:lnTo>
                <a:lnTo>
                  <a:pt x="168" y="650"/>
                </a:lnTo>
                <a:lnTo>
                  <a:pt x="176" y="649"/>
                </a:lnTo>
                <a:lnTo>
                  <a:pt x="185" y="647"/>
                </a:lnTo>
                <a:lnTo>
                  <a:pt x="193" y="645"/>
                </a:lnTo>
                <a:lnTo>
                  <a:pt x="202" y="644"/>
                </a:lnTo>
                <a:lnTo>
                  <a:pt x="210" y="642"/>
                </a:lnTo>
                <a:lnTo>
                  <a:pt x="218" y="640"/>
                </a:lnTo>
                <a:lnTo>
                  <a:pt x="227" y="638"/>
                </a:lnTo>
                <a:lnTo>
                  <a:pt x="235" y="637"/>
                </a:lnTo>
                <a:lnTo>
                  <a:pt x="243" y="635"/>
                </a:lnTo>
                <a:lnTo>
                  <a:pt x="252" y="633"/>
                </a:lnTo>
                <a:lnTo>
                  <a:pt x="260" y="632"/>
                </a:lnTo>
                <a:lnTo>
                  <a:pt x="269" y="630"/>
                </a:lnTo>
                <a:lnTo>
                  <a:pt x="277" y="628"/>
                </a:lnTo>
                <a:lnTo>
                  <a:pt x="285" y="626"/>
                </a:lnTo>
                <a:lnTo>
                  <a:pt x="294" y="625"/>
                </a:lnTo>
                <a:lnTo>
                  <a:pt x="302" y="623"/>
                </a:lnTo>
                <a:lnTo>
                  <a:pt x="311" y="621"/>
                </a:lnTo>
                <a:lnTo>
                  <a:pt x="319" y="620"/>
                </a:lnTo>
                <a:lnTo>
                  <a:pt x="327" y="618"/>
                </a:lnTo>
                <a:lnTo>
                  <a:pt x="336" y="616"/>
                </a:lnTo>
                <a:lnTo>
                  <a:pt x="344" y="614"/>
                </a:lnTo>
                <a:lnTo>
                  <a:pt x="353" y="613"/>
                </a:lnTo>
                <a:lnTo>
                  <a:pt x="361" y="611"/>
                </a:lnTo>
                <a:lnTo>
                  <a:pt x="369" y="609"/>
                </a:lnTo>
                <a:lnTo>
                  <a:pt x="378" y="608"/>
                </a:lnTo>
                <a:lnTo>
                  <a:pt x="386" y="606"/>
                </a:lnTo>
                <a:lnTo>
                  <a:pt x="395" y="604"/>
                </a:lnTo>
                <a:lnTo>
                  <a:pt x="403" y="602"/>
                </a:lnTo>
                <a:lnTo>
                  <a:pt x="411" y="601"/>
                </a:lnTo>
                <a:lnTo>
                  <a:pt x="420" y="599"/>
                </a:lnTo>
                <a:lnTo>
                  <a:pt x="428" y="597"/>
                </a:lnTo>
                <a:lnTo>
                  <a:pt x="437" y="596"/>
                </a:lnTo>
                <a:lnTo>
                  <a:pt x="445" y="594"/>
                </a:lnTo>
                <a:lnTo>
                  <a:pt x="453" y="592"/>
                </a:lnTo>
                <a:lnTo>
                  <a:pt x="462" y="590"/>
                </a:lnTo>
                <a:lnTo>
                  <a:pt x="470" y="589"/>
                </a:lnTo>
                <a:lnTo>
                  <a:pt x="479" y="587"/>
                </a:lnTo>
                <a:lnTo>
                  <a:pt x="487" y="585"/>
                </a:lnTo>
                <a:lnTo>
                  <a:pt x="495" y="584"/>
                </a:lnTo>
                <a:lnTo>
                  <a:pt x="504" y="582"/>
                </a:lnTo>
                <a:lnTo>
                  <a:pt x="512" y="580"/>
                </a:lnTo>
                <a:lnTo>
                  <a:pt x="521" y="578"/>
                </a:lnTo>
                <a:lnTo>
                  <a:pt x="529" y="577"/>
                </a:lnTo>
                <a:lnTo>
                  <a:pt x="537" y="575"/>
                </a:lnTo>
                <a:lnTo>
                  <a:pt x="546" y="573"/>
                </a:lnTo>
                <a:lnTo>
                  <a:pt x="554" y="571"/>
                </a:lnTo>
                <a:lnTo>
                  <a:pt x="563" y="570"/>
                </a:lnTo>
                <a:lnTo>
                  <a:pt x="571" y="568"/>
                </a:lnTo>
                <a:lnTo>
                  <a:pt x="579" y="566"/>
                </a:lnTo>
                <a:lnTo>
                  <a:pt x="588" y="565"/>
                </a:lnTo>
                <a:lnTo>
                  <a:pt x="596" y="563"/>
                </a:lnTo>
                <a:lnTo>
                  <a:pt x="605" y="561"/>
                </a:lnTo>
                <a:lnTo>
                  <a:pt x="613" y="559"/>
                </a:lnTo>
                <a:lnTo>
                  <a:pt x="621" y="558"/>
                </a:lnTo>
                <a:lnTo>
                  <a:pt x="630" y="556"/>
                </a:lnTo>
                <a:lnTo>
                  <a:pt x="638" y="554"/>
                </a:lnTo>
                <a:lnTo>
                  <a:pt x="646" y="553"/>
                </a:lnTo>
                <a:lnTo>
                  <a:pt x="655" y="551"/>
                </a:lnTo>
                <a:lnTo>
                  <a:pt x="663" y="549"/>
                </a:lnTo>
                <a:lnTo>
                  <a:pt x="672" y="547"/>
                </a:lnTo>
                <a:lnTo>
                  <a:pt x="680" y="546"/>
                </a:lnTo>
                <a:lnTo>
                  <a:pt x="688" y="544"/>
                </a:lnTo>
                <a:lnTo>
                  <a:pt x="697" y="542"/>
                </a:lnTo>
                <a:lnTo>
                  <a:pt x="705" y="541"/>
                </a:lnTo>
                <a:lnTo>
                  <a:pt x="714" y="539"/>
                </a:lnTo>
                <a:lnTo>
                  <a:pt x="722" y="537"/>
                </a:lnTo>
                <a:lnTo>
                  <a:pt x="730" y="535"/>
                </a:lnTo>
                <a:lnTo>
                  <a:pt x="739" y="534"/>
                </a:lnTo>
                <a:lnTo>
                  <a:pt x="747" y="532"/>
                </a:lnTo>
                <a:lnTo>
                  <a:pt x="756" y="530"/>
                </a:lnTo>
                <a:lnTo>
                  <a:pt x="764" y="529"/>
                </a:lnTo>
                <a:lnTo>
                  <a:pt x="772" y="527"/>
                </a:lnTo>
                <a:lnTo>
                  <a:pt x="781" y="525"/>
                </a:lnTo>
                <a:lnTo>
                  <a:pt x="789" y="523"/>
                </a:lnTo>
                <a:lnTo>
                  <a:pt x="798" y="522"/>
                </a:lnTo>
                <a:lnTo>
                  <a:pt x="806" y="520"/>
                </a:lnTo>
                <a:lnTo>
                  <a:pt x="814" y="518"/>
                </a:lnTo>
                <a:lnTo>
                  <a:pt x="823" y="517"/>
                </a:lnTo>
                <a:lnTo>
                  <a:pt x="831" y="515"/>
                </a:lnTo>
                <a:lnTo>
                  <a:pt x="840" y="513"/>
                </a:lnTo>
                <a:lnTo>
                  <a:pt x="848" y="511"/>
                </a:lnTo>
                <a:lnTo>
                  <a:pt x="856" y="510"/>
                </a:lnTo>
                <a:lnTo>
                  <a:pt x="865" y="508"/>
                </a:lnTo>
                <a:lnTo>
                  <a:pt x="873" y="506"/>
                </a:lnTo>
                <a:lnTo>
                  <a:pt x="882" y="505"/>
                </a:lnTo>
                <a:lnTo>
                  <a:pt x="890" y="503"/>
                </a:lnTo>
                <a:lnTo>
                  <a:pt x="898" y="501"/>
                </a:lnTo>
                <a:lnTo>
                  <a:pt x="907" y="499"/>
                </a:lnTo>
                <a:lnTo>
                  <a:pt x="915" y="498"/>
                </a:lnTo>
                <a:lnTo>
                  <a:pt x="924" y="496"/>
                </a:lnTo>
                <a:lnTo>
                  <a:pt x="932" y="494"/>
                </a:lnTo>
                <a:lnTo>
                  <a:pt x="940" y="492"/>
                </a:lnTo>
                <a:lnTo>
                  <a:pt x="949" y="491"/>
                </a:lnTo>
                <a:lnTo>
                  <a:pt x="957" y="489"/>
                </a:lnTo>
                <a:lnTo>
                  <a:pt x="966" y="487"/>
                </a:lnTo>
                <a:lnTo>
                  <a:pt x="974" y="486"/>
                </a:lnTo>
                <a:lnTo>
                  <a:pt x="982" y="484"/>
                </a:lnTo>
                <a:lnTo>
                  <a:pt x="991" y="482"/>
                </a:lnTo>
                <a:lnTo>
                  <a:pt x="999" y="480"/>
                </a:lnTo>
                <a:lnTo>
                  <a:pt x="1008" y="479"/>
                </a:lnTo>
                <a:lnTo>
                  <a:pt x="1016" y="477"/>
                </a:lnTo>
                <a:lnTo>
                  <a:pt x="1024" y="475"/>
                </a:lnTo>
                <a:lnTo>
                  <a:pt x="1033" y="474"/>
                </a:lnTo>
                <a:lnTo>
                  <a:pt x="1041" y="472"/>
                </a:lnTo>
                <a:lnTo>
                  <a:pt x="1049" y="470"/>
                </a:lnTo>
                <a:lnTo>
                  <a:pt x="1058" y="468"/>
                </a:lnTo>
                <a:lnTo>
                  <a:pt x="1066" y="467"/>
                </a:lnTo>
                <a:lnTo>
                  <a:pt x="1075" y="465"/>
                </a:lnTo>
                <a:lnTo>
                  <a:pt x="1083" y="463"/>
                </a:lnTo>
                <a:lnTo>
                  <a:pt x="1091" y="462"/>
                </a:lnTo>
                <a:lnTo>
                  <a:pt x="1100" y="460"/>
                </a:lnTo>
                <a:lnTo>
                  <a:pt x="1108" y="458"/>
                </a:lnTo>
                <a:lnTo>
                  <a:pt x="1117" y="456"/>
                </a:lnTo>
                <a:lnTo>
                  <a:pt x="1125" y="455"/>
                </a:lnTo>
                <a:lnTo>
                  <a:pt x="1133" y="453"/>
                </a:lnTo>
                <a:lnTo>
                  <a:pt x="1142" y="451"/>
                </a:lnTo>
                <a:lnTo>
                  <a:pt x="1150" y="450"/>
                </a:lnTo>
                <a:lnTo>
                  <a:pt x="1159" y="448"/>
                </a:lnTo>
                <a:lnTo>
                  <a:pt x="1167" y="446"/>
                </a:lnTo>
                <a:lnTo>
                  <a:pt x="1175" y="444"/>
                </a:lnTo>
                <a:lnTo>
                  <a:pt x="1184" y="443"/>
                </a:lnTo>
                <a:lnTo>
                  <a:pt x="1192" y="441"/>
                </a:lnTo>
                <a:lnTo>
                  <a:pt x="1201" y="439"/>
                </a:lnTo>
                <a:lnTo>
                  <a:pt x="1209" y="438"/>
                </a:lnTo>
                <a:lnTo>
                  <a:pt x="1217" y="436"/>
                </a:lnTo>
                <a:lnTo>
                  <a:pt x="1226" y="434"/>
                </a:lnTo>
                <a:lnTo>
                  <a:pt x="1234" y="432"/>
                </a:lnTo>
                <a:lnTo>
                  <a:pt x="1243" y="431"/>
                </a:lnTo>
                <a:lnTo>
                  <a:pt x="1251" y="429"/>
                </a:lnTo>
                <a:lnTo>
                  <a:pt x="1259" y="427"/>
                </a:lnTo>
                <a:lnTo>
                  <a:pt x="1268" y="425"/>
                </a:lnTo>
                <a:lnTo>
                  <a:pt x="1276" y="424"/>
                </a:lnTo>
                <a:lnTo>
                  <a:pt x="1285" y="422"/>
                </a:lnTo>
                <a:lnTo>
                  <a:pt x="1293" y="420"/>
                </a:lnTo>
                <a:lnTo>
                  <a:pt x="1301" y="419"/>
                </a:lnTo>
                <a:lnTo>
                  <a:pt x="1310" y="417"/>
                </a:lnTo>
                <a:lnTo>
                  <a:pt x="1318" y="415"/>
                </a:lnTo>
                <a:lnTo>
                  <a:pt x="1327" y="413"/>
                </a:lnTo>
                <a:lnTo>
                  <a:pt x="1335" y="412"/>
                </a:lnTo>
                <a:lnTo>
                  <a:pt x="1343" y="410"/>
                </a:lnTo>
                <a:lnTo>
                  <a:pt x="1352" y="408"/>
                </a:lnTo>
                <a:lnTo>
                  <a:pt x="1360" y="407"/>
                </a:lnTo>
                <a:lnTo>
                  <a:pt x="1369" y="405"/>
                </a:lnTo>
                <a:lnTo>
                  <a:pt x="1377" y="403"/>
                </a:lnTo>
                <a:lnTo>
                  <a:pt x="1385" y="401"/>
                </a:lnTo>
                <a:lnTo>
                  <a:pt x="1394" y="400"/>
                </a:lnTo>
                <a:lnTo>
                  <a:pt x="1402" y="398"/>
                </a:lnTo>
                <a:lnTo>
                  <a:pt x="1411" y="396"/>
                </a:lnTo>
                <a:lnTo>
                  <a:pt x="1419" y="395"/>
                </a:lnTo>
                <a:lnTo>
                  <a:pt x="1427" y="393"/>
                </a:lnTo>
                <a:lnTo>
                  <a:pt x="1436" y="391"/>
                </a:lnTo>
                <a:lnTo>
                  <a:pt x="1444" y="389"/>
                </a:lnTo>
                <a:lnTo>
                  <a:pt x="1453" y="388"/>
                </a:lnTo>
                <a:lnTo>
                  <a:pt x="1461" y="386"/>
                </a:lnTo>
                <a:lnTo>
                  <a:pt x="1469" y="384"/>
                </a:lnTo>
                <a:lnTo>
                  <a:pt x="1478" y="383"/>
                </a:lnTo>
                <a:lnTo>
                  <a:pt x="1486" y="381"/>
                </a:lnTo>
                <a:lnTo>
                  <a:pt x="1494" y="379"/>
                </a:lnTo>
                <a:lnTo>
                  <a:pt x="1503" y="377"/>
                </a:lnTo>
                <a:lnTo>
                  <a:pt x="1511" y="376"/>
                </a:lnTo>
                <a:lnTo>
                  <a:pt x="1520" y="374"/>
                </a:lnTo>
                <a:lnTo>
                  <a:pt x="1528" y="372"/>
                </a:lnTo>
                <a:lnTo>
                  <a:pt x="1536" y="371"/>
                </a:lnTo>
                <a:lnTo>
                  <a:pt x="1545" y="369"/>
                </a:lnTo>
                <a:lnTo>
                  <a:pt x="1553" y="367"/>
                </a:lnTo>
                <a:lnTo>
                  <a:pt x="1562" y="365"/>
                </a:lnTo>
                <a:lnTo>
                  <a:pt x="1570" y="364"/>
                </a:lnTo>
                <a:lnTo>
                  <a:pt x="1578" y="362"/>
                </a:lnTo>
                <a:lnTo>
                  <a:pt x="1587" y="360"/>
                </a:lnTo>
                <a:lnTo>
                  <a:pt x="1595" y="359"/>
                </a:lnTo>
                <a:lnTo>
                  <a:pt x="1604" y="357"/>
                </a:lnTo>
                <a:lnTo>
                  <a:pt x="1612" y="355"/>
                </a:lnTo>
                <a:lnTo>
                  <a:pt x="1620" y="353"/>
                </a:lnTo>
                <a:lnTo>
                  <a:pt x="1629" y="352"/>
                </a:lnTo>
                <a:lnTo>
                  <a:pt x="1637" y="350"/>
                </a:lnTo>
                <a:lnTo>
                  <a:pt x="1646" y="348"/>
                </a:lnTo>
                <a:lnTo>
                  <a:pt x="1654" y="346"/>
                </a:lnTo>
                <a:lnTo>
                  <a:pt x="1662" y="345"/>
                </a:lnTo>
                <a:lnTo>
                  <a:pt x="1671" y="343"/>
                </a:lnTo>
                <a:lnTo>
                  <a:pt x="1679" y="341"/>
                </a:lnTo>
                <a:lnTo>
                  <a:pt x="1688" y="340"/>
                </a:lnTo>
                <a:lnTo>
                  <a:pt x="1696" y="338"/>
                </a:lnTo>
                <a:lnTo>
                  <a:pt x="1704" y="336"/>
                </a:lnTo>
                <a:lnTo>
                  <a:pt x="1713" y="334"/>
                </a:lnTo>
                <a:lnTo>
                  <a:pt x="1721" y="333"/>
                </a:lnTo>
                <a:lnTo>
                  <a:pt x="1730" y="331"/>
                </a:lnTo>
                <a:lnTo>
                  <a:pt x="1738" y="329"/>
                </a:lnTo>
                <a:lnTo>
                  <a:pt x="1746" y="328"/>
                </a:lnTo>
                <a:lnTo>
                  <a:pt x="1755" y="326"/>
                </a:lnTo>
                <a:lnTo>
                  <a:pt x="1763" y="324"/>
                </a:lnTo>
                <a:lnTo>
                  <a:pt x="1772" y="322"/>
                </a:lnTo>
                <a:lnTo>
                  <a:pt x="1780" y="321"/>
                </a:lnTo>
                <a:lnTo>
                  <a:pt x="1788" y="319"/>
                </a:lnTo>
                <a:lnTo>
                  <a:pt x="1797" y="317"/>
                </a:lnTo>
                <a:lnTo>
                  <a:pt x="1805" y="316"/>
                </a:lnTo>
                <a:lnTo>
                  <a:pt x="1814" y="314"/>
                </a:lnTo>
                <a:lnTo>
                  <a:pt x="1822" y="312"/>
                </a:lnTo>
                <a:lnTo>
                  <a:pt x="1830" y="310"/>
                </a:lnTo>
                <a:lnTo>
                  <a:pt x="1839" y="309"/>
                </a:lnTo>
                <a:lnTo>
                  <a:pt x="1847" y="307"/>
                </a:lnTo>
                <a:lnTo>
                  <a:pt x="1856" y="305"/>
                </a:lnTo>
                <a:lnTo>
                  <a:pt x="1864" y="304"/>
                </a:lnTo>
                <a:lnTo>
                  <a:pt x="1872" y="302"/>
                </a:lnTo>
                <a:lnTo>
                  <a:pt x="1881" y="300"/>
                </a:lnTo>
                <a:lnTo>
                  <a:pt x="1889" y="298"/>
                </a:lnTo>
                <a:lnTo>
                  <a:pt x="1897" y="297"/>
                </a:lnTo>
                <a:lnTo>
                  <a:pt x="1906" y="295"/>
                </a:lnTo>
                <a:lnTo>
                  <a:pt x="1914" y="293"/>
                </a:lnTo>
                <a:lnTo>
                  <a:pt x="1923" y="292"/>
                </a:lnTo>
                <a:lnTo>
                  <a:pt x="1931" y="290"/>
                </a:lnTo>
                <a:lnTo>
                  <a:pt x="1939" y="288"/>
                </a:lnTo>
                <a:lnTo>
                  <a:pt x="1948" y="286"/>
                </a:lnTo>
                <a:lnTo>
                  <a:pt x="1956" y="285"/>
                </a:lnTo>
                <a:lnTo>
                  <a:pt x="1965" y="283"/>
                </a:lnTo>
                <a:lnTo>
                  <a:pt x="1973" y="281"/>
                </a:lnTo>
                <a:lnTo>
                  <a:pt x="1981" y="279"/>
                </a:lnTo>
                <a:lnTo>
                  <a:pt x="1990" y="278"/>
                </a:lnTo>
                <a:lnTo>
                  <a:pt x="1998" y="276"/>
                </a:lnTo>
                <a:lnTo>
                  <a:pt x="2007" y="274"/>
                </a:lnTo>
                <a:lnTo>
                  <a:pt x="2015" y="273"/>
                </a:lnTo>
                <a:lnTo>
                  <a:pt x="2023" y="271"/>
                </a:lnTo>
                <a:lnTo>
                  <a:pt x="2032" y="269"/>
                </a:lnTo>
                <a:lnTo>
                  <a:pt x="2040" y="267"/>
                </a:lnTo>
                <a:lnTo>
                  <a:pt x="2049" y="266"/>
                </a:lnTo>
                <a:lnTo>
                  <a:pt x="2057" y="264"/>
                </a:lnTo>
                <a:lnTo>
                  <a:pt x="2065" y="262"/>
                </a:lnTo>
                <a:lnTo>
                  <a:pt x="2074" y="261"/>
                </a:lnTo>
                <a:lnTo>
                  <a:pt x="2082" y="259"/>
                </a:lnTo>
                <a:lnTo>
                  <a:pt x="2091" y="257"/>
                </a:lnTo>
                <a:lnTo>
                  <a:pt x="2099" y="255"/>
                </a:lnTo>
                <a:lnTo>
                  <a:pt x="2107" y="254"/>
                </a:lnTo>
                <a:lnTo>
                  <a:pt x="2116" y="252"/>
                </a:lnTo>
                <a:lnTo>
                  <a:pt x="2124" y="250"/>
                </a:lnTo>
                <a:lnTo>
                  <a:pt x="2133" y="249"/>
                </a:lnTo>
                <a:lnTo>
                  <a:pt x="2141" y="247"/>
                </a:lnTo>
                <a:lnTo>
                  <a:pt x="2149" y="245"/>
                </a:lnTo>
                <a:lnTo>
                  <a:pt x="2158" y="243"/>
                </a:lnTo>
                <a:lnTo>
                  <a:pt x="2166" y="242"/>
                </a:lnTo>
                <a:lnTo>
                  <a:pt x="2175" y="240"/>
                </a:lnTo>
                <a:lnTo>
                  <a:pt x="2183" y="238"/>
                </a:lnTo>
                <a:lnTo>
                  <a:pt x="2191" y="237"/>
                </a:lnTo>
                <a:lnTo>
                  <a:pt x="2200" y="235"/>
                </a:lnTo>
                <a:lnTo>
                  <a:pt x="2208" y="233"/>
                </a:lnTo>
                <a:lnTo>
                  <a:pt x="2217" y="231"/>
                </a:lnTo>
                <a:lnTo>
                  <a:pt x="2225" y="230"/>
                </a:lnTo>
                <a:lnTo>
                  <a:pt x="2233" y="228"/>
                </a:lnTo>
                <a:lnTo>
                  <a:pt x="2242" y="226"/>
                </a:lnTo>
                <a:lnTo>
                  <a:pt x="2250" y="225"/>
                </a:lnTo>
                <a:lnTo>
                  <a:pt x="2259" y="223"/>
                </a:lnTo>
                <a:lnTo>
                  <a:pt x="2267" y="221"/>
                </a:lnTo>
                <a:lnTo>
                  <a:pt x="2275" y="219"/>
                </a:lnTo>
                <a:lnTo>
                  <a:pt x="2284" y="218"/>
                </a:lnTo>
                <a:lnTo>
                  <a:pt x="2292" y="216"/>
                </a:lnTo>
                <a:lnTo>
                  <a:pt x="2301" y="214"/>
                </a:lnTo>
                <a:lnTo>
                  <a:pt x="2309" y="213"/>
                </a:lnTo>
                <a:lnTo>
                  <a:pt x="2317" y="211"/>
                </a:lnTo>
                <a:lnTo>
                  <a:pt x="2326" y="209"/>
                </a:lnTo>
                <a:lnTo>
                  <a:pt x="2334" y="207"/>
                </a:lnTo>
                <a:lnTo>
                  <a:pt x="2342" y="206"/>
                </a:lnTo>
                <a:lnTo>
                  <a:pt x="2351" y="204"/>
                </a:lnTo>
                <a:lnTo>
                  <a:pt x="2359" y="202"/>
                </a:lnTo>
                <a:lnTo>
                  <a:pt x="2368" y="200"/>
                </a:lnTo>
                <a:lnTo>
                  <a:pt x="2376" y="199"/>
                </a:lnTo>
                <a:lnTo>
                  <a:pt x="2384" y="197"/>
                </a:lnTo>
                <a:lnTo>
                  <a:pt x="2393" y="195"/>
                </a:lnTo>
                <a:lnTo>
                  <a:pt x="2401" y="194"/>
                </a:lnTo>
                <a:lnTo>
                  <a:pt x="2410" y="192"/>
                </a:lnTo>
                <a:lnTo>
                  <a:pt x="2418" y="190"/>
                </a:lnTo>
                <a:lnTo>
                  <a:pt x="2426" y="188"/>
                </a:lnTo>
                <a:lnTo>
                  <a:pt x="2435" y="187"/>
                </a:lnTo>
                <a:lnTo>
                  <a:pt x="2443" y="185"/>
                </a:lnTo>
                <a:lnTo>
                  <a:pt x="2452" y="183"/>
                </a:lnTo>
                <a:lnTo>
                  <a:pt x="2460" y="182"/>
                </a:lnTo>
                <a:lnTo>
                  <a:pt x="2468" y="180"/>
                </a:lnTo>
                <a:lnTo>
                  <a:pt x="2477" y="178"/>
                </a:lnTo>
                <a:lnTo>
                  <a:pt x="2485" y="176"/>
                </a:lnTo>
                <a:lnTo>
                  <a:pt x="2494" y="175"/>
                </a:lnTo>
                <a:lnTo>
                  <a:pt x="2502" y="173"/>
                </a:lnTo>
                <a:lnTo>
                  <a:pt x="2510" y="171"/>
                </a:lnTo>
                <a:lnTo>
                  <a:pt x="2519" y="170"/>
                </a:lnTo>
                <a:lnTo>
                  <a:pt x="2527" y="168"/>
                </a:lnTo>
                <a:lnTo>
                  <a:pt x="2536" y="166"/>
                </a:lnTo>
                <a:lnTo>
                  <a:pt x="2544" y="164"/>
                </a:lnTo>
                <a:lnTo>
                  <a:pt x="2552" y="163"/>
                </a:lnTo>
                <a:lnTo>
                  <a:pt x="2561" y="161"/>
                </a:lnTo>
                <a:lnTo>
                  <a:pt x="2569" y="159"/>
                </a:lnTo>
                <a:lnTo>
                  <a:pt x="2578" y="158"/>
                </a:lnTo>
                <a:lnTo>
                  <a:pt x="2586" y="156"/>
                </a:lnTo>
                <a:lnTo>
                  <a:pt x="2594" y="154"/>
                </a:lnTo>
                <a:lnTo>
                  <a:pt x="2603" y="152"/>
                </a:lnTo>
                <a:lnTo>
                  <a:pt x="2611" y="151"/>
                </a:lnTo>
                <a:lnTo>
                  <a:pt x="2620" y="149"/>
                </a:lnTo>
                <a:lnTo>
                  <a:pt x="2628" y="147"/>
                </a:lnTo>
                <a:lnTo>
                  <a:pt x="2636" y="146"/>
                </a:lnTo>
                <a:lnTo>
                  <a:pt x="2645" y="144"/>
                </a:lnTo>
                <a:lnTo>
                  <a:pt x="2653" y="142"/>
                </a:lnTo>
                <a:lnTo>
                  <a:pt x="2662" y="140"/>
                </a:lnTo>
                <a:lnTo>
                  <a:pt x="2670" y="139"/>
                </a:lnTo>
                <a:lnTo>
                  <a:pt x="2678" y="137"/>
                </a:lnTo>
                <a:lnTo>
                  <a:pt x="2687" y="135"/>
                </a:lnTo>
                <a:lnTo>
                  <a:pt x="2695" y="133"/>
                </a:lnTo>
                <a:lnTo>
                  <a:pt x="2704" y="132"/>
                </a:lnTo>
                <a:lnTo>
                  <a:pt x="2712" y="130"/>
                </a:lnTo>
                <a:lnTo>
                  <a:pt x="2720" y="128"/>
                </a:lnTo>
                <a:lnTo>
                  <a:pt x="2729" y="127"/>
                </a:lnTo>
                <a:lnTo>
                  <a:pt x="2737" y="125"/>
                </a:lnTo>
                <a:lnTo>
                  <a:pt x="2745" y="123"/>
                </a:lnTo>
                <a:lnTo>
                  <a:pt x="2754" y="121"/>
                </a:lnTo>
                <a:lnTo>
                  <a:pt x="2762" y="120"/>
                </a:lnTo>
                <a:lnTo>
                  <a:pt x="2771" y="118"/>
                </a:lnTo>
                <a:lnTo>
                  <a:pt x="2779" y="116"/>
                </a:lnTo>
                <a:lnTo>
                  <a:pt x="2787" y="115"/>
                </a:lnTo>
                <a:lnTo>
                  <a:pt x="2796" y="113"/>
                </a:lnTo>
                <a:lnTo>
                  <a:pt x="2804" y="111"/>
                </a:lnTo>
                <a:lnTo>
                  <a:pt x="2813" y="109"/>
                </a:lnTo>
                <a:lnTo>
                  <a:pt x="2821" y="108"/>
                </a:lnTo>
                <a:lnTo>
                  <a:pt x="2829" y="106"/>
                </a:lnTo>
                <a:lnTo>
                  <a:pt x="2838" y="104"/>
                </a:lnTo>
                <a:lnTo>
                  <a:pt x="2846" y="103"/>
                </a:lnTo>
                <a:lnTo>
                  <a:pt x="2855" y="101"/>
                </a:lnTo>
                <a:lnTo>
                  <a:pt x="2863" y="99"/>
                </a:lnTo>
                <a:lnTo>
                  <a:pt x="2871" y="97"/>
                </a:lnTo>
                <a:lnTo>
                  <a:pt x="2880" y="96"/>
                </a:lnTo>
                <a:lnTo>
                  <a:pt x="2888" y="94"/>
                </a:lnTo>
                <a:lnTo>
                  <a:pt x="2897" y="92"/>
                </a:lnTo>
                <a:lnTo>
                  <a:pt x="2905" y="91"/>
                </a:lnTo>
                <a:lnTo>
                  <a:pt x="2913" y="89"/>
                </a:lnTo>
                <a:lnTo>
                  <a:pt x="2922" y="87"/>
                </a:lnTo>
                <a:lnTo>
                  <a:pt x="2930" y="85"/>
                </a:lnTo>
                <a:lnTo>
                  <a:pt x="2939" y="84"/>
                </a:lnTo>
                <a:lnTo>
                  <a:pt x="2947" y="82"/>
                </a:lnTo>
                <a:lnTo>
                  <a:pt x="2955" y="80"/>
                </a:lnTo>
                <a:lnTo>
                  <a:pt x="2964" y="79"/>
                </a:lnTo>
                <a:lnTo>
                  <a:pt x="2972" y="77"/>
                </a:lnTo>
                <a:lnTo>
                  <a:pt x="2981" y="75"/>
                </a:lnTo>
                <a:lnTo>
                  <a:pt x="2989" y="73"/>
                </a:lnTo>
                <a:lnTo>
                  <a:pt x="2997" y="72"/>
                </a:lnTo>
                <a:lnTo>
                  <a:pt x="3006" y="70"/>
                </a:lnTo>
                <a:lnTo>
                  <a:pt x="3014" y="68"/>
                </a:lnTo>
                <a:lnTo>
                  <a:pt x="3023" y="67"/>
                </a:lnTo>
                <a:lnTo>
                  <a:pt x="3031" y="65"/>
                </a:lnTo>
                <a:lnTo>
                  <a:pt x="3039" y="63"/>
                </a:lnTo>
                <a:lnTo>
                  <a:pt x="3048" y="61"/>
                </a:lnTo>
                <a:lnTo>
                  <a:pt x="3056" y="60"/>
                </a:lnTo>
                <a:lnTo>
                  <a:pt x="3065" y="58"/>
                </a:lnTo>
                <a:lnTo>
                  <a:pt x="3073" y="56"/>
                </a:lnTo>
                <a:lnTo>
                  <a:pt x="3081" y="54"/>
                </a:lnTo>
                <a:lnTo>
                  <a:pt x="3090" y="53"/>
                </a:lnTo>
                <a:lnTo>
                  <a:pt x="3098" y="51"/>
                </a:lnTo>
                <a:lnTo>
                  <a:pt x="3107" y="49"/>
                </a:lnTo>
                <a:lnTo>
                  <a:pt x="3115" y="48"/>
                </a:lnTo>
                <a:lnTo>
                  <a:pt x="3123" y="46"/>
                </a:lnTo>
                <a:lnTo>
                  <a:pt x="3132" y="44"/>
                </a:lnTo>
                <a:lnTo>
                  <a:pt x="3140" y="42"/>
                </a:lnTo>
                <a:lnTo>
                  <a:pt x="3148" y="41"/>
                </a:lnTo>
                <a:lnTo>
                  <a:pt x="3157" y="39"/>
                </a:lnTo>
                <a:lnTo>
                  <a:pt x="3165" y="37"/>
                </a:lnTo>
                <a:lnTo>
                  <a:pt x="3174" y="36"/>
                </a:lnTo>
                <a:lnTo>
                  <a:pt x="3182" y="34"/>
                </a:lnTo>
                <a:lnTo>
                  <a:pt x="3190" y="32"/>
                </a:lnTo>
                <a:lnTo>
                  <a:pt x="3199" y="30"/>
                </a:lnTo>
                <a:lnTo>
                  <a:pt x="3207" y="29"/>
                </a:lnTo>
                <a:lnTo>
                  <a:pt x="3216" y="27"/>
                </a:lnTo>
                <a:lnTo>
                  <a:pt x="3224" y="25"/>
                </a:lnTo>
                <a:lnTo>
                  <a:pt x="3232" y="24"/>
                </a:lnTo>
                <a:lnTo>
                  <a:pt x="3241" y="22"/>
                </a:lnTo>
                <a:lnTo>
                  <a:pt x="3249" y="20"/>
                </a:lnTo>
                <a:lnTo>
                  <a:pt x="3258" y="18"/>
                </a:lnTo>
                <a:lnTo>
                  <a:pt x="3266" y="17"/>
                </a:lnTo>
                <a:lnTo>
                  <a:pt x="3274" y="15"/>
                </a:lnTo>
                <a:lnTo>
                  <a:pt x="3283" y="13"/>
                </a:lnTo>
                <a:lnTo>
                  <a:pt x="3291" y="12"/>
                </a:lnTo>
                <a:lnTo>
                  <a:pt x="3300" y="10"/>
                </a:lnTo>
                <a:lnTo>
                  <a:pt x="3308" y="8"/>
                </a:lnTo>
                <a:lnTo>
                  <a:pt x="3316" y="6"/>
                </a:lnTo>
                <a:lnTo>
                  <a:pt x="3325" y="5"/>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027932"/>
            <a:ext cx="3063240" cy="482803"/>
          </a:xfrm>
          <a:custGeom>
            <a:avLst/>
            <a:gdLst/>
            <a:ahLst/>
            <a:cxnLst/>
            <a:rect l="l" t="t" r="r" b="b"/>
            <a:pathLst>
              <a:path w="3350" h="528">
                <a:moveTo>
                  <a:pt x="0" y="528"/>
                </a:moveTo>
                <a:lnTo>
                  <a:pt x="8" y="526"/>
                </a:lnTo>
                <a:lnTo>
                  <a:pt x="17" y="525"/>
                </a:lnTo>
                <a:lnTo>
                  <a:pt x="25" y="524"/>
                </a:lnTo>
                <a:lnTo>
                  <a:pt x="34" y="522"/>
                </a:lnTo>
                <a:lnTo>
                  <a:pt x="42" y="521"/>
                </a:lnTo>
                <a:lnTo>
                  <a:pt x="50" y="520"/>
                </a:lnTo>
                <a:lnTo>
                  <a:pt x="59" y="518"/>
                </a:lnTo>
                <a:lnTo>
                  <a:pt x="67" y="517"/>
                </a:lnTo>
                <a:lnTo>
                  <a:pt x="76" y="516"/>
                </a:lnTo>
                <a:lnTo>
                  <a:pt x="84" y="514"/>
                </a:lnTo>
                <a:lnTo>
                  <a:pt x="92" y="513"/>
                </a:lnTo>
                <a:lnTo>
                  <a:pt x="101" y="512"/>
                </a:lnTo>
                <a:lnTo>
                  <a:pt x="109" y="510"/>
                </a:lnTo>
                <a:lnTo>
                  <a:pt x="118" y="509"/>
                </a:lnTo>
                <a:lnTo>
                  <a:pt x="126" y="508"/>
                </a:lnTo>
                <a:lnTo>
                  <a:pt x="134" y="507"/>
                </a:lnTo>
                <a:lnTo>
                  <a:pt x="143" y="505"/>
                </a:lnTo>
                <a:lnTo>
                  <a:pt x="151" y="504"/>
                </a:lnTo>
                <a:lnTo>
                  <a:pt x="160" y="503"/>
                </a:lnTo>
                <a:lnTo>
                  <a:pt x="168" y="501"/>
                </a:lnTo>
                <a:lnTo>
                  <a:pt x="176" y="500"/>
                </a:lnTo>
                <a:lnTo>
                  <a:pt x="185" y="499"/>
                </a:lnTo>
                <a:lnTo>
                  <a:pt x="193" y="497"/>
                </a:lnTo>
                <a:lnTo>
                  <a:pt x="202" y="496"/>
                </a:lnTo>
                <a:lnTo>
                  <a:pt x="210" y="495"/>
                </a:lnTo>
                <a:lnTo>
                  <a:pt x="218" y="493"/>
                </a:lnTo>
                <a:lnTo>
                  <a:pt x="227" y="492"/>
                </a:lnTo>
                <a:lnTo>
                  <a:pt x="235" y="491"/>
                </a:lnTo>
                <a:lnTo>
                  <a:pt x="243" y="489"/>
                </a:lnTo>
                <a:lnTo>
                  <a:pt x="252" y="488"/>
                </a:lnTo>
                <a:lnTo>
                  <a:pt x="260" y="487"/>
                </a:lnTo>
                <a:lnTo>
                  <a:pt x="269" y="485"/>
                </a:lnTo>
                <a:lnTo>
                  <a:pt x="277" y="484"/>
                </a:lnTo>
                <a:lnTo>
                  <a:pt x="285" y="483"/>
                </a:lnTo>
                <a:lnTo>
                  <a:pt x="294" y="481"/>
                </a:lnTo>
                <a:lnTo>
                  <a:pt x="302" y="480"/>
                </a:lnTo>
                <a:lnTo>
                  <a:pt x="311" y="479"/>
                </a:lnTo>
                <a:lnTo>
                  <a:pt x="319" y="477"/>
                </a:lnTo>
                <a:lnTo>
                  <a:pt x="327" y="476"/>
                </a:lnTo>
                <a:lnTo>
                  <a:pt x="336" y="475"/>
                </a:lnTo>
                <a:lnTo>
                  <a:pt x="344" y="473"/>
                </a:lnTo>
                <a:lnTo>
                  <a:pt x="353" y="472"/>
                </a:lnTo>
                <a:lnTo>
                  <a:pt x="361" y="471"/>
                </a:lnTo>
                <a:lnTo>
                  <a:pt x="369" y="469"/>
                </a:lnTo>
                <a:lnTo>
                  <a:pt x="378" y="468"/>
                </a:lnTo>
                <a:lnTo>
                  <a:pt x="386" y="467"/>
                </a:lnTo>
                <a:lnTo>
                  <a:pt x="395" y="466"/>
                </a:lnTo>
                <a:lnTo>
                  <a:pt x="403" y="464"/>
                </a:lnTo>
                <a:lnTo>
                  <a:pt x="411" y="463"/>
                </a:lnTo>
                <a:lnTo>
                  <a:pt x="420" y="462"/>
                </a:lnTo>
                <a:lnTo>
                  <a:pt x="428" y="460"/>
                </a:lnTo>
                <a:lnTo>
                  <a:pt x="437" y="459"/>
                </a:lnTo>
                <a:lnTo>
                  <a:pt x="445" y="458"/>
                </a:lnTo>
                <a:lnTo>
                  <a:pt x="453" y="456"/>
                </a:lnTo>
                <a:lnTo>
                  <a:pt x="462" y="455"/>
                </a:lnTo>
                <a:lnTo>
                  <a:pt x="470" y="454"/>
                </a:lnTo>
                <a:lnTo>
                  <a:pt x="479" y="452"/>
                </a:lnTo>
                <a:lnTo>
                  <a:pt x="487" y="451"/>
                </a:lnTo>
                <a:lnTo>
                  <a:pt x="495" y="450"/>
                </a:lnTo>
                <a:lnTo>
                  <a:pt x="504" y="448"/>
                </a:lnTo>
                <a:lnTo>
                  <a:pt x="512" y="447"/>
                </a:lnTo>
                <a:lnTo>
                  <a:pt x="521" y="446"/>
                </a:lnTo>
                <a:lnTo>
                  <a:pt x="529" y="444"/>
                </a:lnTo>
                <a:lnTo>
                  <a:pt x="537" y="443"/>
                </a:lnTo>
                <a:lnTo>
                  <a:pt x="546" y="442"/>
                </a:lnTo>
                <a:lnTo>
                  <a:pt x="554" y="440"/>
                </a:lnTo>
                <a:lnTo>
                  <a:pt x="563" y="439"/>
                </a:lnTo>
                <a:lnTo>
                  <a:pt x="571" y="438"/>
                </a:lnTo>
                <a:lnTo>
                  <a:pt x="579" y="436"/>
                </a:lnTo>
                <a:lnTo>
                  <a:pt x="588" y="435"/>
                </a:lnTo>
                <a:lnTo>
                  <a:pt x="596" y="434"/>
                </a:lnTo>
                <a:lnTo>
                  <a:pt x="605" y="432"/>
                </a:lnTo>
                <a:lnTo>
                  <a:pt x="613" y="431"/>
                </a:lnTo>
                <a:lnTo>
                  <a:pt x="621" y="430"/>
                </a:lnTo>
                <a:lnTo>
                  <a:pt x="630" y="428"/>
                </a:lnTo>
                <a:lnTo>
                  <a:pt x="638" y="427"/>
                </a:lnTo>
                <a:lnTo>
                  <a:pt x="646" y="426"/>
                </a:lnTo>
                <a:lnTo>
                  <a:pt x="655" y="425"/>
                </a:lnTo>
                <a:lnTo>
                  <a:pt x="663" y="423"/>
                </a:lnTo>
                <a:lnTo>
                  <a:pt x="672" y="422"/>
                </a:lnTo>
                <a:lnTo>
                  <a:pt x="680" y="421"/>
                </a:lnTo>
                <a:lnTo>
                  <a:pt x="688" y="419"/>
                </a:lnTo>
                <a:lnTo>
                  <a:pt x="697" y="418"/>
                </a:lnTo>
                <a:lnTo>
                  <a:pt x="705" y="417"/>
                </a:lnTo>
                <a:lnTo>
                  <a:pt x="714" y="415"/>
                </a:lnTo>
                <a:lnTo>
                  <a:pt x="722" y="414"/>
                </a:lnTo>
                <a:lnTo>
                  <a:pt x="730" y="413"/>
                </a:lnTo>
                <a:lnTo>
                  <a:pt x="739" y="411"/>
                </a:lnTo>
                <a:lnTo>
                  <a:pt x="747" y="410"/>
                </a:lnTo>
                <a:lnTo>
                  <a:pt x="756" y="409"/>
                </a:lnTo>
                <a:lnTo>
                  <a:pt x="764" y="407"/>
                </a:lnTo>
                <a:lnTo>
                  <a:pt x="772" y="406"/>
                </a:lnTo>
                <a:lnTo>
                  <a:pt x="781" y="405"/>
                </a:lnTo>
                <a:lnTo>
                  <a:pt x="789" y="403"/>
                </a:lnTo>
                <a:lnTo>
                  <a:pt x="798" y="402"/>
                </a:lnTo>
                <a:lnTo>
                  <a:pt x="806" y="401"/>
                </a:lnTo>
                <a:lnTo>
                  <a:pt x="814" y="399"/>
                </a:lnTo>
                <a:lnTo>
                  <a:pt x="823" y="398"/>
                </a:lnTo>
                <a:lnTo>
                  <a:pt x="831" y="397"/>
                </a:lnTo>
                <a:lnTo>
                  <a:pt x="840" y="395"/>
                </a:lnTo>
                <a:lnTo>
                  <a:pt x="848" y="394"/>
                </a:lnTo>
                <a:lnTo>
                  <a:pt x="856" y="393"/>
                </a:lnTo>
                <a:lnTo>
                  <a:pt x="865" y="391"/>
                </a:lnTo>
                <a:lnTo>
                  <a:pt x="873" y="390"/>
                </a:lnTo>
                <a:lnTo>
                  <a:pt x="882" y="389"/>
                </a:lnTo>
                <a:lnTo>
                  <a:pt x="890" y="387"/>
                </a:lnTo>
                <a:lnTo>
                  <a:pt x="898" y="386"/>
                </a:lnTo>
                <a:lnTo>
                  <a:pt x="907" y="385"/>
                </a:lnTo>
                <a:lnTo>
                  <a:pt x="915" y="383"/>
                </a:lnTo>
                <a:lnTo>
                  <a:pt x="924" y="382"/>
                </a:lnTo>
                <a:lnTo>
                  <a:pt x="932" y="381"/>
                </a:lnTo>
                <a:lnTo>
                  <a:pt x="940" y="380"/>
                </a:lnTo>
                <a:lnTo>
                  <a:pt x="949" y="378"/>
                </a:lnTo>
                <a:lnTo>
                  <a:pt x="957" y="377"/>
                </a:lnTo>
                <a:lnTo>
                  <a:pt x="966" y="376"/>
                </a:lnTo>
                <a:lnTo>
                  <a:pt x="974" y="374"/>
                </a:lnTo>
                <a:lnTo>
                  <a:pt x="982" y="373"/>
                </a:lnTo>
                <a:lnTo>
                  <a:pt x="991" y="372"/>
                </a:lnTo>
                <a:lnTo>
                  <a:pt x="999" y="370"/>
                </a:lnTo>
                <a:lnTo>
                  <a:pt x="1008" y="369"/>
                </a:lnTo>
                <a:lnTo>
                  <a:pt x="1016" y="368"/>
                </a:lnTo>
                <a:lnTo>
                  <a:pt x="1024" y="366"/>
                </a:lnTo>
                <a:lnTo>
                  <a:pt x="1033" y="365"/>
                </a:lnTo>
                <a:lnTo>
                  <a:pt x="1041" y="364"/>
                </a:lnTo>
                <a:lnTo>
                  <a:pt x="1049" y="362"/>
                </a:lnTo>
                <a:lnTo>
                  <a:pt x="1058" y="361"/>
                </a:lnTo>
                <a:lnTo>
                  <a:pt x="1066" y="360"/>
                </a:lnTo>
                <a:lnTo>
                  <a:pt x="1075" y="358"/>
                </a:lnTo>
                <a:lnTo>
                  <a:pt x="1083" y="357"/>
                </a:lnTo>
                <a:lnTo>
                  <a:pt x="1091" y="356"/>
                </a:lnTo>
                <a:lnTo>
                  <a:pt x="1100" y="354"/>
                </a:lnTo>
                <a:lnTo>
                  <a:pt x="1108" y="353"/>
                </a:lnTo>
                <a:lnTo>
                  <a:pt x="1117" y="352"/>
                </a:lnTo>
                <a:lnTo>
                  <a:pt x="1125" y="350"/>
                </a:lnTo>
                <a:lnTo>
                  <a:pt x="1133" y="349"/>
                </a:lnTo>
                <a:lnTo>
                  <a:pt x="1142" y="348"/>
                </a:lnTo>
                <a:lnTo>
                  <a:pt x="1150" y="346"/>
                </a:lnTo>
                <a:lnTo>
                  <a:pt x="1159" y="345"/>
                </a:lnTo>
                <a:lnTo>
                  <a:pt x="1167" y="344"/>
                </a:lnTo>
                <a:lnTo>
                  <a:pt x="1175" y="342"/>
                </a:lnTo>
                <a:lnTo>
                  <a:pt x="1184" y="341"/>
                </a:lnTo>
                <a:lnTo>
                  <a:pt x="1192" y="340"/>
                </a:lnTo>
                <a:lnTo>
                  <a:pt x="1201" y="339"/>
                </a:lnTo>
                <a:lnTo>
                  <a:pt x="1209" y="337"/>
                </a:lnTo>
                <a:lnTo>
                  <a:pt x="1217" y="336"/>
                </a:lnTo>
                <a:lnTo>
                  <a:pt x="1226" y="335"/>
                </a:lnTo>
                <a:lnTo>
                  <a:pt x="1234" y="333"/>
                </a:lnTo>
                <a:lnTo>
                  <a:pt x="1243" y="332"/>
                </a:lnTo>
                <a:lnTo>
                  <a:pt x="1251" y="331"/>
                </a:lnTo>
                <a:lnTo>
                  <a:pt x="1259" y="329"/>
                </a:lnTo>
                <a:lnTo>
                  <a:pt x="1268" y="328"/>
                </a:lnTo>
                <a:lnTo>
                  <a:pt x="1276" y="327"/>
                </a:lnTo>
                <a:lnTo>
                  <a:pt x="1285" y="325"/>
                </a:lnTo>
                <a:lnTo>
                  <a:pt x="1293" y="324"/>
                </a:lnTo>
                <a:lnTo>
                  <a:pt x="1301" y="323"/>
                </a:lnTo>
                <a:lnTo>
                  <a:pt x="1310" y="321"/>
                </a:lnTo>
                <a:lnTo>
                  <a:pt x="1318" y="320"/>
                </a:lnTo>
                <a:lnTo>
                  <a:pt x="1327" y="319"/>
                </a:lnTo>
                <a:lnTo>
                  <a:pt x="1335" y="317"/>
                </a:lnTo>
                <a:lnTo>
                  <a:pt x="1343" y="316"/>
                </a:lnTo>
                <a:lnTo>
                  <a:pt x="1352" y="315"/>
                </a:lnTo>
                <a:lnTo>
                  <a:pt x="1360" y="313"/>
                </a:lnTo>
                <a:lnTo>
                  <a:pt x="1369" y="312"/>
                </a:lnTo>
                <a:lnTo>
                  <a:pt x="1377" y="311"/>
                </a:lnTo>
                <a:lnTo>
                  <a:pt x="1385" y="309"/>
                </a:lnTo>
                <a:lnTo>
                  <a:pt x="1394" y="308"/>
                </a:lnTo>
                <a:lnTo>
                  <a:pt x="1402" y="307"/>
                </a:lnTo>
                <a:lnTo>
                  <a:pt x="1411" y="305"/>
                </a:lnTo>
                <a:lnTo>
                  <a:pt x="1419" y="304"/>
                </a:lnTo>
                <a:lnTo>
                  <a:pt x="1427" y="303"/>
                </a:lnTo>
                <a:lnTo>
                  <a:pt x="1436" y="301"/>
                </a:lnTo>
                <a:lnTo>
                  <a:pt x="1444" y="300"/>
                </a:lnTo>
                <a:lnTo>
                  <a:pt x="1453" y="299"/>
                </a:lnTo>
                <a:lnTo>
                  <a:pt x="1461" y="298"/>
                </a:lnTo>
                <a:lnTo>
                  <a:pt x="1469" y="296"/>
                </a:lnTo>
                <a:lnTo>
                  <a:pt x="1478" y="295"/>
                </a:lnTo>
                <a:lnTo>
                  <a:pt x="1486" y="294"/>
                </a:lnTo>
                <a:lnTo>
                  <a:pt x="1494" y="292"/>
                </a:lnTo>
                <a:lnTo>
                  <a:pt x="1503" y="291"/>
                </a:lnTo>
                <a:lnTo>
                  <a:pt x="1511" y="290"/>
                </a:lnTo>
                <a:lnTo>
                  <a:pt x="1520" y="288"/>
                </a:lnTo>
                <a:lnTo>
                  <a:pt x="1528" y="287"/>
                </a:lnTo>
                <a:lnTo>
                  <a:pt x="1536" y="286"/>
                </a:lnTo>
                <a:lnTo>
                  <a:pt x="1545" y="284"/>
                </a:lnTo>
                <a:lnTo>
                  <a:pt x="1553" y="283"/>
                </a:lnTo>
                <a:lnTo>
                  <a:pt x="1562" y="282"/>
                </a:lnTo>
                <a:lnTo>
                  <a:pt x="1570" y="280"/>
                </a:lnTo>
                <a:lnTo>
                  <a:pt x="1578" y="279"/>
                </a:lnTo>
                <a:lnTo>
                  <a:pt x="1587" y="278"/>
                </a:lnTo>
                <a:lnTo>
                  <a:pt x="1595" y="276"/>
                </a:lnTo>
                <a:lnTo>
                  <a:pt x="1604" y="275"/>
                </a:lnTo>
                <a:lnTo>
                  <a:pt x="1612" y="274"/>
                </a:lnTo>
                <a:lnTo>
                  <a:pt x="1620" y="272"/>
                </a:lnTo>
                <a:lnTo>
                  <a:pt x="1629" y="271"/>
                </a:lnTo>
                <a:lnTo>
                  <a:pt x="1637" y="270"/>
                </a:lnTo>
                <a:lnTo>
                  <a:pt x="1646" y="268"/>
                </a:lnTo>
                <a:lnTo>
                  <a:pt x="1654" y="267"/>
                </a:lnTo>
                <a:lnTo>
                  <a:pt x="1662" y="266"/>
                </a:lnTo>
                <a:lnTo>
                  <a:pt x="1671" y="264"/>
                </a:lnTo>
                <a:lnTo>
                  <a:pt x="1679" y="263"/>
                </a:lnTo>
                <a:lnTo>
                  <a:pt x="1688" y="262"/>
                </a:lnTo>
                <a:lnTo>
                  <a:pt x="1696" y="260"/>
                </a:lnTo>
                <a:lnTo>
                  <a:pt x="1704" y="259"/>
                </a:lnTo>
                <a:lnTo>
                  <a:pt x="1713" y="258"/>
                </a:lnTo>
                <a:lnTo>
                  <a:pt x="1721" y="256"/>
                </a:lnTo>
                <a:lnTo>
                  <a:pt x="1730" y="255"/>
                </a:lnTo>
                <a:lnTo>
                  <a:pt x="1738" y="254"/>
                </a:lnTo>
                <a:lnTo>
                  <a:pt x="1746" y="253"/>
                </a:lnTo>
                <a:lnTo>
                  <a:pt x="1755" y="251"/>
                </a:lnTo>
                <a:lnTo>
                  <a:pt x="1763" y="250"/>
                </a:lnTo>
                <a:lnTo>
                  <a:pt x="1772" y="249"/>
                </a:lnTo>
                <a:lnTo>
                  <a:pt x="1780" y="247"/>
                </a:lnTo>
                <a:lnTo>
                  <a:pt x="1788" y="246"/>
                </a:lnTo>
                <a:lnTo>
                  <a:pt x="1797" y="245"/>
                </a:lnTo>
                <a:lnTo>
                  <a:pt x="1805" y="243"/>
                </a:lnTo>
                <a:lnTo>
                  <a:pt x="1814" y="242"/>
                </a:lnTo>
                <a:lnTo>
                  <a:pt x="1822" y="241"/>
                </a:lnTo>
                <a:lnTo>
                  <a:pt x="1830" y="239"/>
                </a:lnTo>
                <a:lnTo>
                  <a:pt x="1839" y="238"/>
                </a:lnTo>
                <a:lnTo>
                  <a:pt x="1847" y="237"/>
                </a:lnTo>
                <a:lnTo>
                  <a:pt x="1856" y="235"/>
                </a:lnTo>
                <a:lnTo>
                  <a:pt x="1864" y="234"/>
                </a:lnTo>
                <a:lnTo>
                  <a:pt x="1872" y="233"/>
                </a:lnTo>
                <a:lnTo>
                  <a:pt x="1881" y="231"/>
                </a:lnTo>
                <a:lnTo>
                  <a:pt x="1889" y="230"/>
                </a:lnTo>
                <a:lnTo>
                  <a:pt x="1897" y="229"/>
                </a:lnTo>
                <a:lnTo>
                  <a:pt x="1906" y="227"/>
                </a:lnTo>
                <a:lnTo>
                  <a:pt x="1914" y="226"/>
                </a:lnTo>
                <a:lnTo>
                  <a:pt x="1923" y="225"/>
                </a:lnTo>
                <a:lnTo>
                  <a:pt x="1931" y="223"/>
                </a:lnTo>
                <a:lnTo>
                  <a:pt x="1939" y="222"/>
                </a:lnTo>
                <a:lnTo>
                  <a:pt x="1948" y="221"/>
                </a:lnTo>
                <a:lnTo>
                  <a:pt x="1956" y="219"/>
                </a:lnTo>
                <a:lnTo>
                  <a:pt x="1965" y="218"/>
                </a:lnTo>
                <a:lnTo>
                  <a:pt x="1973" y="217"/>
                </a:lnTo>
                <a:lnTo>
                  <a:pt x="1981" y="215"/>
                </a:lnTo>
                <a:lnTo>
                  <a:pt x="1990" y="214"/>
                </a:lnTo>
                <a:lnTo>
                  <a:pt x="1998" y="213"/>
                </a:lnTo>
                <a:lnTo>
                  <a:pt x="2007" y="212"/>
                </a:lnTo>
                <a:lnTo>
                  <a:pt x="2015" y="210"/>
                </a:lnTo>
                <a:lnTo>
                  <a:pt x="2023" y="209"/>
                </a:lnTo>
                <a:lnTo>
                  <a:pt x="2032" y="208"/>
                </a:lnTo>
                <a:lnTo>
                  <a:pt x="2040" y="206"/>
                </a:lnTo>
                <a:lnTo>
                  <a:pt x="2049" y="205"/>
                </a:lnTo>
                <a:lnTo>
                  <a:pt x="2057" y="204"/>
                </a:lnTo>
                <a:lnTo>
                  <a:pt x="2065" y="202"/>
                </a:lnTo>
                <a:lnTo>
                  <a:pt x="2074" y="201"/>
                </a:lnTo>
                <a:lnTo>
                  <a:pt x="2082" y="200"/>
                </a:lnTo>
                <a:lnTo>
                  <a:pt x="2091" y="198"/>
                </a:lnTo>
                <a:lnTo>
                  <a:pt x="2099" y="197"/>
                </a:lnTo>
                <a:lnTo>
                  <a:pt x="2107" y="196"/>
                </a:lnTo>
                <a:lnTo>
                  <a:pt x="2116" y="194"/>
                </a:lnTo>
                <a:lnTo>
                  <a:pt x="2124" y="193"/>
                </a:lnTo>
                <a:lnTo>
                  <a:pt x="2133" y="192"/>
                </a:lnTo>
                <a:lnTo>
                  <a:pt x="2141" y="190"/>
                </a:lnTo>
                <a:lnTo>
                  <a:pt x="2149" y="189"/>
                </a:lnTo>
                <a:lnTo>
                  <a:pt x="2158" y="188"/>
                </a:lnTo>
                <a:lnTo>
                  <a:pt x="2166" y="186"/>
                </a:lnTo>
                <a:lnTo>
                  <a:pt x="2175" y="185"/>
                </a:lnTo>
                <a:lnTo>
                  <a:pt x="2183" y="184"/>
                </a:lnTo>
                <a:lnTo>
                  <a:pt x="2191" y="182"/>
                </a:lnTo>
                <a:lnTo>
                  <a:pt x="2200" y="181"/>
                </a:lnTo>
                <a:lnTo>
                  <a:pt x="2208" y="180"/>
                </a:lnTo>
                <a:lnTo>
                  <a:pt x="2217" y="178"/>
                </a:lnTo>
                <a:lnTo>
                  <a:pt x="2225" y="177"/>
                </a:lnTo>
                <a:lnTo>
                  <a:pt x="2233" y="176"/>
                </a:lnTo>
                <a:lnTo>
                  <a:pt x="2242" y="174"/>
                </a:lnTo>
                <a:lnTo>
                  <a:pt x="2250" y="173"/>
                </a:lnTo>
                <a:lnTo>
                  <a:pt x="2259" y="172"/>
                </a:lnTo>
                <a:lnTo>
                  <a:pt x="2267" y="170"/>
                </a:lnTo>
                <a:lnTo>
                  <a:pt x="2275" y="169"/>
                </a:lnTo>
                <a:lnTo>
                  <a:pt x="2284" y="168"/>
                </a:lnTo>
                <a:lnTo>
                  <a:pt x="2292" y="167"/>
                </a:lnTo>
                <a:lnTo>
                  <a:pt x="2301" y="165"/>
                </a:lnTo>
                <a:lnTo>
                  <a:pt x="2309" y="164"/>
                </a:lnTo>
                <a:lnTo>
                  <a:pt x="2317" y="163"/>
                </a:lnTo>
                <a:lnTo>
                  <a:pt x="2326" y="161"/>
                </a:lnTo>
                <a:lnTo>
                  <a:pt x="2334" y="160"/>
                </a:lnTo>
                <a:lnTo>
                  <a:pt x="2342" y="159"/>
                </a:lnTo>
                <a:lnTo>
                  <a:pt x="2351" y="157"/>
                </a:lnTo>
                <a:lnTo>
                  <a:pt x="2359" y="156"/>
                </a:lnTo>
                <a:lnTo>
                  <a:pt x="2368" y="155"/>
                </a:lnTo>
                <a:lnTo>
                  <a:pt x="2376" y="153"/>
                </a:lnTo>
                <a:lnTo>
                  <a:pt x="2384" y="152"/>
                </a:lnTo>
                <a:lnTo>
                  <a:pt x="2393" y="151"/>
                </a:lnTo>
                <a:lnTo>
                  <a:pt x="2401" y="149"/>
                </a:lnTo>
                <a:lnTo>
                  <a:pt x="2410" y="148"/>
                </a:lnTo>
                <a:lnTo>
                  <a:pt x="2418" y="147"/>
                </a:lnTo>
                <a:lnTo>
                  <a:pt x="2426" y="145"/>
                </a:lnTo>
                <a:lnTo>
                  <a:pt x="2435" y="144"/>
                </a:lnTo>
                <a:lnTo>
                  <a:pt x="2443" y="143"/>
                </a:lnTo>
                <a:lnTo>
                  <a:pt x="2452" y="141"/>
                </a:lnTo>
                <a:lnTo>
                  <a:pt x="2460" y="140"/>
                </a:lnTo>
                <a:lnTo>
                  <a:pt x="2468" y="139"/>
                </a:lnTo>
                <a:lnTo>
                  <a:pt x="2477" y="137"/>
                </a:lnTo>
                <a:lnTo>
                  <a:pt x="2485" y="136"/>
                </a:lnTo>
                <a:lnTo>
                  <a:pt x="2494" y="135"/>
                </a:lnTo>
                <a:lnTo>
                  <a:pt x="2502" y="133"/>
                </a:lnTo>
                <a:lnTo>
                  <a:pt x="2510" y="132"/>
                </a:lnTo>
                <a:lnTo>
                  <a:pt x="2519" y="131"/>
                </a:lnTo>
                <a:lnTo>
                  <a:pt x="2527" y="129"/>
                </a:lnTo>
                <a:lnTo>
                  <a:pt x="2536" y="128"/>
                </a:lnTo>
                <a:lnTo>
                  <a:pt x="2544" y="127"/>
                </a:lnTo>
                <a:lnTo>
                  <a:pt x="2552" y="126"/>
                </a:lnTo>
                <a:lnTo>
                  <a:pt x="2561" y="124"/>
                </a:lnTo>
                <a:lnTo>
                  <a:pt x="2569" y="123"/>
                </a:lnTo>
                <a:lnTo>
                  <a:pt x="2578" y="122"/>
                </a:lnTo>
                <a:lnTo>
                  <a:pt x="2586" y="120"/>
                </a:lnTo>
                <a:lnTo>
                  <a:pt x="2594" y="119"/>
                </a:lnTo>
                <a:lnTo>
                  <a:pt x="2603" y="118"/>
                </a:lnTo>
                <a:lnTo>
                  <a:pt x="2611" y="116"/>
                </a:lnTo>
                <a:lnTo>
                  <a:pt x="2620" y="115"/>
                </a:lnTo>
                <a:lnTo>
                  <a:pt x="2628" y="114"/>
                </a:lnTo>
                <a:lnTo>
                  <a:pt x="2636" y="112"/>
                </a:lnTo>
                <a:lnTo>
                  <a:pt x="2645" y="111"/>
                </a:lnTo>
                <a:lnTo>
                  <a:pt x="2653" y="110"/>
                </a:lnTo>
                <a:lnTo>
                  <a:pt x="2662" y="108"/>
                </a:lnTo>
                <a:lnTo>
                  <a:pt x="2670" y="107"/>
                </a:lnTo>
                <a:lnTo>
                  <a:pt x="2678" y="106"/>
                </a:lnTo>
                <a:lnTo>
                  <a:pt x="2687" y="104"/>
                </a:lnTo>
                <a:lnTo>
                  <a:pt x="2695" y="103"/>
                </a:lnTo>
                <a:lnTo>
                  <a:pt x="2704" y="102"/>
                </a:lnTo>
                <a:lnTo>
                  <a:pt x="2712" y="100"/>
                </a:lnTo>
                <a:lnTo>
                  <a:pt x="2720" y="99"/>
                </a:lnTo>
                <a:lnTo>
                  <a:pt x="2729" y="98"/>
                </a:lnTo>
                <a:lnTo>
                  <a:pt x="2737" y="96"/>
                </a:lnTo>
                <a:lnTo>
                  <a:pt x="2745" y="95"/>
                </a:lnTo>
                <a:lnTo>
                  <a:pt x="2754" y="94"/>
                </a:lnTo>
                <a:lnTo>
                  <a:pt x="2762" y="92"/>
                </a:lnTo>
                <a:lnTo>
                  <a:pt x="2771" y="91"/>
                </a:lnTo>
                <a:lnTo>
                  <a:pt x="2779" y="90"/>
                </a:lnTo>
                <a:lnTo>
                  <a:pt x="2787" y="88"/>
                </a:lnTo>
                <a:lnTo>
                  <a:pt x="2796" y="87"/>
                </a:lnTo>
                <a:lnTo>
                  <a:pt x="2804" y="86"/>
                </a:lnTo>
                <a:lnTo>
                  <a:pt x="2813" y="85"/>
                </a:lnTo>
                <a:lnTo>
                  <a:pt x="2821" y="83"/>
                </a:lnTo>
                <a:lnTo>
                  <a:pt x="2829" y="82"/>
                </a:lnTo>
                <a:lnTo>
                  <a:pt x="2838" y="81"/>
                </a:lnTo>
                <a:lnTo>
                  <a:pt x="2846" y="79"/>
                </a:lnTo>
                <a:lnTo>
                  <a:pt x="2855" y="78"/>
                </a:lnTo>
                <a:lnTo>
                  <a:pt x="2863" y="77"/>
                </a:lnTo>
                <a:lnTo>
                  <a:pt x="2871" y="75"/>
                </a:lnTo>
                <a:lnTo>
                  <a:pt x="2880" y="74"/>
                </a:lnTo>
                <a:lnTo>
                  <a:pt x="2888" y="73"/>
                </a:lnTo>
                <a:lnTo>
                  <a:pt x="2897" y="71"/>
                </a:lnTo>
                <a:lnTo>
                  <a:pt x="2905" y="70"/>
                </a:lnTo>
                <a:lnTo>
                  <a:pt x="2913" y="69"/>
                </a:lnTo>
                <a:lnTo>
                  <a:pt x="2922" y="67"/>
                </a:lnTo>
                <a:lnTo>
                  <a:pt x="2930" y="66"/>
                </a:lnTo>
                <a:lnTo>
                  <a:pt x="2939" y="65"/>
                </a:lnTo>
                <a:lnTo>
                  <a:pt x="2947" y="63"/>
                </a:lnTo>
                <a:lnTo>
                  <a:pt x="2955" y="62"/>
                </a:lnTo>
                <a:lnTo>
                  <a:pt x="2964" y="61"/>
                </a:lnTo>
                <a:lnTo>
                  <a:pt x="2972" y="59"/>
                </a:lnTo>
                <a:lnTo>
                  <a:pt x="2981" y="58"/>
                </a:lnTo>
                <a:lnTo>
                  <a:pt x="2989" y="57"/>
                </a:lnTo>
                <a:lnTo>
                  <a:pt x="2997" y="55"/>
                </a:lnTo>
                <a:lnTo>
                  <a:pt x="3006" y="54"/>
                </a:lnTo>
                <a:lnTo>
                  <a:pt x="3014" y="53"/>
                </a:lnTo>
                <a:lnTo>
                  <a:pt x="3023" y="51"/>
                </a:lnTo>
                <a:lnTo>
                  <a:pt x="3031" y="50"/>
                </a:lnTo>
                <a:lnTo>
                  <a:pt x="3039" y="49"/>
                </a:lnTo>
                <a:lnTo>
                  <a:pt x="3048" y="47"/>
                </a:lnTo>
                <a:lnTo>
                  <a:pt x="3056" y="46"/>
                </a:lnTo>
                <a:lnTo>
                  <a:pt x="3065" y="45"/>
                </a:lnTo>
                <a:lnTo>
                  <a:pt x="3073" y="43"/>
                </a:lnTo>
                <a:lnTo>
                  <a:pt x="3081" y="42"/>
                </a:lnTo>
                <a:lnTo>
                  <a:pt x="3090" y="41"/>
                </a:lnTo>
                <a:lnTo>
                  <a:pt x="3098" y="40"/>
                </a:lnTo>
                <a:lnTo>
                  <a:pt x="3107" y="38"/>
                </a:lnTo>
                <a:lnTo>
                  <a:pt x="3115" y="37"/>
                </a:lnTo>
                <a:lnTo>
                  <a:pt x="3123" y="36"/>
                </a:lnTo>
                <a:lnTo>
                  <a:pt x="3132" y="34"/>
                </a:lnTo>
                <a:lnTo>
                  <a:pt x="3140" y="33"/>
                </a:lnTo>
                <a:lnTo>
                  <a:pt x="3148" y="32"/>
                </a:lnTo>
                <a:lnTo>
                  <a:pt x="3157" y="30"/>
                </a:lnTo>
                <a:lnTo>
                  <a:pt x="3165" y="29"/>
                </a:lnTo>
                <a:lnTo>
                  <a:pt x="3174" y="28"/>
                </a:lnTo>
                <a:lnTo>
                  <a:pt x="3182" y="26"/>
                </a:lnTo>
                <a:lnTo>
                  <a:pt x="3190" y="25"/>
                </a:lnTo>
                <a:lnTo>
                  <a:pt x="3199" y="24"/>
                </a:lnTo>
                <a:lnTo>
                  <a:pt x="3207" y="22"/>
                </a:lnTo>
                <a:lnTo>
                  <a:pt x="3216" y="21"/>
                </a:lnTo>
                <a:lnTo>
                  <a:pt x="3224" y="20"/>
                </a:lnTo>
                <a:lnTo>
                  <a:pt x="3232" y="18"/>
                </a:lnTo>
                <a:lnTo>
                  <a:pt x="3241" y="17"/>
                </a:lnTo>
                <a:lnTo>
                  <a:pt x="3249" y="16"/>
                </a:lnTo>
                <a:lnTo>
                  <a:pt x="3258" y="14"/>
                </a:lnTo>
                <a:lnTo>
                  <a:pt x="3266" y="13"/>
                </a:lnTo>
                <a:lnTo>
                  <a:pt x="3274" y="12"/>
                </a:lnTo>
                <a:lnTo>
                  <a:pt x="3283" y="10"/>
                </a:lnTo>
                <a:lnTo>
                  <a:pt x="3291" y="9"/>
                </a:lnTo>
                <a:lnTo>
                  <a:pt x="3300" y="8"/>
                </a:lnTo>
                <a:lnTo>
                  <a:pt x="3308" y="6"/>
                </a:lnTo>
                <a:lnTo>
                  <a:pt x="3316" y="5"/>
                </a:lnTo>
                <a:lnTo>
                  <a:pt x="3325" y="4"/>
                </a:lnTo>
                <a:lnTo>
                  <a:pt x="3333" y="2"/>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31490"/>
            <a:ext cx="3063240" cy="1484071"/>
          </a:xfrm>
          <a:custGeom>
            <a:avLst/>
            <a:gdLst/>
            <a:ahLst/>
            <a:cxnLst/>
            <a:rect l="l" t="t" r="r" b="b"/>
            <a:pathLst>
              <a:path w="3350" h="1623">
                <a:moveTo>
                  <a:pt x="0" y="608"/>
                </a:moveTo>
                <a:lnTo>
                  <a:pt x="8" y="619"/>
                </a:lnTo>
                <a:lnTo>
                  <a:pt x="17" y="630"/>
                </a:lnTo>
                <a:lnTo>
                  <a:pt x="25" y="642"/>
                </a:lnTo>
                <a:lnTo>
                  <a:pt x="34" y="653"/>
                </a:lnTo>
                <a:lnTo>
                  <a:pt x="42" y="664"/>
                </a:lnTo>
                <a:lnTo>
                  <a:pt x="50" y="676"/>
                </a:lnTo>
                <a:lnTo>
                  <a:pt x="59" y="687"/>
                </a:lnTo>
                <a:lnTo>
                  <a:pt x="67" y="698"/>
                </a:lnTo>
                <a:lnTo>
                  <a:pt x="76" y="709"/>
                </a:lnTo>
                <a:lnTo>
                  <a:pt x="84" y="720"/>
                </a:lnTo>
                <a:lnTo>
                  <a:pt x="92" y="730"/>
                </a:lnTo>
                <a:lnTo>
                  <a:pt x="101" y="741"/>
                </a:lnTo>
                <a:lnTo>
                  <a:pt x="109" y="752"/>
                </a:lnTo>
                <a:lnTo>
                  <a:pt x="118" y="762"/>
                </a:lnTo>
                <a:lnTo>
                  <a:pt x="126" y="773"/>
                </a:lnTo>
                <a:lnTo>
                  <a:pt x="134" y="784"/>
                </a:lnTo>
                <a:lnTo>
                  <a:pt x="143" y="794"/>
                </a:lnTo>
                <a:lnTo>
                  <a:pt x="151" y="804"/>
                </a:lnTo>
                <a:lnTo>
                  <a:pt x="160" y="815"/>
                </a:lnTo>
                <a:lnTo>
                  <a:pt x="168" y="825"/>
                </a:lnTo>
                <a:lnTo>
                  <a:pt x="176" y="835"/>
                </a:lnTo>
                <a:lnTo>
                  <a:pt x="185" y="845"/>
                </a:lnTo>
                <a:lnTo>
                  <a:pt x="193" y="855"/>
                </a:lnTo>
                <a:lnTo>
                  <a:pt x="202" y="865"/>
                </a:lnTo>
                <a:lnTo>
                  <a:pt x="210" y="875"/>
                </a:lnTo>
                <a:lnTo>
                  <a:pt x="218" y="885"/>
                </a:lnTo>
                <a:lnTo>
                  <a:pt x="227" y="895"/>
                </a:lnTo>
                <a:lnTo>
                  <a:pt x="235" y="905"/>
                </a:lnTo>
                <a:lnTo>
                  <a:pt x="243" y="914"/>
                </a:lnTo>
                <a:lnTo>
                  <a:pt x="252" y="924"/>
                </a:lnTo>
                <a:lnTo>
                  <a:pt x="260" y="933"/>
                </a:lnTo>
                <a:lnTo>
                  <a:pt x="269" y="943"/>
                </a:lnTo>
                <a:lnTo>
                  <a:pt x="277" y="952"/>
                </a:lnTo>
                <a:lnTo>
                  <a:pt x="285" y="962"/>
                </a:lnTo>
                <a:lnTo>
                  <a:pt x="294" y="971"/>
                </a:lnTo>
                <a:lnTo>
                  <a:pt x="302" y="980"/>
                </a:lnTo>
                <a:lnTo>
                  <a:pt x="311" y="989"/>
                </a:lnTo>
                <a:lnTo>
                  <a:pt x="319" y="998"/>
                </a:lnTo>
                <a:lnTo>
                  <a:pt x="327" y="1007"/>
                </a:lnTo>
                <a:lnTo>
                  <a:pt x="336" y="1016"/>
                </a:lnTo>
                <a:lnTo>
                  <a:pt x="344" y="1025"/>
                </a:lnTo>
                <a:lnTo>
                  <a:pt x="353" y="1034"/>
                </a:lnTo>
                <a:lnTo>
                  <a:pt x="361" y="1043"/>
                </a:lnTo>
                <a:lnTo>
                  <a:pt x="369" y="1051"/>
                </a:lnTo>
                <a:lnTo>
                  <a:pt x="378" y="1060"/>
                </a:lnTo>
                <a:lnTo>
                  <a:pt x="386" y="1069"/>
                </a:lnTo>
                <a:lnTo>
                  <a:pt x="395" y="1077"/>
                </a:lnTo>
                <a:lnTo>
                  <a:pt x="403" y="1085"/>
                </a:lnTo>
                <a:lnTo>
                  <a:pt x="411" y="1094"/>
                </a:lnTo>
                <a:lnTo>
                  <a:pt x="420" y="1102"/>
                </a:lnTo>
                <a:lnTo>
                  <a:pt x="428" y="1110"/>
                </a:lnTo>
                <a:lnTo>
                  <a:pt x="437" y="1118"/>
                </a:lnTo>
                <a:lnTo>
                  <a:pt x="445" y="1127"/>
                </a:lnTo>
                <a:lnTo>
                  <a:pt x="453" y="1135"/>
                </a:lnTo>
                <a:lnTo>
                  <a:pt x="462" y="1143"/>
                </a:lnTo>
                <a:lnTo>
                  <a:pt x="470" y="1150"/>
                </a:lnTo>
                <a:lnTo>
                  <a:pt x="479" y="1158"/>
                </a:lnTo>
                <a:lnTo>
                  <a:pt x="487" y="1166"/>
                </a:lnTo>
                <a:lnTo>
                  <a:pt x="495" y="1174"/>
                </a:lnTo>
                <a:lnTo>
                  <a:pt x="504" y="1181"/>
                </a:lnTo>
                <a:lnTo>
                  <a:pt x="512" y="1189"/>
                </a:lnTo>
                <a:lnTo>
                  <a:pt x="521" y="1196"/>
                </a:lnTo>
                <a:lnTo>
                  <a:pt x="529" y="1204"/>
                </a:lnTo>
                <a:lnTo>
                  <a:pt x="537" y="1211"/>
                </a:lnTo>
                <a:lnTo>
                  <a:pt x="546" y="1219"/>
                </a:lnTo>
                <a:lnTo>
                  <a:pt x="554" y="1226"/>
                </a:lnTo>
                <a:lnTo>
                  <a:pt x="563" y="1233"/>
                </a:lnTo>
                <a:lnTo>
                  <a:pt x="571" y="1240"/>
                </a:lnTo>
                <a:lnTo>
                  <a:pt x="579" y="1247"/>
                </a:lnTo>
                <a:lnTo>
                  <a:pt x="588" y="1254"/>
                </a:lnTo>
                <a:lnTo>
                  <a:pt x="596" y="1261"/>
                </a:lnTo>
                <a:lnTo>
                  <a:pt x="605" y="1268"/>
                </a:lnTo>
                <a:lnTo>
                  <a:pt x="613" y="1275"/>
                </a:lnTo>
                <a:lnTo>
                  <a:pt x="621" y="1281"/>
                </a:lnTo>
                <a:lnTo>
                  <a:pt x="630" y="1288"/>
                </a:lnTo>
                <a:lnTo>
                  <a:pt x="638" y="1295"/>
                </a:lnTo>
                <a:lnTo>
                  <a:pt x="646" y="1301"/>
                </a:lnTo>
                <a:lnTo>
                  <a:pt x="655" y="1308"/>
                </a:lnTo>
                <a:lnTo>
                  <a:pt x="663" y="1314"/>
                </a:lnTo>
                <a:lnTo>
                  <a:pt x="672" y="1320"/>
                </a:lnTo>
                <a:lnTo>
                  <a:pt x="680" y="1327"/>
                </a:lnTo>
                <a:lnTo>
                  <a:pt x="688" y="1333"/>
                </a:lnTo>
                <a:lnTo>
                  <a:pt x="697" y="1339"/>
                </a:lnTo>
                <a:lnTo>
                  <a:pt x="705" y="1345"/>
                </a:lnTo>
                <a:lnTo>
                  <a:pt x="714" y="1351"/>
                </a:lnTo>
                <a:lnTo>
                  <a:pt x="722" y="1357"/>
                </a:lnTo>
                <a:lnTo>
                  <a:pt x="730" y="1363"/>
                </a:lnTo>
                <a:lnTo>
                  <a:pt x="739" y="1369"/>
                </a:lnTo>
                <a:lnTo>
                  <a:pt x="747" y="1374"/>
                </a:lnTo>
                <a:lnTo>
                  <a:pt x="756" y="1380"/>
                </a:lnTo>
                <a:lnTo>
                  <a:pt x="764" y="1386"/>
                </a:lnTo>
                <a:lnTo>
                  <a:pt x="772" y="1391"/>
                </a:lnTo>
                <a:lnTo>
                  <a:pt x="781" y="1397"/>
                </a:lnTo>
                <a:lnTo>
                  <a:pt x="789" y="1402"/>
                </a:lnTo>
                <a:lnTo>
                  <a:pt x="798" y="1407"/>
                </a:lnTo>
                <a:lnTo>
                  <a:pt x="806" y="1413"/>
                </a:lnTo>
                <a:lnTo>
                  <a:pt x="814" y="1418"/>
                </a:lnTo>
                <a:lnTo>
                  <a:pt x="823" y="1423"/>
                </a:lnTo>
                <a:lnTo>
                  <a:pt x="831" y="1428"/>
                </a:lnTo>
                <a:lnTo>
                  <a:pt x="840" y="1433"/>
                </a:lnTo>
                <a:lnTo>
                  <a:pt x="848" y="1438"/>
                </a:lnTo>
                <a:lnTo>
                  <a:pt x="856" y="1443"/>
                </a:lnTo>
                <a:lnTo>
                  <a:pt x="865" y="1448"/>
                </a:lnTo>
                <a:lnTo>
                  <a:pt x="873" y="1452"/>
                </a:lnTo>
                <a:lnTo>
                  <a:pt x="882" y="1457"/>
                </a:lnTo>
                <a:lnTo>
                  <a:pt x="890" y="1462"/>
                </a:lnTo>
                <a:lnTo>
                  <a:pt x="898" y="1466"/>
                </a:lnTo>
                <a:lnTo>
                  <a:pt x="907" y="1471"/>
                </a:lnTo>
                <a:lnTo>
                  <a:pt x="915" y="1475"/>
                </a:lnTo>
                <a:lnTo>
                  <a:pt x="924" y="1480"/>
                </a:lnTo>
                <a:lnTo>
                  <a:pt x="932" y="1484"/>
                </a:lnTo>
                <a:lnTo>
                  <a:pt x="940" y="1488"/>
                </a:lnTo>
                <a:lnTo>
                  <a:pt x="949" y="1492"/>
                </a:lnTo>
                <a:lnTo>
                  <a:pt x="957" y="1496"/>
                </a:lnTo>
                <a:lnTo>
                  <a:pt x="966" y="1500"/>
                </a:lnTo>
                <a:lnTo>
                  <a:pt x="974" y="1504"/>
                </a:lnTo>
                <a:lnTo>
                  <a:pt x="982" y="1508"/>
                </a:lnTo>
                <a:lnTo>
                  <a:pt x="991" y="1512"/>
                </a:lnTo>
                <a:lnTo>
                  <a:pt x="999" y="1516"/>
                </a:lnTo>
                <a:lnTo>
                  <a:pt x="1008" y="1520"/>
                </a:lnTo>
                <a:lnTo>
                  <a:pt x="1016" y="1523"/>
                </a:lnTo>
                <a:lnTo>
                  <a:pt x="1024" y="1527"/>
                </a:lnTo>
                <a:lnTo>
                  <a:pt x="1033" y="1530"/>
                </a:lnTo>
                <a:lnTo>
                  <a:pt x="1041" y="1534"/>
                </a:lnTo>
                <a:lnTo>
                  <a:pt x="1049" y="1537"/>
                </a:lnTo>
                <a:lnTo>
                  <a:pt x="1058" y="1541"/>
                </a:lnTo>
                <a:lnTo>
                  <a:pt x="1066" y="1544"/>
                </a:lnTo>
                <a:lnTo>
                  <a:pt x="1075" y="1547"/>
                </a:lnTo>
                <a:lnTo>
                  <a:pt x="1083" y="1550"/>
                </a:lnTo>
                <a:lnTo>
                  <a:pt x="1091" y="1553"/>
                </a:lnTo>
                <a:lnTo>
                  <a:pt x="1100" y="1556"/>
                </a:lnTo>
                <a:lnTo>
                  <a:pt x="1108" y="1559"/>
                </a:lnTo>
                <a:lnTo>
                  <a:pt x="1117" y="1562"/>
                </a:lnTo>
                <a:lnTo>
                  <a:pt x="1125" y="1565"/>
                </a:lnTo>
                <a:lnTo>
                  <a:pt x="1133" y="1567"/>
                </a:lnTo>
                <a:lnTo>
                  <a:pt x="1142" y="1570"/>
                </a:lnTo>
                <a:lnTo>
                  <a:pt x="1150" y="1573"/>
                </a:lnTo>
                <a:lnTo>
                  <a:pt x="1159" y="1575"/>
                </a:lnTo>
                <a:lnTo>
                  <a:pt x="1167" y="1578"/>
                </a:lnTo>
                <a:lnTo>
                  <a:pt x="1175" y="1580"/>
                </a:lnTo>
                <a:lnTo>
                  <a:pt x="1184" y="1582"/>
                </a:lnTo>
                <a:lnTo>
                  <a:pt x="1192" y="1585"/>
                </a:lnTo>
                <a:lnTo>
                  <a:pt x="1201" y="1587"/>
                </a:lnTo>
                <a:lnTo>
                  <a:pt x="1209" y="1589"/>
                </a:lnTo>
                <a:lnTo>
                  <a:pt x="1217" y="1591"/>
                </a:lnTo>
                <a:lnTo>
                  <a:pt x="1226" y="1593"/>
                </a:lnTo>
                <a:lnTo>
                  <a:pt x="1234" y="1595"/>
                </a:lnTo>
                <a:lnTo>
                  <a:pt x="1243" y="1597"/>
                </a:lnTo>
                <a:lnTo>
                  <a:pt x="1251" y="1599"/>
                </a:lnTo>
                <a:lnTo>
                  <a:pt x="1259" y="1601"/>
                </a:lnTo>
                <a:lnTo>
                  <a:pt x="1268" y="1602"/>
                </a:lnTo>
                <a:lnTo>
                  <a:pt x="1276" y="1604"/>
                </a:lnTo>
                <a:lnTo>
                  <a:pt x="1285" y="1605"/>
                </a:lnTo>
                <a:lnTo>
                  <a:pt x="1293" y="1607"/>
                </a:lnTo>
                <a:lnTo>
                  <a:pt x="1301" y="1608"/>
                </a:lnTo>
                <a:lnTo>
                  <a:pt x="1310" y="1610"/>
                </a:lnTo>
                <a:lnTo>
                  <a:pt x="1318" y="1611"/>
                </a:lnTo>
                <a:lnTo>
                  <a:pt x="1327" y="1612"/>
                </a:lnTo>
                <a:lnTo>
                  <a:pt x="1335" y="1613"/>
                </a:lnTo>
                <a:lnTo>
                  <a:pt x="1343" y="1614"/>
                </a:lnTo>
                <a:lnTo>
                  <a:pt x="1352" y="1615"/>
                </a:lnTo>
                <a:lnTo>
                  <a:pt x="1360" y="1616"/>
                </a:lnTo>
                <a:lnTo>
                  <a:pt x="1369" y="1617"/>
                </a:lnTo>
                <a:lnTo>
                  <a:pt x="1377" y="1618"/>
                </a:lnTo>
                <a:lnTo>
                  <a:pt x="1385" y="1619"/>
                </a:lnTo>
                <a:lnTo>
                  <a:pt x="1394" y="1620"/>
                </a:lnTo>
                <a:lnTo>
                  <a:pt x="1402" y="1620"/>
                </a:lnTo>
                <a:lnTo>
                  <a:pt x="1411" y="1621"/>
                </a:lnTo>
                <a:lnTo>
                  <a:pt x="1419" y="1621"/>
                </a:lnTo>
                <a:lnTo>
                  <a:pt x="1427" y="1622"/>
                </a:lnTo>
                <a:lnTo>
                  <a:pt x="1436" y="1622"/>
                </a:lnTo>
                <a:lnTo>
                  <a:pt x="1444" y="1622"/>
                </a:lnTo>
                <a:lnTo>
                  <a:pt x="1453" y="1623"/>
                </a:lnTo>
                <a:lnTo>
                  <a:pt x="1461" y="1623"/>
                </a:lnTo>
                <a:lnTo>
                  <a:pt x="1469" y="1623"/>
                </a:lnTo>
                <a:lnTo>
                  <a:pt x="1478" y="1623"/>
                </a:lnTo>
                <a:lnTo>
                  <a:pt x="1486" y="1623"/>
                </a:lnTo>
                <a:lnTo>
                  <a:pt x="1494" y="1623"/>
                </a:lnTo>
                <a:lnTo>
                  <a:pt x="1503" y="1623"/>
                </a:lnTo>
                <a:lnTo>
                  <a:pt x="1511" y="1623"/>
                </a:lnTo>
                <a:lnTo>
                  <a:pt x="1520" y="1622"/>
                </a:lnTo>
                <a:lnTo>
                  <a:pt x="1528" y="1622"/>
                </a:lnTo>
                <a:lnTo>
                  <a:pt x="1536" y="1621"/>
                </a:lnTo>
                <a:lnTo>
                  <a:pt x="1545" y="1621"/>
                </a:lnTo>
                <a:lnTo>
                  <a:pt x="1553" y="1620"/>
                </a:lnTo>
                <a:lnTo>
                  <a:pt x="1562" y="1620"/>
                </a:lnTo>
                <a:lnTo>
                  <a:pt x="1570" y="1619"/>
                </a:lnTo>
                <a:lnTo>
                  <a:pt x="1578" y="1618"/>
                </a:lnTo>
                <a:lnTo>
                  <a:pt x="1587" y="1618"/>
                </a:lnTo>
                <a:lnTo>
                  <a:pt x="1595" y="1617"/>
                </a:lnTo>
                <a:lnTo>
                  <a:pt x="1604" y="1616"/>
                </a:lnTo>
                <a:lnTo>
                  <a:pt x="1612" y="1615"/>
                </a:lnTo>
                <a:lnTo>
                  <a:pt x="1620" y="1614"/>
                </a:lnTo>
                <a:lnTo>
                  <a:pt x="1629" y="1613"/>
                </a:lnTo>
                <a:lnTo>
                  <a:pt x="1637" y="1611"/>
                </a:lnTo>
                <a:lnTo>
                  <a:pt x="1646" y="1610"/>
                </a:lnTo>
                <a:lnTo>
                  <a:pt x="1654" y="1609"/>
                </a:lnTo>
                <a:lnTo>
                  <a:pt x="1662" y="1607"/>
                </a:lnTo>
                <a:lnTo>
                  <a:pt x="1671" y="1606"/>
                </a:lnTo>
                <a:lnTo>
                  <a:pt x="1679" y="1604"/>
                </a:lnTo>
                <a:lnTo>
                  <a:pt x="1688" y="1603"/>
                </a:lnTo>
                <a:lnTo>
                  <a:pt x="1696" y="1601"/>
                </a:lnTo>
                <a:lnTo>
                  <a:pt x="1704" y="1600"/>
                </a:lnTo>
                <a:lnTo>
                  <a:pt x="1713" y="1598"/>
                </a:lnTo>
                <a:lnTo>
                  <a:pt x="1721" y="1596"/>
                </a:lnTo>
                <a:lnTo>
                  <a:pt x="1730" y="1594"/>
                </a:lnTo>
                <a:lnTo>
                  <a:pt x="1738" y="1592"/>
                </a:lnTo>
                <a:lnTo>
                  <a:pt x="1746" y="1590"/>
                </a:lnTo>
                <a:lnTo>
                  <a:pt x="1755" y="1588"/>
                </a:lnTo>
                <a:lnTo>
                  <a:pt x="1763" y="1586"/>
                </a:lnTo>
                <a:lnTo>
                  <a:pt x="1772" y="1583"/>
                </a:lnTo>
                <a:lnTo>
                  <a:pt x="1780" y="1581"/>
                </a:lnTo>
                <a:lnTo>
                  <a:pt x="1788" y="1579"/>
                </a:lnTo>
                <a:lnTo>
                  <a:pt x="1797" y="1576"/>
                </a:lnTo>
                <a:lnTo>
                  <a:pt x="1805" y="1574"/>
                </a:lnTo>
                <a:lnTo>
                  <a:pt x="1814" y="1571"/>
                </a:lnTo>
                <a:lnTo>
                  <a:pt x="1822" y="1569"/>
                </a:lnTo>
                <a:lnTo>
                  <a:pt x="1830" y="1566"/>
                </a:lnTo>
                <a:lnTo>
                  <a:pt x="1839" y="1563"/>
                </a:lnTo>
                <a:lnTo>
                  <a:pt x="1847" y="1560"/>
                </a:lnTo>
                <a:lnTo>
                  <a:pt x="1856" y="1557"/>
                </a:lnTo>
                <a:lnTo>
                  <a:pt x="1864" y="1554"/>
                </a:lnTo>
                <a:lnTo>
                  <a:pt x="1872" y="1551"/>
                </a:lnTo>
                <a:lnTo>
                  <a:pt x="1881" y="1548"/>
                </a:lnTo>
                <a:lnTo>
                  <a:pt x="1889" y="1545"/>
                </a:lnTo>
                <a:lnTo>
                  <a:pt x="1897" y="1542"/>
                </a:lnTo>
                <a:lnTo>
                  <a:pt x="1906" y="1539"/>
                </a:lnTo>
                <a:lnTo>
                  <a:pt x="1914" y="1535"/>
                </a:lnTo>
                <a:lnTo>
                  <a:pt x="1923" y="1532"/>
                </a:lnTo>
                <a:lnTo>
                  <a:pt x="1931" y="1528"/>
                </a:lnTo>
                <a:lnTo>
                  <a:pt x="1939" y="1525"/>
                </a:lnTo>
                <a:lnTo>
                  <a:pt x="1948" y="1521"/>
                </a:lnTo>
                <a:lnTo>
                  <a:pt x="1956" y="1517"/>
                </a:lnTo>
                <a:lnTo>
                  <a:pt x="1965" y="1514"/>
                </a:lnTo>
                <a:lnTo>
                  <a:pt x="1973" y="1510"/>
                </a:lnTo>
                <a:lnTo>
                  <a:pt x="1981" y="1506"/>
                </a:lnTo>
                <a:lnTo>
                  <a:pt x="1990" y="1502"/>
                </a:lnTo>
                <a:lnTo>
                  <a:pt x="1998" y="1498"/>
                </a:lnTo>
                <a:lnTo>
                  <a:pt x="2007" y="1494"/>
                </a:lnTo>
                <a:lnTo>
                  <a:pt x="2015" y="1490"/>
                </a:lnTo>
                <a:lnTo>
                  <a:pt x="2023" y="1486"/>
                </a:lnTo>
                <a:lnTo>
                  <a:pt x="2032" y="1481"/>
                </a:lnTo>
                <a:lnTo>
                  <a:pt x="2040" y="1477"/>
                </a:lnTo>
                <a:lnTo>
                  <a:pt x="2049" y="1473"/>
                </a:lnTo>
                <a:lnTo>
                  <a:pt x="2057" y="1468"/>
                </a:lnTo>
                <a:lnTo>
                  <a:pt x="2065" y="1464"/>
                </a:lnTo>
                <a:lnTo>
                  <a:pt x="2074" y="1459"/>
                </a:lnTo>
                <a:lnTo>
                  <a:pt x="2082" y="1454"/>
                </a:lnTo>
                <a:lnTo>
                  <a:pt x="2091" y="1450"/>
                </a:lnTo>
                <a:lnTo>
                  <a:pt x="2099" y="1445"/>
                </a:lnTo>
                <a:lnTo>
                  <a:pt x="2107" y="1440"/>
                </a:lnTo>
                <a:lnTo>
                  <a:pt x="2116" y="1435"/>
                </a:lnTo>
                <a:lnTo>
                  <a:pt x="2124" y="1430"/>
                </a:lnTo>
                <a:lnTo>
                  <a:pt x="2133" y="1425"/>
                </a:lnTo>
                <a:lnTo>
                  <a:pt x="2141" y="1420"/>
                </a:lnTo>
                <a:lnTo>
                  <a:pt x="2149" y="1415"/>
                </a:lnTo>
                <a:lnTo>
                  <a:pt x="2158" y="1409"/>
                </a:lnTo>
                <a:lnTo>
                  <a:pt x="2166" y="1404"/>
                </a:lnTo>
                <a:lnTo>
                  <a:pt x="2175" y="1399"/>
                </a:lnTo>
                <a:lnTo>
                  <a:pt x="2183" y="1393"/>
                </a:lnTo>
                <a:lnTo>
                  <a:pt x="2191" y="1388"/>
                </a:lnTo>
                <a:lnTo>
                  <a:pt x="2200" y="1382"/>
                </a:lnTo>
                <a:lnTo>
                  <a:pt x="2208" y="1377"/>
                </a:lnTo>
                <a:lnTo>
                  <a:pt x="2217" y="1371"/>
                </a:lnTo>
                <a:lnTo>
                  <a:pt x="2225" y="1365"/>
                </a:lnTo>
                <a:lnTo>
                  <a:pt x="2233" y="1359"/>
                </a:lnTo>
                <a:lnTo>
                  <a:pt x="2242" y="1353"/>
                </a:lnTo>
                <a:lnTo>
                  <a:pt x="2250" y="1347"/>
                </a:lnTo>
                <a:lnTo>
                  <a:pt x="2259" y="1341"/>
                </a:lnTo>
                <a:lnTo>
                  <a:pt x="2267" y="1335"/>
                </a:lnTo>
                <a:lnTo>
                  <a:pt x="2275" y="1329"/>
                </a:lnTo>
                <a:lnTo>
                  <a:pt x="2284" y="1323"/>
                </a:lnTo>
                <a:lnTo>
                  <a:pt x="2292" y="1317"/>
                </a:lnTo>
                <a:lnTo>
                  <a:pt x="2301" y="1310"/>
                </a:lnTo>
                <a:lnTo>
                  <a:pt x="2309" y="1304"/>
                </a:lnTo>
                <a:lnTo>
                  <a:pt x="2317" y="1297"/>
                </a:lnTo>
                <a:lnTo>
                  <a:pt x="2326" y="1291"/>
                </a:lnTo>
                <a:lnTo>
                  <a:pt x="2334" y="1284"/>
                </a:lnTo>
                <a:lnTo>
                  <a:pt x="2342" y="1277"/>
                </a:lnTo>
                <a:lnTo>
                  <a:pt x="2351" y="1271"/>
                </a:lnTo>
                <a:lnTo>
                  <a:pt x="2359" y="1264"/>
                </a:lnTo>
                <a:lnTo>
                  <a:pt x="2368" y="1257"/>
                </a:lnTo>
                <a:lnTo>
                  <a:pt x="2376" y="1250"/>
                </a:lnTo>
                <a:lnTo>
                  <a:pt x="2384" y="1243"/>
                </a:lnTo>
                <a:lnTo>
                  <a:pt x="2393" y="1236"/>
                </a:lnTo>
                <a:lnTo>
                  <a:pt x="2401" y="1229"/>
                </a:lnTo>
                <a:lnTo>
                  <a:pt x="2410" y="1222"/>
                </a:lnTo>
                <a:lnTo>
                  <a:pt x="2418" y="1214"/>
                </a:lnTo>
                <a:lnTo>
                  <a:pt x="2426" y="1207"/>
                </a:lnTo>
                <a:lnTo>
                  <a:pt x="2435" y="1199"/>
                </a:lnTo>
                <a:lnTo>
                  <a:pt x="2443" y="1192"/>
                </a:lnTo>
                <a:lnTo>
                  <a:pt x="2452" y="1184"/>
                </a:lnTo>
                <a:lnTo>
                  <a:pt x="2460" y="1177"/>
                </a:lnTo>
                <a:lnTo>
                  <a:pt x="2468" y="1169"/>
                </a:lnTo>
                <a:lnTo>
                  <a:pt x="2477" y="1161"/>
                </a:lnTo>
                <a:lnTo>
                  <a:pt x="2485" y="1154"/>
                </a:lnTo>
                <a:lnTo>
                  <a:pt x="2494" y="1146"/>
                </a:lnTo>
                <a:lnTo>
                  <a:pt x="2502" y="1138"/>
                </a:lnTo>
                <a:lnTo>
                  <a:pt x="2510" y="1130"/>
                </a:lnTo>
                <a:lnTo>
                  <a:pt x="2519" y="1122"/>
                </a:lnTo>
                <a:lnTo>
                  <a:pt x="2527" y="1114"/>
                </a:lnTo>
                <a:lnTo>
                  <a:pt x="2536" y="1105"/>
                </a:lnTo>
                <a:lnTo>
                  <a:pt x="2544" y="1097"/>
                </a:lnTo>
                <a:lnTo>
                  <a:pt x="2552" y="1089"/>
                </a:lnTo>
                <a:lnTo>
                  <a:pt x="2561" y="1080"/>
                </a:lnTo>
                <a:lnTo>
                  <a:pt x="2569" y="1072"/>
                </a:lnTo>
                <a:lnTo>
                  <a:pt x="2578" y="1063"/>
                </a:lnTo>
                <a:lnTo>
                  <a:pt x="2586" y="1055"/>
                </a:lnTo>
                <a:lnTo>
                  <a:pt x="2594" y="1046"/>
                </a:lnTo>
                <a:lnTo>
                  <a:pt x="2603" y="1038"/>
                </a:lnTo>
                <a:lnTo>
                  <a:pt x="2611" y="1029"/>
                </a:lnTo>
                <a:lnTo>
                  <a:pt x="2620" y="1020"/>
                </a:lnTo>
                <a:lnTo>
                  <a:pt x="2628" y="1011"/>
                </a:lnTo>
                <a:lnTo>
                  <a:pt x="2636" y="1002"/>
                </a:lnTo>
                <a:lnTo>
                  <a:pt x="2645" y="993"/>
                </a:lnTo>
                <a:lnTo>
                  <a:pt x="2653" y="984"/>
                </a:lnTo>
                <a:lnTo>
                  <a:pt x="2662" y="975"/>
                </a:lnTo>
                <a:lnTo>
                  <a:pt x="2670" y="965"/>
                </a:lnTo>
                <a:lnTo>
                  <a:pt x="2678" y="956"/>
                </a:lnTo>
                <a:lnTo>
                  <a:pt x="2687" y="947"/>
                </a:lnTo>
                <a:lnTo>
                  <a:pt x="2695" y="937"/>
                </a:lnTo>
                <a:lnTo>
                  <a:pt x="2704" y="928"/>
                </a:lnTo>
                <a:lnTo>
                  <a:pt x="2712" y="918"/>
                </a:lnTo>
                <a:lnTo>
                  <a:pt x="2720" y="909"/>
                </a:lnTo>
                <a:lnTo>
                  <a:pt x="2729" y="899"/>
                </a:lnTo>
                <a:lnTo>
                  <a:pt x="2737" y="889"/>
                </a:lnTo>
                <a:lnTo>
                  <a:pt x="2745" y="879"/>
                </a:lnTo>
                <a:lnTo>
                  <a:pt x="2754" y="869"/>
                </a:lnTo>
                <a:lnTo>
                  <a:pt x="2762" y="859"/>
                </a:lnTo>
                <a:lnTo>
                  <a:pt x="2771" y="849"/>
                </a:lnTo>
                <a:lnTo>
                  <a:pt x="2779" y="839"/>
                </a:lnTo>
                <a:lnTo>
                  <a:pt x="2787" y="829"/>
                </a:lnTo>
                <a:lnTo>
                  <a:pt x="2796" y="819"/>
                </a:lnTo>
                <a:lnTo>
                  <a:pt x="2804" y="809"/>
                </a:lnTo>
                <a:lnTo>
                  <a:pt x="2813" y="798"/>
                </a:lnTo>
                <a:lnTo>
                  <a:pt x="2821" y="788"/>
                </a:lnTo>
                <a:lnTo>
                  <a:pt x="2829" y="777"/>
                </a:lnTo>
                <a:lnTo>
                  <a:pt x="2838" y="767"/>
                </a:lnTo>
                <a:lnTo>
                  <a:pt x="2846" y="756"/>
                </a:lnTo>
                <a:lnTo>
                  <a:pt x="2855" y="746"/>
                </a:lnTo>
                <a:lnTo>
                  <a:pt x="2863" y="735"/>
                </a:lnTo>
                <a:lnTo>
                  <a:pt x="2871" y="724"/>
                </a:lnTo>
                <a:lnTo>
                  <a:pt x="2880" y="713"/>
                </a:lnTo>
                <a:lnTo>
                  <a:pt x="2888" y="702"/>
                </a:lnTo>
                <a:lnTo>
                  <a:pt x="2897" y="691"/>
                </a:lnTo>
                <a:lnTo>
                  <a:pt x="2905" y="680"/>
                </a:lnTo>
                <a:lnTo>
                  <a:pt x="2913" y="669"/>
                </a:lnTo>
                <a:lnTo>
                  <a:pt x="2922" y="658"/>
                </a:lnTo>
                <a:lnTo>
                  <a:pt x="2930" y="646"/>
                </a:lnTo>
                <a:lnTo>
                  <a:pt x="2939" y="635"/>
                </a:lnTo>
                <a:lnTo>
                  <a:pt x="2947" y="624"/>
                </a:lnTo>
                <a:lnTo>
                  <a:pt x="2955" y="612"/>
                </a:lnTo>
                <a:lnTo>
                  <a:pt x="2964" y="601"/>
                </a:lnTo>
                <a:lnTo>
                  <a:pt x="2972" y="589"/>
                </a:lnTo>
                <a:lnTo>
                  <a:pt x="2981" y="577"/>
                </a:lnTo>
                <a:lnTo>
                  <a:pt x="2989" y="566"/>
                </a:lnTo>
                <a:lnTo>
                  <a:pt x="2997" y="554"/>
                </a:lnTo>
                <a:lnTo>
                  <a:pt x="3006" y="542"/>
                </a:lnTo>
                <a:lnTo>
                  <a:pt x="3014" y="530"/>
                </a:lnTo>
                <a:lnTo>
                  <a:pt x="3023" y="518"/>
                </a:lnTo>
                <a:lnTo>
                  <a:pt x="3031" y="506"/>
                </a:lnTo>
                <a:lnTo>
                  <a:pt x="3039" y="494"/>
                </a:lnTo>
                <a:lnTo>
                  <a:pt x="3048" y="482"/>
                </a:lnTo>
                <a:lnTo>
                  <a:pt x="3056" y="470"/>
                </a:lnTo>
                <a:lnTo>
                  <a:pt x="3065" y="457"/>
                </a:lnTo>
                <a:lnTo>
                  <a:pt x="3073" y="445"/>
                </a:lnTo>
                <a:lnTo>
                  <a:pt x="3081" y="432"/>
                </a:lnTo>
                <a:lnTo>
                  <a:pt x="3090" y="420"/>
                </a:lnTo>
                <a:lnTo>
                  <a:pt x="3098" y="407"/>
                </a:lnTo>
                <a:lnTo>
                  <a:pt x="3107" y="395"/>
                </a:lnTo>
                <a:lnTo>
                  <a:pt x="3115" y="382"/>
                </a:lnTo>
                <a:lnTo>
                  <a:pt x="3123" y="369"/>
                </a:lnTo>
                <a:lnTo>
                  <a:pt x="3132" y="356"/>
                </a:lnTo>
                <a:lnTo>
                  <a:pt x="3140" y="343"/>
                </a:lnTo>
                <a:lnTo>
                  <a:pt x="3148" y="331"/>
                </a:lnTo>
                <a:lnTo>
                  <a:pt x="3157" y="317"/>
                </a:lnTo>
                <a:lnTo>
                  <a:pt x="3165" y="304"/>
                </a:lnTo>
                <a:lnTo>
                  <a:pt x="3174" y="291"/>
                </a:lnTo>
                <a:lnTo>
                  <a:pt x="3182" y="278"/>
                </a:lnTo>
                <a:lnTo>
                  <a:pt x="3190" y="265"/>
                </a:lnTo>
                <a:lnTo>
                  <a:pt x="3199" y="251"/>
                </a:lnTo>
                <a:lnTo>
                  <a:pt x="3207" y="238"/>
                </a:lnTo>
                <a:lnTo>
                  <a:pt x="3216" y="224"/>
                </a:lnTo>
                <a:lnTo>
                  <a:pt x="3224" y="211"/>
                </a:lnTo>
                <a:lnTo>
                  <a:pt x="3232" y="197"/>
                </a:lnTo>
                <a:lnTo>
                  <a:pt x="3241" y="184"/>
                </a:lnTo>
                <a:lnTo>
                  <a:pt x="3249" y="170"/>
                </a:lnTo>
                <a:lnTo>
                  <a:pt x="3258" y="156"/>
                </a:lnTo>
                <a:lnTo>
                  <a:pt x="3266" y="142"/>
                </a:lnTo>
                <a:lnTo>
                  <a:pt x="3274" y="128"/>
                </a:lnTo>
                <a:lnTo>
                  <a:pt x="3283" y="114"/>
                </a:lnTo>
                <a:lnTo>
                  <a:pt x="3291" y="100"/>
                </a:lnTo>
                <a:lnTo>
                  <a:pt x="3300" y="86"/>
                </a:lnTo>
                <a:lnTo>
                  <a:pt x="3308" y="72"/>
                </a:lnTo>
                <a:lnTo>
                  <a:pt x="3316" y="57"/>
                </a:lnTo>
                <a:lnTo>
                  <a:pt x="3325" y="43"/>
                </a:lnTo>
                <a:lnTo>
                  <a:pt x="3333" y="29"/>
                </a:lnTo>
                <a:lnTo>
                  <a:pt x="3342" y="14"/>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3055925"/>
            <a:ext cx="3063240" cy="1638605"/>
          </a:xfrm>
          <a:custGeom>
            <a:avLst/>
            <a:gdLst/>
            <a:ahLst/>
            <a:cxnLst/>
            <a:rect l="l" t="t" r="r" b="b"/>
            <a:pathLst>
              <a:path w="3350" h="1792">
                <a:moveTo>
                  <a:pt x="0" y="845"/>
                </a:moveTo>
                <a:lnTo>
                  <a:pt x="8" y="856"/>
                </a:lnTo>
                <a:lnTo>
                  <a:pt x="17" y="867"/>
                </a:lnTo>
                <a:lnTo>
                  <a:pt x="25" y="878"/>
                </a:lnTo>
                <a:lnTo>
                  <a:pt x="34" y="890"/>
                </a:lnTo>
                <a:lnTo>
                  <a:pt x="42" y="901"/>
                </a:lnTo>
                <a:lnTo>
                  <a:pt x="50" y="911"/>
                </a:lnTo>
                <a:lnTo>
                  <a:pt x="59" y="922"/>
                </a:lnTo>
                <a:lnTo>
                  <a:pt x="67" y="933"/>
                </a:lnTo>
                <a:lnTo>
                  <a:pt x="76" y="944"/>
                </a:lnTo>
                <a:lnTo>
                  <a:pt x="84" y="954"/>
                </a:lnTo>
                <a:lnTo>
                  <a:pt x="92" y="965"/>
                </a:lnTo>
                <a:lnTo>
                  <a:pt x="101" y="975"/>
                </a:lnTo>
                <a:lnTo>
                  <a:pt x="109" y="986"/>
                </a:lnTo>
                <a:lnTo>
                  <a:pt x="118" y="996"/>
                </a:lnTo>
                <a:lnTo>
                  <a:pt x="126" y="1007"/>
                </a:lnTo>
                <a:lnTo>
                  <a:pt x="134" y="1017"/>
                </a:lnTo>
                <a:lnTo>
                  <a:pt x="143" y="1027"/>
                </a:lnTo>
                <a:lnTo>
                  <a:pt x="151" y="1037"/>
                </a:lnTo>
                <a:lnTo>
                  <a:pt x="160" y="1047"/>
                </a:lnTo>
                <a:lnTo>
                  <a:pt x="168" y="1057"/>
                </a:lnTo>
                <a:lnTo>
                  <a:pt x="176" y="1067"/>
                </a:lnTo>
                <a:lnTo>
                  <a:pt x="185" y="1077"/>
                </a:lnTo>
                <a:lnTo>
                  <a:pt x="193" y="1087"/>
                </a:lnTo>
                <a:lnTo>
                  <a:pt x="202" y="1096"/>
                </a:lnTo>
                <a:lnTo>
                  <a:pt x="210" y="1106"/>
                </a:lnTo>
                <a:lnTo>
                  <a:pt x="218" y="1116"/>
                </a:lnTo>
                <a:lnTo>
                  <a:pt x="227" y="1125"/>
                </a:lnTo>
                <a:lnTo>
                  <a:pt x="235" y="1134"/>
                </a:lnTo>
                <a:lnTo>
                  <a:pt x="243" y="1144"/>
                </a:lnTo>
                <a:lnTo>
                  <a:pt x="252" y="1153"/>
                </a:lnTo>
                <a:lnTo>
                  <a:pt x="260" y="1162"/>
                </a:lnTo>
                <a:lnTo>
                  <a:pt x="269" y="1172"/>
                </a:lnTo>
                <a:lnTo>
                  <a:pt x="277" y="1181"/>
                </a:lnTo>
                <a:lnTo>
                  <a:pt x="285" y="1190"/>
                </a:lnTo>
                <a:lnTo>
                  <a:pt x="294" y="1199"/>
                </a:lnTo>
                <a:lnTo>
                  <a:pt x="302" y="1208"/>
                </a:lnTo>
                <a:lnTo>
                  <a:pt x="311" y="1216"/>
                </a:lnTo>
                <a:lnTo>
                  <a:pt x="319" y="1225"/>
                </a:lnTo>
                <a:lnTo>
                  <a:pt x="327" y="1234"/>
                </a:lnTo>
                <a:lnTo>
                  <a:pt x="336" y="1242"/>
                </a:lnTo>
                <a:lnTo>
                  <a:pt x="344" y="1251"/>
                </a:lnTo>
                <a:lnTo>
                  <a:pt x="353" y="1259"/>
                </a:lnTo>
                <a:lnTo>
                  <a:pt x="361" y="1268"/>
                </a:lnTo>
                <a:lnTo>
                  <a:pt x="369" y="1276"/>
                </a:lnTo>
                <a:lnTo>
                  <a:pt x="378" y="1285"/>
                </a:lnTo>
                <a:lnTo>
                  <a:pt x="386" y="1293"/>
                </a:lnTo>
                <a:lnTo>
                  <a:pt x="395" y="1301"/>
                </a:lnTo>
                <a:lnTo>
                  <a:pt x="403" y="1309"/>
                </a:lnTo>
                <a:lnTo>
                  <a:pt x="411" y="1317"/>
                </a:lnTo>
                <a:lnTo>
                  <a:pt x="420" y="1325"/>
                </a:lnTo>
                <a:lnTo>
                  <a:pt x="428" y="1333"/>
                </a:lnTo>
                <a:lnTo>
                  <a:pt x="437" y="1341"/>
                </a:lnTo>
                <a:lnTo>
                  <a:pt x="445" y="1348"/>
                </a:lnTo>
                <a:lnTo>
                  <a:pt x="453" y="1356"/>
                </a:lnTo>
                <a:lnTo>
                  <a:pt x="462" y="1364"/>
                </a:lnTo>
                <a:lnTo>
                  <a:pt x="470" y="1371"/>
                </a:lnTo>
                <a:lnTo>
                  <a:pt x="479" y="1379"/>
                </a:lnTo>
                <a:lnTo>
                  <a:pt x="487" y="1386"/>
                </a:lnTo>
                <a:lnTo>
                  <a:pt x="495" y="1394"/>
                </a:lnTo>
                <a:lnTo>
                  <a:pt x="504" y="1401"/>
                </a:lnTo>
                <a:lnTo>
                  <a:pt x="512" y="1408"/>
                </a:lnTo>
                <a:lnTo>
                  <a:pt x="521" y="1415"/>
                </a:lnTo>
                <a:lnTo>
                  <a:pt x="529" y="1422"/>
                </a:lnTo>
                <a:lnTo>
                  <a:pt x="537" y="1429"/>
                </a:lnTo>
                <a:lnTo>
                  <a:pt x="546" y="1436"/>
                </a:lnTo>
                <a:lnTo>
                  <a:pt x="554" y="1443"/>
                </a:lnTo>
                <a:lnTo>
                  <a:pt x="563" y="1450"/>
                </a:lnTo>
                <a:lnTo>
                  <a:pt x="571" y="1457"/>
                </a:lnTo>
                <a:lnTo>
                  <a:pt x="579" y="1463"/>
                </a:lnTo>
                <a:lnTo>
                  <a:pt x="588" y="1470"/>
                </a:lnTo>
                <a:lnTo>
                  <a:pt x="596" y="1477"/>
                </a:lnTo>
                <a:lnTo>
                  <a:pt x="605" y="1483"/>
                </a:lnTo>
                <a:lnTo>
                  <a:pt x="613" y="1489"/>
                </a:lnTo>
                <a:lnTo>
                  <a:pt x="621" y="1496"/>
                </a:lnTo>
                <a:lnTo>
                  <a:pt x="630" y="1502"/>
                </a:lnTo>
                <a:lnTo>
                  <a:pt x="638" y="1508"/>
                </a:lnTo>
                <a:lnTo>
                  <a:pt x="646" y="1514"/>
                </a:lnTo>
                <a:lnTo>
                  <a:pt x="655" y="1521"/>
                </a:lnTo>
                <a:lnTo>
                  <a:pt x="663" y="1527"/>
                </a:lnTo>
                <a:lnTo>
                  <a:pt x="672" y="1532"/>
                </a:lnTo>
                <a:lnTo>
                  <a:pt x="680" y="1538"/>
                </a:lnTo>
                <a:lnTo>
                  <a:pt x="688" y="1544"/>
                </a:lnTo>
                <a:lnTo>
                  <a:pt x="697" y="1550"/>
                </a:lnTo>
                <a:lnTo>
                  <a:pt x="705" y="1556"/>
                </a:lnTo>
                <a:lnTo>
                  <a:pt x="714" y="1561"/>
                </a:lnTo>
                <a:lnTo>
                  <a:pt x="722" y="1567"/>
                </a:lnTo>
                <a:lnTo>
                  <a:pt x="730" y="1572"/>
                </a:lnTo>
                <a:lnTo>
                  <a:pt x="739" y="1578"/>
                </a:lnTo>
                <a:lnTo>
                  <a:pt x="747" y="1583"/>
                </a:lnTo>
                <a:lnTo>
                  <a:pt x="756" y="1588"/>
                </a:lnTo>
                <a:lnTo>
                  <a:pt x="764" y="1593"/>
                </a:lnTo>
                <a:lnTo>
                  <a:pt x="772" y="1599"/>
                </a:lnTo>
                <a:lnTo>
                  <a:pt x="781" y="1604"/>
                </a:lnTo>
                <a:lnTo>
                  <a:pt x="789" y="1609"/>
                </a:lnTo>
                <a:lnTo>
                  <a:pt x="798" y="1614"/>
                </a:lnTo>
                <a:lnTo>
                  <a:pt x="806" y="1618"/>
                </a:lnTo>
                <a:lnTo>
                  <a:pt x="814" y="1623"/>
                </a:lnTo>
                <a:lnTo>
                  <a:pt x="823" y="1628"/>
                </a:lnTo>
                <a:lnTo>
                  <a:pt x="831" y="1633"/>
                </a:lnTo>
                <a:lnTo>
                  <a:pt x="840" y="1637"/>
                </a:lnTo>
                <a:lnTo>
                  <a:pt x="848" y="1642"/>
                </a:lnTo>
                <a:lnTo>
                  <a:pt x="856" y="1646"/>
                </a:lnTo>
                <a:lnTo>
                  <a:pt x="865" y="1651"/>
                </a:lnTo>
                <a:lnTo>
                  <a:pt x="873" y="1655"/>
                </a:lnTo>
                <a:lnTo>
                  <a:pt x="882" y="1659"/>
                </a:lnTo>
                <a:lnTo>
                  <a:pt x="890" y="1663"/>
                </a:lnTo>
                <a:lnTo>
                  <a:pt x="898" y="1667"/>
                </a:lnTo>
                <a:lnTo>
                  <a:pt x="907" y="1672"/>
                </a:lnTo>
                <a:lnTo>
                  <a:pt x="915" y="1676"/>
                </a:lnTo>
                <a:lnTo>
                  <a:pt x="924" y="1679"/>
                </a:lnTo>
                <a:lnTo>
                  <a:pt x="932" y="1683"/>
                </a:lnTo>
                <a:lnTo>
                  <a:pt x="940" y="1687"/>
                </a:lnTo>
                <a:lnTo>
                  <a:pt x="949" y="1691"/>
                </a:lnTo>
                <a:lnTo>
                  <a:pt x="957" y="1694"/>
                </a:lnTo>
                <a:lnTo>
                  <a:pt x="966" y="1698"/>
                </a:lnTo>
                <a:lnTo>
                  <a:pt x="974" y="1702"/>
                </a:lnTo>
                <a:lnTo>
                  <a:pt x="982" y="1705"/>
                </a:lnTo>
                <a:lnTo>
                  <a:pt x="991" y="1708"/>
                </a:lnTo>
                <a:lnTo>
                  <a:pt x="999" y="1712"/>
                </a:lnTo>
                <a:lnTo>
                  <a:pt x="1008" y="1715"/>
                </a:lnTo>
                <a:lnTo>
                  <a:pt x="1016" y="1718"/>
                </a:lnTo>
                <a:lnTo>
                  <a:pt x="1024" y="1721"/>
                </a:lnTo>
                <a:lnTo>
                  <a:pt x="1033" y="1724"/>
                </a:lnTo>
                <a:lnTo>
                  <a:pt x="1041" y="1727"/>
                </a:lnTo>
                <a:lnTo>
                  <a:pt x="1049" y="1730"/>
                </a:lnTo>
                <a:lnTo>
                  <a:pt x="1058" y="1733"/>
                </a:lnTo>
                <a:lnTo>
                  <a:pt x="1066" y="1736"/>
                </a:lnTo>
                <a:lnTo>
                  <a:pt x="1075" y="1739"/>
                </a:lnTo>
                <a:lnTo>
                  <a:pt x="1083" y="1741"/>
                </a:lnTo>
                <a:lnTo>
                  <a:pt x="1091" y="1744"/>
                </a:lnTo>
                <a:lnTo>
                  <a:pt x="1100" y="1746"/>
                </a:lnTo>
                <a:lnTo>
                  <a:pt x="1108" y="1749"/>
                </a:lnTo>
                <a:lnTo>
                  <a:pt x="1117" y="1751"/>
                </a:lnTo>
                <a:lnTo>
                  <a:pt x="1125" y="1754"/>
                </a:lnTo>
                <a:lnTo>
                  <a:pt x="1133" y="1756"/>
                </a:lnTo>
                <a:lnTo>
                  <a:pt x="1142" y="1758"/>
                </a:lnTo>
                <a:lnTo>
                  <a:pt x="1150" y="1760"/>
                </a:lnTo>
                <a:lnTo>
                  <a:pt x="1159" y="1762"/>
                </a:lnTo>
                <a:lnTo>
                  <a:pt x="1167" y="1764"/>
                </a:lnTo>
                <a:lnTo>
                  <a:pt x="1175" y="1766"/>
                </a:lnTo>
                <a:lnTo>
                  <a:pt x="1184" y="1768"/>
                </a:lnTo>
                <a:lnTo>
                  <a:pt x="1192" y="1770"/>
                </a:lnTo>
                <a:lnTo>
                  <a:pt x="1201" y="1771"/>
                </a:lnTo>
                <a:lnTo>
                  <a:pt x="1209" y="1773"/>
                </a:lnTo>
                <a:lnTo>
                  <a:pt x="1217" y="1775"/>
                </a:lnTo>
                <a:lnTo>
                  <a:pt x="1226" y="1776"/>
                </a:lnTo>
                <a:lnTo>
                  <a:pt x="1234" y="1778"/>
                </a:lnTo>
                <a:lnTo>
                  <a:pt x="1243" y="1779"/>
                </a:lnTo>
                <a:lnTo>
                  <a:pt x="1251" y="1780"/>
                </a:lnTo>
                <a:lnTo>
                  <a:pt x="1259" y="1781"/>
                </a:lnTo>
                <a:lnTo>
                  <a:pt x="1268" y="1783"/>
                </a:lnTo>
                <a:lnTo>
                  <a:pt x="1276" y="1784"/>
                </a:lnTo>
                <a:lnTo>
                  <a:pt x="1285" y="1785"/>
                </a:lnTo>
                <a:lnTo>
                  <a:pt x="1293" y="1786"/>
                </a:lnTo>
                <a:lnTo>
                  <a:pt x="1301" y="1787"/>
                </a:lnTo>
                <a:lnTo>
                  <a:pt x="1310" y="1787"/>
                </a:lnTo>
                <a:lnTo>
                  <a:pt x="1318" y="1788"/>
                </a:lnTo>
                <a:lnTo>
                  <a:pt x="1327" y="1789"/>
                </a:lnTo>
                <a:lnTo>
                  <a:pt x="1335" y="1790"/>
                </a:lnTo>
                <a:lnTo>
                  <a:pt x="1343" y="1790"/>
                </a:lnTo>
                <a:lnTo>
                  <a:pt x="1352" y="1791"/>
                </a:lnTo>
                <a:lnTo>
                  <a:pt x="1360" y="1791"/>
                </a:lnTo>
                <a:lnTo>
                  <a:pt x="1369" y="1791"/>
                </a:lnTo>
                <a:lnTo>
                  <a:pt x="1377" y="1792"/>
                </a:lnTo>
                <a:lnTo>
                  <a:pt x="1385" y="1792"/>
                </a:lnTo>
                <a:lnTo>
                  <a:pt x="1394" y="1792"/>
                </a:lnTo>
                <a:lnTo>
                  <a:pt x="1402" y="1792"/>
                </a:lnTo>
                <a:lnTo>
                  <a:pt x="1411" y="1792"/>
                </a:lnTo>
                <a:lnTo>
                  <a:pt x="1419" y="1792"/>
                </a:lnTo>
                <a:lnTo>
                  <a:pt x="1427" y="1792"/>
                </a:lnTo>
                <a:lnTo>
                  <a:pt x="1436" y="1792"/>
                </a:lnTo>
                <a:lnTo>
                  <a:pt x="1444" y="1792"/>
                </a:lnTo>
                <a:lnTo>
                  <a:pt x="1453" y="1791"/>
                </a:lnTo>
                <a:lnTo>
                  <a:pt x="1461" y="1791"/>
                </a:lnTo>
                <a:lnTo>
                  <a:pt x="1469" y="1791"/>
                </a:lnTo>
                <a:lnTo>
                  <a:pt x="1478" y="1790"/>
                </a:lnTo>
                <a:lnTo>
                  <a:pt x="1486" y="1790"/>
                </a:lnTo>
                <a:lnTo>
                  <a:pt x="1494" y="1789"/>
                </a:lnTo>
                <a:lnTo>
                  <a:pt x="1503" y="1788"/>
                </a:lnTo>
                <a:lnTo>
                  <a:pt x="1511" y="1787"/>
                </a:lnTo>
                <a:lnTo>
                  <a:pt x="1520" y="1787"/>
                </a:lnTo>
                <a:lnTo>
                  <a:pt x="1528" y="1786"/>
                </a:lnTo>
                <a:lnTo>
                  <a:pt x="1536" y="1785"/>
                </a:lnTo>
                <a:lnTo>
                  <a:pt x="1545" y="1784"/>
                </a:lnTo>
                <a:lnTo>
                  <a:pt x="1553" y="1783"/>
                </a:lnTo>
                <a:lnTo>
                  <a:pt x="1562" y="1781"/>
                </a:lnTo>
                <a:lnTo>
                  <a:pt x="1570" y="1780"/>
                </a:lnTo>
                <a:lnTo>
                  <a:pt x="1578" y="1779"/>
                </a:lnTo>
                <a:lnTo>
                  <a:pt x="1587" y="1777"/>
                </a:lnTo>
                <a:lnTo>
                  <a:pt x="1595" y="1776"/>
                </a:lnTo>
                <a:lnTo>
                  <a:pt x="1604" y="1774"/>
                </a:lnTo>
                <a:lnTo>
                  <a:pt x="1612" y="1773"/>
                </a:lnTo>
                <a:lnTo>
                  <a:pt x="1620" y="1771"/>
                </a:lnTo>
                <a:lnTo>
                  <a:pt x="1629" y="1770"/>
                </a:lnTo>
                <a:lnTo>
                  <a:pt x="1637" y="1768"/>
                </a:lnTo>
                <a:lnTo>
                  <a:pt x="1646" y="1766"/>
                </a:lnTo>
                <a:lnTo>
                  <a:pt x="1654" y="1764"/>
                </a:lnTo>
                <a:lnTo>
                  <a:pt x="1662" y="1762"/>
                </a:lnTo>
                <a:lnTo>
                  <a:pt x="1671" y="1760"/>
                </a:lnTo>
                <a:lnTo>
                  <a:pt x="1679" y="1758"/>
                </a:lnTo>
                <a:lnTo>
                  <a:pt x="1688" y="1756"/>
                </a:lnTo>
                <a:lnTo>
                  <a:pt x="1696" y="1753"/>
                </a:lnTo>
                <a:lnTo>
                  <a:pt x="1704" y="1751"/>
                </a:lnTo>
                <a:lnTo>
                  <a:pt x="1713" y="1749"/>
                </a:lnTo>
                <a:lnTo>
                  <a:pt x="1721" y="1746"/>
                </a:lnTo>
                <a:lnTo>
                  <a:pt x="1730" y="1744"/>
                </a:lnTo>
                <a:lnTo>
                  <a:pt x="1738" y="1741"/>
                </a:lnTo>
                <a:lnTo>
                  <a:pt x="1746" y="1738"/>
                </a:lnTo>
                <a:lnTo>
                  <a:pt x="1755" y="1736"/>
                </a:lnTo>
                <a:lnTo>
                  <a:pt x="1763" y="1733"/>
                </a:lnTo>
                <a:lnTo>
                  <a:pt x="1772" y="1730"/>
                </a:lnTo>
                <a:lnTo>
                  <a:pt x="1780" y="1727"/>
                </a:lnTo>
                <a:lnTo>
                  <a:pt x="1788" y="1724"/>
                </a:lnTo>
                <a:lnTo>
                  <a:pt x="1797" y="1721"/>
                </a:lnTo>
                <a:lnTo>
                  <a:pt x="1805" y="1718"/>
                </a:lnTo>
                <a:lnTo>
                  <a:pt x="1814" y="1715"/>
                </a:lnTo>
                <a:lnTo>
                  <a:pt x="1822" y="1712"/>
                </a:lnTo>
                <a:lnTo>
                  <a:pt x="1830" y="1708"/>
                </a:lnTo>
                <a:lnTo>
                  <a:pt x="1839" y="1705"/>
                </a:lnTo>
                <a:lnTo>
                  <a:pt x="1847" y="1701"/>
                </a:lnTo>
                <a:lnTo>
                  <a:pt x="1856" y="1698"/>
                </a:lnTo>
                <a:lnTo>
                  <a:pt x="1864" y="1694"/>
                </a:lnTo>
                <a:lnTo>
                  <a:pt x="1872" y="1691"/>
                </a:lnTo>
                <a:lnTo>
                  <a:pt x="1881" y="1687"/>
                </a:lnTo>
                <a:lnTo>
                  <a:pt x="1889" y="1683"/>
                </a:lnTo>
                <a:lnTo>
                  <a:pt x="1897" y="1679"/>
                </a:lnTo>
                <a:lnTo>
                  <a:pt x="1906" y="1675"/>
                </a:lnTo>
                <a:lnTo>
                  <a:pt x="1914" y="1671"/>
                </a:lnTo>
                <a:lnTo>
                  <a:pt x="1923" y="1667"/>
                </a:lnTo>
                <a:lnTo>
                  <a:pt x="1931" y="1663"/>
                </a:lnTo>
                <a:lnTo>
                  <a:pt x="1939" y="1659"/>
                </a:lnTo>
                <a:lnTo>
                  <a:pt x="1948" y="1655"/>
                </a:lnTo>
                <a:lnTo>
                  <a:pt x="1956" y="1650"/>
                </a:lnTo>
                <a:lnTo>
                  <a:pt x="1965" y="1646"/>
                </a:lnTo>
                <a:lnTo>
                  <a:pt x="1973" y="1641"/>
                </a:lnTo>
                <a:lnTo>
                  <a:pt x="1981" y="1637"/>
                </a:lnTo>
                <a:lnTo>
                  <a:pt x="1990" y="1632"/>
                </a:lnTo>
                <a:lnTo>
                  <a:pt x="1998" y="1628"/>
                </a:lnTo>
                <a:lnTo>
                  <a:pt x="2007" y="1623"/>
                </a:lnTo>
                <a:lnTo>
                  <a:pt x="2015" y="1618"/>
                </a:lnTo>
                <a:lnTo>
                  <a:pt x="2023" y="1613"/>
                </a:lnTo>
                <a:lnTo>
                  <a:pt x="2032" y="1608"/>
                </a:lnTo>
                <a:lnTo>
                  <a:pt x="2040" y="1603"/>
                </a:lnTo>
                <a:lnTo>
                  <a:pt x="2049" y="1598"/>
                </a:lnTo>
                <a:lnTo>
                  <a:pt x="2057" y="1593"/>
                </a:lnTo>
                <a:lnTo>
                  <a:pt x="2065" y="1588"/>
                </a:lnTo>
                <a:lnTo>
                  <a:pt x="2074" y="1583"/>
                </a:lnTo>
                <a:lnTo>
                  <a:pt x="2082" y="1577"/>
                </a:lnTo>
                <a:lnTo>
                  <a:pt x="2091" y="1572"/>
                </a:lnTo>
                <a:lnTo>
                  <a:pt x="2099" y="1566"/>
                </a:lnTo>
                <a:lnTo>
                  <a:pt x="2107" y="1561"/>
                </a:lnTo>
                <a:lnTo>
                  <a:pt x="2116" y="1555"/>
                </a:lnTo>
                <a:lnTo>
                  <a:pt x="2124" y="1549"/>
                </a:lnTo>
                <a:lnTo>
                  <a:pt x="2133" y="1544"/>
                </a:lnTo>
                <a:lnTo>
                  <a:pt x="2141" y="1538"/>
                </a:lnTo>
                <a:lnTo>
                  <a:pt x="2149" y="1532"/>
                </a:lnTo>
                <a:lnTo>
                  <a:pt x="2158" y="1526"/>
                </a:lnTo>
                <a:lnTo>
                  <a:pt x="2166" y="1520"/>
                </a:lnTo>
                <a:lnTo>
                  <a:pt x="2175" y="1514"/>
                </a:lnTo>
                <a:lnTo>
                  <a:pt x="2183" y="1508"/>
                </a:lnTo>
                <a:lnTo>
                  <a:pt x="2191" y="1502"/>
                </a:lnTo>
                <a:lnTo>
                  <a:pt x="2200" y="1495"/>
                </a:lnTo>
                <a:lnTo>
                  <a:pt x="2208" y="1489"/>
                </a:lnTo>
                <a:lnTo>
                  <a:pt x="2217" y="1483"/>
                </a:lnTo>
                <a:lnTo>
                  <a:pt x="2225" y="1476"/>
                </a:lnTo>
                <a:lnTo>
                  <a:pt x="2233" y="1470"/>
                </a:lnTo>
                <a:lnTo>
                  <a:pt x="2242" y="1463"/>
                </a:lnTo>
                <a:lnTo>
                  <a:pt x="2250" y="1456"/>
                </a:lnTo>
                <a:lnTo>
                  <a:pt x="2259" y="1449"/>
                </a:lnTo>
                <a:lnTo>
                  <a:pt x="2267" y="1443"/>
                </a:lnTo>
                <a:lnTo>
                  <a:pt x="2275" y="1436"/>
                </a:lnTo>
                <a:lnTo>
                  <a:pt x="2284" y="1429"/>
                </a:lnTo>
                <a:lnTo>
                  <a:pt x="2292" y="1422"/>
                </a:lnTo>
                <a:lnTo>
                  <a:pt x="2301" y="1415"/>
                </a:lnTo>
                <a:lnTo>
                  <a:pt x="2309" y="1408"/>
                </a:lnTo>
                <a:lnTo>
                  <a:pt x="2317" y="1400"/>
                </a:lnTo>
                <a:lnTo>
                  <a:pt x="2326" y="1393"/>
                </a:lnTo>
                <a:lnTo>
                  <a:pt x="2334" y="1386"/>
                </a:lnTo>
                <a:lnTo>
                  <a:pt x="2342" y="1378"/>
                </a:lnTo>
                <a:lnTo>
                  <a:pt x="2351" y="1371"/>
                </a:lnTo>
                <a:lnTo>
                  <a:pt x="2359" y="1363"/>
                </a:lnTo>
                <a:lnTo>
                  <a:pt x="2368" y="1356"/>
                </a:lnTo>
                <a:lnTo>
                  <a:pt x="2376" y="1348"/>
                </a:lnTo>
                <a:lnTo>
                  <a:pt x="2384" y="1340"/>
                </a:lnTo>
                <a:lnTo>
                  <a:pt x="2393" y="1332"/>
                </a:lnTo>
                <a:lnTo>
                  <a:pt x="2401" y="1324"/>
                </a:lnTo>
                <a:lnTo>
                  <a:pt x="2410" y="1316"/>
                </a:lnTo>
                <a:lnTo>
                  <a:pt x="2418" y="1308"/>
                </a:lnTo>
                <a:lnTo>
                  <a:pt x="2426" y="1300"/>
                </a:lnTo>
                <a:lnTo>
                  <a:pt x="2435" y="1292"/>
                </a:lnTo>
                <a:lnTo>
                  <a:pt x="2443" y="1284"/>
                </a:lnTo>
                <a:lnTo>
                  <a:pt x="2452" y="1276"/>
                </a:lnTo>
                <a:lnTo>
                  <a:pt x="2460" y="1267"/>
                </a:lnTo>
                <a:lnTo>
                  <a:pt x="2468" y="1259"/>
                </a:lnTo>
                <a:lnTo>
                  <a:pt x="2477" y="1250"/>
                </a:lnTo>
                <a:lnTo>
                  <a:pt x="2485" y="1242"/>
                </a:lnTo>
                <a:lnTo>
                  <a:pt x="2494" y="1233"/>
                </a:lnTo>
                <a:lnTo>
                  <a:pt x="2502" y="1224"/>
                </a:lnTo>
                <a:lnTo>
                  <a:pt x="2510" y="1216"/>
                </a:lnTo>
                <a:lnTo>
                  <a:pt x="2519" y="1207"/>
                </a:lnTo>
                <a:lnTo>
                  <a:pt x="2527" y="1198"/>
                </a:lnTo>
                <a:lnTo>
                  <a:pt x="2536" y="1189"/>
                </a:lnTo>
                <a:lnTo>
                  <a:pt x="2544" y="1180"/>
                </a:lnTo>
                <a:lnTo>
                  <a:pt x="2552" y="1171"/>
                </a:lnTo>
                <a:lnTo>
                  <a:pt x="2561" y="1162"/>
                </a:lnTo>
                <a:lnTo>
                  <a:pt x="2569" y="1152"/>
                </a:lnTo>
                <a:lnTo>
                  <a:pt x="2578" y="1143"/>
                </a:lnTo>
                <a:lnTo>
                  <a:pt x="2586" y="1134"/>
                </a:lnTo>
                <a:lnTo>
                  <a:pt x="2594" y="1124"/>
                </a:lnTo>
                <a:lnTo>
                  <a:pt x="2603" y="1115"/>
                </a:lnTo>
                <a:lnTo>
                  <a:pt x="2611" y="1105"/>
                </a:lnTo>
                <a:lnTo>
                  <a:pt x="2620" y="1096"/>
                </a:lnTo>
                <a:lnTo>
                  <a:pt x="2628" y="1086"/>
                </a:lnTo>
                <a:lnTo>
                  <a:pt x="2636" y="1076"/>
                </a:lnTo>
                <a:lnTo>
                  <a:pt x="2645" y="1066"/>
                </a:lnTo>
                <a:lnTo>
                  <a:pt x="2653" y="1056"/>
                </a:lnTo>
                <a:lnTo>
                  <a:pt x="2662" y="1046"/>
                </a:lnTo>
                <a:lnTo>
                  <a:pt x="2670" y="1036"/>
                </a:lnTo>
                <a:lnTo>
                  <a:pt x="2678" y="1026"/>
                </a:lnTo>
                <a:lnTo>
                  <a:pt x="2687" y="1016"/>
                </a:lnTo>
                <a:lnTo>
                  <a:pt x="2695" y="1006"/>
                </a:lnTo>
                <a:lnTo>
                  <a:pt x="2704" y="996"/>
                </a:lnTo>
                <a:lnTo>
                  <a:pt x="2712" y="985"/>
                </a:lnTo>
                <a:lnTo>
                  <a:pt x="2720" y="975"/>
                </a:lnTo>
                <a:lnTo>
                  <a:pt x="2729" y="964"/>
                </a:lnTo>
                <a:lnTo>
                  <a:pt x="2737" y="954"/>
                </a:lnTo>
                <a:lnTo>
                  <a:pt x="2745" y="943"/>
                </a:lnTo>
                <a:lnTo>
                  <a:pt x="2754" y="932"/>
                </a:lnTo>
                <a:lnTo>
                  <a:pt x="2762" y="921"/>
                </a:lnTo>
                <a:lnTo>
                  <a:pt x="2771" y="911"/>
                </a:lnTo>
                <a:lnTo>
                  <a:pt x="2779" y="900"/>
                </a:lnTo>
                <a:lnTo>
                  <a:pt x="2787" y="889"/>
                </a:lnTo>
                <a:lnTo>
                  <a:pt x="2796" y="878"/>
                </a:lnTo>
                <a:lnTo>
                  <a:pt x="2804" y="867"/>
                </a:lnTo>
                <a:lnTo>
                  <a:pt x="2813" y="855"/>
                </a:lnTo>
                <a:lnTo>
                  <a:pt x="2821" y="844"/>
                </a:lnTo>
                <a:lnTo>
                  <a:pt x="2829" y="833"/>
                </a:lnTo>
                <a:lnTo>
                  <a:pt x="2838" y="821"/>
                </a:lnTo>
                <a:lnTo>
                  <a:pt x="2846" y="810"/>
                </a:lnTo>
                <a:lnTo>
                  <a:pt x="2855" y="798"/>
                </a:lnTo>
                <a:lnTo>
                  <a:pt x="2863" y="787"/>
                </a:lnTo>
                <a:lnTo>
                  <a:pt x="2871" y="775"/>
                </a:lnTo>
                <a:lnTo>
                  <a:pt x="2880" y="763"/>
                </a:lnTo>
                <a:lnTo>
                  <a:pt x="2888" y="752"/>
                </a:lnTo>
                <a:lnTo>
                  <a:pt x="2897" y="740"/>
                </a:lnTo>
                <a:lnTo>
                  <a:pt x="2905" y="728"/>
                </a:lnTo>
                <a:lnTo>
                  <a:pt x="2913" y="716"/>
                </a:lnTo>
                <a:lnTo>
                  <a:pt x="2922" y="704"/>
                </a:lnTo>
                <a:lnTo>
                  <a:pt x="2930" y="692"/>
                </a:lnTo>
                <a:lnTo>
                  <a:pt x="2939" y="680"/>
                </a:lnTo>
                <a:lnTo>
                  <a:pt x="2947" y="667"/>
                </a:lnTo>
                <a:lnTo>
                  <a:pt x="2955" y="655"/>
                </a:lnTo>
                <a:lnTo>
                  <a:pt x="2964" y="643"/>
                </a:lnTo>
                <a:lnTo>
                  <a:pt x="2972" y="630"/>
                </a:lnTo>
                <a:lnTo>
                  <a:pt x="2981" y="618"/>
                </a:lnTo>
                <a:lnTo>
                  <a:pt x="2989" y="605"/>
                </a:lnTo>
                <a:lnTo>
                  <a:pt x="2997" y="592"/>
                </a:lnTo>
                <a:lnTo>
                  <a:pt x="3006" y="580"/>
                </a:lnTo>
                <a:lnTo>
                  <a:pt x="3014" y="567"/>
                </a:lnTo>
                <a:lnTo>
                  <a:pt x="3023" y="554"/>
                </a:lnTo>
                <a:lnTo>
                  <a:pt x="3031" y="541"/>
                </a:lnTo>
                <a:lnTo>
                  <a:pt x="3039" y="528"/>
                </a:lnTo>
                <a:lnTo>
                  <a:pt x="3048" y="515"/>
                </a:lnTo>
                <a:lnTo>
                  <a:pt x="3056" y="502"/>
                </a:lnTo>
                <a:lnTo>
                  <a:pt x="3065" y="489"/>
                </a:lnTo>
                <a:lnTo>
                  <a:pt x="3073" y="475"/>
                </a:lnTo>
                <a:lnTo>
                  <a:pt x="3081" y="462"/>
                </a:lnTo>
                <a:lnTo>
                  <a:pt x="3090" y="449"/>
                </a:lnTo>
                <a:lnTo>
                  <a:pt x="3098" y="435"/>
                </a:lnTo>
                <a:lnTo>
                  <a:pt x="3107" y="422"/>
                </a:lnTo>
                <a:lnTo>
                  <a:pt x="3115" y="408"/>
                </a:lnTo>
                <a:lnTo>
                  <a:pt x="3123" y="394"/>
                </a:lnTo>
                <a:lnTo>
                  <a:pt x="3132" y="381"/>
                </a:lnTo>
                <a:lnTo>
                  <a:pt x="3140" y="367"/>
                </a:lnTo>
                <a:lnTo>
                  <a:pt x="3148" y="353"/>
                </a:lnTo>
                <a:lnTo>
                  <a:pt x="3157" y="339"/>
                </a:lnTo>
                <a:lnTo>
                  <a:pt x="3165" y="325"/>
                </a:lnTo>
                <a:lnTo>
                  <a:pt x="3174" y="311"/>
                </a:lnTo>
                <a:lnTo>
                  <a:pt x="3182" y="297"/>
                </a:lnTo>
                <a:lnTo>
                  <a:pt x="3190" y="283"/>
                </a:lnTo>
                <a:lnTo>
                  <a:pt x="3199" y="268"/>
                </a:lnTo>
                <a:lnTo>
                  <a:pt x="3207" y="254"/>
                </a:lnTo>
                <a:lnTo>
                  <a:pt x="3216" y="240"/>
                </a:lnTo>
                <a:lnTo>
                  <a:pt x="3224" y="225"/>
                </a:lnTo>
                <a:lnTo>
                  <a:pt x="3232" y="210"/>
                </a:lnTo>
                <a:lnTo>
                  <a:pt x="3241" y="196"/>
                </a:lnTo>
                <a:lnTo>
                  <a:pt x="3249" y="181"/>
                </a:lnTo>
                <a:lnTo>
                  <a:pt x="3258" y="166"/>
                </a:lnTo>
                <a:lnTo>
                  <a:pt x="3266" y="152"/>
                </a:lnTo>
                <a:lnTo>
                  <a:pt x="3274" y="137"/>
                </a:lnTo>
                <a:lnTo>
                  <a:pt x="3283" y="122"/>
                </a:lnTo>
                <a:lnTo>
                  <a:pt x="3291" y="107"/>
                </a:lnTo>
                <a:lnTo>
                  <a:pt x="3300" y="92"/>
                </a:lnTo>
                <a:lnTo>
                  <a:pt x="3308" y="77"/>
                </a:lnTo>
                <a:lnTo>
                  <a:pt x="3316" y="61"/>
                </a:lnTo>
                <a:lnTo>
                  <a:pt x="3325" y="46"/>
                </a:lnTo>
                <a:lnTo>
                  <a:pt x="3333" y="31"/>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384194"/>
            <a:ext cx="3063240" cy="1202436"/>
          </a:xfrm>
          <a:custGeom>
            <a:avLst/>
            <a:gdLst/>
            <a:ahLst/>
            <a:cxnLst/>
            <a:rect l="l" t="t" r="r" b="b"/>
            <a:pathLst>
              <a:path w="3350" h="1315">
                <a:moveTo>
                  <a:pt x="0" y="796"/>
                </a:moveTo>
                <a:lnTo>
                  <a:pt x="8" y="803"/>
                </a:lnTo>
                <a:lnTo>
                  <a:pt x="17" y="809"/>
                </a:lnTo>
                <a:lnTo>
                  <a:pt x="25" y="816"/>
                </a:lnTo>
                <a:lnTo>
                  <a:pt x="34" y="823"/>
                </a:lnTo>
                <a:lnTo>
                  <a:pt x="42" y="829"/>
                </a:lnTo>
                <a:lnTo>
                  <a:pt x="50" y="836"/>
                </a:lnTo>
                <a:lnTo>
                  <a:pt x="59" y="842"/>
                </a:lnTo>
                <a:lnTo>
                  <a:pt x="67" y="848"/>
                </a:lnTo>
                <a:lnTo>
                  <a:pt x="76" y="855"/>
                </a:lnTo>
                <a:lnTo>
                  <a:pt x="84" y="861"/>
                </a:lnTo>
                <a:lnTo>
                  <a:pt x="92" y="867"/>
                </a:lnTo>
                <a:lnTo>
                  <a:pt x="101" y="874"/>
                </a:lnTo>
                <a:lnTo>
                  <a:pt x="109" y="880"/>
                </a:lnTo>
                <a:lnTo>
                  <a:pt x="118" y="886"/>
                </a:lnTo>
                <a:lnTo>
                  <a:pt x="126" y="892"/>
                </a:lnTo>
                <a:lnTo>
                  <a:pt x="134" y="898"/>
                </a:lnTo>
                <a:lnTo>
                  <a:pt x="143" y="904"/>
                </a:lnTo>
                <a:lnTo>
                  <a:pt x="151" y="910"/>
                </a:lnTo>
                <a:lnTo>
                  <a:pt x="160" y="916"/>
                </a:lnTo>
                <a:lnTo>
                  <a:pt x="168" y="922"/>
                </a:lnTo>
                <a:lnTo>
                  <a:pt x="176" y="928"/>
                </a:lnTo>
                <a:lnTo>
                  <a:pt x="185" y="934"/>
                </a:lnTo>
                <a:lnTo>
                  <a:pt x="193" y="939"/>
                </a:lnTo>
                <a:lnTo>
                  <a:pt x="202" y="945"/>
                </a:lnTo>
                <a:lnTo>
                  <a:pt x="210" y="951"/>
                </a:lnTo>
                <a:lnTo>
                  <a:pt x="218" y="956"/>
                </a:lnTo>
                <a:lnTo>
                  <a:pt x="227" y="962"/>
                </a:lnTo>
                <a:lnTo>
                  <a:pt x="235" y="968"/>
                </a:lnTo>
                <a:lnTo>
                  <a:pt x="243" y="973"/>
                </a:lnTo>
                <a:lnTo>
                  <a:pt x="252" y="978"/>
                </a:lnTo>
                <a:lnTo>
                  <a:pt x="260" y="984"/>
                </a:lnTo>
                <a:lnTo>
                  <a:pt x="269" y="989"/>
                </a:lnTo>
                <a:lnTo>
                  <a:pt x="277" y="995"/>
                </a:lnTo>
                <a:lnTo>
                  <a:pt x="285" y="1000"/>
                </a:lnTo>
                <a:lnTo>
                  <a:pt x="294" y="1005"/>
                </a:lnTo>
                <a:lnTo>
                  <a:pt x="302" y="1010"/>
                </a:lnTo>
                <a:lnTo>
                  <a:pt x="311" y="1015"/>
                </a:lnTo>
                <a:lnTo>
                  <a:pt x="319" y="1020"/>
                </a:lnTo>
                <a:lnTo>
                  <a:pt x="327" y="1026"/>
                </a:lnTo>
                <a:lnTo>
                  <a:pt x="336" y="1031"/>
                </a:lnTo>
                <a:lnTo>
                  <a:pt x="344" y="1036"/>
                </a:lnTo>
                <a:lnTo>
                  <a:pt x="353" y="1040"/>
                </a:lnTo>
                <a:lnTo>
                  <a:pt x="361" y="1045"/>
                </a:lnTo>
                <a:lnTo>
                  <a:pt x="369" y="1050"/>
                </a:lnTo>
                <a:lnTo>
                  <a:pt x="378" y="1055"/>
                </a:lnTo>
                <a:lnTo>
                  <a:pt x="386" y="1060"/>
                </a:lnTo>
                <a:lnTo>
                  <a:pt x="395" y="1064"/>
                </a:lnTo>
                <a:lnTo>
                  <a:pt x="403" y="1069"/>
                </a:lnTo>
                <a:lnTo>
                  <a:pt x="411" y="1074"/>
                </a:lnTo>
                <a:lnTo>
                  <a:pt x="420" y="1078"/>
                </a:lnTo>
                <a:lnTo>
                  <a:pt x="428" y="1083"/>
                </a:lnTo>
                <a:lnTo>
                  <a:pt x="437" y="1087"/>
                </a:lnTo>
                <a:lnTo>
                  <a:pt x="445" y="1092"/>
                </a:lnTo>
                <a:lnTo>
                  <a:pt x="453" y="1096"/>
                </a:lnTo>
                <a:lnTo>
                  <a:pt x="462" y="1100"/>
                </a:lnTo>
                <a:lnTo>
                  <a:pt x="470" y="1105"/>
                </a:lnTo>
                <a:lnTo>
                  <a:pt x="479" y="1109"/>
                </a:lnTo>
                <a:lnTo>
                  <a:pt x="487" y="1113"/>
                </a:lnTo>
                <a:lnTo>
                  <a:pt x="495" y="1117"/>
                </a:lnTo>
                <a:lnTo>
                  <a:pt x="504" y="1122"/>
                </a:lnTo>
                <a:lnTo>
                  <a:pt x="512" y="1126"/>
                </a:lnTo>
                <a:lnTo>
                  <a:pt x="521" y="1130"/>
                </a:lnTo>
                <a:lnTo>
                  <a:pt x="529" y="1134"/>
                </a:lnTo>
                <a:lnTo>
                  <a:pt x="537" y="1138"/>
                </a:lnTo>
                <a:lnTo>
                  <a:pt x="546" y="1142"/>
                </a:lnTo>
                <a:lnTo>
                  <a:pt x="554" y="1145"/>
                </a:lnTo>
                <a:lnTo>
                  <a:pt x="563" y="1149"/>
                </a:lnTo>
                <a:lnTo>
                  <a:pt x="571" y="1153"/>
                </a:lnTo>
                <a:lnTo>
                  <a:pt x="579" y="1157"/>
                </a:lnTo>
                <a:lnTo>
                  <a:pt x="588" y="1161"/>
                </a:lnTo>
                <a:lnTo>
                  <a:pt x="596" y="1164"/>
                </a:lnTo>
                <a:lnTo>
                  <a:pt x="605" y="1168"/>
                </a:lnTo>
                <a:lnTo>
                  <a:pt x="613" y="1171"/>
                </a:lnTo>
                <a:lnTo>
                  <a:pt x="621" y="1175"/>
                </a:lnTo>
                <a:lnTo>
                  <a:pt x="630" y="1178"/>
                </a:lnTo>
                <a:lnTo>
                  <a:pt x="638" y="1182"/>
                </a:lnTo>
                <a:lnTo>
                  <a:pt x="646" y="1185"/>
                </a:lnTo>
                <a:lnTo>
                  <a:pt x="655" y="1189"/>
                </a:lnTo>
                <a:lnTo>
                  <a:pt x="663" y="1192"/>
                </a:lnTo>
                <a:lnTo>
                  <a:pt x="672" y="1195"/>
                </a:lnTo>
                <a:lnTo>
                  <a:pt x="680" y="1198"/>
                </a:lnTo>
                <a:lnTo>
                  <a:pt x="688" y="1201"/>
                </a:lnTo>
                <a:lnTo>
                  <a:pt x="697" y="1205"/>
                </a:lnTo>
                <a:lnTo>
                  <a:pt x="705" y="1208"/>
                </a:lnTo>
                <a:lnTo>
                  <a:pt x="714" y="1211"/>
                </a:lnTo>
                <a:lnTo>
                  <a:pt x="722" y="1214"/>
                </a:lnTo>
                <a:lnTo>
                  <a:pt x="730" y="1217"/>
                </a:lnTo>
                <a:lnTo>
                  <a:pt x="739" y="1220"/>
                </a:lnTo>
                <a:lnTo>
                  <a:pt x="747" y="1222"/>
                </a:lnTo>
                <a:lnTo>
                  <a:pt x="756" y="1225"/>
                </a:lnTo>
                <a:lnTo>
                  <a:pt x="764" y="1228"/>
                </a:lnTo>
                <a:lnTo>
                  <a:pt x="772" y="1231"/>
                </a:lnTo>
                <a:lnTo>
                  <a:pt x="781" y="1233"/>
                </a:lnTo>
                <a:lnTo>
                  <a:pt x="789" y="1236"/>
                </a:lnTo>
                <a:lnTo>
                  <a:pt x="798" y="1239"/>
                </a:lnTo>
                <a:lnTo>
                  <a:pt x="806" y="1241"/>
                </a:lnTo>
                <a:lnTo>
                  <a:pt x="814" y="1244"/>
                </a:lnTo>
                <a:lnTo>
                  <a:pt x="823" y="1246"/>
                </a:lnTo>
                <a:lnTo>
                  <a:pt x="831" y="1249"/>
                </a:lnTo>
                <a:lnTo>
                  <a:pt x="840" y="1251"/>
                </a:lnTo>
                <a:lnTo>
                  <a:pt x="848" y="1253"/>
                </a:lnTo>
                <a:lnTo>
                  <a:pt x="856" y="1256"/>
                </a:lnTo>
                <a:lnTo>
                  <a:pt x="865" y="1258"/>
                </a:lnTo>
                <a:lnTo>
                  <a:pt x="873" y="1260"/>
                </a:lnTo>
                <a:lnTo>
                  <a:pt x="882" y="1262"/>
                </a:lnTo>
                <a:lnTo>
                  <a:pt x="890" y="1264"/>
                </a:lnTo>
                <a:lnTo>
                  <a:pt x="898" y="1267"/>
                </a:lnTo>
                <a:lnTo>
                  <a:pt x="907" y="1269"/>
                </a:lnTo>
                <a:lnTo>
                  <a:pt x="915" y="1271"/>
                </a:lnTo>
                <a:lnTo>
                  <a:pt x="924" y="1273"/>
                </a:lnTo>
                <a:lnTo>
                  <a:pt x="932" y="1274"/>
                </a:lnTo>
                <a:lnTo>
                  <a:pt x="940" y="1276"/>
                </a:lnTo>
                <a:lnTo>
                  <a:pt x="949" y="1278"/>
                </a:lnTo>
                <a:lnTo>
                  <a:pt x="957" y="1280"/>
                </a:lnTo>
                <a:lnTo>
                  <a:pt x="966" y="1282"/>
                </a:lnTo>
                <a:lnTo>
                  <a:pt x="974" y="1283"/>
                </a:lnTo>
                <a:lnTo>
                  <a:pt x="982" y="1285"/>
                </a:lnTo>
                <a:lnTo>
                  <a:pt x="991" y="1286"/>
                </a:lnTo>
                <a:lnTo>
                  <a:pt x="999" y="1288"/>
                </a:lnTo>
                <a:lnTo>
                  <a:pt x="1008" y="1290"/>
                </a:lnTo>
                <a:lnTo>
                  <a:pt x="1016" y="1291"/>
                </a:lnTo>
                <a:lnTo>
                  <a:pt x="1024" y="1292"/>
                </a:lnTo>
                <a:lnTo>
                  <a:pt x="1033" y="1294"/>
                </a:lnTo>
                <a:lnTo>
                  <a:pt x="1041" y="1295"/>
                </a:lnTo>
                <a:lnTo>
                  <a:pt x="1049" y="1296"/>
                </a:lnTo>
                <a:lnTo>
                  <a:pt x="1058" y="1298"/>
                </a:lnTo>
                <a:lnTo>
                  <a:pt x="1066" y="1299"/>
                </a:lnTo>
                <a:lnTo>
                  <a:pt x="1075" y="1300"/>
                </a:lnTo>
                <a:lnTo>
                  <a:pt x="1083" y="1301"/>
                </a:lnTo>
                <a:lnTo>
                  <a:pt x="1091" y="1302"/>
                </a:lnTo>
                <a:lnTo>
                  <a:pt x="1100" y="1303"/>
                </a:lnTo>
                <a:lnTo>
                  <a:pt x="1108" y="1304"/>
                </a:lnTo>
                <a:lnTo>
                  <a:pt x="1117" y="1305"/>
                </a:lnTo>
                <a:lnTo>
                  <a:pt x="1125" y="1306"/>
                </a:lnTo>
                <a:lnTo>
                  <a:pt x="1133" y="1307"/>
                </a:lnTo>
                <a:lnTo>
                  <a:pt x="1142" y="1308"/>
                </a:lnTo>
                <a:lnTo>
                  <a:pt x="1150" y="1308"/>
                </a:lnTo>
                <a:lnTo>
                  <a:pt x="1159" y="1309"/>
                </a:lnTo>
                <a:lnTo>
                  <a:pt x="1167" y="1310"/>
                </a:lnTo>
                <a:lnTo>
                  <a:pt x="1175" y="1311"/>
                </a:lnTo>
                <a:lnTo>
                  <a:pt x="1184" y="1311"/>
                </a:lnTo>
                <a:lnTo>
                  <a:pt x="1192" y="1312"/>
                </a:lnTo>
                <a:lnTo>
                  <a:pt x="1201" y="1312"/>
                </a:lnTo>
                <a:lnTo>
                  <a:pt x="1209" y="1313"/>
                </a:lnTo>
                <a:lnTo>
                  <a:pt x="1217" y="1313"/>
                </a:lnTo>
                <a:lnTo>
                  <a:pt x="1226" y="1313"/>
                </a:lnTo>
                <a:lnTo>
                  <a:pt x="1234" y="1314"/>
                </a:lnTo>
                <a:lnTo>
                  <a:pt x="1243" y="1314"/>
                </a:lnTo>
                <a:lnTo>
                  <a:pt x="1251" y="1314"/>
                </a:lnTo>
                <a:lnTo>
                  <a:pt x="1259" y="1314"/>
                </a:lnTo>
                <a:lnTo>
                  <a:pt x="1268" y="1315"/>
                </a:lnTo>
                <a:lnTo>
                  <a:pt x="1276" y="1315"/>
                </a:lnTo>
                <a:lnTo>
                  <a:pt x="1285" y="1315"/>
                </a:lnTo>
                <a:lnTo>
                  <a:pt x="1293" y="1315"/>
                </a:lnTo>
                <a:lnTo>
                  <a:pt x="1301" y="1315"/>
                </a:lnTo>
                <a:lnTo>
                  <a:pt x="1310" y="1315"/>
                </a:lnTo>
                <a:lnTo>
                  <a:pt x="1318" y="1315"/>
                </a:lnTo>
                <a:lnTo>
                  <a:pt x="1327" y="1314"/>
                </a:lnTo>
                <a:lnTo>
                  <a:pt x="1335" y="1314"/>
                </a:lnTo>
                <a:lnTo>
                  <a:pt x="1343" y="1314"/>
                </a:lnTo>
                <a:lnTo>
                  <a:pt x="1352" y="1314"/>
                </a:lnTo>
                <a:lnTo>
                  <a:pt x="1360" y="1313"/>
                </a:lnTo>
                <a:lnTo>
                  <a:pt x="1369" y="1313"/>
                </a:lnTo>
                <a:lnTo>
                  <a:pt x="1377" y="1313"/>
                </a:lnTo>
                <a:lnTo>
                  <a:pt x="1385" y="1312"/>
                </a:lnTo>
                <a:lnTo>
                  <a:pt x="1394" y="1312"/>
                </a:lnTo>
                <a:lnTo>
                  <a:pt x="1402" y="1311"/>
                </a:lnTo>
                <a:lnTo>
                  <a:pt x="1411" y="1310"/>
                </a:lnTo>
                <a:lnTo>
                  <a:pt x="1419" y="1310"/>
                </a:lnTo>
                <a:lnTo>
                  <a:pt x="1427" y="1309"/>
                </a:lnTo>
                <a:lnTo>
                  <a:pt x="1436" y="1308"/>
                </a:lnTo>
                <a:lnTo>
                  <a:pt x="1444" y="1308"/>
                </a:lnTo>
                <a:lnTo>
                  <a:pt x="1453" y="1307"/>
                </a:lnTo>
                <a:lnTo>
                  <a:pt x="1461" y="1306"/>
                </a:lnTo>
                <a:lnTo>
                  <a:pt x="1469" y="1305"/>
                </a:lnTo>
                <a:lnTo>
                  <a:pt x="1478" y="1304"/>
                </a:lnTo>
                <a:lnTo>
                  <a:pt x="1486" y="1303"/>
                </a:lnTo>
                <a:lnTo>
                  <a:pt x="1494" y="1302"/>
                </a:lnTo>
                <a:lnTo>
                  <a:pt x="1503" y="1301"/>
                </a:lnTo>
                <a:lnTo>
                  <a:pt x="1511" y="1300"/>
                </a:lnTo>
                <a:lnTo>
                  <a:pt x="1520" y="1299"/>
                </a:lnTo>
                <a:lnTo>
                  <a:pt x="1528" y="1298"/>
                </a:lnTo>
                <a:lnTo>
                  <a:pt x="1536" y="1296"/>
                </a:lnTo>
                <a:lnTo>
                  <a:pt x="1545" y="1295"/>
                </a:lnTo>
                <a:lnTo>
                  <a:pt x="1553" y="1294"/>
                </a:lnTo>
                <a:lnTo>
                  <a:pt x="1562" y="1292"/>
                </a:lnTo>
                <a:lnTo>
                  <a:pt x="1570" y="1291"/>
                </a:lnTo>
                <a:lnTo>
                  <a:pt x="1578" y="1289"/>
                </a:lnTo>
                <a:lnTo>
                  <a:pt x="1587" y="1288"/>
                </a:lnTo>
                <a:lnTo>
                  <a:pt x="1595" y="1286"/>
                </a:lnTo>
                <a:lnTo>
                  <a:pt x="1604" y="1285"/>
                </a:lnTo>
                <a:lnTo>
                  <a:pt x="1612" y="1283"/>
                </a:lnTo>
                <a:lnTo>
                  <a:pt x="1620" y="1281"/>
                </a:lnTo>
                <a:lnTo>
                  <a:pt x="1629" y="1280"/>
                </a:lnTo>
                <a:lnTo>
                  <a:pt x="1637" y="1278"/>
                </a:lnTo>
                <a:lnTo>
                  <a:pt x="1646" y="1276"/>
                </a:lnTo>
                <a:lnTo>
                  <a:pt x="1654" y="1274"/>
                </a:lnTo>
                <a:lnTo>
                  <a:pt x="1662" y="1272"/>
                </a:lnTo>
                <a:lnTo>
                  <a:pt x="1671" y="1270"/>
                </a:lnTo>
                <a:lnTo>
                  <a:pt x="1679" y="1268"/>
                </a:lnTo>
                <a:lnTo>
                  <a:pt x="1688" y="1266"/>
                </a:lnTo>
                <a:lnTo>
                  <a:pt x="1696" y="1264"/>
                </a:lnTo>
                <a:lnTo>
                  <a:pt x="1704" y="1262"/>
                </a:lnTo>
                <a:lnTo>
                  <a:pt x="1713" y="1260"/>
                </a:lnTo>
                <a:lnTo>
                  <a:pt x="1721" y="1258"/>
                </a:lnTo>
                <a:lnTo>
                  <a:pt x="1730" y="1255"/>
                </a:lnTo>
                <a:lnTo>
                  <a:pt x="1738" y="1253"/>
                </a:lnTo>
                <a:lnTo>
                  <a:pt x="1746" y="1251"/>
                </a:lnTo>
                <a:lnTo>
                  <a:pt x="1755" y="1248"/>
                </a:lnTo>
                <a:lnTo>
                  <a:pt x="1763" y="1246"/>
                </a:lnTo>
                <a:lnTo>
                  <a:pt x="1772" y="1243"/>
                </a:lnTo>
                <a:lnTo>
                  <a:pt x="1780" y="1241"/>
                </a:lnTo>
                <a:lnTo>
                  <a:pt x="1788" y="1238"/>
                </a:lnTo>
                <a:lnTo>
                  <a:pt x="1797" y="1236"/>
                </a:lnTo>
                <a:lnTo>
                  <a:pt x="1805" y="1233"/>
                </a:lnTo>
                <a:lnTo>
                  <a:pt x="1814" y="1230"/>
                </a:lnTo>
                <a:lnTo>
                  <a:pt x="1822" y="1228"/>
                </a:lnTo>
                <a:lnTo>
                  <a:pt x="1830" y="1225"/>
                </a:lnTo>
                <a:lnTo>
                  <a:pt x="1839" y="1222"/>
                </a:lnTo>
                <a:lnTo>
                  <a:pt x="1847" y="1219"/>
                </a:lnTo>
                <a:lnTo>
                  <a:pt x="1856" y="1216"/>
                </a:lnTo>
                <a:lnTo>
                  <a:pt x="1864" y="1213"/>
                </a:lnTo>
                <a:lnTo>
                  <a:pt x="1872" y="1210"/>
                </a:lnTo>
                <a:lnTo>
                  <a:pt x="1881" y="1207"/>
                </a:lnTo>
                <a:lnTo>
                  <a:pt x="1889" y="1204"/>
                </a:lnTo>
                <a:lnTo>
                  <a:pt x="1897" y="1201"/>
                </a:lnTo>
                <a:lnTo>
                  <a:pt x="1906" y="1198"/>
                </a:lnTo>
                <a:lnTo>
                  <a:pt x="1914" y="1195"/>
                </a:lnTo>
                <a:lnTo>
                  <a:pt x="1923" y="1191"/>
                </a:lnTo>
                <a:lnTo>
                  <a:pt x="1931" y="1188"/>
                </a:lnTo>
                <a:lnTo>
                  <a:pt x="1939" y="1185"/>
                </a:lnTo>
                <a:lnTo>
                  <a:pt x="1948" y="1181"/>
                </a:lnTo>
                <a:lnTo>
                  <a:pt x="1956" y="1178"/>
                </a:lnTo>
                <a:lnTo>
                  <a:pt x="1965" y="1174"/>
                </a:lnTo>
                <a:lnTo>
                  <a:pt x="1973" y="1171"/>
                </a:lnTo>
                <a:lnTo>
                  <a:pt x="1981" y="1167"/>
                </a:lnTo>
                <a:lnTo>
                  <a:pt x="1990" y="1164"/>
                </a:lnTo>
                <a:lnTo>
                  <a:pt x="1998" y="1160"/>
                </a:lnTo>
                <a:lnTo>
                  <a:pt x="2007" y="1156"/>
                </a:lnTo>
                <a:lnTo>
                  <a:pt x="2015" y="1153"/>
                </a:lnTo>
                <a:lnTo>
                  <a:pt x="2023" y="1149"/>
                </a:lnTo>
                <a:lnTo>
                  <a:pt x="2032" y="1145"/>
                </a:lnTo>
                <a:lnTo>
                  <a:pt x="2040" y="1141"/>
                </a:lnTo>
                <a:lnTo>
                  <a:pt x="2049" y="1137"/>
                </a:lnTo>
                <a:lnTo>
                  <a:pt x="2057" y="1133"/>
                </a:lnTo>
                <a:lnTo>
                  <a:pt x="2065" y="1129"/>
                </a:lnTo>
                <a:lnTo>
                  <a:pt x="2074" y="1125"/>
                </a:lnTo>
                <a:lnTo>
                  <a:pt x="2082" y="1121"/>
                </a:lnTo>
                <a:lnTo>
                  <a:pt x="2091" y="1117"/>
                </a:lnTo>
                <a:lnTo>
                  <a:pt x="2099" y="1113"/>
                </a:lnTo>
                <a:lnTo>
                  <a:pt x="2107" y="1108"/>
                </a:lnTo>
                <a:lnTo>
                  <a:pt x="2116" y="1104"/>
                </a:lnTo>
                <a:lnTo>
                  <a:pt x="2124" y="1100"/>
                </a:lnTo>
                <a:lnTo>
                  <a:pt x="2133" y="1096"/>
                </a:lnTo>
                <a:lnTo>
                  <a:pt x="2141" y="1091"/>
                </a:lnTo>
                <a:lnTo>
                  <a:pt x="2149" y="1087"/>
                </a:lnTo>
                <a:lnTo>
                  <a:pt x="2158" y="1082"/>
                </a:lnTo>
                <a:lnTo>
                  <a:pt x="2166" y="1078"/>
                </a:lnTo>
                <a:lnTo>
                  <a:pt x="2175" y="1073"/>
                </a:lnTo>
                <a:lnTo>
                  <a:pt x="2183" y="1068"/>
                </a:lnTo>
                <a:lnTo>
                  <a:pt x="2191" y="1064"/>
                </a:lnTo>
                <a:lnTo>
                  <a:pt x="2200" y="1059"/>
                </a:lnTo>
                <a:lnTo>
                  <a:pt x="2208" y="1054"/>
                </a:lnTo>
                <a:lnTo>
                  <a:pt x="2217" y="1050"/>
                </a:lnTo>
                <a:lnTo>
                  <a:pt x="2225" y="1045"/>
                </a:lnTo>
                <a:lnTo>
                  <a:pt x="2233" y="1040"/>
                </a:lnTo>
                <a:lnTo>
                  <a:pt x="2242" y="1035"/>
                </a:lnTo>
                <a:lnTo>
                  <a:pt x="2250" y="1030"/>
                </a:lnTo>
                <a:lnTo>
                  <a:pt x="2259" y="1025"/>
                </a:lnTo>
                <a:lnTo>
                  <a:pt x="2267" y="1020"/>
                </a:lnTo>
                <a:lnTo>
                  <a:pt x="2275" y="1015"/>
                </a:lnTo>
                <a:lnTo>
                  <a:pt x="2284" y="1010"/>
                </a:lnTo>
                <a:lnTo>
                  <a:pt x="2292" y="1004"/>
                </a:lnTo>
                <a:lnTo>
                  <a:pt x="2301" y="999"/>
                </a:lnTo>
                <a:lnTo>
                  <a:pt x="2309" y="994"/>
                </a:lnTo>
                <a:lnTo>
                  <a:pt x="2317" y="989"/>
                </a:lnTo>
                <a:lnTo>
                  <a:pt x="2326" y="983"/>
                </a:lnTo>
                <a:lnTo>
                  <a:pt x="2334" y="978"/>
                </a:lnTo>
                <a:lnTo>
                  <a:pt x="2342" y="972"/>
                </a:lnTo>
                <a:lnTo>
                  <a:pt x="2351" y="967"/>
                </a:lnTo>
                <a:lnTo>
                  <a:pt x="2359" y="961"/>
                </a:lnTo>
                <a:lnTo>
                  <a:pt x="2368" y="956"/>
                </a:lnTo>
                <a:lnTo>
                  <a:pt x="2376" y="950"/>
                </a:lnTo>
                <a:lnTo>
                  <a:pt x="2384" y="944"/>
                </a:lnTo>
                <a:lnTo>
                  <a:pt x="2393" y="939"/>
                </a:lnTo>
                <a:lnTo>
                  <a:pt x="2401" y="933"/>
                </a:lnTo>
                <a:lnTo>
                  <a:pt x="2410" y="927"/>
                </a:lnTo>
                <a:lnTo>
                  <a:pt x="2418" y="921"/>
                </a:lnTo>
                <a:lnTo>
                  <a:pt x="2426" y="915"/>
                </a:lnTo>
                <a:lnTo>
                  <a:pt x="2435" y="909"/>
                </a:lnTo>
                <a:lnTo>
                  <a:pt x="2443" y="903"/>
                </a:lnTo>
                <a:lnTo>
                  <a:pt x="2452" y="897"/>
                </a:lnTo>
                <a:lnTo>
                  <a:pt x="2460" y="891"/>
                </a:lnTo>
                <a:lnTo>
                  <a:pt x="2468" y="885"/>
                </a:lnTo>
                <a:lnTo>
                  <a:pt x="2477" y="879"/>
                </a:lnTo>
                <a:lnTo>
                  <a:pt x="2485" y="873"/>
                </a:lnTo>
                <a:lnTo>
                  <a:pt x="2494" y="867"/>
                </a:lnTo>
                <a:lnTo>
                  <a:pt x="2502" y="860"/>
                </a:lnTo>
                <a:lnTo>
                  <a:pt x="2510" y="854"/>
                </a:lnTo>
                <a:lnTo>
                  <a:pt x="2519" y="848"/>
                </a:lnTo>
                <a:lnTo>
                  <a:pt x="2527" y="841"/>
                </a:lnTo>
                <a:lnTo>
                  <a:pt x="2536" y="835"/>
                </a:lnTo>
                <a:lnTo>
                  <a:pt x="2544" y="828"/>
                </a:lnTo>
                <a:lnTo>
                  <a:pt x="2552" y="822"/>
                </a:lnTo>
                <a:lnTo>
                  <a:pt x="2561" y="815"/>
                </a:lnTo>
                <a:lnTo>
                  <a:pt x="2569" y="808"/>
                </a:lnTo>
                <a:lnTo>
                  <a:pt x="2578" y="802"/>
                </a:lnTo>
                <a:lnTo>
                  <a:pt x="2586" y="795"/>
                </a:lnTo>
                <a:lnTo>
                  <a:pt x="2594" y="788"/>
                </a:lnTo>
                <a:lnTo>
                  <a:pt x="2603" y="782"/>
                </a:lnTo>
                <a:lnTo>
                  <a:pt x="2611" y="775"/>
                </a:lnTo>
                <a:lnTo>
                  <a:pt x="2620" y="768"/>
                </a:lnTo>
                <a:lnTo>
                  <a:pt x="2628" y="761"/>
                </a:lnTo>
                <a:lnTo>
                  <a:pt x="2636" y="754"/>
                </a:lnTo>
                <a:lnTo>
                  <a:pt x="2645" y="747"/>
                </a:lnTo>
                <a:lnTo>
                  <a:pt x="2653" y="740"/>
                </a:lnTo>
                <a:lnTo>
                  <a:pt x="2662" y="733"/>
                </a:lnTo>
                <a:lnTo>
                  <a:pt x="2670" y="725"/>
                </a:lnTo>
                <a:lnTo>
                  <a:pt x="2678" y="718"/>
                </a:lnTo>
                <a:lnTo>
                  <a:pt x="2687" y="711"/>
                </a:lnTo>
                <a:lnTo>
                  <a:pt x="2695" y="704"/>
                </a:lnTo>
                <a:lnTo>
                  <a:pt x="2704" y="696"/>
                </a:lnTo>
                <a:lnTo>
                  <a:pt x="2712" y="689"/>
                </a:lnTo>
                <a:lnTo>
                  <a:pt x="2720" y="682"/>
                </a:lnTo>
                <a:lnTo>
                  <a:pt x="2729" y="674"/>
                </a:lnTo>
                <a:lnTo>
                  <a:pt x="2737" y="667"/>
                </a:lnTo>
                <a:lnTo>
                  <a:pt x="2745" y="659"/>
                </a:lnTo>
                <a:lnTo>
                  <a:pt x="2754" y="651"/>
                </a:lnTo>
                <a:lnTo>
                  <a:pt x="2762" y="644"/>
                </a:lnTo>
                <a:lnTo>
                  <a:pt x="2771" y="636"/>
                </a:lnTo>
                <a:lnTo>
                  <a:pt x="2779" y="628"/>
                </a:lnTo>
                <a:lnTo>
                  <a:pt x="2787" y="621"/>
                </a:lnTo>
                <a:lnTo>
                  <a:pt x="2796" y="613"/>
                </a:lnTo>
                <a:lnTo>
                  <a:pt x="2804" y="605"/>
                </a:lnTo>
                <a:lnTo>
                  <a:pt x="2813" y="597"/>
                </a:lnTo>
                <a:lnTo>
                  <a:pt x="2821" y="589"/>
                </a:lnTo>
                <a:lnTo>
                  <a:pt x="2829" y="581"/>
                </a:lnTo>
                <a:lnTo>
                  <a:pt x="2838" y="573"/>
                </a:lnTo>
                <a:lnTo>
                  <a:pt x="2846" y="565"/>
                </a:lnTo>
                <a:lnTo>
                  <a:pt x="2855" y="557"/>
                </a:lnTo>
                <a:lnTo>
                  <a:pt x="2863" y="549"/>
                </a:lnTo>
                <a:lnTo>
                  <a:pt x="2871" y="540"/>
                </a:lnTo>
                <a:lnTo>
                  <a:pt x="2880" y="532"/>
                </a:lnTo>
                <a:lnTo>
                  <a:pt x="2888" y="524"/>
                </a:lnTo>
                <a:lnTo>
                  <a:pt x="2897" y="515"/>
                </a:lnTo>
                <a:lnTo>
                  <a:pt x="2905" y="507"/>
                </a:lnTo>
                <a:lnTo>
                  <a:pt x="2913" y="499"/>
                </a:lnTo>
                <a:lnTo>
                  <a:pt x="2922" y="490"/>
                </a:lnTo>
                <a:lnTo>
                  <a:pt x="2930" y="482"/>
                </a:lnTo>
                <a:lnTo>
                  <a:pt x="2939" y="473"/>
                </a:lnTo>
                <a:lnTo>
                  <a:pt x="2947" y="465"/>
                </a:lnTo>
                <a:lnTo>
                  <a:pt x="2955" y="456"/>
                </a:lnTo>
                <a:lnTo>
                  <a:pt x="2964" y="447"/>
                </a:lnTo>
                <a:lnTo>
                  <a:pt x="2972" y="438"/>
                </a:lnTo>
                <a:lnTo>
                  <a:pt x="2981" y="430"/>
                </a:lnTo>
                <a:lnTo>
                  <a:pt x="2989" y="421"/>
                </a:lnTo>
                <a:lnTo>
                  <a:pt x="2997" y="412"/>
                </a:lnTo>
                <a:lnTo>
                  <a:pt x="3006" y="403"/>
                </a:lnTo>
                <a:lnTo>
                  <a:pt x="3014" y="394"/>
                </a:lnTo>
                <a:lnTo>
                  <a:pt x="3023" y="385"/>
                </a:lnTo>
                <a:lnTo>
                  <a:pt x="3031" y="376"/>
                </a:lnTo>
                <a:lnTo>
                  <a:pt x="3039" y="367"/>
                </a:lnTo>
                <a:lnTo>
                  <a:pt x="3048" y="358"/>
                </a:lnTo>
                <a:lnTo>
                  <a:pt x="3056" y="349"/>
                </a:lnTo>
                <a:lnTo>
                  <a:pt x="3065" y="339"/>
                </a:lnTo>
                <a:lnTo>
                  <a:pt x="3073" y="330"/>
                </a:lnTo>
                <a:lnTo>
                  <a:pt x="3081" y="321"/>
                </a:lnTo>
                <a:lnTo>
                  <a:pt x="3090" y="311"/>
                </a:lnTo>
                <a:lnTo>
                  <a:pt x="3098" y="302"/>
                </a:lnTo>
                <a:lnTo>
                  <a:pt x="3107" y="293"/>
                </a:lnTo>
                <a:lnTo>
                  <a:pt x="3115" y="283"/>
                </a:lnTo>
                <a:lnTo>
                  <a:pt x="3123" y="274"/>
                </a:lnTo>
                <a:lnTo>
                  <a:pt x="3132" y="264"/>
                </a:lnTo>
                <a:lnTo>
                  <a:pt x="3140" y="254"/>
                </a:lnTo>
                <a:lnTo>
                  <a:pt x="3148" y="245"/>
                </a:lnTo>
                <a:lnTo>
                  <a:pt x="3157" y="235"/>
                </a:lnTo>
                <a:lnTo>
                  <a:pt x="3165" y="225"/>
                </a:lnTo>
                <a:lnTo>
                  <a:pt x="3174" y="216"/>
                </a:lnTo>
                <a:lnTo>
                  <a:pt x="3182" y="206"/>
                </a:lnTo>
                <a:lnTo>
                  <a:pt x="3190" y="196"/>
                </a:lnTo>
                <a:lnTo>
                  <a:pt x="3199" y="186"/>
                </a:lnTo>
                <a:lnTo>
                  <a:pt x="3207" y="176"/>
                </a:lnTo>
                <a:lnTo>
                  <a:pt x="3216" y="166"/>
                </a:lnTo>
                <a:lnTo>
                  <a:pt x="3224" y="156"/>
                </a:lnTo>
                <a:lnTo>
                  <a:pt x="3232" y="146"/>
                </a:lnTo>
                <a:lnTo>
                  <a:pt x="3241" y="136"/>
                </a:lnTo>
                <a:lnTo>
                  <a:pt x="3249" y="125"/>
                </a:lnTo>
                <a:lnTo>
                  <a:pt x="3258" y="115"/>
                </a:lnTo>
                <a:lnTo>
                  <a:pt x="3266" y="105"/>
                </a:lnTo>
                <a:lnTo>
                  <a:pt x="3274" y="95"/>
                </a:lnTo>
                <a:lnTo>
                  <a:pt x="3283" y="84"/>
                </a:lnTo>
                <a:lnTo>
                  <a:pt x="3291" y="74"/>
                </a:lnTo>
                <a:lnTo>
                  <a:pt x="3300" y="63"/>
                </a:lnTo>
                <a:lnTo>
                  <a:pt x="3308" y="53"/>
                </a:lnTo>
                <a:lnTo>
                  <a:pt x="3316" y="42"/>
                </a:lnTo>
                <a:lnTo>
                  <a:pt x="3325" y="32"/>
                </a:lnTo>
                <a:lnTo>
                  <a:pt x="3333" y="21"/>
                </a:lnTo>
                <a:lnTo>
                  <a:pt x="3342" y="1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250692"/>
            <a:ext cx="3063240" cy="1410005"/>
          </a:xfrm>
          <a:custGeom>
            <a:avLst/>
            <a:gdLst/>
            <a:ahLst/>
            <a:cxnLst/>
            <a:rect l="l" t="t" r="r" b="b"/>
            <a:pathLst>
              <a:path w="3350" h="1542">
                <a:moveTo>
                  <a:pt x="0" y="737"/>
                </a:moveTo>
                <a:lnTo>
                  <a:pt x="8" y="747"/>
                </a:lnTo>
                <a:lnTo>
                  <a:pt x="17" y="756"/>
                </a:lnTo>
                <a:lnTo>
                  <a:pt x="25" y="766"/>
                </a:lnTo>
                <a:lnTo>
                  <a:pt x="34" y="775"/>
                </a:lnTo>
                <a:lnTo>
                  <a:pt x="42" y="785"/>
                </a:lnTo>
                <a:lnTo>
                  <a:pt x="50" y="794"/>
                </a:lnTo>
                <a:lnTo>
                  <a:pt x="59" y="803"/>
                </a:lnTo>
                <a:lnTo>
                  <a:pt x="67" y="812"/>
                </a:lnTo>
                <a:lnTo>
                  <a:pt x="76" y="821"/>
                </a:lnTo>
                <a:lnTo>
                  <a:pt x="84" y="830"/>
                </a:lnTo>
                <a:lnTo>
                  <a:pt x="92" y="839"/>
                </a:lnTo>
                <a:lnTo>
                  <a:pt x="101" y="848"/>
                </a:lnTo>
                <a:lnTo>
                  <a:pt x="109" y="857"/>
                </a:lnTo>
                <a:lnTo>
                  <a:pt x="118" y="866"/>
                </a:lnTo>
                <a:lnTo>
                  <a:pt x="126" y="875"/>
                </a:lnTo>
                <a:lnTo>
                  <a:pt x="134" y="884"/>
                </a:lnTo>
                <a:lnTo>
                  <a:pt x="143" y="892"/>
                </a:lnTo>
                <a:lnTo>
                  <a:pt x="151" y="901"/>
                </a:lnTo>
                <a:lnTo>
                  <a:pt x="160" y="909"/>
                </a:lnTo>
                <a:lnTo>
                  <a:pt x="168" y="918"/>
                </a:lnTo>
                <a:lnTo>
                  <a:pt x="176" y="926"/>
                </a:lnTo>
                <a:lnTo>
                  <a:pt x="185" y="935"/>
                </a:lnTo>
                <a:lnTo>
                  <a:pt x="193" y="943"/>
                </a:lnTo>
                <a:lnTo>
                  <a:pt x="202" y="951"/>
                </a:lnTo>
                <a:lnTo>
                  <a:pt x="210" y="960"/>
                </a:lnTo>
                <a:lnTo>
                  <a:pt x="218" y="968"/>
                </a:lnTo>
                <a:lnTo>
                  <a:pt x="227" y="976"/>
                </a:lnTo>
                <a:lnTo>
                  <a:pt x="235" y="984"/>
                </a:lnTo>
                <a:lnTo>
                  <a:pt x="243" y="992"/>
                </a:lnTo>
                <a:lnTo>
                  <a:pt x="252" y="1000"/>
                </a:lnTo>
                <a:lnTo>
                  <a:pt x="260" y="1008"/>
                </a:lnTo>
                <a:lnTo>
                  <a:pt x="269" y="1015"/>
                </a:lnTo>
                <a:lnTo>
                  <a:pt x="277" y="1023"/>
                </a:lnTo>
                <a:lnTo>
                  <a:pt x="285" y="1031"/>
                </a:lnTo>
                <a:lnTo>
                  <a:pt x="294" y="1038"/>
                </a:lnTo>
                <a:lnTo>
                  <a:pt x="302" y="1046"/>
                </a:lnTo>
                <a:lnTo>
                  <a:pt x="311" y="1054"/>
                </a:lnTo>
                <a:lnTo>
                  <a:pt x="319" y="1061"/>
                </a:lnTo>
                <a:lnTo>
                  <a:pt x="327" y="1068"/>
                </a:lnTo>
                <a:lnTo>
                  <a:pt x="336" y="1076"/>
                </a:lnTo>
                <a:lnTo>
                  <a:pt x="344" y="1083"/>
                </a:lnTo>
                <a:lnTo>
                  <a:pt x="353" y="1090"/>
                </a:lnTo>
                <a:lnTo>
                  <a:pt x="361" y="1097"/>
                </a:lnTo>
                <a:lnTo>
                  <a:pt x="369" y="1105"/>
                </a:lnTo>
                <a:lnTo>
                  <a:pt x="378" y="1112"/>
                </a:lnTo>
                <a:lnTo>
                  <a:pt x="386" y="1119"/>
                </a:lnTo>
                <a:lnTo>
                  <a:pt x="395" y="1126"/>
                </a:lnTo>
                <a:lnTo>
                  <a:pt x="403" y="1132"/>
                </a:lnTo>
                <a:lnTo>
                  <a:pt x="411" y="1139"/>
                </a:lnTo>
                <a:lnTo>
                  <a:pt x="420" y="1146"/>
                </a:lnTo>
                <a:lnTo>
                  <a:pt x="428" y="1153"/>
                </a:lnTo>
                <a:lnTo>
                  <a:pt x="437" y="1159"/>
                </a:lnTo>
                <a:lnTo>
                  <a:pt x="445" y="1166"/>
                </a:lnTo>
                <a:lnTo>
                  <a:pt x="453" y="1173"/>
                </a:lnTo>
                <a:lnTo>
                  <a:pt x="462" y="1179"/>
                </a:lnTo>
                <a:lnTo>
                  <a:pt x="470" y="1185"/>
                </a:lnTo>
                <a:lnTo>
                  <a:pt x="479" y="1192"/>
                </a:lnTo>
                <a:lnTo>
                  <a:pt x="487" y="1198"/>
                </a:lnTo>
                <a:lnTo>
                  <a:pt x="495" y="1204"/>
                </a:lnTo>
                <a:lnTo>
                  <a:pt x="504" y="1211"/>
                </a:lnTo>
                <a:lnTo>
                  <a:pt x="512" y="1217"/>
                </a:lnTo>
                <a:lnTo>
                  <a:pt x="521" y="1223"/>
                </a:lnTo>
                <a:lnTo>
                  <a:pt x="529" y="1229"/>
                </a:lnTo>
                <a:lnTo>
                  <a:pt x="537" y="1235"/>
                </a:lnTo>
                <a:lnTo>
                  <a:pt x="546" y="1241"/>
                </a:lnTo>
                <a:lnTo>
                  <a:pt x="554" y="1247"/>
                </a:lnTo>
                <a:lnTo>
                  <a:pt x="563" y="1252"/>
                </a:lnTo>
                <a:lnTo>
                  <a:pt x="571" y="1258"/>
                </a:lnTo>
                <a:lnTo>
                  <a:pt x="579" y="1264"/>
                </a:lnTo>
                <a:lnTo>
                  <a:pt x="588" y="1269"/>
                </a:lnTo>
                <a:lnTo>
                  <a:pt x="596" y="1275"/>
                </a:lnTo>
                <a:lnTo>
                  <a:pt x="605" y="1280"/>
                </a:lnTo>
                <a:lnTo>
                  <a:pt x="613" y="1286"/>
                </a:lnTo>
                <a:lnTo>
                  <a:pt x="621" y="1291"/>
                </a:lnTo>
                <a:lnTo>
                  <a:pt x="630" y="1297"/>
                </a:lnTo>
                <a:lnTo>
                  <a:pt x="638" y="1302"/>
                </a:lnTo>
                <a:lnTo>
                  <a:pt x="646" y="1307"/>
                </a:lnTo>
                <a:lnTo>
                  <a:pt x="655" y="1312"/>
                </a:lnTo>
                <a:lnTo>
                  <a:pt x="663" y="1317"/>
                </a:lnTo>
                <a:lnTo>
                  <a:pt x="672" y="1322"/>
                </a:lnTo>
                <a:lnTo>
                  <a:pt x="680" y="1327"/>
                </a:lnTo>
                <a:lnTo>
                  <a:pt x="688" y="1332"/>
                </a:lnTo>
                <a:lnTo>
                  <a:pt x="697" y="1337"/>
                </a:lnTo>
                <a:lnTo>
                  <a:pt x="705" y="1342"/>
                </a:lnTo>
                <a:lnTo>
                  <a:pt x="714" y="1347"/>
                </a:lnTo>
                <a:lnTo>
                  <a:pt x="722" y="1352"/>
                </a:lnTo>
                <a:lnTo>
                  <a:pt x="730" y="1356"/>
                </a:lnTo>
                <a:lnTo>
                  <a:pt x="739" y="1361"/>
                </a:lnTo>
                <a:lnTo>
                  <a:pt x="747" y="1365"/>
                </a:lnTo>
                <a:lnTo>
                  <a:pt x="756" y="1370"/>
                </a:lnTo>
                <a:lnTo>
                  <a:pt x="764" y="1374"/>
                </a:lnTo>
                <a:lnTo>
                  <a:pt x="772" y="1379"/>
                </a:lnTo>
                <a:lnTo>
                  <a:pt x="781" y="1383"/>
                </a:lnTo>
                <a:lnTo>
                  <a:pt x="789" y="1387"/>
                </a:lnTo>
                <a:lnTo>
                  <a:pt x="798" y="1391"/>
                </a:lnTo>
                <a:lnTo>
                  <a:pt x="806" y="1395"/>
                </a:lnTo>
                <a:lnTo>
                  <a:pt x="814" y="1399"/>
                </a:lnTo>
                <a:lnTo>
                  <a:pt x="823" y="1403"/>
                </a:lnTo>
                <a:lnTo>
                  <a:pt x="831" y="1407"/>
                </a:lnTo>
                <a:lnTo>
                  <a:pt x="840" y="1411"/>
                </a:lnTo>
                <a:lnTo>
                  <a:pt x="848" y="1415"/>
                </a:lnTo>
                <a:lnTo>
                  <a:pt x="856" y="1419"/>
                </a:lnTo>
                <a:lnTo>
                  <a:pt x="865" y="1423"/>
                </a:lnTo>
                <a:lnTo>
                  <a:pt x="873" y="1426"/>
                </a:lnTo>
                <a:lnTo>
                  <a:pt x="882" y="1430"/>
                </a:lnTo>
                <a:lnTo>
                  <a:pt x="890" y="1433"/>
                </a:lnTo>
                <a:lnTo>
                  <a:pt x="898" y="1437"/>
                </a:lnTo>
                <a:lnTo>
                  <a:pt x="907" y="1440"/>
                </a:lnTo>
                <a:lnTo>
                  <a:pt x="915" y="1444"/>
                </a:lnTo>
                <a:lnTo>
                  <a:pt x="924" y="1447"/>
                </a:lnTo>
                <a:lnTo>
                  <a:pt x="932" y="1450"/>
                </a:lnTo>
                <a:lnTo>
                  <a:pt x="940" y="1454"/>
                </a:lnTo>
                <a:lnTo>
                  <a:pt x="949" y="1457"/>
                </a:lnTo>
                <a:lnTo>
                  <a:pt x="957" y="1460"/>
                </a:lnTo>
                <a:lnTo>
                  <a:pt x="966" y="1463"/>
                </a:lnTo>
                <a:lnTo>
                  <a:pt x="974" y="1466"/>
                </a:lnTo>
                <a:lnTo>
                  <a:pt x="982" y="1469"/>
                </a:lnTo>
                <a:lnTo>
                  <a:pt x="991" y="1472"/>
                </a:lnTo>
                <a:lnTo>
                  <a:pt x="999" y="1474"/>
                </a:lnTo>
                <a:lnTo>
                  <a:pt x="1008" y="1477"/>
                </a:lnTo>
                <a:lnTo>
                  <a:pt x="1016" y="1480"/>
                </a:lnTo>
                <a:lnTo>
                  <a:pt x="1024" y="1483"/>
                </a:lnTo>
                <a:lnTo>
                  <a:pt x="1033" y="1485"/>
                </a:lnTo>
                <a:lnTo>
                  <a:pt x="1041" y="1488"/>
                </a:lnTo>
                <a:lnTo>
                  <a:pt x="1049" y="1490"/>
                </a:lnTo>
                <a:lnTo>
                  <a:pt x="1058" y="1492"/>
                </a:lnTo>
                <a:lnTo>
                  <a:pt x="1066" y="1495"/>
                </a:lnTo>
                <a:lnTo>
                  <a:pt x="1075" y="1497"/>
                </a:lnTo>
                <a:lnTo>
                  <a:pt x="1083" y="1499"/>
                </a:lnTo>
                <a:lnTo>
                  <a:pt x="1091" y="1502"/>
                </a:lnTo>
                <a:lnTo>
                  <a:pt x="1100" y="1504"/>
                </a:lnTo>
                <a:lnTo>
                  <a:pt x="1108" y="1506"/>
                </a:lnTo>
                <a:lnTo>
                  <a:pt x="1117" y="1508"/>
                </a:lnTo>
                <a:lnTo>
                  <a:pt x="1125" y="1510"/>
                </a:lnTo>
                <a:lnTo>
                  <a:pt x="1133" y="1512"/>
                </a:lnTo>
                <a:lnTo>
                  <a:pt x="1142" y="1513"/>
                </a:lnTo>
                <a:lnTo>
                  <a:pt x="1150" y="1515"/>
                </a:lnTo>
                <a:lnTo>
                  <a:pt x="1159" y="1517"/>
                </a:lnTo>
                <a:lnTo>
                  <a:pt x="1167" y="1519"/>
                </a:lnTo>
                <a:lnTo>
                  <a:pt x="1175" y="1520"/>
                </a:lnTo>
                <a:lnTo>
                  <a:pt x="1184" y="1522"/>
                </a:lnTo>
                <a:lnTo>
                  <a:pt x="1192" y="1523"/>
                </a:lnTo>
                <a:lnTo>
                  <a:pt x="1201" y="1525"/>
                </a:lnTo>
                <a:lnTo>
                  <a:pt x="1209" y="1526"/>
                </a:lnTo>
                <a:lnTo>
                  <a:pt x="1217" y="1527"/>
                </a:lnTo>
                <a:lnTo>
                  <a:pt x="1226" y="1528"/>
                </a:lnTo>
                <a:lnTo>
                  <a:pt x="1234" y="1530"/>
                </a:lnTo>
                <a:lnTo>
                  <a:pt x="1243" y="1531"/>
                </a:lnTo>
                <a:lnTo>
                  <a:pt x="1251" y="1532"/>
                </a:lnTo>
                <a:lnTo>
                  <a:pt x="1259" y="1533"/>
                </a:lnTo>
                <a:lnTo>
                  <a:pt x="1268" y="1534"/>
                </a:lnTo>
                <a:lnTo>
                  <a:pt x="1276" y="1535"/>
                </a:lnTo>
                <a:lnTo>
                  <a:pt x="1285" y="1536"/>
                </a:lnTo>
                <a:lnTo>
                  <a:pt x="1293" y="1536"/>
                </a:lnTo>
                <a:lnTo>
                  <a:pt x="1301" y="1537"/>
                </a:lnTo>
                <a:lnTo>
                  <a:pt x="1310" y="1538"/>
                </a:lnTo>
                <a:lnTo>
                  <a:pt x="1318" y="1538"/>
                </a:lnTo>
                <a:lnTo>
                  <a:pt x="1327" y="1539"/>
                </a:lnTo>
                <a:lnTo>
                  <a:pt x="1335" y="1540"/>
                </a:lnTo>
                <a:lnTo>
                  <a:pt x="1343" y="1540"/>
                </a:lnTo>
                <a:lnTo>
                  <a:pt x="1352" y="1540"/>
                </a:lnTo>
                <a:lnTo>
                  <a:pt x="1360" y="1541"/>
                </a:lnTo>
                <a:lnTo>
                  <a:pt x="1369" y="1541"/>
                </a:lnTo>
                <a:lnTo>
                  <a:pt x="1377" y="1541"/>
                </a:lnTo>
                <a:lnTo>
                  <a:pt x="1385" y="1541"/>
                </a:lnTo>
                <a:lnTo>
                  <a:pt x="1394" y="1542"/>
                </a:lnTo>
                <a:lnTo>
                  <a:pt x="1402" y="1542"/>
                </a:lnTo>
                <a:lnTo>
                  <a:pt x="1411" y="1542"/>
                </a:lnTo>
                <a:lnTo>
                  <a:pt x="1419" y="1541"/>
                </a:lnTo>
                <a:lnTo>
                  <a:pt x="1427" y="1541"/>
                </a:lnTo>
                <a:lnTo>
                  <a:pt x="1436" y="1541"/>
                </a:lnTo>
                <a:lnTo>
                  <a:pt x="1444" y="1541"/>
                </a:lnTo>
                <a:lnTo>
                  <a:pt x="1453" y="1541"/>
                </a:lnTo>
                <a:lnTo>
                  <a:pt x="1461" y="1540"/>
                </a:lnTo>
                <a:lnTo>
                  <a:pt x="1469" y="1540"/>
                </a:lnTo>
                <a:lnTo>
                  <a:pt x="1478" y="1539"/>
                </a:lnTo>
                <a:lnTo>
                  <a:pt x="1486" y="1539"/>
                </a:lnTo>
                <a:lnTo>
                  <a:pt x="1494" y="1538"/>
                </a:lnTo>
                <a:lnTo>
                  <a:pt x="1503" y="1538"/>
                </a:lnTo>
                <a:lnTo>
                  <a:pt x="1511" y="1537"/>
                </a:lnTo>
                <a:lnTo>
                  <a:pt x="1520" y="1536"/>
                </a:lnTo>
                <a:lnTo>
                  <a:pt x="1528" y="1535"/>
                </a:lnTo>
                <a:lnTo>
                  <a:pt x="1536" y="1535"/>
                </a:lnTo>
                <a:lnTo>
                  <a:pt x="1545" y="1534"/>
                </a:lnTo>
                <a:lnTo>
                  <a:pt x="1553" y="1533"/>
                </a:lnTo>
                <a:lnTo>
                  <a:pt x="1562" y="1532"/>
                </a:lnTo>
                <a:lnTo>
                  <a:pt x="1570" y="1530"/>
                </a:lnTo>
                <a:lnTo>
                  <a:pt x="1578" y="1529"/>
                </a:lnTo>
                <a:lnTo>
                  <a:pt x="1587" y="1528"/>
                </a:lnTo>
                <a:lnTo>
                  <a:pt x="1595" y="1527"/>
                </a:lnTo>
                <a:lnTo>
                  <a:pt x="1604" y="1525"/>
                </a:lnTo>
                <a:lnTo>
                  <a:pt x="1612" y="1524"/>
                </a:lnTo>
                <a:lnTo>
                  <a:pt x="1620" y="1523"/>
                </a:lnTo>
                <a:lnTo>
                  <a:pt x="1629" y="1521"/>
                </a:lnTo>
                <a:lnTo>
                  <a:pt x="1637" y="1520"/>
                </a:lnTo>
                <a:lnTo>
                  <a:pt x="1646" y="1518"/>
                </a:lnTo>
                <a:lnTo>
                  <a:pt x="1654" y="1516"/>
                </a:lnTo>
                <a:lnTo>
                  <a:pt x="1662" y="1515"/>
                </a:lnTo>
                <a:lnTo>
                  <a:pt x="1671" y="1513"/>
                </a:lnTo>
                <a:lnTo>
                  <a:pt x="1679" y="1511"/>
                </a:lnTo>
                <a:lnTo>
                  <a:pt x="1688" y="1509"/>
                </a:lnTo>
                <a:lnTo>
                  <a:pt x="1696" y="1507"/>
                </a:lnTo>
                <a:lnTo>
                  <a:pt x="1704" y="1505"/>
                </a:lnTo>
                <a:lnTo>
                  <a:pt x="1713" y="1503"/>
                </a:lnTo>
                <a:lnTo>
                  <a:pt x="1721" y="1501"/>
                </a:lnTo>
                <a:lnTo>
                  <a:pt x="1730" y="1499"/>
                </a:lnTo>
                <a:lnTo>
                  <a:pt x="1738" y="1496"/>
                </a:lnTo>
                <a:lnTo>
                  <a:pt x="1746" y="1494"/>
                </a:lnTo>
                <a:lnTo>
                  <a:pt x="1755" y="1492"/>
                </a:lnTo>
                <a:lnTo>
                  <a:pt x="1763" y="1489"/>
                </a:lnTo>
                <a:lnTo>
                  <a:pt x="1772" y="1487"/>
                </a:lnTo>
                <a:lnTo>
                  <a:pt x="1780" y="1484"/>
                </a:lnTo>
                <a:lnTo>
                  <a:pt x="1788" y="1482"/>
                </a:lnTo>
                <a:lnTo>
                  <a:pt x="1797" y="1479"/>
                </a:lnTo>
                <a:lnTo>
                  <a:pt x="1805" y="1476"/>
                </a:lnTo>
                <a:lnTo>
                  <a:pt x="1814" y="1474"/>
                </a:lnTo>
                <a:lnTo>
                  <a:pt x="1822" y="1471"/>
                </a:lnTo>
                <a:lnTo>
                  <a:pt x="1830" y="1468"/>
                </a:lnTo>
                <a:lnTo>
                  <a:pt x="1839" y="1465"/>
                </a:lnTo>
                <a:lnTo>
                  <a:pt x="1847" y="1462"/>
                </a:lnTo>
                <a:lnTo>
                  <a:pt x="1856" y="1459"/>
                </a:lnTo>
                <a:lnTo>
                  <a:pt x="1864" y="1456"/>
                </a:lnTo>
                <a:lnTo>
                  <a:pt x="1872" y="1453"/>
                </a:lnTo>
                <a:lnTo>
                  <a:pt x="1881" y="1449"/>
                </a:lnTo>
                <a:lnTo>
                  <a:pt x="1889" y="1446"/>
                </a:lnTo>
                <a:lnTo>
                  <a:pt x="1897" y="1443"/>
                </a:lnTo>
                <a:lnTo>
                  <a:pt x="1906" y="1439"/>
                </a:lnTo>
                <a:lnTo>
                  <a:pt x="1914" y="1436"/>
                </a:lnTo>
                <a:lnTo>
                  <a:pt x="1923" y="1432"/>
                </a:lnTo>
                <a:lnTo>
                  <a:pt x="1931" y="1429"/>
                </a:lnTo>
                <a:lnTo>
                  <a:pt x="1939" y="1425"/>
                </a:lnTo>
                <a:lnTo>
                  <a:pt x="1948" y="1421"/>
                </a:lnTo>
                <a:lnTo>
                  <a:pt x="1956" y="1418"/>
                </a:lnTo>
                <a:lnTo>
                  <a:pt x="1965" y="1414"/>
                </a:lnTo>
                <a:lnTo>
                  <a:pt x="1973" y="1410"/>
                </a:lnTo>
                <a:lnTo>
                  <a:pt x="1981" y="1406"/>
                </a:lnTo>
                <a:lnTo>
                  <a:pt x="1990" y="1402"/>
                </a:lnTo>
                <a:lnTo>
                  <a:pt x="1998" y="1398"/>
                </a:lnTo>
                <a:lnTo>
                  <a:pt x="2007" y="1394"/>
                </a:lnTo>
                <a:lnTo>
                  <a:pt x="2015" y="1390"/>
                </a:lnTo>
                <a:lnTo>
                  <a:pt x="2023" y="1386"/>
                </a:lnTo>
                <a:lnTo>
                  <a:pt x="2032" y="1381"/>
                </a:lnTo>
                <a:lnTo>
                  <a:pt x="2040" y="1377"/>
                </a:lnTo>
                <a:lnTo>
                  <a:pt x="2049" y="1373"/>
                </a:lnTo>
                <a:lnTo>
                  <a:pt x="2057" y="1368"/>
                </a:lnTo>
                <a:lnTo>
                  <a:pt x="2065" y="1364"/>
                </a:lnTo>
                <a:lnTo>
                  <a:pt x="2074" y="1359"/>
                </a:lnTo>
                <a:lnTo>
                  <a:pt x="2082" y="1355"/>
                </a:lnTo>
                <a:lnTo>
                  <a:pt x="2091" y="1350"/>
                </a:lnTo>
                <a:lnTo>
                  <a:pt x="2099" y="1345"/>
                </a:lnTo>
                <a:lnTo>
                  <a:pt x="2107" y="1340"/>
                </a:lnTo>
                <a:lnTo>
                  <a:pt x="2116" y="1336"/>
                </a:lnTo>
                <a:lnTo>
                  <a:pt x="2124" y="1331"/>
                </a:lnTo>
                <a:lnTo>
                  <a:pt x="2133" y="1326"/>
                </a:lnTo>
                <a:lnTo>
                  <a:pt x="2141" y="1321"/>
                </a:lnTo>
                <a:lnTo>
                  <a:pt x="2149" y="1316"/>
                </a:lnTo>
                <a:lnTo>
                  <a:pt x="2158" y="1311"/>
                </a:lnTo>
                <a:lnTo>
                  <a:pt x="2166" y="1305"/>
                </a:lnTo>
                <a:lnTo>
                  <a:pt x="2175" y="1300"/>
                </a:lnTo>
                <a:lnTo>
                  <a:pt x="2183" y="1295"/>
                </a:lnTo>
                <a:lnTo>
                  <a:pt x="2191" y="1290"/>
                </a:lnTo>
                <a:lnTo>
                  <a:pt x="2200" y="1284"/>
                </a:lnTo>
                <a:lnTo>
                  <a:pt x="2208" y="1279"/>
                </a:lnTo>
                <a:lnTo>
                  <a:pt x="2217" y="1273"/>
                </a:lnTo>
                <a:lnTo>
                  <a:pt x="2225" y="1268"/>
                </a:lnTo>
                <a:lnTo>
                  <a:pt x="2233" y="1262"/>
                </a:lnTo>
                <a:lnTo>
                  <a:pt x="2242" y="1256"/>
                </a:lnTo>
                <a:lnTo>
                  <a:pt x="2250" y="1250"/>
                </a:lnTo>
                <a:lnTo>
                  <a:pt x="2259" y="1245"/>
                </a:lnTo>
                <a:lnTo>
                  <a:pt x="2267" y="1239"/>
                </a:lnTo>
                <a:lnTo>
                  <a:pt x="2275" y="1233"/>
                </a:lnTo>
                <a:lnTo>
                  <a:pt x="2284" y="1227"/>
                </a:lnTo>
                <a:lnTo>
                  <a:pt x="2292" y="1221"/>
                </a:lnTo>
                <a:lnTo>
                  <a:pt x="2301" y="1215"/>
                </a:lnTo>
                <a:lnTo>
                  <a:pt x="2309" y="1209"/>
                </a:lnTo>
                <a:lnTo>
                  <a:pt x="2317" y="1202"/>
                </a:lnTo>
                <a:lnTo>
                  <a:pt x="2326" y="1196"/>
                </a:lnTo>
                <a:lnTo>
                  <a:pt x="2334" y="1190"/>
                </a:lnTo>
                <a:lnTo>
                  <a:pt x="2342" y="1183"/>
                </a:lnTo>
                <a:lnTo>
                  <a:pt x="2351" y="1177"/>
                </a:lnTo>
                <a:lnTo>
                  <a:pt x="2359" y="1170"/>
                </a:lnTo>
                <a:lnTo>
                  <a:pt x="2368" y="1164"/>
                </a:lnTo>
                <a:lnTo>
                  <a:pt x="2376" y="1157"/>
                </a:lnTo>
                <a:lnTo>
                  <a:pt x="2384" y="1151"/>
                </a:lnTo>
                <a:lnTo>
                  <a:pt x="2393" y="1144"/>
                </a:lnTo>
                <a:lnTo>
                  <a:pt x="2401" y="1137"/>
                </a:lnTo>
                <a:lnTo>
                  <a:pt x="2410" y="1130"/>
                </a:lnTo>
                <a:lnTo>
                  <a:pt x="2418" y="1123"/>
                </a:lnTo>
                <a:lnTo>
                  <a:pt x="2426" y="1116"/>
                </a:lnTo>
                <a:lnTo>
                  <a:pt x="2435" y="1109"/>
                </a:lnTo>
                <a:lnTo>
                  <a:pt x="2443" y="1102"/>
                </a:lnTo>
                <a:lnTo>
                  <a:pt x="2452" y="1095"/>
                </a:lnTo>
                <a:lnTo>
                  <a:pt x="2460" y="1088"/>
                </a:lnTo>
                <a:lnTo>
                  <a:pt x="2468" y="1081"/>
                </a:lnTo>
                <a:lnTo>
                  <a:pt x="2477" y="1073"/>
                </a:lnTo>
                <a:lnTo>
                  <a:pt x="2485" y="1066"/>
                </a:lnTo>
                <a:lnTo>
                  <a:pt x="2494" y="1059"/>
                </a:lnTo>
                <a:lnTo>
                  <a:pt x="2502" y="1051"/>
                </a:lnTo>
                <a:lnTo>
                  <a:pt x="2510" y="1044"/>
                </a:lnTo>
                <a:lnTo>
                  <a:pt x="2519" y="1036"/>
                </a:lnTo>
                <a:lnTo>
                  <a:pt x="2527" y="1028"/>
                </a:lnTo>
                <a:lnTo>
                  <a:pt x="2536" y="1021"/>
                </a:lnTo>
                <a:lnTo>
                  <a:pt x="2544" y="1013"/>
                </a:lnTo>
                <a:lnTo>
                  <a:pt x="2552" y="1005"/>
                </a:lnTo>
                <a:lnTo>
                  <a:pt x="2561" y="997"/>
                </a:lnTo>
                <a:lnTo>
                  <a:pt x="2569" y="989"/>
                </a:lnTo>
                <a:lnTo>
                  <a:pt x="2578" y="981"/>
                </a:lnTo>
                <a:lnTo>
                  <a:pt x="2586" y="973"/>
                </a:lnTo>
                <a:lnTo>
                  <a:pt x="2594" y="965"/>
                </a:lnTo>
                <a:lnTo>
                  <a:pt x="2603" y="957"/>
                </a:lnTo>
                <a:lnTo>
                  <a:pt x="2611" y="949"/>
                </a:lnTo>
                <a:lnTo>
                  <a:pt x="2620" y="940"/>
                </a:lnTo>
                <a:lnTo>
                  <a:pt x="2628" y="932"/>
                </a:lnTo>
                <a:lnTo>
                  <a:pt x="2636" y="924"/>
                </a:lnTo>
                <a:lnTo>
                  <a:pt x="2645" y="915"/>
                </a:lnTo>
                <a:lnTo>
                  <a:pt x="2653" y="907"/>
                </a:lnTo>
                <a:lnTo>
                  <a:pt x="2662" y="898"/>
                </a:lnTo>
                <a:lnTo>
                  <a:pt x="2670" y="889"/>
                </a:lnTo>
                <a:lnTo>
                  <a:pt x="2678" y="881"/>
                </a:lnTo>
                <a:lnTo>
                  <a:pt x="2687" y="872"/>
                </a:lnTo>
                <a:lnTo>
                  <a:pt x="2695" y="863"/>
                </a:lnTo>
                <a:lnTo>
                  <a:pt x="2704" y="854"/>
                </a:lnTo>
                <a:lnTo>
                  <a:pt x="2712" y="845"/>
                </a:lnTo>
                <a:lnTo>
                  <a:pt x="2720" y="836"/>
                </a:lnTo>
                <a:lnTo>
                  <a:pt x="2729" y="827"/>
                </a:lnTo>
                <a:lnTo>
                  <a:pt x="2737" y="818"/>
                </a:lnTo>
                <a:lnTo>
                  <a:pt x="2745" y="809"/>
                </a:lnTo>
                <a:lnTo>
                  <a:pt x="2754" y="800"/>
                </a:lnTo>
                <a:lnTo>
                  <a:pt x="2762" y="791"/>
                </a:lnTo>
                <a:lnTo>
                  <a:pt x="2771" y="781"/>
                </a:lnTo>
                <a:lnTo>
                  <a:pt x="2779" y="772"/>
                </a:lnTo>
                <a:lnTo>
                  <a:pt x="2787" y="763"/>
                </a:lnTo>
                <a:lnTo>
                  <a:pt x="2796" y="753"/>
                </a:lnTo>
                <a:lnTo>
                  <a:pt x="2804" y="744"/>
                </a:lnTo>
                <a:lnTo>
                  <a:pt x="2813" y="734"/>
                </a:lnTo>
                <a:lnTo>
                  <a:pt x="2821" y="724"/>
                </a:lnTo>
                <a:lnTo>
                  <a:pt x="2829" y="715"/>
                </a:lnTo>
                <a:lnTo>
                  <a:pt x="2838" y="705"/>
                </a:lnTo>
                <a:lnTo>
                  <a:pt x="2846" y="695"/>
                </a:lnTo>
                <a:lnTo>
                  <a:pt x="2855" y="685"/>
                </a:lnTo>
                <a:lnTo>
                  <a:pt x="2863" y="675"/>
                </a:lnTo>
                <a:lnTo>
                  <a:pt x="2871" y="665"/>
                </a:lnTo>
                <a:lnTo>
                  <a:pt x="2880" y="655"/>
                </a:lnTo>
                <a:lnTo>
                  <a:pt x="2888" y="645"/>
                </a:lnTo>
                <a:lnTo>
                  <a:pt x="2897" y="635"/>
                </a:lnTo>
                <a:lnTo>
                  <a:pt x="2905" y="625"/>
                </a:lnTo>
                <a:lnTo>
                  <a:pt x="2913" y="614"/>
                </a:lnTo>
                <a:lnTo>
                  <a:pt x="2922" y="604"/>
                </a:lnTo>
                <a:lnTo>
                  <a:pt x="2930" y="593"/>
                </a:lnTo>
                <a:lnTo>
                  <a:pt x="2939" y="583"/>
                </a:lnTo>
                <a:lnTo>
                  <a:pt x="2947" y="572"/>
                </a:lnTo>
                <a:lnTo>
                  <a:pt x="2955" y="562"/>
                </a:lnTo>
                <a:lnTo>
                  <a:pt x="2964" y="551"/>
                </a:lnTo>
                <a:lnTo>
                  <a:pt x="2972" y="541"/>
                </a:lnTo>
                <a:lnTo>
                  <a:pt x="2981" y="530"/>
                </a:lnTo>
                <a:lnTo>
                  <a:pt x="2989" y="519"/>
                </a:lnTo>
                <a:lnTo>
                  <a:pt x="2997" y="508"/>
                </a:lnTo>
                <a:lnTo>
                  <a:pt x="3006" y="497"/>
                </a:lnTo>
                <a:lnTo>
                  <a:pt x="3014" y="486"/>
                </a:lnTo>
                <a:lnTo>
                  <a:pt x="3023" y="475"/>
                </a:lnTo>
                <a:lnTo>
                  <a:pt x="3031" y="464"/>
                </a:lnTo>
                <a:lnTo>
                  <a:pt x="3039" y="453"/>
                </a:lnTo>
                <a:lnTo>
                  <a:pt x="3048" y="442"/>
                </a:lnTo>
                <a:lnTo>
                  <a:pt x="3056" y="430"/>
                </a:lnTo>
                <a:lnTo>
                  <a:pt x="3065" y="419"/>
                </a:lnTo>
                <a:lnTo>
                  <a:pt x="3073" y="408"/>
                </a:lnTo>
                <a:lnTo>
                  <a:pt x="3081" y="396"/>
                </a:lnTo>
                <a:lnTo>
                  <a:pt x="3090" y="385"/>
                </a:lnTo>
                <a:lnTo>
                  <a:pt x="3098" y="373"/>
                </a:lnTo>
                <a:lnTo>
                  <a:pt x="3107" y="362"/>
                </a:lnTo>
                <a:lnTo>
                  <a:pt x="3115" y="350"/>
                </a:lnTo>
                <a:lnTo>
                  <a:pt x="3123" y="338"/>
                </a:lnTo>
                <a:lnTo>
                  <a:pt x="3132" y="326"/>
                </a:lnTo>
                <a:lnTo>
                  <a:pt x="3140" y="315"/>
                </a:lnTo>
                <a:lnTo>
                  <a:pt x="3148" y="303"/>
                </a:lnTo>
                <a:lnTo>
                  <a:pt x="3157" y="291"/>
                </a:lnTo>
                <a:lnTo>
                  <a:pt x="3165" y="279"/>
                </a:lnTo>
                <a:lnTo>
                  <a:pt x="3174" y="267"/>
                </a:lnTo>
                <a:lnTo>
                  <a:pt x="3182" y="254"/>
                </a:lnTo>
                <a:lnTo>
                  <a:pt x="3190" y="242"/>
                </a:lnTo>
                <a:lnTo>
                  <a:pt x="3199" y="230"/>
                </a:lnTo>
                <a:lnTo>
                  <a:pt x="3207" y="218"/>
                </a:lnTo>
                <a:lnTo>
                  <a:pt x="3216" y="205"/>
                </a:lnTo>
                <a:lnTo>
                  <a:pt x="3224" y="193"/>
                </a:lnTo>
                <a:lnTo>
                  <a:pt x="3232" y="180"/>
                </a:lnTo>
                <a:lnTo>
                  <a:pt x="3241" y="168"/>
                </a:lnTo>
                <a:lnTo>
                  <a:pt x="3249" y="155"/>
                </a:lnTo>
                <a:lnTo>
                  <a:pt x="3258" y="143"/>
                </a:lnTo>
                <a:lnTo>
                  <a:pt x="3266" y="130"/>
                </a:lnTo>
                <a:lnTo>
                  <a:pt x="3274" y="117"/>
                </a:lnTo>
                <a:lnTo>
                  <a:pt x="3283" y="104"/>
                </a:lnTo>
                <a:lnTo>
                  <a:pt x="3291" y="92"/>
                </a:lnTo>
                <a:lnTo>
                  <a:pt x="3300" y="79"/>
                </a:lnTo>
                <a:lnTo>
                  <a:pt x="3308" y="66"/>
                </a:lnTo>
                <a:lnTo>
                  <a:pt x="3316" y="53"/>
                </a:lnTo>
                <a:lnTo>
                  <a:pt x="3325" y="39"/>
                </a:lnTo>
                <a:lnTo>
                  <a:pt x="3333" y="26"/>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98571"/>
            <a:ext cx="3063240" cy="1474013"/>
          </a:xfrm>
          <a:custGeom>
            <a:avLst/>
            <a:gdLst/>
            <a:ahLst/>
            <a:cxnLst/>
            <a:rect l="l" t="t" r="r" b="b"/>
            <a:pathLst>
              <a:path w="3350" h="1612">
                <a:moveTo>
                  <a:pt x="0" y="731"/>
                </a:moveTo>
                <a:lnTo>
                  <a:pt x="8" y="741"/>
                </a:lnTo>
                <a:lnTo>
                  <a:pt x="17" y="752"/>
                </a:lnTo>
                <a:lnTo>
                  <a:pt x="25" y="762"/>
                </a:lnTo>
                <a:lnTo>
                  <a:pt x="34" y="772"/>
                </a:lnTo>
                <a:lnTo>
                  <a:pt x="42" y="782"/>
                </a:lnTo>
                <a:lnTo>
                  <a:pt x="50" y="792"/>
                </a:lnTo>
                <a:lnTo>
                  <a:pt x="59" y="802"/>
                </a:lnTo>
                <a:lnTo>
                  <a:pt x="67" y="812"/>
                </a:lnTo>
                <a:lnTo>
                  <a:pt x="76" y="822"/>
                </a:lnTo>
                <a:lnTo>
                  <a:pt x="84" y="832"/>
                </a:lnTo>
                <a:lnTo>
                  <a:pt x="92" y="841"/>
                </a:lnTo>
                <a:lnTo>
                  <a:pt x="101" y="851"/>
                </a:lnTo>
                <a:lnTo>
                  <a:pt x="109" y="861"/>
                </a:lnTo>
                <a:lnTo>
                  <a:pt x="118" y="870"/>
                </a:lnTo>
                <a:lnTo>
                  <a:pt x="126" y="880"/>
                </a:lnTo>
                <a:lnTo>
                  <a:pt x="134" y="889"/>
                </a:lnTo>
                <a:lnTo>
                  <a:pt x="143" y="899"/>
                </a:lnTo>
                <a:lnTo>
                  <a:pt x="151" y="908"/>
                </a:lnTo>
                <a:lnTo>
                  <a:pt x="160" y="917"/>
                </a:lnTo>
                <a:lnTo>
                  <a:pt x="168" y="926"/>
                </a:lnTo>
                <a:lnTo>
                  <a:pt x="176" y="936"/>
                </a:lnTo>
                <a:lnTo>
                  <a:pt x="185" y="945"/>
                </a:lnTo>
                <a:lnTo>
                  <a:pt x="193" y="954"/>
                </a:lnTo>
                <a:lnTo>
                  <a:pt x="202" y="963"/>
                </a:lnTo>
                <a:lnTo>
                  <a:pt x="210" y="971"/>
                </a:lnTo>
                <a:lnTo>
                  <a:pt x="218" y="980"/>
                </a:lnTo>
                <a:lnTo>
                  <a:pt x="227" y="989"/>
                </a:lnTo>
                <a:lnTo>
                  <a:pt x="235" y="998"/>
                </a:lnTo>
                <a:lnTo>
                  <a:pt x="243" y="1006"/>
                </a:lnTo>
                <a:lnTo>
                  <a:pt x="252" y="1015"/>
                </a:lnTo>
                <a:lnTo>
                  <a:pt x="260" y="1023"/>
                </a:lnTo>
                <a:lnTo>
                  <a:pt x="269" y="1032"/>
                </a:lnTo>
                <a:lnTo>
                  <a:pt x="277" y="1040"/>
                </a:lnTo>
                <a:lnTo>
                  <a:pt x="285" y="1049"/>
                </a:lnTo>
                <a:lnTo>
                  <a:pt x="294" y="1057"/>
                </a:lnTo>
                <a:lnTo>
                  <a:pt x="302" y="1065"/>
                </a:lnTo>
                <a:lnTo>
                  <a:pt x="311" y="1073"/>
                </a:lnTo>
                <a:lnTo>
                  <a:pt x="319" y="1081"/>
                </a:lnTo>
                <a:lnTo>
                  <a:pt x="327" y="1089"/>
                </a:lnTo>
                <a:lnTo>
                  <a:pt x="336" y="1097"/>
                </a:lnTo>
                <a:lnTo>
                  <a:pt x="344" y="1105"/>
                </a:lnTo>
                <a:lnTo>
                  <a:pt x="353" y="1113"/>
                </a:lnTo>
                <a:lnTo>
                  <a:pt x="361" y="1121"/>
                </a:lnTo>
                <a:lnTo>
                  <a:pt x="369" y="1129"/>
                </a:lnTo>
                <a:lnTo>
                  <a:pt x="378" y="1136"/>
                </a:lnTo>
                <a:lnTo>
                  <a:pt x="386" y="1144"/>
                </a:lnTo>
                <a:lnTo>
                  <a:pt x="395" y="1151"/>
                </a:lnTo>
                <a:lnTo>
                  <a:pt x="403" y="1159"/>
                </a:lnTo>
                <a:lnTo>
                  <a:pt x="411" y="1166"/>
                </a:lnTo>
                <a:lnTo>
                  <a:pt x="420" y="1174"/>
                </a:lnTo>
                <a:lnTo>
                  <a:pt x="428" y="1181"/>
                </a:lnTo>
                <a:lnTo>
                  <a:pt x="437" y="1188"/>
                </a:lnTo>
                <a:lnTo>
                  <a:pt x="445" y="1195"/>
                </a:lnTo>
                <a:lnTo>
                  <a:pt x="453" y="1202"/>
                </a:lnTo>
                <a:lnTo>
                  <a:pt x="462" y="1209"/>
                </a:lnTo>
                <a:lnTo>
                  <a:pt x="470" y="1216"/>
                </a:lnTo>
                <a:lnTo>
                  <a:pt x="479" y="1223"/>
                </a:lnTo>
                <a:lnTo>
                  <a:pt x="487" y="1230"/>
                </a:lnTo>
                <a:lnTo>
                  <a:pt x="495" y="1237"/>
                </a:lnTo>
                <a:lnTo>
                  <a:pt x="504" y="1244"/>
                </a:lnTo>
                <a:lnTo>
                  <a:pt x="512" y="1250"/>
                </a:lnTo>
                <a:lnTo>
                  <a:pt x="521" y="1257"/>
                </a:lnTo>
                <a:lnTo>
                  <a:pt x="529" y="1264"/>
                </a:lnTo>
                <a:lnTo>
                  <a:pt x="537" y="1270"/>
                </a:lnTo>
                <a:lnTo>
                  <a:pt x="546" y="1277"/>
                </a:lnTo>
                <a:lnTo>
                  <a:pt x="554" y="1283"/>
                </a:lnTo>
                <a:lnTo>
                  <a:pt x="563" y="1289"/>
                </a:lnTo>
                <a:lnTo>
                  <a:pt x="571" y="1296"/>
                </a:lnTo>
                <a:lnTo>
                  <a:pt x="579" y="1302"/>
                </a:lnTo>
                <a:lnTo>
                  <a:pt x="588" y="1308"/>
                </a:lnTo>
                <a:lnTo>
                  <a:pt x="596" y="1314"/>
                </a:lnTo>
                <a:lnTo>
                  <a:pt x="605" y="1320"/>
                </a:lnTo>
                <a:lnTo>
                  <a:pt x="613" y="1326"/>
                </a:lnTo>
                <a:lnTo>
                  <a:pt x="621" y="1332"/>
                </a:lnTo>
                <a:lnTo>
                  <a:pt x="630" y="1338"/>
                </a:lnTo>
                <a:lnTo>
                  <a:pt x="638" y="1343"/>
                </a:lnTo>
                <a:lnTo>
                  <a:pt x="646" y="1349"/>
                </a:lnTo>
                <a:lnTo>
                  <a:pt x="655" y="1355"/>
                </a:lnTo>
                <a:lnTo>
                  <a:pt x="663" y="1360"/>
                </a:lnTo>
                <a:lnTo>
                  <a:pt x="672" y="1366"/>
                </a:lnTo>
                <a:lnTo>
                  <a:pt x="680" y="1371"/>
                </a:lnTo>
                <a:lnTo>
                  <a:pt x="688" y="1377"/>
                </a:lnTo>
                <a:lnTo>
                  <a:pt x="697" y="1382"/>
                </a:lnTo>
                <a:lnTo>
                  <a:pt x="705" y="1387"/>
                </a:lnTo>
                <a:lnTo>
                  <a:pt x="714" y="1392"/>
                </a:lnTo>
                <a:lnTo>
                  <a:pt x="722" y="1398"/>
                </a:lnTo>
                <a:lnTo>
                  <a:pt x="730" y="1403"/>
                </a:lnTo>
                <a:lnTo>
                  <a:pt x="739" y="1408"/>
                </a:lnTo>
                <a:lnTo>
                  <a:pt x="747" y="1413"/>
                </a:lnTo>
                <a:lnTo>
                  <a:pt x="756" y="1418"/>
                </a:lnTo>
                <a:lnTo>
                  <a:pt x="764" y="1422"/>
                </a:lnTo>
                <a:lnTo>
                  <a:pt x="772" y="1427"/>
                </a:lnTo>
                <a:lnTo>
                  <a:pt x="781" y="1432"/>
                </a:lnTo>
                <a:lnTo>
                  <a:pt x="789" y="1437"/>
                </a:lnTo>
                <a:lnTo>
                  <a:pt x="798" y="1441"/>
                </a:lnTo>
                <a:lnTo>
                  <a:pt x="806" y="1446"/>
                </a:lnTo>
                <a:lnTo>
                  <a:pt x="814" y="1450"/>
                </a:lnTo>
                <a:lnTo>
                  <a:pt x="823" y="1455"/>
                </a:lnTo>
                <a:lnTo>
                  <a:pt x="831" y="1459"/>
                </a:lnTo>
                <a:lnTo>
                  <a:pt x="840" y="1463"/>
                </a:lnTo>
                <a:lnTo>
                  <a:pt x="848" y="1467"/>
                </a:lnTo>
                <a:lnTo>
                  <a:pt x="856" y="1472"/>
                </a:lnTo>
                <a:lnTo>
                  <a:pt x="865" y="1476"/>
                </a:lnTo>
                <a:lnTo>
                  <a:pt x="873" y="1480"/>
                </a:lnTo>
                <a:lnTo>
                  <a:pt x="882" y="1484"/>
                </a:lnTo>
                <a:lnTo>
                  <a:pt x="890" y="1488"/>
                </a:lnTo>
                <a:lnTo>
                  <a:pt x="898" y="1492"/>
                </a:lnTo>
                <a:lnTo>
                  <a:pt x="907" y="1495"/>
                </a:lnTo>
                <a:lnTo>
                  <a:pt x="915" y="1499"/>
                </a:lnTo>
                <a:lnTo>
                  <a:pt x="924" y="1503"/>
                </a:lnTo>
                <a:lnTo>
                  <a:pt x="932" y="1506"/>
                </a:lnTo>
                <a:lnTo>
                  <a:pt x="940" y="1510"/>
                </a:lnTo>
                <a:lnTo>
                  <a:pt x="949" y="1513"/>
                </a:lnTo>
                <a:lnTo>
                  <a:pt x="957" y="1517"/>
                </a:lnTo>
                <a:lnTo>
                  <a:pt x="966" y="1520"/>
                </a:lnTo>
                <a:lnTo>
                  <a:pt x="974" y="1524"/>
                </a:lnTo>
                <a:lnTo>
                  <a:pt x="982" y="1527"/>
                </a:lnTo>
                <a:lnTo>
                  <a:pt x="991" y="1530"/>
                </a:lnTo>
                <a:lnTo>
                  <a:pt x="999" y="1533"/>
                </a:lnTo>
                <a:lnTo>
                  <a:pt x="1008" y="1536"/>
                </a:lnTo>
                <a:lnTo>
                  <a:pt x="1016" y="1539"/>
                </a:lnTo>
                <a:lnTo>
                  <a:pt x="1024" y="1542"/>
                </a:lnTo>
                <a:lnTo>
                  <a:pt x="1033" y="1545"/>
                </a:lnTo>
                <a:lnTo>
                  <a:pt x="1041" y="1548"/>
                </a:lnTo>
                <a:lnTo>
                  <a:pt x="1049" y="1551"/>
                </a:lnTo>
                <a:lnTo>
                  <a:pt x="1058" y="1553"/>
                </a:lnTo>
                <a:lnTo>
                  <a:pt x="1066" y="1556"/>
                </a:lnTo>
                <a:lnTo>
                  <a:pt x="1075" y="1559"/>
                </a:lnTo>
                <a:lnTo>
                  <a:pt x="1083" y="1561"/>
                </a:lnTo>
                <a:lnTo>
                  <a:pt x="1091" y="1564"/>
                </a:lnTo>
                <a:lnTo>
                  <a:pt x="1100" y="1566"/>
                </a:lnTo>
                <a:lnTo>
                  <a:pt x="1108" y="1568"/>
                </a:lnTo>
                <a:lnTo>
                  <a:pt x="1117" y="1571"/>
                </a:lnTo>
                <a:lnTo>
                  <a:pt x="1125" y="1573"/>
                </a:lnTo>
                <a:lnTo>
                  <a:pt x="1133" y="1575"/>
                </a:lnTo>
                <a:lnTo>
                  <a:pt x="1142" y="1577"/>
                </a:lnTo>
                <a:lnTo>
                  <a:pt x="1150" y="1579"/>
                </a:lnTo>
                <a:lnTo>
                  <a:pt x="1159" y="1581"/>
                </a:lnTo>
                <a:lnTo>
                  <a:pt x="1167" y="1583"/>
                </a:lnTo>
                <a:lnTo>
                  <a:pt x="1175" y="1585"/>
                </a:lnTo>
                <a:lnTo>
                  <a:pt x="1184" y="1587"/>
                </a:lnTo>
                <a:lnTo>
                  <a:pt x="1192" y="1588"/>
                </a:lnTo>
                <a:lnTo>
                  <a:pt x="1201" y="1590"/>
                </a:lnTo>
                <a:lnTo>
                  <a:pt x="1209" y="1591"/>
                </a:lnTo>
                <a:lnTo>
                  <a:pt x="1217" y="1593"/>
                </a:lnTo>
                <a:lnTo>
                  <a:pt x="1226" y="1594"/>
                </a:lnTo>
                <a:lnTo>
                  <a:pt x="1234" y="1596"/>
                </a:lnTo>
                <a:lnTo>
                  <a:pt x="1243" y="1597"/>
                </a:lnTo>
                <a:lnTo>
                  <a:pt x="1251" y="1599"/>
                </a:lnTo>
                <a:lnTo>
                  <a:pt x="1259" y="1600"/>
                </a:lnTo>
                <a:lnTo>
                  <a:pt x="1268" y="1601"/>
                </a:lnTo>
                <a:lnTo>
                  <a:pt x="1276" y="1602"/>
                </a:lnTo>
                <a:lnTo>
                  <a:pt x="1285" y="1603"/>
                </a:lnTo>
                <a:lnTo>
                  <a:pt x="1293" y="1604"/>
                </a:lnTo>
                <a:lnTo>
                  <a:pt x="1301" y="1605"/>
                </a:lnTo>
                <a:lnTo>
                  <a:pt x="1310" y="1606"/>
                </a:lnTo>
                <a:lnTo>
                  <a:pt x="1318" y="1607"/>
                </a:lnTo>
                <a:lnTo>
                  <a:pt x="1327" y="1607"/>
                </a:lnTo>
                <a:lnTo>
                  <a:pt x="1335" y="1608"/>
                </a:lnTo>
                <a:lnTo>
                  <a:pt x="1343" y="1609"/>
                </a:lnTo>
                <a:lnTo>
                  <a:pt x="1352" y="1609"/>
                </a:lnTo>
                <a:lnTo>
                  <a:pt x="1360" y="1610"/>
                </a:lnTo>
                <a:lnTo>
                  <a:pt x="1369" y="1610"/>
                </a:lnTo>
                <a:lnTo>
                  <a:pt x="1377" y="1611"/>
                </a:lnTo>
                <a:lnTo>
                  <a:pt x="1385" y="1611"/>
                </a:lnTo>
                <a:lnTo>
                  <a:pt x="1394" y="1611"/>
                </a:lnTo>
                <a:lnTo>
                  <a:pt x="1402" y="1611"/>
                </a:lnTo>
                <a:lnTo>
                  <a:pt x="1411" y="1611"/>
                </a:lnTo>
                <a:lnTo>
                  <a:pt x="1419" y="1612"/>
                </a:lnTo>
                <a:lnTo>
                  <a:pt x="1427" y="1612"/>
                </a:lnTo>
                <a:lnTo>
                  <a:pt x="1436" y="1611"/>
                </a:lnTo>
                <a:lnTo>
                  <a:pt x="1444" y="1611"/>
                </a:lnTo>
                <a:lnTo>
                  <a:pt x="1453" y="1611"/>
                </a:lnTo>
                <a:lnTo>
                  <a:pt x="1461" y="1611"/>
                </a:lnTo>
                <a:lnTo>
                  <a:pt x="1469" y="1611"/>
                </a:lnTo>
                <a:lnTo>
                  <a:pt x="1478" y="1610"/>
                </a:lnTo>
                <a:lnTo>
                  <a:pt x="1486" y="1610"/>
                </a:lnTo>
                <a:lnTo>
                  <a:pt x="1494" y="1609"/>
                </a:lnTo>
                <a:lnTo>
                  <a:pt x="1503" y="1609"/>
                </a:lnTo>
                <a:lnTo>
                  <a:pt x="1511" y="1608"/>
                </a:lnTo>
                <a:lnTo>
                  <a:pt x="1520" y="1608"/>
                </a:lnTo>
                <a:lnTo>
                  <a:pt x="1528" y="1607"/>
                </a:lnTo>
                <a:lnTo>
                  <a:pt x="1536" y="1606"/>
                </a:lnTo>
                <a:lnTo>
                  <a:pt x="1545" y="1605"/>
                </a:lnTo>
                <a:lnTo>
                  <a:pt x="1553" y="1604"/>
                </a:lnTo>
                <a:lnTo>
                  <a:pt x="1562" y="1603"/>
                </a:lnTo>
                <a:lnTo>
                  <a:pt x="1570" y="1602"/>
                </a:lnTo>
                <a:lnTo>
                  <a:pt x="1578" y="1601"/>
                </a:lnTo>
                <a:lnTo>
                  <a:pt x="1587" y="1600"/>
                </a:lnTo>
                <a:lnTo>
                  <a:pt x="1595" y="1599"/>
                </a:lnTo>
                <a:lnTo>
                  <a:pt x="1604" y="1597"/>
                </a:lnTo>
                <a:lnTo>
                  <a:pt x="1612" y="1596"/>
                </a:lnTo>
                <a:lnTo>
                  <a:pt x="1620" y="1595"/>
                </a:lnTo>
                <a:lnTo>
                  <a:pt x="1629" y="1593"/>
                </a:lnTo>
                <a:lnTo>
                  <a:pt x="1637" y="1592"/>
                </a:lnTo>
                <a:lnTo>
                  <a:pt x="1646" y="1590"/>
                </a:lnTo>
                <a:lnTo>
                  <a:pt x="1654" y="1589"/>
                </a:lnTo>
                <a:lnTo>
                  <a:pt x="1662" y="1587"/>
                </a:lnTo>
                <a:lnTo>
                  <a:pt x="1671" y="1585"/>
                </a:lnTo>
                <a:lnTo>
                  <a:pt x="1679" y="1583"/>
                </a:lnTo>
                <a:lnTo>
                  <a:pt x="1688" y="1581"/>
                </a:lnTo>
                <a:lnTo>
                  <a:pt x="1696" y="1579"/>
                </a:lnTo>
                <a:lnTo>
                  <a:pt x="1704" y="1577"/>
                </a:lnTo>
                <a:lnTo>
                  <a:pt x="1713" y="1575"/>
                </a:lnTo>
                <a:lnTo>
                  <a:pt x="1721" y="1573"/>
                </a:lnTo>
                <a:lnTo>
                  <a:pt x="1730" y="1571"/>
                </a:lnTo>
                <a:lnTo>
                  <a:pt x="1738" y="1569"/>
                </a:lnTo>
                <a:lnTo>
                  <a:pt x="1746" y="1566"/>
                </a:lnTo>
                <a:lnTo>
                  <a:pt x="1755" y="1564"/>
                </a:lnTo>
                <a:lnTo>
                  <a:pt x="1763" y="1562"/>
                </a:lnTo>
                <a:lnTo>
                  <a:pt x="1772" y="1559"/>
                </a:lnTo>
                <a:lnTo>
                  <a:pt x="1780" y="1556"/>
                </a:lnTo>
                <a:lnTo>
                  <a:pt x="1788" y="1554"/>
                </a:lnTo>
                <a:lnTo>
                  <a:pt x="1797" y="1551"/>
                </a:lnTo>
                <a:lnTo>
                  <a:pt x="1805" y="1548"/>
                </a:lnTo>
                <a:lnTo>
                  <a:pt x="1814" y="1546"/>
                </a:lnTo>
                <a:lnTo>
                  <a:pt x="1822" y="1543"/>
                </a:lnTo>
                <a:lnTo>
                  <a:pt x="1830" y="1540"/>
                </a:lnTo>
                <a:lnTo>
                  <a:pt x="1839" y="1537"/>
                </a:lnTo>
                <a:lnTo>
                  <a:pt x="1847" y="1534"/>
                </a:lnTo>
                <a:lnTo>
                  <a:pt x="1856" y="1531"/>
                </a:lnTo>
                <a:lnTo>
                  <a:pt x="1864" y="1527"/>
                </a:lnTo>
                <a:lnTo>
                  <a:pt x="1872" y="1524"/>
                </a:lnTo>
                <a:lnTo>
                  <a:pt x="1881" y="1521"/>
                </a:lnTo>
                <a:lnTo>
                  <a:pt x="1889" y="1517"/>
                </a:lnTo>
                <a:lnTo>
                  <a:pt x="1897" y="1514"/>
                </a:lnTo>
                <a:lnTo>
                  <a:pt x="1906" y="1511"/>
                </a:lnTo>
                <a:lnTo>
                  <a:pt x="1914" y="1507"/>
                </a:lnTo>
                <a:lnTo>
                  <a:pt x="1923" y="1503"/>
                </a:lnTo>
                <a:lnTo>
                  <a:pt x="1931" y="1500"/>
                </a:lnTo>
                <a:lnTo>
                  <a:pt x="1939" y="1496"/>
                </a:lnTo>
                <a:lnTo>
                  <a:pt x="1948" y="1492"/>
                </a:lnTo>
                <a:lnTo>
                  <a:pt x="1956" y="1488"/>
                </a:lnTo>
                <a:lnTo>
                  <a:pt x="1965" y="1484"/>
                </a:lnTo>
                <a:lnTo>
                  <a:pt x="1973" y="1480"/>
                </a:lnTo>
                <a:lnTo>
                  <a:pt x="1981" y="1476"/>
                </a:lnTo>
                <a:lnTo>
                  <a:pt x="1990" y="1472"/>
                </a:lnTo>
                <a:lnTo>
                  <a:pt x="1998" y="1468"/>
                </a:lnTo>
                <a:lnTo>
                  <a:pt x="2007" y="1464"/>
                </a:lnTo>
                <a:lnTo>
                  <a:pt x="2015" y="1460"/>
                </a:lnTo>
                <a:lnTo>
                  <a:pt x="2023" y="1455"/>
                </a:lnTo>
                <a:lnTo>
                  <a:pt x="2032" y="1451"/>
                </a:lnTo>
                <a:lnTo>
                  <a:pt x="2040" y="1446"/>
                </a:lnTo>
                <a:lnTo>
                  <a:pt x="2049" y="1442"/>
                </a:lnTo>
                <a:lnTo>
                  <a:pt x="2057" y="1437"/>
                </a:lnTo>
                <a:lnTo>
                  <a:pt x="2065" y="1433"/>
                </a:lnTo>
                <a:lnTo>
                  <a:pt x="2074" y="1428"/>
                </a:lnTo>
                <a:lnTo>
                  <a:pt x="2082" y="1423"/>
                </a:lnTo>
                <a:lnTo>
                  <a:pt x="2091" y="1418"/>
                </a:lnTo>
                <a:lnTo>
                  <a:pt x="2099" y="1414"/>
                </a:lnTo>
                <a:lnTo>
                  <a:pt x="2107" y="1409"/>
                </a:lnTo>
                <a:lnTo>
                  <a:pt x="2116" y="1404"/>
                </a:lnTo>
                <a:lnTo>
                  <a:pt x="2124" y="1398"/>
                </a:lnTo>
                <a:lnTo>
                  <a:pt x="2133" y="1393"/>
                </a:lnTo>
                <a:lnTo>
                  <a:pt x="2141" y="1388"/>
                </a:lnTo>
                <a:lnTo>
                  <a:pt x="2149" y="1383"/>
                </a:lnTo>
                <a:lnTo>
                  <a:pt x="2158" y="1378"/>
                </a:lnTo>
                <a:lnTo>
                  <a:pt x="2166" y="1372"/>
                </a:lnTo>
                <a:lnTo>
                  <a:pt x="2175" y="1367"/>
                </a:lnTo>
                <a:lnTo>
                  <a:pt x="2183" y="1361"/>
                </a:lnTo>
                <a:lnTo>
                  <a:pt x="2191" y="1356"/>
                </a:lnTo>
                <a:lnTo>
                  <a:pt x="2200" y="1350"/>
                </a:lnTo>
                <a:lnTo>
                  <a:pt x="2208" y="1344"/>
                </a:lnTo>
                <a:lnTo>
                  <a:pt x="2217" y="1339"/>
                </a:lnTo>
                <a:lnTo>
                  <a:pt x="2225" y="1333"/>
                </a:lnTo>
                <a:lnTo>
                  <a:pt x="2233" y="1327"/>
                </a:lnTo>
                <a:lnTo>
                  <a:pt x="2242" y="1321"/>
                </a:lnTo>
                <a:lnTo>
                  <a:pt x="2250" y="1315"/>
                </a:lnTo>
                <a:lnTo>
                  <a:pt x="2259" y="1309"/>
                </a:lnTo>
                <a:lnTo>
                  <a:pt x="2267" y="1303"/>
                </a:lnTo>
                <a:lnTo>
                  <a:pt x="2275" y="1297"/>
                </a:lnTo>
                <a:lnTo>
                  <a:pt x="2284" y="1290"/>
                </a:lnTo>
                <a:lnTo>
                  <a:pt x="2292" y="1284"/>
                </a:lnTo>
                <a:lnTo>
                  <a:pt x="2301" y="1278"/>
                </a:lnTo>
                <a:lnTo>
                  <a:pt x="2309" y="1271"/>
                </a:lnTo>
                <a:lnTo>
                  <a:pt x="2317" y="1265"/>
                </a:lnTo>
                <a:lnTo>
                  <a:pt x="2326" y="1258"/>
                </a:lnTo>
                <a:lnTo>
                  <a:pt x="2334" y="1252"/>
                </a:lnTo>
                <a:lnTo>
                  <a:pt x="2342" y="1245"/>
                </a:lnTo>
                <a:lnTo>
                  <a:pt x="2351" y="1238"/>
                </a:lnTo>
                <a:lnTo>
                  <a:pt x="2359" y="1231"/>
                </a:lnTo>
                <a:lnTo>
                  <a:pt x="2368" y="1225"/>
                </a:lnTo>
                <a:lnTo>
                  <a:pt x="2376" y="1218"/>
                </a:lnTo>
                <a:lnTo>
                  <a:pt x="2384" y="1211"/>
                </a:lnTo>
                <a:lnTo>
                  <a:pt x="2393" y="1204"/>
                </a:lnTo>
                <a:lnTo>
                  <a:pt x="2401" y="1197"/>
                </a:lnTo>
                <a:lnTo>
                  <a:pt x="2410" y="1189"/>
                </a:lnTo>
                <a:lnTo>
                  <a:pt x="2418" y="1182"/>
                </a:lnTo>
                <a:lnTo>
                  <a:pt x="2426" y="1175"/>
                </a:lnTo>
                <a:lnTo>
                  <a:pt x="2435" y="1168"/>
                </a:lnTo>
                <a:lnTo>
                  <a:pt x="2443" y="1160"/>
                </a:lnTo>
                <a:lnTo>
                  <a:pt x="2452" y="1153"/>
                </a:lnTo>
                <a:lnTo>
                  <a:pt x="2460" y="1145"/>
                </a:lnTo>
                <a:lnTo>
                  <a:pt x="2468" y="1138"/>
                </a:lnTo>
                <a:lnTo>
                  <a:pt x="2477" y="1130"/>
                </a:lnTo>
                <a:lnTo>
                  <a:pt x="2485" y="1122"/>
                </a:lnTo>
                <a:lnTo>
                  <a:pt x="2494" y="1114"/>
                </a:lnTo>
                <a:lnTo>
                  <a:pt x="2502" y="1107"/>
                </a:lnTo>
                <a:lnTo>
                  <a:pt x="2510" y="1099"/>
                </a:lnTo>
                <a:lnTo>
                  <a:pt x="2519" y="1091"/>
                </a:lnTo>
                <a:lnTo>
                  <a:pt x="2527" y="1083"/>
                </a:lnTo>
                <a:lnTo>
                  <a:pt x="2536" y="1075"/>
                </a:lnTo>
                <a:lnTo>
                  <a:pt x="2544" y="1066"/>
                </a:lnTo>
                <a:lnTo>
                  <a:pt x="2552" y="1058"/>
                </a:lnTo>
                <a:lnTo>
                  <a:pt x="2561" y="1050"/>
                </a:lnTo>
                <a:lnTo>
                  <a:pt x="2569" y="1042"/>
                </a:lnTo>
                <a:lnTo>
                  <a:pt x="2578" y="1033"/>
                </a:lnTo>
                <a:lnTo>
                  <a:pt x="2586" y="1025"/>
                </a:lnTo>
                <a:lnTo>
                  <a:pt x="2594" y="1016"/>
                </a:lnTo>
                <a:lnTo>
                  <a:pt x="2603" y="1008"/>
                </a:lnTo>
                <a:lnTo>
                  <a:pt x="2611" y="999"/>
                </a:lnTo>
                <a:lnTo>
                  <a:pt x="2620" y="990"/>
                </a:lnTo>
                <a:lnTo>
                  <a:pt x="2628" y="982"/>
                </a:lnTo>
                <a:lnTo>
                  <a:pt x="2636" y="973"/>
                </a:lnTo>
                <a:lnTo>
                  <a:pt x="2645" y="964"/>
                </a:lnTo>
                <a:lnTo>
                  <a:pt x="2653" y="955"/>
                </a:lnTo>
                <a:lnTo>
                  <a:pt x="2662" y="946"/>
                </a:lnTo>
                <a:lnTo>
                  <a:pt x="2670" y="937"/>
                </a:lnTo>
                <a:lnTo>
                  <a:pt x="2678" y="928"/>
                </a:lnTo>
                <a:lnTo>
                  <a:pt x="2687" y="919"/>
                </a:lnTo>
                <a:lnTo>
                  <a:pt x="2695" y="910"/>
                </a:lnTo>
                <a:lnTo>
                  <a:pt x="2704" y="900"/>
                </a:lnTo>
                <a:lnTo>
                  <a:pt x="2712" y="891"/>
                </a:lnTo>
                <a:lnTo>
                  <a:pt x="2720" y="881"/>
                </a:lnTo>
                <a:lnTo>
                  <a:pt x="2729" y="872"/>
                </a:lnTo>
                <a:lnTo>
                  <a:pt x="2737" y="862"/>
                </a:lnTo>
                <a:lnTo>
                  <a:pt x="2745" y="853"/>
                </a:lnTo>
                <a:lnTo>
                  <a:pt x="2754" y="843"/>
                </a:lnTo>
                <a:lnTo>
                  <a:pt x="2762" y="833"/>
                </a:lnTo>
                <a:lnTo>
                  <a:pt x="2771" y="824"/>
                </a:lnTo>
                <a:lnTo>
                  <a:pt x="2779" y="814"/>
                </a:lnTo>
                <a:lnTo>
                  <a:pt x="2787" y="804"/>
                </a:lnTo>
                <a:lnTo>
                  <a:pt x="2796" y="794"/>
                </a:lnTo>
                <a:lnTo>
                  <a:pt x="2804" y="784"/>
                </a:lnTo>
                <a:lnTo>
                  <a:pt x="2813" y="774"/>
                </a:lnTo>
                <a:lnTo>
                  <a:pt x="2821" y="764"/>
                </a:lnTo>
                <a:lnTo>
                  <a:pt x="2829" y="753"/>
                </a:lnTo>
                <a:lnTo>
                  <a:pt x="2838" y="743"/>
                </a:lnTo>
                <a:lnTo>
                  <a:pt x="2846" y="733"/>
                </a:lnTo>
                <a:lnTo>
                  <a:pt x="2855" y="722"/>
                </a:lnTo>
                <a:lnTo>
                  <a:pt x="2863" y="712"/>
                </a:lnTo>
                <a:lnTo>
                  <a:pt x="2871" y="701"/>
                </a:lnTo>
                <a:lnTo>
                  <a:pt x="2880" y="691"/>
                </a:lnTo>
                <a:lnTo>
                  <a:pt x="2888" y="680"/>
                </a:lnTo>
                <a:lnTo>
                  <a:pt x="2897" y="669"/>
                </a:lnTo>
                <a:lnTo>
                  <a:pt x="2905" y="659"/>
                </a:lnTo>
                <a:lnTo>
                  <a:pt x="2913" y="648"/>
                </a:lnTo>
                <a:lnTo>
                  <a:pt x="2922" y="637"/>
                </a:lnTo>
                <a:lnTo>
                  <a:pt x="2930" y="626"/>
                </a:lnTo>
                <a:lnTo>
                  <a:pt x="2939" y="615"/>
                </a:lnTo>
                <a:lnTo>
                  <a:pt x="2947" y="604"/>
                </a:lnTo>
                <a:lnTo>
                  <a:pt x="2955" y="593"/>
                </a:lnTo>
                <a:lnTo>
                  <a:pt x="2964" y="581"/>
                </a:lnTo>
                <a:lnTo>
                  <a:pt x="2972" y="570"/>
                </a:lnTo>
                <a:lnTo>
                  <a:pt x="2981" y="559"/>
                </a:lnTo>
                <a:lnTo>
                  <a:pt x="2989" y="547"/>
                </a:lnTo>
                <a:lnTo>
                  <a:pt x="2997" y="536"/>
                </a:lnTo>
                <a:lnTo>
                  <a:pt x="3006" y="524"/>
                </a:lnTo>
                <a:lnTo>
                  <a:pt x="3014" y="513"/>
                </a:lnTo>
                <a:lnTo>
                  <a:pt x="3023" y="501"/>
                </a:lnTo>
                <a:lnTo>
                  <a:pt x="3031" y="490"/>
                </a:lnTo>
                <a:lnTo>
                  <a:pt x="3039" y="478"/>
                </a:lnTo>
                <a:lnTo>
                  <a:pt x="3048" y="466"/>
                </a:lnTo>
                <a:lnTo>
                  <a:pt x="3056" y="454"/>
                </a:lnTo>
                <a:lnTo>
                  <a:pt x="3065" y="442"/>
                </a:lnTo>
                <a:lnTo>
                  <a:pt x="3073" y="430"/>
                </a:lnTo>
                <a:lnTo>
                  <a:pt x="3081" y="418"/>
                </a:lnTo>
                <a:lnTo>
                  <a:pt x="3090" y="406"/>
                </a:lnTo>
                <a:lnTo>
                  <a:pt x="3098" y="394"/>
                </a:lnTo>
                <a:lnTo>
                  <a:pt x="3107" y="382"/>
                </a:lnTo>
                <a:lnTo>
                  <a:pt x="3115" y="369"/>
                </a:lnTo>
                <a:lnTo>
                  <a:pt x="3123" y="357"/>
                </a:lnTo>
                <a:lnTo>
                  <a:pt x="3132" y="345"/>
                </a:lnTo>
                <a:lnTo>
                  <a:pt x="3140" y="332"/>
                </a:lnTo>
                <a:lnTo>
                  <a:pt x="3148" y="319"/>
                </a:lnTo>
                <a:lnTo>
                  <a:pt x="3157" y="307"/>
                </a:lnTo>
                <a:lnTo>
                  <a:pt x="3165" y="294"/>
                </a:lnTo>
                <a:lnTo>
                  <a:pt x="3174" y="281"/>
                </a:lnTo>
                <a:lnTo>
                  <a:pt x="3182" y="269"/>
                </a:lnTo>
                <a:lnTo>
                  <a:pt x="3190" y="256"/>
                </a:lnTo>
                <a:lnTo>
                  <a:pt x="3199" y="243"/>
                </a:lnTo>
                <a:lnTo>
                  <a:pt x="3207" y="230"/>
                </a:lnTo>
                <a:lnTo>
                  <a:pt x="3216" y="217"/>
                </a:lnTo>
                <a:lnTo>
                  <a:pt x="3224" y="204"/>
                </a:lnTo>
                <a:lnTo>
                  <a:pt x="3232" y="191"/>
                </a:lnTo>
                <a:lnTo>
                  <a:pt x="3241" y="177"/>
                </a:lnTo>
                <a:lnTo>
                  <a:pt x="3249" y="164"/>
                </a:lnTo>
                <a:lnTo>
                  <a:pt x="3258" y="151"/>
                </a:lnTo>
                <a:lnTo>
                  <a:pt x="3266" y="137"/>
                </a:lnTo>
                <a:lnTo>
                  <a:pt x="3274" y="124"/>
                </a:lnTo>
                <a:lnTo>
                  <a:pt x="3283" y="110"/>
                </a:lnTo>
                <a:lnTo>
                  <a:pt x="3291" y="97"/>
                </a:lnTo>
                <a:lnTo>
                  <a:pt x="3300" y="83"/>
                </a:lnTo>
                <a:lnTo>
                  <a:pt x="3308" y="69"/>
                </a:lnTo>
                <a:lnTo>
                  <a:pt x="3316" y="56"/>
                </a:lnTo>
                <a:lnTo>
                  <a:pt x="3325" y="42"/>
                </a:lnTo>
                <a:lnTo>
                  <a:pt x="3333" y="28"/>
                </a:lnTo>
                <a:lnTo>
                  <a:pt x="3342" y="14"/>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267151"/>
            <a:ext cx="3063240" cy="1318565"/>
          </a:xfrm>
          <a:custGeom>
            <a:avLst/>
            <a:gdLst/>
            <a:ahLst/>
            <a:cxnLst/>
            <a:rect l="l" t="t" r="r" b="b"/>
            <a:pathLst>
              <a:path w="3350" h="1442">
                <a:moveTo>
                  <a:pt x="0" y="770"/>
                </a:moveTo>
                <a:lnTo>
                  <a:pt x="8" y="778"/>
                </a:lnTo>
                <a:lnTo>
                  <a:pt x="17" y="786"/>
                </a:lnTo>
                <a:lnTo>
                  <a:pt x="25" y="794"/>
                </a:lnTo>
                <a:lnTo>
                  <a:pt x="34" y="803"/>
                </a:lnTo>
                <a:lnTo>
                  <a:pt x="42" y="811"/>
                </a:lnTo>
                <a:lnTo>
                  <a:pt x="50" y="819"/>
                </a:lnTo>
                <a:lnTo>
                  <a:pt x="59" y="827"/>
                </a:lnTo>
                <a:lnTo>
                  <a:pt x="67" y="835"/>
                </a:lnTo>
                <a:lnTo>
                  <a:pt x="76" y="842"/>
                </a:lnTo>
                <a:lnTo>
                  <a:pt x="84" y="850"/>
                </a:lnTo>
                <a:lnTo>
                  <a:pt x="92" y="858"/>
                </a:lnTo>
                <a:lnTo>
                  <a:pt x="101" y="866"/>
                </a:lnTo>
                <a:lnTo>
                  <a:pt x="109" y="873"/>
                </a:lnTo>
                <a:lnTo>
                  <a:pt x="118" y="881"/>
                </a:lnTo>
                <a:lnTo>
                  <a:pt x="126" y="889"/>
                </a:lnTo>
                <a:lnTo>
                  <a:pt x="134" y="896"/>
                </a:lnTo>
                <a:lnTo>
                  <a:pt x="143" y="903"/>
                </a:lnTo>
                <a:lnTo>
                  <a:pt x="151" y="911"/>
                </a:lnTo>
                <a:lnTo>
                  <a:pt x="160" y="918"/>
                </a:lnTo>
                <a:lnTo>
                  <a:pt x="168" y="926"/>
                </a:lnTo>
                <a:lnTo>
                  <a:pt x="176" y="933"/>
                </a:lnTo>
                <a:lnTo>
                  <a:pt x="185" y="940"/>
                </a:lnTo>
                <a:lnTo>
                  <a:pt x="193" y="947"/>
                </a:lnTo>
                <a:lnTo>
                  <a:pt x="202" y="954"/>
                </a:lnTo>
                <a:lnTo>
                  <a:pt x="210" y="961"/>
                </a:lnTo>
                <a:lnTo>
                  <a:pt x="218" y="968"/>
                </a:lnTo>
                <a:lnTo>
                  <a:pt x="227" y="975"/>
                </a:lnTo>
                <a:lnTo>
                  <a:pt x="235" y="982"/>
                </a:lnTo>
                <a:lnTo>
                  <a:pt x="243" y="989"/>
                </a:lnTo>
                <a:lnTo>
                  <a:pt x="252" y="996"/>
                </a:lnTo>
                <a:lnTo>
                  <a:pt x="260" y="1002"/>
                </a:lnTo>
                <a:lnTo>
                  <a:pt x="269" y="1009"/>
                </a:lnTo>
                <a:lnTo>
                  <a:pt x="277" y="1016"/>
                </a:lnTo>
                <a:lnTo>
                  <a:pt x="285" y="1022"/>
                </a:lnTo>
                <a:lnTo>
                  <a:pt x="294" y="1029"/>
                </a:lnTo>
                <a:lnTo>
                  <a:pt x="302" y="1035"/>
                </a:lnTo>
                <a:lnTo>
                  <a:pt x="311" y="1042"/>
                </a:lnTo>
                <a:lnTo>
                  <a:pt x="319" y="1048"/>
                </a:lnTo>
                <a:lnTo>
                  <a:pt x="327" y="1055"/>
                </a:lnTo>
                <a:lnTo>
                  <a:pt x="336" y="1061"/>
                </a:lnTo>
                <a:lnTo>
                  <a:pt x="344" y="1067"/>
                </a:lnTo>
                <a:lnTo>
                  <a:pt x="353" y="1073"/>
                </a:lnTo>
                <a:lnTo>
                  <a:pt x="361" y="1079"/>
                </a:lnTo>
                <a:lnTo>
                  <a:pt x="369" y="1085"/>
                </a:lnTo>
                <a:lnTo>
                  <a:pt x="378" y="1091"/>
                </a:lnTo>
                <a:lnTo>
                  <a:pt x="386" y="1097"/>
                </a:lnTo>
                <a:lnTo>
                  <a:pt x="395" y="1103"/>
                </a:lnTo>
                <a:lnTo>
                  <a:pt x="403" y="1109"/>
                </a:lnTo>
                <a:lnTo>
                  <a:pt x="411" y="1115"/>
                </a:lnTo>
                <a:lnTo>
                  <a:pt x="420" y="1121"/>
                </a:lnTo>
                <a:lnTo>
                  <a:pt x="428" y="1126"/>
                </a:lnTo>
                <a:lnTo>
                  <a:pt x="437" y="1132"/>
                </a:lnTo>
                <a:lnTo>
                  <a:pt x="445" y="1138"/>
                </a:lnTo>
                <a:lnTo>
                  <a:pt x="453" y="1143"/>
                </a:lnTo>
                <a:lnTo>
                  <a:pt x="462" y="1149"/>
                </a:lnTo>
                <a:lnTo>
                  <a:pt x="470" y="1154"/>
                </a:lnTo>
                <a:lnTo>
                  <a:pt x="479" y="1160"/>
                </a:lnTo>
                <a:lnTo>
                  <a:pt x="487" y="1165"/>
                </a:lnTo>
                <a:lnTo>
                  <a:pt x="495" y="1170"/>
                </a:lnTo>
                <a:lnTo>
                  <a:pt x="504" y="1176"/>
                </a:lnTo>
                <a:lnTo>
                  <a:pt x="512" y="1181"/>
                </a:lnTo>
                <a:lnTo>
                  <a:pt x="521" y="1186"/>
                </a:lnTo>
                <a:lnTo>
                  <a:pt x="529" y="1191"/>
                </a:lnTo>
                <a:lnTo>
                  <a:pt x="537" y="1196"/>
                </a:lnTo>
                <a:lnTo>
                  <a:pt x="546" y="1201"/>
                </a:lnTo>
                <a:lnTo>
                  <a:pt x="554" y="1206"/>
                </a:lnTo>
                <a:lnTo>
                  <a:pt x="563" y="1211"/>
                </a:lnTo>
                <a:lnTo>
                  <a:pt x="571" y="1216"/>
                </a:lnTo>
                <a:lnTo>
                  <a:pt x="579" y="1221"/>
                </a:lnTo>
                <a:lnTo>
                  <a:pt x="588" y="1225"/>
                </a:lnTo>
                <a:lnTo>
                  <a:pt x="596" y="1230"/>
                </a:lnTo>
                <a:lnTo>
                  <a:pt x="605" y="1235"/>
                </a:lnTo>
                <a:lnTo>
                  <a:pt x="613" y="1239"/>
                </a:lnTo>
                <a:lnTo>
                  <a:pt x="621" y="1244"/>
                </a:lnTo>
                <a:lnTo>
                  <a:pt x="630" y="1248"/>
                </a:lnTo>
                <a:lnTo>
                  <a:pt x="638" y="1253"/>
                </a:lnTo>
                <a:lnTo>
                  <a:pt x="646" y="1257"/>
                </a:lnTo>
                <a:lnTo>
                  <a:pt x="655" y="1261"/>
                </a:lnTo>
                <a:lnTo>
                  <a:pt x="663" y="1266"/>
                </a:lnTo>
                <a:lnTo>
                  <a:pt x="672" y="1270"/>
                </a:lnTo>
                <a:lnTo>
                  <a:pt x="680" y="1274"/>
                </a:lnTo>
                <a:lnTo>
                  <a:pt x="688" y="1278"/>
                </a:lnTo>
                <a:lnTo>
                  <a:pt x="697" y="1282"/>
                </a:lnTo>
                <a:lnTo>
                  <a:pt x="705" y="1286"/>
                </a:lnTo>
                <a:lnTo>
                  <a:pt x="714" y="1290"/>
                </a:lnTo>
                <a:lnTo>
                  <a:pt x="722" y="1294"/>
                </a:lnTo>
                <a:lnTo>
                  <a:pt x="730" y="1298"/>
                </a:lnTo>
                <a:lnTo>
                  <a:pt x="739" y="1302"/>
                </a:lnTo>
                <a:lnTo>
                  <a:pt x="747" y="1306"/>
                </a:lnTo>
                <a:lnTo>
                  <a:pt x="756" y="1309"/>
                </a:lnTo>
                <a:lnTo>
                  <a:pt x="764" y="1313"/>
                </a:lnTo>
                <a:lnTo>
                  <a:pt x="772" y="1317"/>
                </a:lnTo>
                <a:lnTo>
                  <a:pt x="781" y="1320"/>
                </a:lnTo>
                <a:lnTo>
                  <a:pt x="789" y="1324"/>
                </a:lnTo>
                <a:lnTo>
                  <a:pt x="798" y="1327"/>
                </a:lnTo>
                <a:lnTo>
                  <a:pt x="806" y="1330"/>
                </a:lnTo>
                <a:lnTo>
                  <a:pt x="814" y="1334"/>
                </a:lnTo>
                <a:lnTo>
                  <a:pt x="823" y="1337"/>
                </a:lnTo>
                <a:lnTo>
                  <a:pt x="831" y="1340"/>
                </a:lnTo>
                <a:lnTo>
                  <a:pt x="840" y="1344"/>
                </a:lnTo>
                <a:lnTo>
                  <a:pt x="848" y="1347"/>
                </a:lnTo>
                <a:lnTo>
                  <a:pt x="856" y="1350"/>
                </a:lnTo>
                <a:lnTo>
                  <a:pt x="865" y="1353"/>
                </a:lnTo>
                <a:lnTo>
                  <a:pt x="873" y="1356"/>
                </a:lnTo>
                <a:lnTo>
                  <a:pt x="882" y="1359"/>
                </a:lnTo>
                <a:lnTo>
                  <a:pt x="890" y="1362"/>
                </a:lnTo>
                <a:lnTo>
                  <a:pt x="898" y="1365"/>
                </a:lnTo>
                <a:lnTo>
                  <a:pt x="907" y="1367"/>
                </a:lnTo>
                <a:lnTo>
                  <a:pt x="915" y="1370"/>
                </a:lnTo>
                <a:lnTo>
                  <a:pt x="924" y="1373"/>
                </a:lnTo>
                <a:lnTo>
                  <a:pt x="932" y="1375"/>
                </a:lnTo>
                <a:lnTo>
                  <a:pt x="940" y="1378"/>
                </a:lnTo>
                <a:lnTo>
                  <a:pt x="949" y="1381"/>
                </a:lnTo>
                <a:lnTo>
                  <a:pt x="957" y="1383"/>
                </a:lnTo>
                <a:lnTo>
                  <a:pt x="966" y="1385"/>
                </a:lnTo>
                <a:lnTo>
                  <a:pt x="974" y="1388"/>
                </a:lnTo>
                <a:lnTo>
                  <a:pt x="982" y="1390"/>
                </a:lnTo>
                <a:lnTo>
                  <a:pt x="991" y="1392"/>
                </a:lnTo>
                <a:lnTo>
                  <a:pt x="999" y="1395"/>
                </a:lnTo>
                <a:lnTo>
                  <a:pt x="1008" y="1397"/>
                </a:lnTo>
                <a:lnTo>
                  <a:pt x="1016" y="1399"/>
                </a:lnTo>
                <a:lnTo>
                  <a:pt x="1024" y="1401"/>
                </a:lnTo>
                <a:lnTo>
                  <a:pt x="1033" y="1403"/>
                </a:lnTo>
                <a:lnTo>
                  <a:pt x="1041" y="1405"/>
                </a:lnTo>
                <a:lnTo>
                  <a:pt x="1049" y="1407"/>
                </a:lnTo>
                <a:lnTo>
                  <a:pt x="1058" y="1409"/>
                </a:lnTo>
                <a:lnTo>
                  <a:pt x="1066" y="1411"/>
                </a:lnTo>
                <a:lnTo>
                  <a:pt x="1075" y="1412"/>
                </a:lnTo>
                <a:lnTo>
                  <a:pt x="1083" y="1414"/>
                </a:lnTo>
                <a:lnTo>
                  <a:pt x="1091" y="1416"/>
                </a:lnTo>
                <a:lnTo>
                  <a:pt x="1100" y="1417"/>
                </a:lnTo>
                <a:lnTo>
                  <a:pt x="1108" y="1419"/>
                </a:lnTo>
                <a:lnTo>
                  <a:pt x="1117" y="1420"/>
                </a:lnTo>
                <a:lnTo>
                  <a:pt x="1125" y="1422"/>
                </a:lnTo>
                <a:lnTo>
                  <a:pt x="1133" y="1423"/>
                </a:lnTo>
                <a:lnTo>
                  <a:pt x="1142" y="1425"/>
                </a:lnTo>
                <a:lnTo>
                  <a:pt x="1150" y="1426"/>
                </a:lnTo>
                <a:lnTo>
                  <a:pt x="1159" y="1427"/>
                </a:lnTo>
                <a:lnTo>
                  <a:pt x="1167" y="1428"/>
                </a:lnTo>
                <a:lnTo>
                  <a:pt x="1175" y="1430"/>
                </a:lnTo>
                <a:lnTo>
                  <a:pt x="1184" y="1431"/>
                </a:lnTo>
                <a:lnTo>
                  <a:pt x="1192" y="1432"/>
                </a:lnTo>
                <a:lnTo>
                  <a:pt x="1201" y="1433"/>
                </a:lnTo>
                <a:lnTo>
                  <a:pt x="1209" y="1434"/>
                </a:lnTo>
                <a:lnTo>
                  <a:pt x="1217" y="1435"/>
                </a:lnTo>
                <a:lnTo>
                  <a:pt x="1226" y="1435"/>
                </a:lnTo>
                <a:lnTo>
                  <a:pt x="1234" y="1436"/>
                </a:lnTo>
                <a:lnTo>
                  <a:pt x="1243" y="1437"/>
                </a:lnTo>
                <a:lnTo>
                  <a:pt x="1251" y="1438"/>
                </a:lnTo>
                <a:lnTo>
                  <a:pt x="1259" y="1438"/>
                </a:lnTo>
                <a:lnTo>
                  <a:pt x="1268" y="1439"/>
                </a:lnTo>
                <a:lnTo>
                  <a:pt x="1276" y="1439"/>
                </a:lnTo>
                <a:lnTo>
                  <a:pt x="1285" y="1440"/>
                </a:lnTo>
                <a:lnTo>
                  <a:pt x="1293" y="1440"/>
                </a:lnTo>
                <a:lnTo>
                  <a:pt x="1301" y="1441"/>
                </a:lnTo>
                <a:lnTo>
                  <a:pt x="1310" y="1441"/>
                </a:lnTo>
                <a:lnTo>
                  <a:pt x="1318" y="1441"/>
                </a:lnTo>
                <a:lnTo>
                  <a:pt x="1327" y="1441"/>
                </a:lnTo>
                <a:lnTo>
                  <a:pt x="1335" y="1442"/>
                </a:lnTo>
                <a:lnTo>
                  <a:pt x="1343" y="1442"/>
                </a:lnTo>
                <a:lnTo>
                  <a:pt x="1352" y="1442"/>
                </a:lnTo>
                <a:lnTo>
                  <a:pt x="1360" y="1442"/>
                </a:lnTo>
                <a:lnTo>
                  <a:pt x="1369" y="1442"/>
                </a:lnTo>
                <a:lnTo>
                  <a:pt x="1377" y="1442"/>
                </a:lnTo>
                <a:lnTo>
                  <a:pt x="1385" y="1442"/>
                </a:lnTo>
                <a:lnTo>
                  <a:pt x="1394" y="1441"/>
                </a:lnTo>
                <a:lnTo>
                  <a:pt x="1402" y="1441"/>
                </a:lnTo>
                <a:lnTo>
                  <a:pt x="1411" y="1441"/>
                </a:lnTo>
                <a:lnTo>
                  <a:pt x="1419" y="1441"/>
                </a:lnTo>
                <a:lnTo>
                  <a:pt x="1427" y="1440"/>
                </a:lnTo>
                <a:lnTo>
                  <a:pt x="1436" y="1440"/>
                </a:lnTo>
                <a:lnTo>
                  <a:pt x="1444" y="1439"/>
                </a:lnTo>
                <a:lnTo>
                  <a:pt x="1453" y="1439"/>
                </a:lnTo>
                <a:lnTo>
                  <a:pt x="1461" y="1438"/>
                </a:lnTo>
                <a:lnTo>
                  <a:pt x="1469" y="1437"/>
                </a:lnTo>
                <a:lnTo>
                  <a:pt x="1478" y="1437"/>
                </a:lnTo>
                <a:lnTo>
                  <a:pt x="1486" y="1436"/>
                </a:lnTo>
                <a:lnTo>
                  <a:pt x="1494" y="1435"/>
                </a:lnTo>
                <a:lnTo>
                  <a:pt x="1503" y="1434"/>
                </a:lnTo>
                <a:lnTo>
                  <a:pt x="1511" y="1433"/>
                </a:lnTo>
                <a:lnTo>
                  <a:pt x="1520" y="1432"/>
                </a:lnTo>
                <a:lnTo>
                  <a:pt x="1528" y="1431"/>
                </a:lnTo>
                <a:lnTo>
                  <a:pt x="1536" y="1430"/>
                </a:lnTo>
                <a:lnTo>
                  <a:pt x="1545" y="1429"/>
                </a:lnTo>
                <a:lnTo>
                  <a:pt x="1553" y="1428"/>
                </a:lnTo>
                <a:lnTo>
                  <a:pt x="1562" y="1427"/>
                </a:lnTo>
                <a:lnTo>
                  <a:pt x="1570" y="1426"/>
                </a:lnTo>
                <a:lnTo>
                  <a:pt x="1578" y="1424"/>
                </a:lnTo>
                <a:lnTo>
                  <a:pt x="1587" y="1423"/>
                </a:lnTo>
                <a:lnTo>
                  <a:pt x="1595" y="1422"/>
                </a:lnTo>
                <a:lnTo>
                  <a:pt x="1604" y="1420"/>
                </a:lnTo>
                <a:lnTo>
                  <a:pt x="1612" y="1419"/>
                </a:lnTo>
                <a:lnTo>
                  <a:pt x="1620" y="1417"/>
                </a:lnTo>
                <a:lnTo>
                  <a:pt x="1629" y="1415"/>
                </a:lnTo>
                <a:lnTo>
                  <a:pt x="1637" y="1414"/>
                </a:lnTo>
                <a:lnTo>
                  <a:pt x="1646" y="1412"/>
                </a:lnTo>
                <a:lnTo>
                  <a:pt x="1654" y="1410"/>
                </a:lnTo>
                <a:lnTo>
                  <a:pt x="1662" y="1408"/>
                </a:lnTo>
                <a:lnTo>
                  <a:pt x="1671" y="1407"/>
                </a:lnTo>
                <a:lnTo>
                  <a:pt x="1679" y="1405"/>
                </a:lnTo>
                <a:lnTo>
                  <a:pt x="1688" y="1403"/>
                </a:lnTo>
                <a:lnTo>
                  <a:pt x="1696" y="1401"/>
                </a:lnTo>
                <a:lnTo>
                  <a:pt x="1704" y="1398"/>
                </a:lnTo>
                <a:lnTo>
                  <a:pt x="1713" y="1396"/>
                </a:lnTo>
                <a:lnTo>
                  <a:pt x="1721" y="1394"/>
                </a:lnTo>
                <a:lnTo>
                  <a:pt x="1730" y="1392"/>
                </a:lnTo>
                <a:lnTo>
                  <a:pt x="1738" y="1390"/>
                </a:lnTo>
                <a:lnTo>
                  <a:pt x="1746" y="1387"/>
                </a:lnTo>
                <a:lnTo>
                  <a:pt x="1755" y="1385"/>
                </a:lnTo>
                <a:lnTo>
                  <a:pt x="1763" y="1382"/>
                </a:lnTo>
                <a:lnTo>
                  <a:pt x="1772" y="1380"/>
                </a:lnTo>
                <a:lnTo>
                  <a:pt x="1780" y="1377"/>
                </a:lnTo>
                <a:lnTo>
                  <a:pt x="1788" y="1375"/>
                </a:lnTo>
                <a:lnTo>
                  <a:pt x="1797" y="1372"/>
                </a:lnTo>
                <a:lnTo>
                  <a:pt x="1805" y="1370"/>
                </a:lnTo>
                <a:lnTo>
                  <a:pt x="1814" y="1367"/>
                </a:lnTo>
                <a:lnTo>
                  <a:pt x="1822" y="1364"/>
                </a:lnTo>
                <a:lnTo>
                  <a:pt x="1830" y="1361"/>
                </a:lnTo>
                <a:lnTo>
                  <a:pt x="1839" y="1358"/>
                </a:lnTo>
                <a:lnTo>
                  <a:pt x="1847" y="1355"/>
                </a:lnTo>
                <a:lnTo>
                  <a:pt x="1856" y="1352"/>
                </a:lnTo>
                <a:lnTo>
                  <a:pt x="1864" y="1349"/>
                </a:lnTo>
                <a:lnTo>
                  <a:pt x="1872" y="1346"/>
                </a:lnTo>
                <a:lnTo>
                  <a:pt x="1881" y="1343"/>
                </a:lnTo>
                <a:lnTo>
                  <a:pt x="1889" y="1340"/>
                </a:lnTo>
                <a:lnTo>
                  <a:pt x="1897" y="1336"/>
                </a:lnTo>
                <a:lnTo>
                  <a:pt x="1906" y="1333"/>
                </a:lnTo>
                <a:lnTo>
                  <a:pt x="1914" y="1330"/>
                </a:lnTo>
                <a:lnTo>
                  <a:pt x="1923" y="1326"/>
                </a:lnTo>
                <a:lnTo>
                  <a:pt x="1931" y="1323"/>
                </a:lnTo>
                <a:lnTo>
                  <a:pt x="1939" y="1319"/>
                </a:lnTo>
                <a:lnTo>
                  <a:pt x="1948" y="1316"/>
                </a:lnTo>
                <a:lnTo>
                  <a:pt x="1956" y="1312"/>
                </a:lnTo>
                <a:lnTo>
                  <a:pt x="1965" y="1308"/>
                </a:lnTo>
                <a:lnTo>
                  <a:pt x="1973" y="1305"/>
                </a:lnTo>
                <a:lnTo>
                  <a:pt x="1981" y="1301"/>
                </a:lnTo>
                <a:lnTo>
                  <a:pt x="1990" y="1297"/>
                </a:lnTo>
                <a:lnTo>
                  <a:pt x="1998" y="1293"/>
                </a:lnTo>
                <a:lnTo>
                  <a:pt x="2007" y="1289"/>
                </a:lnTo>
                <a:lnTo>
                  <a:pt x="2015" y="1285"/>
                </a:lnTo>
                <a:lnTo>
                  <a:pt x="2023" y="1281"/>
                </a:lnTo>
                <a:lnTo>
                  <a:pt x="2032" y="1277"/>
                </a:lnTo>
                <a:lnTo>
                  <a:pt x="2040" y="1273"/>
                </a:lnTo>
                <a:lnTo>
                  <a:pt x="2049" y="1269"/>
                </a:lnTo>
                <a:lnTo>
                  <a:pt x="2057" y="1265"/>
                </a:lnTo>
                <a:lnTo>
                  <a:pt x="2065" y="1260"/>
                </a:lnTo>
                <a:lnTo>
                  <a:pt x="2074" y="1256"/>
                </a:lnTo>
                <a:lnTo>
                  <a:pt x="2082" y="1252"/>
                </a:lnTo>
                <a:lnTo>
                  <a:pt x="2091" y="1247"/>
                </a:lnTo>
                <a:lnTo>
                  <a:pt x="2099" y="1243"/>
                </a:lnTo>
                <a:lnTo>
                  <a:pt x="2107" y="1238"/>
                </a:lnTo>
                <a:lnTo>
                  <a:pt x="2116" y="1234"/>
                </a:lnTo>
                <a:lnTo>
                  <a:pt x="2124" y="1229"/>
                </a:lnTo>
                <a:lnTo>
                  <a:pt x="2133" y="1224"/>
                </a:lnTo>
                <a:lnTo>
                  <a:pt x="2141" y="1220"/>
                </a:lnTo>
                <a:lnTo>
                  <a:pt x="2149" y="1215"/>
                </a:lnTo>
                <a:lnTo>
                  <a:pt x="2158" y="1210"/>
                </a:lnTo>
                <a:lnTo>
                  <a:pt x="2166" y="1205"/>
                </a:lnTo>
                <a:lnTo>
                  <a:pt x="2175" y="1200"/>
                </a:lnTo>
                <a:lnTo>
                  <a:pt x="2183" y="1195"/>
                </a:lnTo>
                <a:lnTo>
                  <a:pt x="2191" y="1190"/>
                </a:lnTo>
                <a:lnTo>
                  <a:pt x="2200" y="1185"/>
                </a:lnTo>
                <a:lnTo>
                  <a:pt x="2208" y="1180"/>
                </a:lnTo>
                <a:lnTo>
                  <a:pt x="2217" y="1174"/>
                </a:lnTo>
                <a:lnTo>
                  <a:pt x="2225" y="1169"/>
                </a:lnTo>
                <a:lnTo>
                  <a:pt x="2233" y="1164"/>
                </a:lnTo>
                <a:lnTo>
                  <a:pt x="2242" y="1159"/>
                </a:lnTo>
                <a:lnTo>
                  <a:pt x="2250" y="1153"/>
                </a:lnTo>
                <a:lnTo>
                  <a:pt x="2259" y="1148"/>
                </a:lnTo>
                <a:lnTo>
                  <a:pt x="2267" y="1142"/>
                </a:lnTo>
                <a:lnTo>
                  <a:pt x="2275" y="1137"/>
                </a:lnTo>
                <a:lnTo>
                  <a:pt x="2284" y="1131"/>
                </a:lnTo>
                <a:lnTo>
                  <a:pt x="2292" y="1125"/>
                </a:lnTo>
                <a:lnTo>
                  <a:pt x="2301" y="1120"/>
                </a:lnTo>
                <a:lnTo>
                  <a:pt x="2309" y="1114"/>
                </a:lnTo>
                <a:lnTo>
                  <a:pt x="2317" y="1108"/>
                </a:lnTo>
                <a:lnTo>
                  <a:pt x="2326" y="1102"/>
                </a:lnTo>
                <a:lnTo>
                  <a:pt x="2334" y="1096"/>
                </a:lnTo>
                <a:lnTo>
                  <a:pt x="2342" y="1090"/>
                </a:lnTo>
                <a:lnTo>
                  <a:pt x="2351" y="1084"/>
                </a:lnTo>
                <a:lnTo>
                  <a:pt x="2359" y="1078"/>
                </a:lnTo>
                <a:lnTo>
                  <a:pt x="2368" y="1072"/>
                </a:lnTo>
                <a:lnTo>
                  <a:pt x="2376" y="1066"/>
                </a:lnTo>
                <a:lnTo>
                  <a:pt x="2384" y="1059"/>
                </a:lnTo>
                <a:lnTo>
                  <a:pt x="2393" y="1053"/>
                </a:lnTo>
                <a:lnTo>
                  <a:pt x="2401" y="1047"/>
                </a:lnTo>
                <a:lnTo>
                  <a:pt x="2410" y="1040"/>
                </a:lnTo>
                <a:lnTo>
                  <a:pt x="2418" y="1034"/>
                </a:lnTo>
                <a:lnTo>
                  <a:pt x="2426" y="1028"/>
                </a:lnTo>
                <a:lnTo>
                  <a:pt x="2435" y="1021"/>
                </a:lnTo>
                <a:lnTo>
                  <a:pt x="2443" y="1014"/>
                </a:lnTo>
                <a:lnTo>
                  <a:pt x="2452" y="1008"/>
                </a:lnTo>
                <a:lnTo>
                  <a:pt x="2460" y="1001"/>
                </a:lnTo>
                <a:lnTo>
                  <a:pt x="2468" y="994"/>
                </a:lnTo>
                <a:lnTo>
                  <a:pt x="2477" y="987"/>
                </a:lnTo>
                <a:lnTo>
                  <a:pt x="2485" y="981"/>
                </a:lnTo>
                <a:lnTo>
                  <a:pt x="2494" y="974"/>
                </a:lnTo>
                <a:lnTo>
                  <a:pt x="2502" y="967"/>
                </a:lnTo>
                <a:lnTo>
                  <a:pt x="2510" y="960"/>
                </a:lnTo>
                <a:lnTo>
                  <a:pt x="2519" y="953"/>
                </a:lnTo>
                <a:lnTo>
                  <a:pt x="2527" y="946"/>
                </a:lnTo>
                <a:lnTo>
                  <a:pt x="2536" y="938"/>
                </a:lnTo>
                <a:lnTo>
                  <a:pt x="2544" y="931"/>
                </a:lnTo>
                <a:lnTo>
                  <a:pt x="2552" y="924"/>
                </a:lnTo>
                <a:lnTo>
                  <a:pt x="2561" y="917"/>
                </a:lnTo>
                <a:lnTo>
                  <a:pt x="2569" y="909"/>
                </a:lnTo>
                <a:lnTo>
                  <a:pt x="2578" y="902"/>
                </a:lnTo>
                <a:lnTo>
                  <a:pt x="2586" y="894"/>
                </a:lnTo>
                <a:lnTo>
                  <a:pt x="2594" y="887"/>
                </a:lnTo>
                <a:lnTo>
                  <a:pt x="2603" y="879"/>
                </a:lnTo>
                <a:lnTo>
                  <a:pt x="2611" y="872"/>
                </a:lnTo>
                <a:lnTo>
                  <a:pt x="2620" y="864"/>
                </a:lnTo>
                <a:lnTo>
                  <a:pt x="2628" y="856"/>
                </a:lnTo>
                <a:lnTo>
                  <a:pt x="2636" y="849"/>
                </a:lnTo>
                <a:lnTo>
                  <a:pt x="2645" y="841"/>
                </a:lnTo>
                <a:lnTo>
                  <a:pt x="2653" y="833"/>
                </a:lnTo>
                <a:lnTo>
                  <a:pt x="2662" y="825"/>
                </a:lnTo>
                <a:lnTo>
                  <a:pt x="2670" y="817"/>
                </a:lnTo>
                <a:lnTo>
                  <a:pt x="2678" y="809"/>
                </a:lnTo>
                <a:lnTo>
                  <a:pt x="2687" y="801"/>
                </a:lnTo>
                <a:lnTo>
                  <a:pt x="2695" y="793"/>
                </a:lnTo>
                <a:lnTo>
                  <a:pt x="2704" y="784"/>
                </a:lnTo>
                <a:lnTo>
                  <a:pt x="2712" y="776"/>
                </a:lnTo>
                <a:lnTo>
                  <a:pt x="2720" y="768"/>
                </a:lnTo>
                <a:lnTo>
                  <a:pt x="2729" y="760"/>
                </a:lnTo>
                <a:lnTo>
                  <a:pt x="2737" y="751"/>
                </a:lnTo>
                <a:lnTo>
                  <a:pt x="2745" y="743"/>
                </a:lnTo>
                <a:lnTo>
                  <a:pt x="2754" y="734"/>
                </a:lnTo>
                <a:lnTo>
                  <a:pt x="2762" y="726"/>
                </a:lnTo>
                <a:lnTo>
                  <a:pt x="2771" y="717"/>
                </a:lnTo>
                <a:lnTo>
                  <a:pt x="2779" y="709"/>
                </a:lnTo>
                <a:lnTo>
                  <a:pt x="2787" y="700"/>
                </a:lnTo>
                <a:lnTo>
                  <a:pt x="2796" y="691"/>
                </a:lnTo>
                <a:lnTo>
                  <a:pt x="2804" y="682"/>
                </a:lnTo>
                <a:lnTo>
                  <a:pt x="2813" y="673"/>
                </a:lnTo>
                <a:lnTo>
                  <a:pt x="2821" y="664"/>
                </a:lnTo>
                <a:lnTo>
                  <a:pt x="2829" y="656"/>
                </a:lnTo>
                <a:lnTo>
                  <a:pt x="2838" y="647"/>
                </a:lnTo>
                <a:lnTo>
                  <a:pt x="2846" y="637"/>
                </a:lnTo>
                <a:lnTo>
                  <a:pt x="2855" y="628"/>
                </a:lnTo>
                <a:lnTo>
                  <a:pt x="2863" y="619"/>
                </a:lnTo>
                <a:lnTo>
                  <a:pt x="2871" y="610"/>
                </a:lnTo>
                <a:lnTo>
                  <a:pt x="2880" y="601"/>
                </a:lnTo>
                <a:lnTo>
                  <a:pt x="2888" y="591"/>
                </a:lnTo>
                <a:lnTo>
                  <a:pt x="2897" y="582"/>
                </a:lnTo>
                <a:lnTo>
                  <a:pt x="2905" y="573"/>
                </a:lnTo>
                <a:lnTo>
                  <a:pt x="2913" y="563"/>
                </a:lnTo>
                <a:lnTo>
                  <a:pt x="2922" y="554"/>
                </a:lnTo>
                <a:lnTo>
                  <a:pt x="2930" y="544"/>
                </a:lnTo>
                <a:lnTo>
                  <a:pt x="2939" y="534"/>
                </a:lnTo>
                <a:lnTo>
                  <a:pt x="2947" y="525"/>
                </a:lnTo>
                <a:lnTo>
                  <a:pt x="2955" y="515"/>
                </a:lnTo>
                <a:lnTo>
                  <a:pt x="2964" y="505"/>
                </a:lnTo>
                <a:lnTo>
                  <a:pt x="2972" y="495"/>
                </a:lnTo>
                <a:lnTo>
                  <a:pt x="2981" y="486"/>
                </a:lnTo>
                <a:lnTo>
                  <a:pt x="2989" y="476"/>
                </a:lnTo>
                <a:lnTo>
                  <a:pt x="2997" y="466"/>
                </a:lnTo>
                <a:lnTo>
                  <a:pt x="3006" y="456"/>
                </a:lnTo>
                <a:lnTo>
                  <a:pt x="3014" y="446"/>
                </a:lnTo>
                <a:lnTo>
                  <a:pt x="3023" y="435"/>
                </a:lnTo>
                <a:lnTo>
                  <a:pt x="3031" y="425"/>
                </a:lnTo>
                <a:lnTo>
                  <a:pt x="3039" y="415"/>
                </a:lnTo>
                <a:lnTo>
                  <a:pt x="3048" y="405"/>
                </a:lnTo>
                <a:lnTo>
                  <a:pt x="3056" y="394"/>
                </a:lnTo>
                <a:lnTo>
                  <a:pt x="3065" y="384"/>
                </a:lnTo>
                <a:lnTo>
                  <a:pt x="3073" y="374"/>
                </a:lnTo>
                <a:lnTo>
                  <a:pt x="3081" y="363"/>
                </a:lnTo>
                <a:lnTo>
                  <a:pt x="3090" y="353"/>
                </a:lnTo>
                <a:lnTo>
                  <a:pt x="3098" y="342"/>
                </a:lnTo>
                <a:lnTo>
                  <a:pt x="3107" y="331"/>
                </a:lnTo>
                <a:lnTo>
                  <a:pt x="3115" y="321"/>
                </a:lnTo>
                <a:lnTo>
                  <a:pt x="3123" y="310"/>
                </a:lnTo>
                <a:lnTo>
                  <a:pt x="3132" y="299"/>
                </a:lnTo>
                <a:lnTo>
                  <a:pt x="3140" y="288"/>
                </a:lnTo>
                <a:lnTo>
                  <a:pt x="3148" y="277"/>
                </a:lnTo>
                <a:lnTo>
                  <a:pt x="3157" y="266"/>
                </a:lnTo>
                <a:lnTo>
                  <a:pt x="3165" y="255"/>
                </a:lnTo>
                <a:lnTo>
                  <a:pt x="3174" y="244"/>
                </a:lnTo>
                <a:lnTo>
                  <a:pt x="3182" y="233"/>
                </a:lnTo>
                <a:lnTo>
                  <a:pt x="3190" y="222"/>
                </a:lnTo>
                <a:lnTo>
                  <a:pt x="3199" y="211"/>
                </a:lnTo>
                <a:lnTo>
                  <a:pt x="3207" y="199"/>
                </a:lnTo>
                <a:lnTo>
                  <a:pt x="3216" y="188"/>
                </a:lnTo>
                <a:lnTo>
                  <a:pt x="3224" y="177"/>
                </a:lnTo>
                <a:lnTo>
                  <a:pt x="3232" y="165"/>
                </a:lnTo>
                <a:lnTo>
                  <a:pt x="3241" y="154"/>
                </a:lnTo>
                <a:lnTo>
                  <a:pt x="3249" y="142"/>
                </a:lnTo>
                <a:lnTo>
                  <a:pt x="3258" y="131"/>
                </a:lnTo>
                <a:lnTo>
                  <a:pt x="3266" y="119"/>
                </a:lnTo>
                <a:lnTo>
                  <a:pt x="3274" y="108"/>
                </a:lnTo>
                <a:lnTo>
                  <a:pt x="3283" y="96"/>
                </a:lnTo>
                <a:lnTo>
                  <a:pt x="3291" y="84"/>
                </a:lnTo>
                <a:lnTo>
                  <a:pt x="3300" y="72"/>
                </a:lnTo>
                <a:lnTo>
                  <a:pt x="3308" y="60"/>
                </a:lnTo>
                <a:lnTo>
                  <a:pt x="3316" y="48"/>
                </a:lnTo>
                <a:lnTo>
                  <a:pt x="3325" y="36"/>
                </a:lnTo>
                <a:lnTo>
                  <a:pt x="3333" y="24"/>
                </a:lnTo>
                <a:lnTo>
                  <a:pt x="3342" y="1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429914"/>
            <a:ext cx="3063240" cy="1151230"/>
          </a:xfrm>
          <a:custGeom>
            <a:avLst/>
            <a:gdLst/>
            <a:ahLst/>
            <a:cxnLst/>
            <a:rect l="l" t="t" r="r" b="b"/>
            <a:pathLst>
              <a:path w="3350" h="1259">
                <a:moveTo>
                  <a:pt x="0" y="685"/>
                </a:moveTo>
                <a:lnTo>
                  <a:pt x="8" y="692"/>
                </a:lnTo>
                <a:lnTo>
                  <a:pt x="17" y="699"/>
                </a:lnTo>
                <a:lnTo>
                  <a:pt x="25" y="706"/>
                </a:lnTo>
                <a:lnTo>
                  <a:pt x="34" y="713"/>
                </a:lnTo>
                <a:lnTo>
                  <a:pt x="42" y="720"/>
                </a:lnTo>
                <a:lnTo>
                  <a:pt x="50" y="727"/>
                </a:lnTo>
                <a:lnTo>
                  <a:pt x="59" y="734"/>
                </a:lnTo>
                <a:lnTo>
                  <a:pt x="67" y="741"/>
                </a:lnTo>
                <a:lnTo>
                  <a:pt x="76" y="748"/>
                </a:lnTo>
                <a:lnTo>
                  <a:pt x="84" y="754"/>
                </a:lnTo>
                <a:lnTo>
                  <a:pt x="92" y="761"/>
                </a:lnTo>
                <a:lnTo>
                  <a:pt x="101" y="768"/>
                </a:lnTo>
                <a:lnTo>
                  <a:pt x="109" y="774"/>
                </a:lnTo>
                <a:lnTo>
                  <a:pt x="118" y="781"/>
                </a:lnTo>
                <a:lnTo>
                  <a:pt x="126" y="787"/>
                </a:lnTo>
                <a:lnTo>
                  <a:pt x="134" y="794"/>
                </a:lnTo>
                <a:lnTo>
                  <a:pt x="143" y="800"/>
                </a:lnTo>
                <a:lnTo>
                  <a:pt x="151" y="806"/>
                </a:lnTo>
                <a:lnTo>
                  <a:pt x="160" y="813"/>
                </a:lnTo>
                <a:lnTo>
                  <a:pt x="168" y="819"/>
                </a:lnTo>
                <a:lnTo>
                  <a:pt x="176" y="825"/>
                </a:lnTo>
                <a:lnTo>
                  <a:pt x="185" y="831"/>
                </a:lnTo>
                <a:lnTo>
                  <a:pt x="193" y="838"/>
                </a:lnTo>
                <a:lnTo>
                  <a:pt x="202" y="844"/>
                </a:lnTo>
                <a:lnTo>
                  <a:pt x="210" y="850"/>
                </a:lnTo>
                <a:lnTo>
                  <a:pt x="218" y="856"/>
                </a:lnTo>
                <a:lnTo>
                  <a:pt x="227" y="862"/>
                </a:lnTo>
                <a:lnTo>
                  <a:pt x="235" y="868"/>
                </a:lnTo>
                <a:lnTo>
                  <a:pt x="243" y="873"/>
                </a:lnTo>
                <a:lnTo>
                  <a:pt x="252" y="879"/>
                </a:lnTo>
                <a:lnTo>
                  <a:pt x="260" y="885"/>
                </a:lnTo>
                <a:lnTo>
                  <a:pt x="269" y="891"/>
                </a:lnTo>
                <a:lnTo>
                  <a:pt x="277" y="896"/>
                </a:lnTo>
                <a:lnTo>
                  <a:pt x="285" y="902"/>
                </a:lnTo>
                <a:lnTo>
                  <a:pt x="294" y="908"/>
                </a:lnTo>
                <a:lnTo>
                  <a:pt x="302" y="913"/>
                </a:lnTo>
                <a:lnTo>
                  <a:pt x="311" y="919"/>
                </a:lnTo>
                <a:lnTo>
                  <a:pt x="319" y="924"/>
                </a:lnTo>
                <a:lnTo>
                  <a:pt x="327" y="930"/>
                </a:lnTo>
                <a:lnTo>
                  <a:pt x="336" y="935"/>
                </a:lnTo>
                <a:lnTo>
                  <a:pt x="344" y="940"/>
                </a:lnTo>
                <a:lnTo>
                  <a:pt x="353" y="946"/>
                </a:lnTo>
                <a:lnTo>
                  <a:pt x="361" y="951"/>
                </a:lnTo>
                <a:lnTo>
                  <a:pt x="369" y="956"/>
                </a:lnTo>
                <a:lnTo>
                  <a:pt x="378" y="961"/>
                </a:lnTo>
                <a:lnTo>
                  <a:pt x="386" y="966"/>
                </a:lnTo>
                <a:lnTo>
                  <a:pt x="395" y="972"/>
                </a:lnTo>
                <a:lnTo>
                  <a:pt x="403" y="977"/>
                </a:lnTo>
                <a:lnTo>
                  <a:pt x="411" y="982"/>
                </a:lnTo>
                <a:lnTo>
                  <a:pt x="420" y="986"/>
                </a:lnTo>
                <a:lnTo>
                  <a:pt x="428" y="991"/>
                </a:lnTo>
                <a:lnTo>
                  <a:pt x="437" y="996"/>
                </a:lnTo>
                <a:lnTo>
                  <a:pt x="445" y="1001"/>
                </a:lnTo>
                <a:lnTo>
                  <a:pt x="453" y="1006"/>
                </a:lnTo>
                <a:lnTo>
                  <a:pt x="462" y="1010"/>
                </a:lnTo>
                <a:lnTo>
                  <a:pt x="470" y="1015"/>
                </a:lnTo>
                <a:lnTo>
                  <a:pt x="479" y="1020"/>
                </a:lnTo>
                <a:lnTo>
                  <a:pt x="487" y="1024"/>
                </a:lnTo>
                <a:lnTo>
                  <a:pt x="495" y="1029"/>
                </a:lnTo>
                <a:lnTo>
                  <a:pt x="504" y="1033"/>
                </a:lnTo>
                <a:lnTo>
                  <a:pt x="512" y="1038"/>
                </a:lnTo>
                <a:lnTo>
                  <a:pt x="521" y="1042"/>
                </a:lnTo>
                <a:lnTo>
                  <a:pt x="529" y="1047"/>
                </a:lnTo>
                <a:lnTo>
                  <a:pt x="537" y="1051"/>
                </a:lnTo>
                <a:lnTo>
                  <a:pt x="546" y="1055"/>
                </a:lnTo>
                <a:lnTo>
                  <a:pt x="554" y="1059"/>
                </a:lnTo>
                <a:lnTo>
                  <a:pt x="563" y="1064"/>
                </a:lnTo>
                <a:lnTo>
                  <a:pt x="571" y="1068"/>
                </a:lnTo>
                <a:lnTo>
                  <a:pt x="579" y="1072"/>
                </a:lnTo>
                <a:lnTo>
                  <a:pt x="588" y="1076"/>
                </a:lnTo>
                <a:lnTo>
                  <a:pt x="596" y="1080"/>
                </a:lnTo>
                <a:lnTo>
                  <a:pt x="605" y="1084"/>
                </a:lnTo>
                <a:lnTo>
                  <a:pt x="613" y="1088"/>
                </a:lnTo>
                <a:lnTo>
                  <a:pt x="621" y="1092"/>
                </a:lnTo>
                <a:lnTo>
                  <a:pt x="630" y="1095"/>
                </a:lnTo>
                <a:lnTo>
                  <a:pt x="638" y="1099"/>
                </a:lnTo>
                <a:lnTo>
                  <a:pt x="646" y="1103"/>
                </a:lnTo>
                <a:lnTo>
                  <a:pt x="655" y="1107"/>
                </a:lnTo>
                <a:lnTo>
                  <a:pt x="663" y="1110"/>
                </a:lnTo>
                <a:lnTo>
                  <a:pt x="672" y="1114"/>
                </a:lnTo>
                <a:lnTo>
                  <a:pt x="680" y="1118"/>
                </a:lnTo>
                <a:lnTo>
                  <a:pt x="688" y="1121"/>
                </a:lnTo>
                <a:lnTo>
                  <a:pt x="697" y="1124"/>
                </a:lnTo>
                <a:lnTo>
                  <a:pt x="705" y="1128"/>
                </a:lnTo>
                <a:lnTo>
                  <a:pt x="714" y="1131"/>
                </a:lnTo>
                <a:lnTo>
                  <a:pt x="722" y="1135"/>
                </a:lnTo>
                <a:lnTo>
                  <a:pt x="730" y="1138"/>
                </a:lnTo>
                <a:lnTo>
                  <a:pt x="739" y="1141"/>
                </a:lnTo>
                <a:lnTo>
                  <a:pt x="747" y="1144"/>
                </a:lnTo>
                <a:lnTo>
                  <a:pt x="756" y="1148"/>
                </a:lnTo>
                <a:lnTo>
                  <a:pt x="764" y="1151"/>
                </a:lnTo>
                <a:lnTo>
                  <a:pt x="772" y="1154"/>
                </a:lnTo>
                <a:lnTo>
                  <a:pt x="781" y="1157"/>
                </a:lnTo>
                <a:lnTo>
                  <a:pt x="789" y="1160"/>
                </a:lnTo>
                <a:lnTo>
                  <a:pt x="798" y="1163"/>
                </a:lnTo>
                <a:lnTo>
                  <a:pt x="806" y="1166"/>
                </a:lnTo>
                <a:lnTo>
                  <a:pt x="814" y="1168"/>
                </a:lnTo>
                <a:lnTo>
                  <a:pt x="823" y="1171"/>
                </a:lnTo>
                <a:lnTo>
                  <a:pt x="831" y="1174"/>
                </a:lnTo>
                <a:lnTo>
                  <a:pt x="840" y="1177"/>
                </a:lnTo>
                <a:lnTo>
                  <a:pt x="848" y="1179"/>
                </a:lnTo>
                <a:lnTo>
                  <a:pt x="856" y="1182"/>
                </a:lnTo>
                <a:lnTo>
                  <a:pt x="865" y="1185"/>
                </a:lnTo>
                <a:lnTo>
                  <a:pt x="873" y="1187"/>
                </a:lnTo>
                <a:lnTo>
                  <a:pt x="882" y="1190"/>
                </a:lnTo>
                <a:lnTo>
                  <a:pt x="890" y="1192"/>
                </a:lnTo>
                <a:lnTo>
                  <a:pt x="898" y="1195"/>
                </a:lnTo>
                <a:lnTo>
                  <a:pt x="907" y="1197"/>
                </a:lnTo>
                <a:lnTo>
                  <a:pt x="915" y="1199"/>
                </a:lnTo>
                <a:lnTo>
                  <a:pt x="924" y="1202"/>
                </a:lnTo>
                <a:lnTo>
                  <a:pt x="932" y="1204"/>
                </a:lnTo>
                <a:lnTo>
                  <a:pt x="940" y="1206"/>
                </a:lnTo>
                <a:lnTo>
                  <a:pt x="949" y="1208"/>
                </a:lnTo>
                <a:lnTo>
                  <a:pt x="957" y="1210"/>
                </a:lnTo>
                <a:lnTo>
                  <a:pt x="966" y="1212"/>
                </a:lnTo>
                <a:lnTo>
                  <a:pt x="974" y="1214"/>
                </a:lnTo>
                <a:lnTo>
                  <a:pt x="982" y="1216"/>
                </a:lnTo>
                <a:lnTo>
                  <a:pt x="991" y="1218"/>
                </a:lnTo>
                <a:lnTo>
                  <a:pt x="999" y="1220"/>
                </a:lnTo>
                <a:lnTo>
                  <a:pt x="1008" y="1222"/>
                </a:lnTo>
                <a:lnTo>
                  <a:pt x="1016" y="1224"/>
                </a:lnTo>
                <a:lnTo>
                  <a:pt x="1024" y="1225"/>
                </a:lnTo>
                <a:lnTo>
                  <a:pt x="1033" y="1227"/>
                </a:lnTo>
                <a:lnTo>
                  <a:pt x="1041" y="1229"/>
                </a:lnTo>
                <a:lnTo>
                  <a:pt x="1049" y="1230"/>
                </a:lnTo>
                <a:lnTo>
                  <a:pt x="1058" y="1232"/>
                </a:lnTo>
                <a:lnTo>
                  <a:pt x="1066" y="1233"/>
                </a:lnTo>
                <a:lnTo>
                  <a:pt x="1075" y="1235"/>
                </a:lnTo>
                <a:lnTo>
                  <a:pt x="1083" y="1236"/>
                </a:lnTo>
                <a:lnTo>
                  <a:pt x="1091" y="1238"/>
                </a:lnTo>
                <a:lnTo>
                  <a:pt x="1100" y="1239"/>
                </a:lnTo>
                <a:lnTo>
                  <a:pt x="1108" y="1240"/>
                </a:lnTo>
                <a:lnTo>
                  <a:pt x="1117" y="1242"/>
                </a:lnTo>
                <a:lnTo>
                  <a:pt x="1125" y="1243"/>
                </a:lnTo>
                <a:lnTo>
                  <a:pt x="1133" y="1244"/>
                </a:lnTo>
                <a:lnTo>
                  <a:pt x="1142" y="1245"/>
                </a:lnTo>
                <a:lnTo>
                  <a:pt x="1150" y="1246"/>
                </a:lnTo>
                <a:lnTo>
                  <a:pt x="1159" y="1247"/>
                </a:lnTo>
                <a:lnTo>
                  <a:pt x="1167" y="1248"/>
                </a:lnTo>
                <a:lnTo>
                  <a:pt x="1175" y="1249"/>
                </a:lnTo>
                <a:lnTo>
                  <a:pt x="1184" y="1250"/>
                </a:lnTo>
                <a:lnTo>
                  <a:pt x="1192" y="1251"/>
                </a:lnTo>
                <a:lnTo>
                  <a:pt x="1201" y="1252"/>
                </a:lnTo>
                <a:lnTo>
                  <a:pt x="1209" y="1252"/>
                </a:lnTo>
                <a:lnTo>
                  <a:pt x="1217" y="1253"/>
                </a:lnTo>
                <a:lnTo>
                  <a:pt x="1226" y="1254"/>
                </a:lnTo>
                <a:lnTo>
                  <a:pt x="1234" y="1255"/>
                </a:lnTo>
                <a:lnTo>
                  <a:pt x="1243" y="1255"/>
                </a:lnTo>
                <a:lnTo>
                  <a:pt x="1251" y="1256"/>
                </a:lnTo>
                <a:lnTo>
                  <a:pt x="1259" y="1256"/>
                </a:lnTo>
                <a:lnTo>
                  <a:pt x="1268" y="1257"/>
                </a:lnTo>
                <a:lnTo>
                  <a:pt x="1276" y="1257"/>
                </a:lnTo>
                <a:lnTo>
                  <a:pt x="1285" y="1257"/>
                </a:lnTo>
                <a:lnTo>
                  <a:pt x="1293" y="1258"/>
                </a:lnTo>
                <a:lnTo>
                  <a:pt x="1301" y="1258"/>
                </a:lnTo>
                <a:lnTo>
                  <a:pt x="1310" y="1258"/>
                </a:lnTo>
                <a:lnTo>
                  <a:pt x="1318" y="1258"/>
                </a:lnTo>
                <a:lnTo>
                  <a:pt x="1327" y="1259"/>
                </a:lnTo>
                <a:lnTo>
                  <a:pt x="1335" y="1259"/>
                </a:lnTo>
                <a:lnTo>
                  <a:pt x="1343" y="1259"/>
                </a:lnTo>
                <a:lnTo>
                  <a:pt x="1352" y="1259"/>
                </a:lnTo>
                <a:lnTo>
                  <a:pt x="1360" y="1259"/>
                </a:lnTo>
                <a:lnTo>
                  <a:pt x="1369" y="1259"/>
                </a:lnTo>
                <a:lnTo>
                  <a:pt x="1377" y="1258"/>
                </a:lnTo>
                <a:lnTo>
                  <a:pt x="1385" y="1258"/>
                </a:lnTo>
                <a:lnTo>
                  <a:pt x="1394" y="1258"/>
                </a:lnTo>
                <a:lnTo>
                  <a:pt x="1402" y="1258"/>
                </a:lnTo>
                <a:lnTo>
                  <a:pt x="1411" y="1258"/>
                </a:lnTo>
                <a:lnTo>
                  <a:pt x="1419" y="1257"/>
                </a:lnTo>
                <a:lnTo>
                  <a:pt x="1427" y="1257"/>
                </a:lnTo>
                <a:lnTo>
                  <a:pt x="1436" y="1256"/>
                </a:lnTo>
                <a:lnTo>
                  <a:pt x="1444" y="1256"/>
                </a:lnTo>
                <a:lnTo>
                  <a:pt x="1453" y="1255"/>
                </a:lnTo>
                <a:lnTo>
                  <a:pt x="1461" y="1255"/>
                </a:lnTo>
                <a:lnTo>
                  <a:pt x="1469" y="1254"/>
                </a:lnTo>
                <a:lnTo>
                  <a:pt x="1478" y="1254"/>
                </a:lnTo>
                <a:lnTo>
                  <a:pt x="1486" y="1253"/>
                </a:lnTo>
                <a:lnTo>
                  <a:pt x="1494" y="1252"/>
                </a:lnTo>
                <a:lnTo>
                  <a:pt x="1503" y="1251"/>
                </a:lnTo>
                <a:lnTo>
                  <a:pt x="1511" y="1251"/>
                </a:lnTo>
                <a:lnTo>
                  <a:pt x="1520" y="1250"/>
                </a:lnTo>
                <a:lnTo>
                  <a:pt x="1528" y="1249"/>
                </a:lnTo>
                <a:lnTo>
                  <a:pt x="1536" y="1248"/>
                </a:lnTo>
                <a:lnTo>
                  <a:pt x="1545" y="1247"/>
                </a:lnTo>
                <a:lnTo>
                  <a:pt x="1553" y="1246"/>
                </a:lnTo>
                <a:lnTo>
                  <a:pt x="1562" y="1245"/>
                </a:lnTo>
                <a:lnTo>
                  <a:pt x="1570" y="1243"/>
                </a:lnTo>
                <a:lnTo>
                  <a:pt x="1578" y="1242"/>
                </a:lnTo>
                <a:lnTo>
                  <a:pt x="1587" y="1241"/>
                </a:lnTo>
                <a:lnTo>
                  <a:pt x="1595" y="1240"/>
                </a:lnTo>
                <a:lnTo>
                  <a:pt x="1604" y="1238"/>
                </a:lnTo>
                <a:lnTo>
                  <a:pt x="1612" y="1237"/>
                </a:lnTo>
                <a:lnTo>
                  <a:pt x="1620" y="1236"/>
                </a:lnTo>
                <a:lnTo>
                  <a:pt x="1629" y="1234"/>
                </a:lnTo>
                <a:lnTo>
                  <a:pt x="1637" y="1233"/>
                </a:lnTo>
                <a:lnTo>
                  <a:pt x="1646" y="1231"/>
                </a:lnTo>
                <a:lnTo>
                  <a:pt x="1654" y="1230"/>
                </a:lnTo>
                <a:lnTo>
                  <a:pt x="1662" y="1228"/>
                </a:lnTo>
                <a:lnTo>
                  <a:pt x="1671" y="1226"/>
                </a:lnTo>
                <a:lnTo>
                  <a:pt x="1679" y="1225"/>
                </a:lnTo>
                <a:lnTo>
                  <a:pt x="1688" y="1223"/>
                </a:lnTo>
                <a:lnTo>
                  <a:pt x="1696" y="1221"/>
                </a:lnTo>
                <a:lnTo>
                  <a:pt x="1704" y="1219"/>
                </a:lnTo>
                <a:lnTo>
                  <a:pt x="1713" y="1217"/>
                </a:lnTo>
                <a:lnTo>
                  <a:pt x="1721" y="1215"/>
                </a:lnTo>
                <a:lnTo>
                  <a:pt x="1730" y="1213"/>
                </a:lnTo>
                <a:lnTo>
                  <a:pt x="1738" y="1211"/>
                </a:lnTo>
                <a:lnTo>
                  <a:pt x="1746" y="1209"/>
                </a:lnTo>
                <a:lnTo>
                  <a:pt x="1755" y="1207"/>
                </a:lnTo>
                <a:lnTo>
                  <a:pt x="1763" y="1205"/>
                </a:lnTo>
                <a:lnTo>
                  <a:pt x="1772" y="1203"/>
                </a:lnTo>
                <a:lnTo>
                  <a:pt x="1780" y="1201"/>
                </a:lnTo>
                <a:lnTo>
                  <a:pt x="1788" y="1198"/>
                </a:lnTo>
                <a:lnTo>
                  <a:pt x="1797" y="1196"/>
                </a:lnTo>
                <a:lnTo>
                  <a:pt x="1805" y="1194"/>
                </a:lnTo>
                <a:lnTo>
                  <a:pt x="1814" y="1191"/>
                </a:lnTo>
                <a:lnTo>
                  <a:pt x="1822" y="1189"/>
                </a:lnTo>
                <a:lnTo>
                  <a:pt x="1830" y="1186"/>
                </a:lnTo>
                <a:lnTo>
                  <a:pt x="1839" y="1184"/>
                </a:lnTo>
                <a:lnTo>
                  <a:pt x="1847" y="1181"/>
                </a:lnTo>
                <a:lnTo>
                  <a:pt x="1856" y="1178"/>
                </a:lnTo>
                <a:lnTo>
                  <a:pt x="1864" y="1176"/>
                </a:lnTo>
                <a:lnTo>
                  <a:pt x="1872" y="1173"/>
                </a:lnTo>
                <a:lnTo>
                  <a:pt x="1881" y="1170"/>
                </a:lnTo>
                <a:lnTo>
                  <a:pt x="1889" y="1167"/>
                </a:lnTo>
                <a:lnTo>
                  <a:pt x="1897" y="1164"/>
                </a:lnTo>
                <a:lnTo>
                  <a:pt x="1906" y="1161"/>
                </a:lnTo>
                <a:lnTo>
                  <a:pt x="1914" y="1158"/>
                </a:lnTo>
                <a:lnTo>
                  <a:pt x="1923" y="1155"/>
                </a:lnTo>
                <a:lnTo>
                  <a:pt x="1931" y="1152"/>
                </a:lnTo>
                <a:lnTo>
                  <a:pt x="1939" y="1149"/>
                </a:lnTo>
                <a:lnTo>
                  <a:pt x="1948" y="1146"/>
                </a:lnTo>
                <a:lnTo>
                  <a:pt x="1956" y="1143"/>
                </a:lnTo>
                <a:lnTo>
                  <a:pt x="1965" y="1140"/>
                </a:lnTo>
                <a:lnTo>
                  <a:pt x="1973" y="1137"/>
                </a:lnTo>
                <a:lnTo>
                  <a:pt x="1981" y="1133"/>
                </a:lnTo>
                <a:lnTo>
                  <a:pt x="1990" y="1130"/>
                </a:lnTo>
                <a:lnTo>
                  <a:pt x="1998" y="1126"/>
                </a:lnTo>
                <a:lnTo>
                  <a:pt x="2007" y="1123"/>
                </a:lnTo>
                <a:lnTo>
                  <a:pt x="2015" y="1120"/>
                </a:lnTo>
                <a:lnTo>
                  <a:pt x="2023" y="1116"/>
                </a:lnTo>
                <a:lnTo>
                  <a:pt x="2032" y="1112"/>
                </a:lnTo>
                <a:lnTo>
                  <a:pt x="2040" y="1109"/>
                </a:lnTo>
                <a:lnTo>
                  <a:pt x="2049" y="1105"/>
                </a:lnTo>
                <a:lnTo>
                  <a:pt x="2057" y="1101"/>
                </a:lnTo>
                <a:lnTo>
                  <a:pt x="2065" y="1098"/>
                </a:lnTo>
                <a:lnTo>
                  <a:pt x="2074" y="1094"/>
                </a:lnTo>
                <a:lnTo>
                  <a:pt x="2082" y="1090"/>
                </a:lnTo>
                <a:lnTo>
                  <a:pt x="2091" y="1086"/>
                </a:lnTo>
                <a:lnTo>
                  <a:pt x="2099" y="1082"/>
                </a:lnTo>
                <a:lnTo>
                  <a:pt x="2107" y="1078"/>
                </a:lnTo>
                <a:lnTo>
                  <a:pt x="2116" y="1074"/>
                </a:lnTo>
                <a:lnTo>
                  <a:pt x="2124" y="1070"/>
                </a:lnTo>
                <a:lnTo>
                  <a:pt x="2133" y="1066"/>
                </a:lnTo>
                <a:lnTo>
                  <a:pt x="2141" y="1062"/>
                </a:lnTo>
                <a:lnTo>
                  <a:pt x="2149" y="1058"/>
                </a:lnTo>
                <a:lnTo>
                  <a:pt x="2158" y="1053"/>
                </a:lnTo>
                <a:lnTo>
                  <a:pt x="2166" y="1049"/>
                </a:lnTo>
                <a:lnTo>
                  <a:pt x="2175" y="1045"/>
                </a:lnTo>
                <a:lnTo>
                  <a:pt x="2183" y="1040"/>
                </a:lnTo>
                <a:lnTo>
                  <a:pt x="2191" y="1036"/>
                </a:lnTo>
                <a:lnTo>
                  <a:pt x="2200" y="1031"/>
                </a:lnTo>
                <a:lnTo>
                  <a:pt x="2208" y="1027"/>
                </a:lnTo>
                <a:lnTo>
                  <a:pt x="2217" y="1022"/>
                </a:lnTo>
                <a:lnTo>
                  <a:pt x="2225" y="1018"/>
                </a:lnTo>
                <a:lnTo>
                  <a:pt x="2233" y="1013"/>
                </a:lnTo>
                <a:lnTo>
                  <a:pt x="2242" y="1008"/>
                </a:lnTo>
                <a:lnTo>
                  <a:pt x="2250" y="1004"/>
                </a:lnTo>
                <a:lnTo>
                  <a:pt x="2259" y="999"/>
                </a:lnTo>
                <a:lnTo>
                  <a:pt x="2267" y="994"/>
                </a:lnTo>
                <a:lnTo>
                  <a:pt x="2275" y="989"/>
                </a:lnTo>
                <a:lnTo>
                  <a:pt x="2284" y="984"/>
                </a:lnTo>
                <a:lnTo>
                  <a:pt x="2292" y="979"/>
                </a:lnTo>
                <a:lnTo>
                  <a:pt x="2301" y="974"/>
                </a:lnTo>
                <a:lnTo>
                  <a:pt x="2309" y="969"/>
                </a:lnTo>
                <a:lnTo>
                  <a:pt x="2317" y="964"/>
                </a:lnTo>
                <a:lnTo>
                  <a:pt x="2326" y="959"/>
                </a:lnTo>
                <a:lnTo>
                  <a:pt x="2334" y="954"/>
                </a:lnTo>
                <a:lnTo>
                  <a:pt x="2342" y="949"/>
                </a:lnTo>
                <a:lnTo>
                  <a:pt x="2351" y="943"/>
                </a:lnTo>
                <a:lnTo>
                  <a:pt x="2359" y="938"/>
                </a:lnTo>
                <a:lnTo>
                  <a:pt x="2368" y="933"/>
                </a:lnTo>
                <a:lnTo>
                  <a:pt x="2376" y="927"/>
                </a:lnTo>
                <a:lnTo>
                  <a:pt x="2384" y="922"/>
                </a:lnTo>
                <a:lnTo>
                  <a:pt x="2393" y="916"/>
                </a:lnTo>
                <a:lnTo>
                  <a:pt x="2401" y="911"/>
                </a:lnTo>
                <a:lnTo>
                  <a:pt x="2410" y="905"/>
                </a:lnTo>
                <a:lnTo>
                  <a:pt x="2418" y="900"/>
                </a:lnTo>
                <a:lnTo>
                  <a:pt x="2426" y="894"/>
                </a:lnTo>
                <a:lnTo>
                  <a:pt x="2435" y="888"/>
                </a:lnTo>
                <a:lnTo>
                  <a:pt x="2443" y="883"/>
                </a:lnTo>
                <a:lnTo>
                  <a:pt x="2452" y="877"/>
                </a:lnTo>
                <a:lnTo>
                  <a:pt x="2460" y="871"/>
                </a:lnTo>
                <a:lnTo>
                  <a:pt x="2468" y="865"/>
                </a:lnTo>
                <a:lnTo>
                  <a:pt x="2477" y="859"/>
                </a:lnTo>
                <a:lnTo>
                  <a:pt x="2485" y="853"/>
                </a:lnTo>
                <a:lnTo>
                  <a:pt x="2494" y="847"/>
                </a:lnTo>
                <a:lnTo>
                  <a:pt x="2502" y="841"/>
                </a:lnTo>
                <a:lnTo>
                  <a:pt x="2510" y="835"/>
                </a:lnTo>
                <a:lnTo>
                  <a:pt x="2519" y="829"/>
                </a:lnTo>
                <a:lnTo>
                  <a:pt x="2527" y="823"/>
                </a:lnTo>
                <a:lnTo>
                  <a:pt x="2536" y="816"/>
                </a:lnTo>
                <a:lnTo>
                  <a:pt x="2544" y="810"/>
                </a:lnTo>
                <a:lnTo>
                  <a:pt x="2552" y="804"/>
                </a:lnTo>
                <a:lnTo>
                  <a:pt x="2561" y="797"/>
                </a:lnTo>
                <a:lnTo>
                  <a:pt x="2569" y="791"/>
                </a:lnTo>
                <a:lnTo>
                  <a:pt x="2578" y="784"/>
                </a:lnTo>
                <a:lnTo>
                  <a:pt x="2586" y="778"/>
                </a:lnTo>
                <a:lnTo>
                  <a:pt x="2594" y="771"/>
                </a:lnTo>
                <a:lnTo>
                  <a:pt x="2603" y="765"/>
                </a:lnTo>
                <a:lnTo>
                  <a:pt x="2611" y="758"/>
                </a:lnTo>
                <a:lnTo>
                  <a:pt x="2620" y="751"/>
                </a:lnTo>
                <a:lnTo>
                  <a:pt x="2628" y="745"/>
                </a:lnTo>
                <a:lnTo>
                  <a:pt x="2636" y="738"/>
                </a:lnTo>
                <a:lnTo>
                  <a:pt x="2645" y="731"/>
                </a:lnTo>
                <a:lnTo>
                  <a:pt x="2653" y="724"/>
                </a:lnTo>
                <a:lnTo>
                  <a:pt x="2662" y="717"/>
                </a:lnTo>
                <a:lnTo>
                  <a:pt x="2670" y="710"/>
                </a:lnTo>
                <a:lnTo>
                  <a:pt x="2678" y="703"/>
                </a:lnTo>
                <a:lnTo>
                  <a:pt x="2687" y="696"/>
                </a:lnTo>
                <a:lnTo>
                  <a:pt x="2695" y="689"/>
                </a:lnTo>
                <a:lnTo>
                  <a:pt x="2704" y="682"/>
                </a:lnTo>
                <a:lnTo>
                  <a:pt x="2712" y="675"/>
                </a:lnTo>
                <a:lnTo>
                  <a:pt x="2720" y="668"/>
                </a:lnTo>
                <a:lnTo>
                  <a:pt x="2729" y="661"/>
                </a:lnTo>
                <a:lnTo>
                  <a:pt x="2737" y="653"/>
                </a:lnTo>
                <a:lnTo>
                  <a:pt x="2745" y="646"/>
                </a:lnTo>
                <a:lnTo>
                  <a:pt x="2754" y="638"/>
                </a:lnTo>
                <a:lnTo>
                  <a:pt x="2762" y="631"/>
                </a:lnTo>
                <a:lnTo>
                  <a:pt x="2771" y="624"/>
                </a:lnTo>
                <a:lnTo>
                  <a:pt x="2779" y="616"/>
                </a:lnTo>
                <a:lnTo>
                  <a:pt x="2787" y="608"/>
                </a:lnTo>
                <a:lnTo>
                  <a:pt x="2796" y="601"/>
                </a:lnTo>
                <a:lnTo>
                  <a:pt x="2804" y="593"/>
                </a:lnTo>
                <a:lnTo>
                  <a:pt x="2813" y="585"/>
                </a:lnTo>
                <a:lnTo>
                  <a:pt x="2821" y="578"/>
                </a:lnTo>
                <a:lnTo>
                  <a:pt x="2829" y="570"/>
                </a:lnTo>
                <a:lnTo>
                  <a:pt x="2838" y="562"/>
                </a:lnTo>
                <a:lnTo>
                  <a:pt x="2846" y="554"/>
                </a:lnTo>
                <a:lnTo>
                  <a:pt x="2855" y="546"/>
                </a:lnTo>
                <a:lnTo>
                  <a:pt x="2863" y="538"/>
                </a:lnTo>
                <a:lnTo>
                  <a:pt x="2871" y="530"/>
                </a:lnTo>
                <a:lnTo>
                  <a:pt x="2880" y="522"/>
                </a:lnTo>
                <a:lnTo>
                  <a:pt x="2888" y="514"/>
                </a:lnTo>
                <a:lnTo>
                  <a:pt x="2897" y="506"/>
                </a:lnTo>
                <a:lnTo>
                  <a:pt x="2905" y="498"/>
                </a:lnTo>
                <a:lnTo>
                  <a:pt x="2913" y="489"/>
                </a:lnTo>
                <a:lnTo>
                  <a:pt x="2922" y="481"/>
                </a:lnTo>
                <a:lnTo>
                  <a:pt x="2930" y="473"/>
                </a:lnTo>
                <a:lnTo>
                  <a:pt x="2939" y="465"/>
                </a:lnTo>
                <a:lnTo>
                  <a:pt x="2947" y="456"/>
                </a:lnTo>
                <a:lnTo>
                  <a:pt x="2955" y="448"/>
                </a:lnTo>
                <a:lnTo>
                  <a:pt x="2964" y="439"/>
                </a:lnTo>
                <a:lnTo>
                  <a:pt x="2972" y="431"/>
                </a:lnTo>
                <a:lnTo>
                  <a:pt x="2981" y="422"/>
                </a:lnTo>
                <a:lnTo>
                  <a:pt x="2989" y="413"/>
                </a:lnTo>
                <a:lnTo>
                  <a:pt x="2997" y="405"/>
                </a:lnTo>
                <a:lnTo>
                  <a:pt x="3006" y="396"/>
                </a:lnTo>
                <a:lnTo>
                  <a:pt x="3014" y="387"/>
                </a:lnTo>
                <a:lnTo>
                  <a:pt x="3023" y="378"/>
                </a:lnTo>
                <a:lnTo>
                  <a:pt x="3031" y="369"/>
                </a:lnTo>
                <a:lnTo>
                  <a:pt x="3039" y="361"/>
                </a:lnTo>
                <a:lnTo>
                  <a:pt x="3048" y="352"/>
                </a:lnTo>
                <a:lnTo>
                  <a:pt x="3056" y="343"/>
                </a:lnTo>
                <a:lnTo>
                  <a:pt x="3065" y="334"/>
                </a:lnTo>
                <a:lnTo>
                  <a:pt x="3073" y="325"/>
                </a:lnTo>
                <a:lnTo>
                  <a:pt x="3081" y="315"/>
                </a:lnTo>
                <a:lnTo>
                  <a:pt x="3090" y="306"/>
                </a:lnTo>
                <a:lnTo>
                  <a:pt x="3098" y="297"/>
                </a:lnTo>
                <a:lnTo>
                  <a:pt x="3107" y="288"/>
                </a:lnTo>
                <a:lnTo>
                  <a:pt x="3115" y="278"/>
                </a:lnTo>
                <a:lnTo>
                  <a:pt x="3123" y="269"/>
                </a:lnTo>
                <a:lnTo>
                  <a:pt x="3132" y="260"/>
                </a:lnTo>
                <a:lnTo>
                  <a:pt x="3140" y="250"/>
                </a:lnTo>
                <a:lnTo>
                  <a:pt x="3148" y="241"/>
                </a:lnTo>
                <a:lnTo>
                  <a:pt x="3157" y="231"/>
                </a:lnTo>
                <a:lnTo>
                  <a:pt x="3165" y="222"/>
                </a:lnTo>
                <a:lnTo>
                  <a:pt x="3174" y="212"/>
                </a:lnTo>
                <a:lnTo>
                  <a:pt x="3182" y="202"/>
                </a:lnTo>
                <a:lnTo>
                  <a:pt x="3190" y="193"/>
                </a:lnTo>
                <a:lnTo>
                  <a:pt x="3199" y="183"/>
                </a:lnTo>
                <a:lnTo>
                  <a:pt x="3207" y="173"/>
                </a:lnTo>
                <a:lnTo>
                  <a:pt x="3216" y="163"/>
                </a:lnTo>
                <a:lnTo>
                  <a:pt x="3224" y="153"/>
                </a:lnTo>
                <a:lnTo>
                  <a:pt x="3232" y="144"/>
                </a:lnTo>
                <a:lnTo>
                  <a:pt x="3241" y="134"/>
                </a:lnTo>
                <a:lnTo>
                  <a:pt x="3249" y="124"/>
                </a:lnTo>
                <a:lnTo>
                  <a:pt x="3258" y="113"/>
                </a:lnTo>
                <a:lnTo>
                  <a:pt x="3266" y="103"/>
                </a:lnTo>
                <a:lnTo>
                  <a:pt x="3274" y="93"/>
                </a:lnTo>
                <a:lnTo>
                  <a:pt x="3283" y="83"/>
                </a:lnTo>
                <a:lnTo>
                  <a:pt x="3291" y="73"/>
                </a:lnTo>
                <a:lnTo>
                  <a:pt x="3300" y="63"/>
                </a:lnTo>
                <a:lnTo>
                  <a:pt x="3308" y="52"/>
                </a:lnTo>
                <a:lnTo>
                  <a:pt x="3316" y="42"/>
                </a:lnTo>
                <a:lnTo>
                  <a:pt x="3325" y="31"/>
                </a:lnTo>
                <a:lnTo>
                  <a:pt x="3333" y="21"/>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254350"/>
            <a:ext cx="3063240" cy="1477670"/>
          </a:xfrm>
          <a:custGeom>
            <a:avLst/>
            <a:gdLst/>
            <a:ahLst/>
            <a:cxnLst/>
            <a:rect l="l" t="t" r="r" b="b"/>
            <a:pathLst>
              <a:path w="3350" h="1616">
                <a:moveTo>
                  <a:pt x="0" y="528"/>
                </a:moveTo>
                <a:lnTo>
                  <a:pt x="8" y="540"/>
                </a:lnTo>
                <a:lnTo>
                  <a:pt x="17" y="552"/>
                </a:lnTo>
                <a:lnTo>
                  <a:pt x="25" y="564"/>
                </a:lnTo>
                <a:lnTo>
                  <a:pt x="34" y="576"/>
                </a:lnTo>
                <a:lnTo>
                  <a:pt x="42" y="588"/>
                </a:lnTo>
                <a:lnTo>
                  <a:pt x="50" y="599"/>
                </a:lnTo>
                <a:lnTo>
                  <a:pt x="59" y="611"/>
                </a:lnTo>
                <a:lnTo>
                  <a:pt x="67" y="623"/>
                </a:lnTo>
                <a:lnTo>
                  <a:pt x="76" y="634"/>
                </a:lnTo>
                <a:lnTo>
                  <a:pt x="84" y="646"/>
                </a:lnTo>
                <a:lnTo>
                  <a:pt x="92" y="657"/>
                </a:lnTo>
                <a:lnTo>
                  <a:pt x="101" y="668"/>
                </a:lnTo>
                <a:lnTo>
                  <a:pt x="109" y="680"/>
                </a:lnTo>
                <a:lnTo>
                  <a:pt x="118" y="691"/>
                </a:lnTo>
                <a:lnTo>
                  <a:pt x="126" y="702"/>
                </a:lnTo>
                <a:lnTo>
                  <a:pt x="134" y="713"/>
                </a:lnTo>
                <a:lnTo>
                  <a:pt x="143" y="724"/>
                </a:lnTo>
                <a:lnTo>
                  <a:pt x="151" y="735"/>
                </a:lnTo>
                <a:lnTo>
                  <a:pt x="160" y="746"/>
                </a:lnTo>
                <a:lnTo>
                  <a:pt x="168" y="757"/>
                </a:lnTo>
                <a:lnTo>
                  <a:pt x="176" y="767"/>
                </a:lnTo>
                <a:lnTo>
                  <a:pt x="185" y="778"/>
                </a:lnTo>
                <a:lnTo>
                  <a:pt x="193" y="788"/>
                </a:lnTo>
                <a:lnTo>
                  <a:pt x="202" y="799"/>
                </a:lnTo>
                <a:lnTo>
                  <a:pt x="210" y="809"/>
                </a:lnTo>
                <a:lnTo>
                  <a:pt x="218" y="820"/>
                </a:lnTo>
                <a:lnTo>
                  <a:pt x="227" y="830"/>
                </a:lnTo>
                <a:lnTo>
                  <a:pt x="235" y="840"/>
                </a:lnTo>
                <a:lnTo>
                  <a:pt x="243" y="851"/>
                </a:lnTo>
                <a:lnTo>
                  <a:pt x="252" y="861"/>
                </a:lnTo>
                <a:lnTo>
                  <a:pt x="260" y="871"/>
                </a:lnTo>
                <a:lnTo>
                  <a:pt x="269" y="881"/>
                </a:lnTo>
                <a:lnTo>
                  <a:pt x="277" y="891"/>
                </a:lnTo>
                <a:lnTo>
                  <a:pt x="285" y="901"/>
                </a:lnTo>
                <a:lnTo>
                  <a:pt x="294" y="910"/>
                </a:lnTo>
                <a:lnTo>
                  <a:pt x="302" y="920"/>
                </a:lnTo>
                <a:lnTo>
                  <a:pt x="311" y="930"/>
                </a:lnTo>
                <a:lnTo>
                  <a:pt x="319" y="939"/>
                </a:lnTo>
                <a:lnTo>
                  <a:pt x="327" y="949"/>
                </a:lnTo>
                <a:lnTo>
                  <a:pt x="336" y="958"/>
                </a:lnTo>
                <a:lnTo>
                  <a:pt x="344" y="968"/>
                </a:lnTo>
                <a:lnTo>
                  <a:pt x="353" y="977"/>
                </a:lnTo>
                <a:lnTo>
                  <a:pt x="361" y="986"/>
                </a:lnTo>
                <a:lnTo>
                  <a:pt x="369" y="995"/>
                </a:lnTo>
                <a:lnTo>
                  <a:pt x="378" y="1004"/>
                </a:lnTo>
                <a:lnTo>
                  <a:pt x="386" y="1013"/>
                </a:lnTo>
                <a:lnTo>
                  <a:pt x="395" y="1022"/>
                </a:lnTo>
                <a:lnTo>
                  <a:pt x="403" y="1031"/>
                </a:lnTo>
                <a:lnTo>
                  <a:pt x="411" y="1040"/>
                </a:lnTo>
                <a:lnTo>
                  <a:pt x="420" y="1049"/>
                </a:lnTo>
                <a:lnTo>
                  <a:pt x="428" y="1058"/>
                </a:lnTo>
                <a:lnTo>
                  <a:pt x="437" y="1066"/>
                </a:lnTo>
                <a:lnTo>
                  <a:pt x="445" y="1075"/>
                </a:lnTo>
                <a:lnTo>
                  <a:pt x="453" y="1083"/>
                </a:lnTo>
                <a:lnTo>
                  <a:pt x="462" y="1092"/>
                </a:lnTo>
                <a:lnTo>
                  <a:pt x="470" y="1100"/>
                </a:lnTo>
                <a:lnTo>
                  <a:pt x="479" y="1108"/>
                </a:lnTo>
                <a:lnTo>
                  <a:pt x="487" y="1117"/>
                </a:lnTo>
                <a:lnTo>
                  <a:pt x="495" y="1125"/>
                </a:lnTo>
                <a:lnTo>
                  <a:pt x="504" y="1133"/>
                </a:lnTo>
                <a:lnTo>
                  <a:pt x="512" y="1141"/>
                </a:lnTo>
                <a:lnTo>
                  <a:pt x="521" y="1149"/>
                </a:lnTo>
                <a:lnTo>
                  <a:pt x="529" y="1157"/>
                </a:lnTo>
                <a:lnTo>
                  <a:pt x="537" y="1165"/>
                </a:lnTo>
                <a:lnTo>
                  <a:pt x="546" y="1172"/>
                </a:lnTo>
                <a:lnTo>
                  <a:pt x="554" y="1180"/>
                </a:lnTo>
                <a:lnTo>
                  <a:pt x="563" y="1188"/>
                </a:lnTo>
                <a:lnTo>
                  <a:pt x="571" y="1195"/>
                </a:lnTo>
                <a:lnTo>
                  <a:pt x="579" y="1203"/>
                </a:lnTo>
                <a:lnTo>
                  <a:pt x="588" y="1210"/>
                </a:lnTo>
                <a:lnTo>
                  <a:pt x="596" y="1218"/>
                </a:lnTo>
                <a:lnTo>
                  <a:pt x="605" y="1225"/>
                </a:lnTo>
                <a:lnTo>
                  <a:pt x="613" y="1232"/>
                </a:lnTo>
                <a:lnTo>
                  <a:pt x="621" y="1239"/>
                </a:lnTo>
                <a:lnTo>
                  <a:pt x="630" y="1246"/>
                </a:lnTo>
                <a:lnTo>
                  <a:pt x="638" y="1253"/>
                </a:lnTo>
                <a:lnTo>
                  <a:pt x="646" y="1260"/>
                </a:lnTo>
                <a:lnTo>
                  <a:pt x="655" y="1267"/>
                </a:lnTo>
                <a:lnTo>
                  <a:pt x="663" y="1274"/>
                </a:lnTo>
                <a:lnTo>
                  <a:pt x="672" y="1281"/>
                </a:lnTo>
                <a:lnTo>
                  <a:pt x="680" y="1287"/>
                </a:lnTo>
                <a:lnTo>
                  <a:pt x="688" y="1294"/>
                </a:lnTo>
                <a:lnTo>
                  <a:pt x="697" y="1301"/>
                </a:lnTo>
                <a:lnTo>
                  <a:pt x="705" y="1307"/>
                </a:lnTo>
                <a:lnTo>
                  <a:pt x="714" y="1313"/>
                </a:lnTo>
                <a:lnTo>
                  <a:pt x="722" y="1320"/>
                </a:lnTo>
                <a:lnTo>
                  <a:pt x="730" y="1326"/>
                </a:lnTo>
                <a:lnTo>
                  <a:pt x="739" y="1332"/>
                </a:lnTo>
                <a:lnTo>
                  <a:pt x="747" y="1338"/>
                </a:lnTo>
                <a:lnTo>
                  <a:pt x="756" y="1345"/>
                </a:lnTo>
                <a:lnTo>
                  <a:pt x="764" y="1351"/>
                </a:lnTo>
                <a:lnTo>
                  <a:pt x="772" y="1357"/>
                </a:lnTo>
                <a:lnTo>
                  <a:pt x="781" y="1362"/>
                </a:lnTo>
                <a:lnTo>
                  <a:pt x="789" y="1368"/>
                </a:lnTo>
                <a:lnTo>
                  <a:pt x="798" y="1374"/>
                </a:lnTo>
                <a:lnTo>
                  <a:pt x="806" y="1380"/>
                </a:lnTo>
                <a:lnTo>
                  <a:pt x="814" y="1385"/>
                </a:lnTo>
                <a:lnTo>
                  <a:pt x="823" y="1391"/>
                </a:lnTo>
                <a:lnTo>
                  <a:pt x="831" y="1396"/>
                </a:lnTo>
                <a:lnTo>
                  <a:pt x="840" y="1402"/>
                </a:lnTo>
                <a:lnTo>
                  <a:pt x="848" y="1407"/>
                </a:lnTo>
                <a:lnTo>
                  <a:pt x="856" y="1412"/>
                </a:lnTo>
                <a:lnTo>
                  <a:pt x="865" y="1417"/>
                </a:lnTo>
                <a:lnTo>
                  <a:pt x="873" y="1423"/>
                </a:lnTo>
                <a:lnTo>
                  <a:pt x="882" y="1428"/>
                </a:lnTo>
                <a:lnTo>
                  <a:pt x="890" y="1433"/>
                </a:lnTo>
                <a:lnTo>
                  <a:pt x="898" y="1438"/>
                </a:lnTo>
                <a:lnTo>
                  <a:pt x="907" y="1442"/>
                </a:lnTo>
                <a:lnTo>
                  <a:pt x="915" y="1447"/>
                </a:lnTo>
                <a:lnTo>
                  <a:pt x="924" y="1452"/>
                </a:lnTo>
                <a:lnTo>
                  <a:pt x="932" y="1457"/>
                </a:lnTo>
                <a:lnTo>
                  <a:pt x="940" y="1461"/>
                </a:lnTo>
                <a:lnTo>
                  <a:pt x="949" y="1466"/>
                </a:lnTo>
                <a:lnTo>
                  <a:pt x="957" y="1470"/>
                </a:lnTo>
                <a:lnTo>
                  <a:pt x="966" y="1475"/>
                </a:lnTo>
                <a:lnTo>
                  <a:pt x="974" y="1479"/>
                </a:lnTo>
                <a:lnTo>
                  <a:pt x="982" y="1483"/>
                </a:lnTo>
                <a:lnTo>
                  <a:pt x="991" y="1487"/>
                </a:lnTo>
                <a:lnTo>
                  <a:pt x="999" y="1492"/>
                </a:lnTo>
                <a:lnTo>
                  <a:pt x="1008" y="1496"/>
                </a:lnTo>
                <a:lnTo>
                  <a:pt x="1016" y="1500"/>
                </a:lnTo>
                <a:lnTo>
                  <a:pt x="1024" y="1504"/>
                </a:lnTo>
                <a:lnTo>
                  <a:pt x="1033" y="1507"/>
                </a:lnTo>
                <a:lnTo>
                  <a:pt x="1041" y="1511"/>
                </a:lnTo>
                <a:lnTo>
                  <a:pt x="1049" y="1515"/>
                </a:lnTo>
                <a:lnTo>
                  <a:pt x="1058" y="1519"/>
                </a:lnTo>
                <a:lnTo>
                  <a:pt x="1066" y="1522"/>
                </a:lnTo>
                <a:lnTo>
                  <a:pt x="1075" y="1526"/>
                </a:lnTo>
                <a:lnTo>
                  <a:pt x="1083" y="1529"/>
                </a:lnTo>
                <a:lnTo>
                  <a:pt x="1091" y="1533"/>
                </a:lnTo>
                <a:lnTo>
                  <a:pt x="1100" y="1536"/>
                </a:lnTo>
                <a:lnTo>
                  <a:pt x="1108" y="1539"/>
                </a:lnTo>
                <a:lnTo>
                  <a:pt x="1117" y="1542"/>
                </a:lnTo>
                <a:lnTo>
                  <a:pt x="1125" y="1545"/>
                </a:lnTo>
                <a:lnTo>
                  <a:pt x="1133" y="1548"/>
                </a:lnTo>
                <a:lnTo>
                  <a:pt x="1142" y="1551"/>
                </a:lnTo>
                <a:lnTo>
                  <a:pt x="1150" y="1554"/>
                </a:lnTo>
                <a:lnTo>
                  <a:pt x="1159" y="1557"/>
                </a:lnTo>
                <a:lnTo>
                  <a:pt x="1167" y="1560"/>
                </a:lnTo>
                <a:lnTo>
                  <a:pt x="1175" y="1563"/>
                </a:lnTo>
                <a:lnTo>
                  <a:pt x="1184" y="1565"/>
                </a:lnTo>
                <a:lnTo>
                  <a:pt x="1192" y="1568"/>
                </a:lnTo>
                <a:lnTo>
                  <a:pt x="1201" y="1570"/>
                </a:lnTo>
                <a:lnTo>
                  <a:pt x="1209" y="1573"/>
                </a:lnTo>
                <a:lnTo>
                  <a:pt x="1217" y="1575"/>
                </a:lnTo>
                <a:lnTo>
                  <a:pt x="1226" y="1578"/>
                </a:lnTo>
                <a:lnTo>
                  <a:pt x="1234" y="1580"/>
                </a:lnTo>
                <a:lnTo>
                  <a:pt x="1243" y="1582"/>
                </a:lnTo>
                <a:lnTo>
                  <a:pt x="1251" y="1584"/>
                </a:lnTo>
                <a:lnTo>
                  <a:pt x="1259" y="1586"/>
                </a:lnTo>
                <a:lnTo>
                  <a:pt x="1268" y="1588"/>
                </a:lnTo>
                <a:lnTo>
                  <a:pt x="1276" y="1590"/>
                </a:lnTo>
                <a:lnTo>
                  <a:pt x="1285" y="1592"/>
                </a:lnTo>
                <a:lnTo>
                  <a:pt x="1293" y="1594"/>
                </a:lnTo>
                <a:lnTo>
                  <a:pt x="1301" y="1595"/>
                </a:lnTo>
                <a:lnTo>
                  <a:pt x="1310" y="1597"/>
                </a:lnTo>
                <a:lnTo>
                  <a:pt x="1318" y="1599"/>
                </a:lnTo>
                <a:lnTo>
                  <a:pt x="1327" y="1600"/>
                </a:lnTo>
                <a:lnTo>
                  <a:pt x="1335" y="1602"/>
                </a:lnTo>
                <a:lnTo>
                  <a:pt x="1343" y="1603"/>
                </a:lnTo>
                <a:lnTo>
                  <a:pt x="1352" y="1604"/>
                </a:lnTo>
                <a:lnTo>
                  <a:pt x="1360" y="1605"/>
                </a:lnTo>
                <a:lnTo>
                  <a:pt x="1369" y="1607"/>
                </a:lnTo>
                <a:lnTo>
                  <a:pt x="1377" y="1608"/>
                </a:lnTo>
                <a:lnTo>
                  <a:pt x="1385" y="1609"/>
                </a:lnTo>
                <a:lnTo>
                  <a:pt x="1394" y="1610"/>
                </a:lnTo>
                <a:lnTo>
                  <a:pt x="1402" y="1611"/>
                </a:lnTo>
                <a:lnTo>
                  <a:pt x="1411" y="1611"/>
                </a:lnTo>
                <a:lnTo>
                  <a:pt x="1419" y="1612"/>
                </a:lnTo>
                <a:lnTo>
                  <a:pt x="1427" y="1613"/>
                </a:lnTo>
                <a:lnTo>
                  <a:pt x="1436" y="1613"/>
                </a:lnTo>
                <a:lnTo>
                  <a:pt x="1444" y="1614"/>
                </a:lnTo>
                <a:lnTo>
                  <a:pt x="1453" y="1615"/>
                </a:lnTo>
                <a:lnTo>
                  <a:pt x="1461" y="1615"/>
                </a:lnTo>
                <a:lnTo>
                  <a:pt x="1469" y="1615"/>
                </a:lnTo>
                <a:lnTo>
                  <a:pt x="1478" y="1616"/>
                </a:lnTo>
                <a:lnTo>
                  <a:pt x="1486" y="1616"/>
                </a:lnTo>
                <a:lnTo>
                  <a:pt x="1494" y="1616"/>
                </a:lnTo>
                <a:lnTo>
                  <a:pt x="1503" y="1616"/>
                </a:lnTo>
                <a:lnTo>
                  <a:pt x="1511" y="1616"/>
                </a:lnTo>
                <a:lnTo>
                  <a:pt x="1520" y="1616"/>
                </a:lnTo>
                <a:lnTo>
                  <a:pt x="1528" y="1616"/>
                </a:lnTo>
                <a:lnTo>
                  <a:pt x="1536" y="1616"/>
                </a:lnTo>
                <a:lnTo>
                  <a:pt x="1545" y="1616"/>
                </a:lnTo>
                <a:lnTo>
                  <a:pt x="1553" y="1615"/>
                </a:lnTo>
                <a:lnTo>
                  <a:pt x="1562" y="1615"/>
                </a:lnTo>
                <a:lnTo>
                  <a:pt x="1570" y="1614"/>
                </a:lnTo>
                <a:lnTo>
                  <a:pt x="1578" y="1614"/>
                </a:lnTo>
                <a:lnTo>
                  <a:pt x="1587" y="1613"/>
                </a:lnTo>
                <a:lnTo>
                  <a:pt x="1595" y="1613"/>
                </a:lnTo>
                <a:lnTo>
                  <a:pt x="1604" y="1612"/>
                </a:lnTo>
                <a:lnTo>
                  <a:pt x="1612" y="1611"/>
                </a:lnTo>
                <a:lnTo>
                  <a:pt x="1620" y="1610"/>
                </a:lnTo>
                <a:lnTo>
                  <a:pt x="1629" y="1609"/>
                </a:lnTo>
                <a:lnTo>
                  <a:pt x="1637" y="1608"/>
                </a:lnTo>
                <a:lnTo>
                  <a:pt x="1646" y="1607"/>
                </a:lnTo>
                <a:lnTo>
                  <a:pt x="1654" y="1606"/>
                </a:lnTo>
                <a:lnTo>
                  <a:pt x="1662" y="1605"/>
                </a:lnTo>
                <a:lnTo>
                  <a:pt x="1671" y="1604"/>
                </a:lnTo>
                <a:lnTo>
                  <a:pt x="1679" y="1602"/>
                </a:lnTo>
                <a:lnTo>
                  <a:pt x="1688" y="1601"/>
                </a:lnTo>
                <a:lnTo>
                  <a:pt x="1696" y="1600"/>
                </a:lnTo>
                <a:lnTo>
                  <a:pt x="1704" y="1598"/>
                </a:lnTo>
                <a:lnTo>
                  <a:pt x="1713" y="1596"/>
                </a:lnTo>
                <a:lnTo>
                  <a:pt x="1721" y="1595"/>
                </a:lnTo>
                <a:lnTo>
                  <a:pt x="1730" y="1593"/>
                </a:lnTo>
                <a:lnTo>
                  <a:pt x="1738" y="1591"/>
                </a:lnTo>
                <a:lnTo>
                  <a:pt x="1746" y="1589"/>
                </a:lnTo>
                <a:lnTo>
                  <a:pt x="1755" y="1588"/>
                </a:lnTo>
                <a:lnTo>
                  <a:pt x="1763" y="1586"/>
                </a:lnTo>
                <a:lnTo>
                  <a:pt x="1772" y="1583"/>
                </a:lnTo>
                <a:lnTo>
                  <a:pt x="1780" y="1581"/>
                </a:lnTo>
                <a:lnTo>
                  <a:pt x="1788" y="1579"/>
                </a:lnTo>
                <a:lnTo>
                  <a:pt x="1797" y="1577"/>
                </a:lnTo>
                <a:lnTo>
                  <a:pt x="1805" y="1575"/>
                </a:lnTo>
                <a:lnTo>
                  <a:pt x="1814" y="1572"/>
                </a:lnTo>
                <a:lnTo>
                  <a:pt x="1822" y="1570"/>
                </a:lnTo>
                <a:lnTo>
                  <a:pt x="1830" y="1567"/>
                </a:lnTo>
                <a:lnTo>
                  <a:pt x="1839" y="1565"/>
                </a:lnTo>
                <a:lnTo>
                  <a:pt x="1847" y="1562"/>
                </a:lnTo>
                <a:lnTo>
                  <a:pt x="1856" y="1559"/>
                </a:lnTo>
                <a:lnTo>
                  <a:pt x="1864" y="1556"/>
                </a:lnTo>
                <a:lnTo>
                  <a:pt x="1872" y="1553"/>
                </a:lnTo>
                <a:lnTo>
                  <a:pt x="1881" y="1551"/>
                </a:lnTo>
                <a:lnTo>
                  <a:pt x="1889" y="1547"/>
                </a:lnTo>
                <a:lnTo>
                  <a:pt x="1897" y="1544"/>
                </a:lnTo>
                <a:lnTo>
                  <a:pt x="1906" y="1541"/>
                </a:lnTo>
                <a:lnTo>
                  <a:pt x="1914" y="1538"/>
                </a:lnTo>
                <a:lnTo>
                  <a:pt x="1923" y="1535"/>
                </a:lnTo>
                <a:lnTo>
                  <a:pt x="1931" y="1531"/>
                </a:lnTo>
                <a:lnTo>
                  <a:pt x="1939" y="1528"/>
                </a:lnTo>
                <a:lnTo>
                  <a:pt x="1948" y="1525"/>
                </a:lnTo>
                <a:lnTo>
                  <a:pt x="1956" y="1521"/>
                </a:lnTo>
                <a:lnTo>
                  <a:pt x="1965" y="1517"/>
                </a:lnTo>
                <a:lnTo>
                  <a:pt x="1973" y="1514"/>
                </a:lnTo>
                <a:lnTo>
                  <a:pt x="1981" y="1510"/>
                </a:lnTo>
                <a:lnTo>
                  <a:pt x="1990" y="1506"/>
                </a:lnTo>
                <a:lnTo>
                  <a:pt x="1998" y="1502"/>
                </a:lnTo>
                <a:lnTo>
                  <a:pt x="2007" y="1498"/>
                </a:lnTo>
                <a:lnTo>
                  <a:pt x="2015" y="1494"/>
                </a:lnTo>
                <a:lnTo>
                  <a:pt x="2023" y="1490"/>
                </a:lnTo>
                <a:lnTo>
                  <a:pt x="2032" y="1486"/>
                </a:lnTo>
                <a:lnTo>
                  <a:pt x="2040" y="1482"/>
                </a:lnTo>
                <a:lnTo>
                  <a:pt x="2049" y="1478"/>
                </a:lnTo>
                <a:lnTo>
                  <a:pt x="2057" y="1473"/>
                </a:lnTo>
                <a:lnTo>
                  <a:pt x="2065" y="1469"/>
                </a:lnTo>
                <a:lnTo>
                  <a:pt x="2074" y="1464"/>
                </a:lnTo>
                <a:lnTo>
                  <a:pt x="2082" y="1460"/>
                </a:lnTo>
                <a:lnTo>
                  <a:pt x="2091" y="1455"/>
                </a:lnTo>
                <a:lnTo>
                  <a:pt x="2099" y="1450"/>
                </a:lnTo>
                <a:lnTo>
                  <a:pt x="2107" y="1446"/>
                </a:lnTo>
                <a:lnTo>
                  <a:pt x="2116" y="1441"/>
                </a:lnTo>
                <a:lnTo>
                  <a:pt x="2124" y="1436"/>
                </a:lnTo>
                <a:lnTo>
                  <a:pt x="2133" y="1431"/>
                </a:lnTo>
                <a:lnTo>
                  <a:pt x="2141" y="1426"/>
                </a:lnTo>
                <a:lnTo>
                  <a:pt x="2149" y="1421"/>
                </a:lnTo>
                <a:lnTo>
                  <a:pt x="2158" y="1416"/>
                </a:lnTo>
                <a:lnTo>
                  <a:pt x="2166" y="1411"/>
                </a:lnTo>
                <a:lnTo>
                  <a:pt x="2175" y="1405"/>
                </a:lnTo>
                <a:lnTo>
                  <a:pt x="2183" y="1400"/>
                </a:lnTo>
                <a:lnTo>
                  <a:pt x="2191" y="1394"/>
                </a:lnTo>
                <a:lnTo>
                  <a:pt x="2200" y="1389"/>
                </a:lnTo>
                <a:lnTo>
                  <a:pt x="2208" y="1383"/>
                </a:lnTo>
                <a:lnTo>
                  <a:pt x="2217" y="1378"/>
                </a:lnTo>
                <a:lnTo>
                  <a:pt x="2225" y="1372"/>
                </a:lnTo>
                <a:lnTo>
                  <a:pt x="2233" y="1366"/>
                </a:lnTo>
                <a:lnTo>
                  <a:pt x="2242" y="1361"/>
                </a:lnTo>
                <a:lnTo>
                  <a:pt x="2250" y="1355"/>
                </a:lnTo>
                <a:lnTo>
                  <a:pt x="2259" y="1349"/>
                </a:lnTo>
                <a:lnTo>
                  <a:pt x="2267" y="1343"/>
                </a:lnTo>
                <a:lnTo>
                  <a:pt x="2275" y="1337"/>
                </a:lnTo>
                <a:lnTo>
                  <a:pt x="2284" y="1330"/>
                </a:lnTo>
                <a:lnTo>
                  <a:pt x="2292" y="1324"/>
                </a:lnTo>
                <a:lnTo>
                  <a:pt x="2301" y="1318"/>
                </a:lnTo>
                <a:lnTo>
                  <a:pt x="2309" y="1311"/>
                </a:lnTo>
                <a:lnTo>
                  <a:pt x="2317" y="1305"/>
                </a:lnTo>
                <a:lnTo>
                  <a:pt x="2326" y="1299"/>
                </a:lnTo>
                <a:lnTo>
                  <a:pt x="2334" y="1292"/>
                </a:lnTo>
                <a:lnTo>
                  <a:pt x="2342" y="1285"/>
                </a:lnTo>
                <a:lnTo>
                  <a:pt x="2351" y="1279"/>
                </a:lnTo>
                <a:lnTo>
                  <a:pt x="2359" y="1272"/>
                </a:lnTo>
                <a:lnTo>
                  <a:pt x="2368" y="1265"/>
                </a:lnTo>
                <a:lnTo>
                  <a:pt x="2376" y="1258"/>
                </a:lnTo>
                <a:lnTo>
                  <a:pt x="2384" y="1251"/>
                </a:lnTo>
                <a:lnTo>
                  <a:pt x="2393" y="1244"/>
                </a:lnTo>
                <a:lnTo>
                  <a:pt x="2401" y="1237"/>
                </a:lnTo>
                <a:lnTo>
                  <a:pt x="2410" y="1230"/>
                </a:lnTo>
                <a:lnTo>
                  <a:pt x="2418" y="1223"/>
                </a:lnTo>
                <a:lnTo>
                  <a:pt x="2426" y="1215"/>
                </a:lnTo>
                <a:lnTo>
                  <a:pt x="2435" y="1208"/>
                </a:lnTo>
                <a:lnTo>
                  <a:pt x="2443" y="1200"/>
                </a:lnTo>
                <a:lnTo>
                  <a:pt x="2452" y="1193"/>
                </a:lnTo>
                <a:lnTo>
                  <a:pt x="2460" y="1185"/>
                </a:lnTo>
                <a:lnTo>
                  <a:pt x="2468" y="1178"/>
                </a:lnTo>
                <a:lnTo>
                  <a:pt x="2477" y="1170"/>
                </a:lnTo>
                <a:lnTo>
                  <a:pt x="2485" y="1162"/>
                </a:lnTo>
                <a:lnTo>
                  <a:pt x="2494" y="1154"/>
                </a:lnTo>
                <a:lnTo>
                  <a:pt x="2502" y="1146"/>
                </a:lnTo>
                <a:lnTo>
                  <a:pt x="2510" y="1138"/>
                </a:lnTo>
                <a:lnTo>
                  <a:pt x="2519" y="1130"/>
                </a:lnTo>
                <a:lnTo>
                  <a:pt x="2527" y="1122"/>
                </a:lnTo>
                <a:lnTo>
                  <a:pt x="2536" y="1114"/>
                </a:lnTo>
                <a:lnTo>
                  <a:pt x="2544" y="1106"/>
                </a:lnTo>
                <a:lnTo>
                  <a:pt x="2552" y="1097"/>
                </a:lnTo>
                <a:lnTo>
                  <a:pt x="2561" y="1089"/>
                </a:lnTo>
                <a:lnTo>
                  <a:pt x="2569" y="1081"/>
                </a:lnTo>
                <a:lnTo>
                  <a:pt x="2578" y="1072"/>
                </a:lnTo>
                <a:lnTo>
                  <a:pt x="2586" y="1063"/>
                </a:lnTo>
                <a:lnTo>
                  <a:pt x="2594" y="1055"/>
                </a:lnTo>
                <a:lnTo>
                  <a:pt x="2603" y="1046"/>
                </a:lnTo>
                <a:lnTo>
                  <a:pt x="2611" y="1037"/>
                </a:lnTo>
                <a:lnTo>
                  <a:pt x="2620" y="1028"/>
                </a:lnTo>
                <a:lnTo>
                  <a:pt x="2628" y="1020"/>
                </a:lnTo>
                <a:lnTo>
                  <a:pt x="2636" y="1011"/>
                </a:lnTo>
                <a:lnTo>
                  <a:pt x="2645" y="1001"/>
                </a:lnTo>
                <a:lnTo>
                  <a:pt x="2653" y="992"/>
                </a:lnTo>
                <a:lnTo>
                  <a:pt x="2662" y="983"/>
                </a:lnTo>
                <a:lnTo>
                  <a:pt x="2670" y="974"/>
                </a:lnTo>
                <a:lnTo>
                  <a:pt x="2678" y="965"/>
                </a:lnTo>
                <a:lnTo>
                  <a:pt x="2687" y="955"/>
                </a:lnTo>
                <a:lnTo>
                  <a:pt x="2695" y="946"/>
                </a:lnTo>
                <a:lnTo>
                  <a:pt x="2704" y="936"/>
                </a:lnTo>
                <a:lnTo>
                  <a:pt x="2712" y="927"/>
                </a:lnTo>
                <a:lnTo>
                  <a:pt x="2720" y="917"/>
                </a:lnTo>
                <a:lnTo>
                  <a:pt x="2729" y="907"/>
                </a:lnTo>
                <a:lnTo>
                  <a:pt x="2737" y="897"/>
                </a:lnTo>
                <a:lnTo>
                  <a:pt x="2745" y="887"/>
                </a:lnTo>
                <a:lnTo>
                  <a:pt x="2754" y="878"/>
                </a:lnTo>
                <a:lnTo>
                  <a:pt x="2762" y="868"/>
                </a:lnTo>
                <a:lnTo>
                  <a:pt x="2771" y="857"/>
                </a:lnTo>
                <a:lnTo>
                  <a:pt x="2779" y="847"/>
                </a:lnTo>
                <a:lnTo>
                  <a:pt x="2787" y="837"/>
                </a:lnTo>
                <a:lnTo>
                  <a:pt x="2796" y="827"/>
                </a:lnTo>
                <a:lnTo>
                  <a:pt x="2804" y="817"/>
                </a:lnTo>
                <a:lnTo>
                  <a:pt x="2813" y="806"/>
                </a:lnTo>
                <a:lnTo>
                  <a:pt x="2821" y="796"/>
                </a:lnTo>
                <a:lnTo>
                  <a:pt x="2829" y="785"/>
                </a:lnTo>
                <a:lnTo>
                  <a:pt x="2838" y="774"/>
                </a:lnTo>
                <a:lnTo>
                  <a:pt x="2846" y="764"/>
                </a:lnTo>
                <a:lnTo>
                  <a:pt x="2855" y="753"/>
                </a:lnTo>
                <a:lnTo>
                  <a:pt x="2863" y="742"/>
                </a:lnTo>
                <a:lnTo>
                  <a:pt x="2871" y="731"/>
                </a:lnTo>
                <a:lnTo>
                  <a:pt x="2880" y="720"/>
                </a:lnTo>
                <a:lnTo>
                  <a:pt x="2888" y="709"/>
                </a:lnTo>
                <a:lnTo>
                  <a:pt x="2897" y="698"/>
                </a:lnTo>
                <a:lnTo>
                  <a:pt x="2905" y="687"/>
                </a:lnTo>
                <a:lnTo>
                  <a:pt x="2913" y="676"/>
                </a:lnTo>
                <a:lnTo>
                  <a:pt x="2922" y="665"/>
                </a:lnTo>
                <a:lnTo>
                  <a:pt x="2930" y="653"/>
                </a:lnTo>
                <a:lnTo>
                  <a:pt x="2939" y="642"/>
                </a:lnTo>
                <a:lnTo>
                  <a:pt x="2947" y="630"/>
                </a:lnTo>
                <a:lnTo>
                  <a:pt x="2955" y="619"/>
                </a:lnTo>
                <a:lnTo>
                  <a:pt x="2964" y="607"/>
                </a:lnTo>
                <a:lnTo>
                  <a:pt x="2972" y="596"/>
                </a:lnTo>
                <a:lnTo>
                  <a:pt x="2981" y="584"/>
                </a:lnTo>
                <a:lnTo>
                  <a:pt x="2989" y="572"/>
                </a:lnTo>
                <a:lnTo>
                  <a:pt x="2997" y="560"/>
                </a:lnTo>
                <a:lnTo>
                  <a:pt x="3006" y="548"/>
                </a:lnTo>
                <a:lnTo>
                  <a:pt x="3014" y="536"/>
                </a:lnTo>
                <a:lnTo>
                  <a:pt x="3023" y="524"/>
                </a:lnTo>
                <a:lnTo>
                  <a:pt x="3031" y="512"/>
                </a:lnTo>
                <a:lnTo>
                  <a:pt x="3039" y="500"/>
                </a:lnTo>
                <a:lnTo>
                  <a:pt x="3048" y="487"/>
                </a:lnTo>
                <a:lnTo>
                  <a:pt x="3056" y="475"/>
                </a:lnTo>
                <a:lnTo>
                  <a:pt x="3065" y="463"/>
                </a:lnTo>
                <a:lnTo>
                  <a:pt x="3073" y="450"/>
                </a:lnTo>
                <a:lnTo>
                  <a:pt x="3081" y="438"/>
                </a:lnTo>
                <a:lnTo>
                  <a:pt x="3090" y="425"/>
                </a:lnTo>
                <a:lnTo>
                  <a:pt x="3098" y="412"/>
                </a:lnTo>
                <a:lnTo>
                  <a:pt x="3107" y="399"/>
                </a:lnTo>
                <a:lnTo>
                  <a:pt x="3115" y="387"/>
                </a:lnTo>
                <a:lnTo>
                  <a:pt x="3123" y="374"/>
                </a:lnTo>
                <a:lnTo>
                  <a:pt x="3132" y="361"/>
                </a:lnTo>
                <a:lnTo>
                  <a:pt x="3140" y="348"/>
                </a:lnTo>
                <a:lnTo>
                  <a:pt x="3148" y="335"/>
                </a:lnTo>
                <a:lnTo>
                  <a:pt x="3157" y="321"/>
                </a:lnTo>
                <a:lnTo>
                  <a:pt x="3165" y="308"/>
                </a:lnTo>
                <a:lnTo>
                  <a:pt x="3174" y="295"/>
                </a:lnTo>
                <a:lnTo>
                  <a:pt x="3182" y="282"/>
                </a:lnTo>
                <a:lnTo>
                  <a:pt x="3190" y="268"/>
                </a:lnTo>
                <a:lnTo>
                  <a:pt x="3199" y="255"/>
                </a:lnTo>
                <a:lnTo>
                  <a:pt x="3207" y="241"/>
                </a:lnTo>
                <a:lnTo>
                  <a:pt x="3216" y="227"/>
                </a:lnTo>
                <a:lnTo>
                  <a:pt x="3224" y="214"/>
                </a:lnTo>
                <a:lnTo>
                  <a:pt x="3232" y="200"/>
                </a:lnTo>
                <a:lnTo>
                  <a:pt x="3241" y="186"/>
                </a:lnTo>
                <a:lnTo>
                  <a:pt x="3249" y="172"/>
                </a:lnTo>
                <a:lnTo>
                  <a:pt x="3258" y="158"/>
                </a:lnTo>
                <a:lnTo>
                  <a:pt x="3266" y="144"/>
                </a:lnTo>
                <a:lnTo>
                  <a:pt x="3274" y="130"/>
                </a:lnTo>
                <a:lnTo>
                  <a:pt x="3283" y="116"/>
                </a:lnTo>
                <a:lnTo>
                  <a:pt x="3291" y="102"/>
                </a:lnTo>
                <a:lnTo>
                  <a:pt x="3300" y="87"/>
                </a:lnTo>
                <a:lnTo>
                  <a:pt x="3308" y="73"/>
                </a:lnTo>
                <a:lnTo>
                  <a:pt x="3316" y="59"/>
                </a:lnTo>
                <a:lnTo>
                  <a:pt x="3325" y="44"/>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44291"/>
            <a:ext cx="3063240" cy="1545336"/>
          </a:xfrm>
          <a:custGeom>
            <a:avLst/>
            <a:gdLst/>
            <a:ahLst/>
            <a:cxnLst/>
            <a:rect l="l" t="t" r="r" b="b"/>
            <a:pathLst>
              <a:path w="3350" h="1690">
                <a:moveTo>
                  <a:pt x="0" y="755"/>
                </a:moveTo>
                <a:lnTo>
                  <a:pt x="8" y="756"/>
                </a:lnTo>
                <a:lnTo>
                  <a:pt x="17" y="756"/>
                </a:lnTo>
                <a:lnTo>
                  <a:pt x="25" y="755"/>
                </a:lnTo>
                <a:lnTo>
                  <a:pt x="34" y="752"/>
                </a:lnTo>
                <a:lnTo>
                  <a:pt x="42" y="749"/>
                </a:lnTo>
                <a:lnTo>
                  <a:pt x="50" y="745"/>
                </a:lnTo>
                <a:lnTo>
                  <a:pt x="59" y="741"/>
                </a:lnTo>
                <a:lnTo>
                  <a:pt x="67" y="737"/>
                </a:lnTo>
                <a:lnTo>
                  <a:pt x="76" y="732"/>
                </a:lnTo>
                <a:lnTo>
                  <a:pt x="84" y="728"/>
                </a:lnTo>
                <a:lnTo>
                  <a:pt x="92" y="725"/>
                </a:lnTo>
                <a:lnTo>
                  <a:pt x="101" y="721"/>
                </a:lnTo>
                <a:lnTo>
                  <a:pt x="109" y="718"/>
                </a:lnTo>
                <a:lnTo>
                  <a:pt x="118" y="716"/>
                </a:lnTo>
                <a:lnTo>
                  <a:pt x="126" y="714"/>
                </a:lnTo>
                <a:lnTo>
                  <a:pt x="134" y="713"/>
                </a:lnTo>
                <a:lnTo>
                  <a:pt x="143" y="712"/>
                </a:lnTo>
                <a:lnTo>
                  <a:pt x="151" y="712"/>
                </a:lnTo>
                <a:lnTo>
                  <a:pt x="160" y="713"/>
                </a:lnTo>
                <a:lnTo>
                  <a:pt x="168" y="715"/>
                </a:lnTo>
                <a:lnTo>
                  <a:pt x="176" y="717"/>
                </a:lnTo>
                <a:lnTo>
                  <a:pt x="185" y="720"/>
                </a:lnTo>
                <a:lnTo>
                  <a:pt x="193" y="724"/>
                </a:lnTo>
                <a:lnTo>
                  <a:pt x="202" y="728"/>
                </a:lnTo>
                <a:lnTo>
                  <a:pt x="210" y="734"/>
                </a:lnTo>
                <a:lnTo>
                  <a:pt x="218" y="739"/>
                </a:lnTo>
                <a:lnTo>
                  <a:pt x="227" y="746"/>
                </a:lnTo>
                <a:lnTo>
                  <a:pt x="235" y="753"/>
                </a:lnTo>
                <a:lnTo>
                  <a:pt x="243" y="760"/>
                </a:lnTo>
                <a:lnTo>
                  <a:pt x="252" y="768"/>
                </a:lnTo>
                <a:lnTo>
                  <a:pt x="260" y="777"/>
                </a:lnTo>
                <a:lnTo>
                  <a:pt x="269" y="786"/>
                </a:lnTo>
                <a:lnTo>
                  <a:pt x="277" y="795"/>
                </a:lnTo>
                <a:lnTo>
                  <a:pt x="285" y="805"/>
                </a:lnTo>
                <a:lnTo>
                  <a:pt x="294" y="815"/>
                </a:lnTo>
                <a:lnTo>
                  <a:pt x="302" y="825"/>
                </a:lnTo>
                <a:lnTo>
                  <a:pt x="311" y="836"/>
                </a:lnTo>
                <a:lnTo>
                  <a:pt x="319" y="847"/>
                </a:lnTo>
                <a:lnTo>
                  <a:pt x="327" y="858"/>
                </a:lnTo>
                <a:lnTo>
                  <a:pt x="336" y="869"/>
                </a:lnTo>
                <a:lnTo>
                  <a:pt x="344" y="881"/>
                </a:lnTo>
                <a:lnTo>
                  <a:pt x="353" y="892"/>
                </a:lnTo>
                <a:lnTo>
                  <a:pt x="361" y="904"/>
                </a:lnTo>
                <a:lnTo>
                  <a:pt x="369" y="916"/>
                </a:lnTo>
                <a:lnTo>
                  <a:pt x="378" y="928"/>
                </a:lnTo>
                <a:lnTo>
                  <a:pt x="386" y="939"/>
                </a:lnTo>
                <a:lnTo>
                  <a:pt x="395" y="951"/>
                </a:lnTo>
                <a:lnTo>
                  <a:pt x="403" y="963"/>
                </a:lnTo>
                <a:lnTo>
                  <a:pt x="411" y="975"/>
                </a:lnTo>
                <a:lnTo>
                  <a:pt x="420" y="986"/>
                </a:lnTo>
                <a:lnTo>
                  <a:pt x="428" y="998"/>
                </a:lnTo>
                <a:lnTo>
                  <a:pt x="437" y="1010"/>
                </a:lnTo>
                <a:lnTo>
                  <a:pt x="445" y="1021"/>
                </a:lnTo>
                <a:lnTo>
                  <a:pt x="453" y="1033"/>
                </a:lnTo>
                <a:lnTo>
                  <a:pt x="462" y="1044"/>
                </a:lnTo>
                <a:lnTo>
                  <a:pt x="470" y="1055"/>
                </a:lnTo>
                <a:lnTo>
                  <a:pt x="479" y="1066"/>
                </a:lnTo>
                <a:lnTo>
                  <a:pt x="487" y="1077"/>
                </a:lnTo>
                <a:lnTo>
                  <a:pt x="495" y="1088"/>
                </a:lnTo>
                <a:lnTo>
                  <a:pt x="504" y="1099"/>
                </a:lnTo>
                <a:lnTo>
                  <a:pt x="512" y="1109"/>
                </a:lnTo>
                <a:lnTo>
                  <a:pt x="521" y="1120"/>
                </a:lnTo>
                <a:lnTo>
                  <a:pt x="529" y="1130"/>
                </a:lnTo>
                <a:lnTo>
                  <a:pt x="537" y="1140"/>
                </a:lnTo>
                <a:lnTo>
                  <a:pt x="546" y="1150"/>
                </a:lnTo>
                <a:lnTo>
                  <a:pt x="554" y="1160"/>
                </a:lnTo>
                <a:lnTo>
                  <a:pt x="563" y="1170"/>
                </a:lnTo>
                <a:lnTo>
                  <a:pt x="571" y="1179"/>
                </a:lnTo>
                <a:lnTo>
                  <a:pt x="579" y="1189"/>
                </a:lnTo>
                <a:lnTo>
                  <a:pt x="588" y="1198"/>
                </a:lnTo>
                <a:lnTo>
                  <a:pt x="596" y="1208"/>
                </a:lnTo>
                <a:lnTo>
                  <a:pt x="605" y="1217"/>
                </a:lnTo>
                <a:lnTo>
                  <a:pt x="613" y="1226"/>
                </a:lnTo>
                <a:lnTo>
                  <a:pt x="621" y="1235"/>
                </a:lnTo>
                <a:lnTo>
                  <a:pt x="630" y="1244"/>
                </a:lnTo>
                <a:lnTo>
                  <a:pt x="638" y="1253"/>
                </a:lnTo>
                <a:lnTo>
                  <a:pt x="646" y="1262"/>
                </a:lnTo>
                <a:lnTo>
                  <a:pt x="655" y="1270"/>
                </a:lnTo>
                <a:lnTo>
                  <a:pt x="663" y="1279"/>
                </a:lnTo>
                <a:lnTo>
                  <a:pt x="672" y="1288"/>
                </a:lnTo>
                <a:lnTo>
                  <a:pt x="680" y="1296"/>
                </a:lnTo>
                <a:lnTo>
                  <a:pt x="688" y="1305"/>
                </a:lnTo>
                <a:lnTo>
                  <a:pt x="697" y="1313"/>
                </a:lnTo>
                <a:lnTo>
                  <a:pt x="705" y="1322"/>
                </a:lnTo>
                <a:lnTo>
                  <a:pt x="714" y="1330"/>
                </a:lnTo>
                <a:lnTo>
                  <a:pt x="722" y="1338"/>
                </a:lnTo>
                <a:lnTo>
                  <a:pt x="730" y="1347"/>
                </a:lnTo>
                <a:lnTo>
                  <a:pt x="739" y="1355"/>
                </a:lnTo>
                <a:lnTo>
                  <a:pt x="747" y="1363"/>
                </a:lnTo>
                <a:lnTo>
                  <a:pt x="756" y="1372"/>
                </a:lnTo>
                <a:lnTo>
                  <a:pt x="764" y="1380"/>
                </a:lnTo>
                <a:lnTo>
                  <a:pt x="772" y="1388"/>
                </a:lnTo>
                <a:lnTo>
                  <a:pt x="781" y="1396"/>
                </a:lnTo>
                <a:lnTo>
                  <a:pt x="789" y="1404"/>
                </a:lnTo>
                <a:lnTo>
                  <a:pt x="798" y="1413"/>
                </a:lnTo>
                <a:lnTo>
                  <a:pt x="806" y="1421"/>
                </a:lnTo>
                <a:lnTo>
                  <a:pt x="814" y="1429"/>
                </a:lnTo>
                <a:lnTo>
                  <a:pt x="823" y="1437"/>
                </a:lnTo>
                <a:lnTo>
                  <a:pt x="831" y="1445"/>
                </a:lnTo>
                <a:lnTo>
                  <a:pt x="840" y="1453"/>
                </a:lnTo>
                <a:lnTo>
                  <a:pt x="848" y="1461"/>
                </a:lnTo>
                <a:lnTo>
                  <a:pt x="856" y="1469"/>
                </a:lnTo>
                <a:lnTo>
                  <a:pt x="865" y="1477"/>
                </a:lnTo>
                <a:lnTo>
                  <a:pt x="873" y="1485"/>
                </a:lnTo>
                <a:lnTo>
                  <a:pt x="882" y="1492"/>
                </a:lnTo>
                <a:lnTo>
                  <a:pt x="890" y="1500"/>
                </a:lnTo>
                <a:lnTo>
                  <a:pt x="898" y="1508"/>
                </a:lnTo>
                <a:lnTo>
                  <a:pt x="907" y="1515"/>
                </a:lnTo>
                <a:lnTo>
                  <a:pt x="915" y="1523"/>
                </a:lnTo>
                <a:lnTo>
                  <a:pt x="924" y="1530"/>
                </a:lnTo>
                <a:lnTo>
                  <a:pt x="932" y="1538"/>
                </a:lnTo>
                <a:lnTo>
                  <a:pt x="940" y="1545"/>
                </a:lnTo>
                <a:lnTo>
                  <a:pt x="949" y="1552"/>
                </a:lnTo>
                <a:lnTo>
                  <a:pt x="957" y="1559"/>
                </a:lnTo>
                <a:lnTo>
                  <a:pt x="966" y="1566"/>
                </a:lnTo>
                <a:lnTo>
                  <a:pt x="974" y="1573"/>
                </a:lnTo>
                <a:lnTo>
                  <a:pt x="982" y="1580"/>
                </a:lnTo>
                <a:lnTo>
                  <a:pt x="991" y="1587"/>
                </a:lnTo>
                <a:lnTo>
                  <a:pt x="999" y="1593"/>
                </a:lnTo>
                <a:lnTo>
                  <a:pt x="1008" y="1599"/>
                </a:lnTo>
                <a:lnTo>
                  <a:pt x="1016" y="1605"/>
                </a:lnTo>
                <a:lnTo>
                  <a:pt x="1024" y="1611"/>
                </a:lnTo>
                <a:lnTo>
                  <a:pt x="1033" y="1617"/>
                </a:lnTo>
                <a:lnTo>
                  <a:pt x="1041" y="1623"/>
                </a:lnTo>
                <a:lnTo>
                  <a:pt x="1049" y="1628"/>
                </a:lnTo>
                <a:lnTo>
                  <a:pt x="1058" y="1634"/>
                </a:lnTo>
                <a:lnTo>
                  <a:pt x="1066" y="1639"/>
                </a:lnTo>
                <a:lnTo>
                  <a:pt x="1075" y="1643"/>
                </a:lnTo>
                <a:lnTo>
                  <a:pt x="1083" y="1648"/>
                </a:lnTo>
                <a:lnTo>
                  <a:pt x="1091" y="1652"/>
                </a:lnTo>
                <a:lnTo>
                  <a:pt x="1100" y="1657"/>
                </a:lnTo>
                <a:lnTo>
                  <a:pt x="1108" y="1661"/>
                </a:lnTo>
                <a:lnTo>
                  <a:pt x="1117" y="1664"/>
                </a:lnTo>
                <a:lnTo>
                  <a:pt x="1125" y="1668"/>
                </a:lnTo>
                <a:lnTo>
                  <a:pt x="1133" y="1671"/>
                </a:lnTo>
                <a:lnTo>
                  <a:pt x="1142" y="1674"/>
                </a:lnTo>
                <a:lnTo>
                  <a:pt x="1150" y="1677"/>
                </a:lnTo>
                <a:lnTo>
                  <a:pt x="1159" y="1679"/>
                </a:lnTo>
                <a:lnTo>
                  <a:pt x="1167" y="1682"/>
                </a:lnTo>
                <a:lnTo>
                  <a:pt x="1175" y="1683"/>
                </a:lnTo>
                <a:lnTo>
                  <a:pt x="1184" y="1685"/>
                </a:lnTo>
                <a:lnTo>
                  <a:pt x="1192" y="1687"/>
                </a:lnTo>
                <a:lnTo>
                  <a:pt x="1201" y="1688"/>
                </a:lnTo>
                <a:lnTo>
                  <a:pt x="1209" y="1689"/>
                </a:lnTo>
                <a:lnTo>
                  <a:pt x="1217" y="1689"/>
                </a:lnTo>
                <a:lnTo>
                  <a:pt x="1226" y="1690"/>
                </a:lnTo>
                <a:lnTo>
                  <a:pt x="1234" y="1690"/>
                </a:lnTo>
                <a:lnTo>
                  <a:pt x="1243" y="1690"/>
                </a:lnTo>
                <a:lnTo>
                  <a:pt x="1251" y="1689"/>
                </a:lnTo>
                <a:lnTo>
                  <a:pt x="1259" y="1689"/>
                </a:lnTo>
                <a:lnTo>
                  <a:pt x="1268" y="1688"/>
                </a:lnTo>
                <a:lnTo>
                  <a:pt x="1276" y="1687"/>
                </a:lnTo>
                <a:lnTo>
                  <a:pt x="1285" y="1685"/>
                </a:lnTo>
                <a:lnTo>
                  <a:pt x="1293" y="1683"/>
                </a:lnTo>
                <a:lnTo>
                  <a:pt x="1301" y="1682"/>
                </a:lnTo>
                <a:lnTo>
                  <a:pt x="1310" y="1679"/>
                </a:lnTo>
                <a:lnTo>
                  <a:pt x="1318" y="1677"/>
                </a:lnTo>
                <a:lnTo>
                  <a:pt x="1327" y="1674"/>
                </a:lnTo>
                <a:lnTo>
                  <a:pt x="1335" y="1672"/>
                </a:lnTo>
                <a:lnTo>
                  <a:pt x="1343" y="1668"/>
                </a:lnTo>
                <a:lnTo>
                  <a:pt x="1352" y="1665"/>
                </a:lnTo>
                <a:lnTo>
                  <a:pt x="1360" y="1662"/>
                </a:lnTo>
                <a:lnTo>
                  <a:pt x="1369" y="1658"/>
                </a:lnTo>
                <a:lnTo>
                  <a:pt x="1377" y="1654"/>
                </a:lnTo>
                <a:lnTo>
                  <a:pt x="1385" y="1650"/>
                </a:lnTo>
                <a:lnTo>
                  <a:pt x="1394" y="1646"/>
                </a:lnTo>
                <a:lnTo>
                  <a:pt x="1402" y="1642"/>
                </a:lnTo>
                <a:lnTo>
                  <a:pt x="1411" y="1637"/>
                </a:lnTo>
                <a:lnTo>
                  <a:pt x="1419" y="1632"/>
                </a:lnTo>
                <a:lnTo>
                  <a:pt x="1427" y="1628"/>
                </a:lnTo>
                <a:lnTo>
                  <a:pt x="1436" y="1623"/>
                </a:lnTo>
                <a:lnTo>
                  <a:pt x="1444" y="1618"/>
                </a:lnTo>
                <a:lnTo>
                  <a:pt x="1453" y="1612"/>
                </a:lnTo>
                <a:lnTo>
                  <a:pt x="1461" y="1607"/>
                </a:lnTo>
                <a:lnTo>
                  <a:pt x="1469" y="1602"/>
                </a:lnTo>
                <a:lnTo>
                  <a:pt x="1478" y="1597"/>
                </a:lnTo>
                <a:lnTo>
                  <a:pt x="1486" y="1591"/>
                </a:lnTo>
                <a:lnTo>
                  <a:pt x="1494" y="1586"/>
                </a:lnTo>
                <a:lnTo>
                  <a:pt x="1503" y="1580"/>
                </a:lnTo>
                <a:lnTo>
                  <a:pt x="1511" y="1574"/>
                </a:lnTo>
                <a:lnTo>
                  <a:pt x="1520" y="1569"/>
                </a:lnTo>
                <a:lnTo>
                  <a:pt x="1528" y="1563"/>
                </a:lnTo>
                <a:lnTo>
                  <a:pt x="1536" y="1557"/>
                </a:lnTo>
                <a:lnTo>
                  <a:pt x="1545" y="1552"/>
                </a:lnTo>
                <a:lnTo>
                  <a:pt x="1553" y="1546"/>
                </a:lnTo>
                <a:lnTo>
                  <a:pt x="1562" y="1541"/>
                </a:lnTo>
                <a:lnTo>
                  <a:pt x="1570" y="1535"/>
                </a:lnTo>
                <a:lnTo>
                  <a:pt x="1578" y="1530"/>
                </a:lnTo>
                <a:lnTo>
                  <a:pt x="1587" y="1524"/>
                </a:lnTo>
                <a:lnTo>
                  <a:pt x="1595" y="1519"/>
                </a:lnTo>
                <a:lnTo>
                  <a:pt x="1604" y="1514"/>
                </a:lnTo>
                <a:lnTo>
                  <a:pt x="1612" y="1508"/>
                </a:lnTo>
                <a:lnTo>
                  <a:pt x="1620" y="1503"/>
                </a:lnTo>
                <a:lnTo>
                  <a:pt x="1629" y="1498"/>
                </a:lnTo>
                <a:lnTo>
                  <a:pt x="1637" y="1493"/>
                </a:lnTo>
                <a:lnTo>
                  <a:pt x="1646" y="1488"/>
                </a:lnTo>
                <a:lnTo>
                  <a:pt x="1654" y="1484"/>
                </a:lnTo>
                <a:lnTo>
                  <a:pt x="1662" y="1479"/>
                </a:lnTo>
                <a:lnTo>
                  <a:pt x="1671" y="1475"/>
                </a:lnTo>
                <a:lnTo>
                  <a:pt x="1679" y="1471"/>
                </a:lnTo>
                <a:lnTo>
                  <a:pt x="1688" y="1467"/>
                </a:lnTo>
                <a:lnTo>
                  <a:pt x="1696" y="1463"/>
                </a:lnTo>
                <a:lnTo>
                  <a:pt x="1704" y="1459"/>
                </a:lnTo>
                <a:lnTo>
                  <a:pt x="1713" y="1455"/>
                </a:lnTo>
                <a:lnTo>
                  <a:pt x="1721" y="1452"/>
                </a:lnTo>
                <a:lnTo>
                  <a:pt x="1730" y="1448"/>
                </a:lnTo>
                <a:lnTo>
                  <a:pt x="1738" y="1445"/>
                </a:lnTo>
                <a:lnTo>
                  <a:pt x="1746" y="1442"/>
                </a:lnTo>
                <a:lnTo>
                  <a:pt x="1755" y="1440"/>
                </a:lnTo>
                <a:lnTo>
                  <a:pt x="1763" y="1437"/>
                </a:lnTo>
                <a:lnTo>
                  <a:pt x="1772" y="1435"/>
                </a:lnTo>
                <a:lnTo>
                  <a:pt x="1780" y="1432"/>
                </a:lnTo>
                <a:lnTo>
                  <a:pt x="1788" y="1430"/>
                </a:lnTo>
                <a:lnTo>
                  <a:pt x="1797" y="1429"/>
                </a:lnTo>
                <a:lnTo>
                  <a:pt x="1805" y="1427"/>
                </a:lnTo>
                <a:lnTo>
                  <a:pt x="1814" y="1426"/>
                </a:lnTo>
                <a:lnTo>
                  <a:pt x="1822" y="1424"/>
                </a:lnTo>
                <a:lnTo>
                  <a:pt x="1830" y="1423"/>
                </a:lnTo>
                <a:lnTo>
                  <a:pt x="1839" y="1422"/>
                </a:lnTo>
                <a:lnTo>
                  <a:pt x="1847" y="1421"/>
                </a:lnTo>
                <a:lnTo>
                  <a:pt x="1856" y="1421"/>
                </a:lnTo>
                <a:lnTo>
                  <a:pt x="1864" y="1420"/>
                </a:lnTo>
                <a:lnTo>
                  <a:pt x="1872" y="1420"/>
                </a:lnTo>
                <a:lnTo>
                  <a:pt x="1881" y="1420"/>
                </a:lnTo>
                <a:lnTo>
                  <a:pt x="1889" y="1420"/>
                </a:lnTo>
                <a:lnTo>
                  <a:pt x="1897" y="1420"/>
                </a:lnTo>
                <a:lnTo>
                  <a:pt x="1906" y="1421"/>
                </a:lnTo>
                <a:lnTo>
                  <a:pt x="1914" y="1421"/>
                </a:lnTo>
                <a:lnTo>
                  <a:pt x="1923" y="1422"/>
                </a:lnTo>
                <a:lnTo>
                  <a:pt x="1931" y="1422"/>
                </a:lnTo>
                <a:lnTo>
                  <a:pt x="1939" y="1423"/>
                </a:lnTo>
                <a:lnTo>
                  <a:pt x="1948" y="1424"/>
                </a:lnTo>
                <a:lnTo>
                  <a:pt x="1956" y="1425"/>
                </a:lnTo>
                <a:lnTo>
                  <a:pt x="1965" y="1426"/>
                </a:lnTo>
                <a:lnTo>
                  <a:pt x="1973" y="1427"/>
                </a:lnTo>
                <a:lnTo>
                  <a:pt x="1981" y="1428"/>
                </a:lnTo>
                <a:lnTo>
                  <a:pt x="1990" y="1429"/>
                </a:lnTo>
                <a:lnTo>
                  <a:pt x="1998" y="1431"/>
                </a:lnTo>
                <a:lnTo>
                  <a:pt x="2007" y="1432"/>
                </a:lnTo>
                <a:lnTo>
                  <a:pt x="2015" y="1433"/>
                </a:lnTo>
                <a:lnTo>
                  <a:pt x="2023" y="1435"/>
                </a:lnTo>
                <a:lnTo>
                  <a:pt x="2032" y="1436"/>
                </a:lnTo>
                <a:lnTo>
                  <a:pt x="2040" y="1437"/>
                </a:lnTo>
                <a:lnTo>
                  <a:pt x="2049" y="1439"/>
                </a:lnTo>
                <a:lnTo>
                  <a:pt x="2057" y="1440"/>
                </a:lnTo>
                <a:lnTo>
                  <a:pt x="2065" y="1441"/>
                </a:lnTo>
                <a:lnTo>
                  <a:pt x="2074" y="1442"/>
                </a:lnTo>
                <a:lnTo>
                  <a:pt x="2082" y="1443"/>
                </a:lnTo>
                <a:lnTo>
                  <a:pt x="2091" y="1444"/>
                </a:lnTo>
                <a:lnTo>
                  <a:pt x="2099" y="1445"/>
                </a:lnTo>
                <a:lnTo>
                  <a:pt x="2107" y="1446"/>
                </a:lnTo>
                <a:lnTo>
                  <a:pt x="2116" y="1447"/>
                </a:lnTo>
                <a:lnTo>
                  <a:pt x="2124" y="1447"/>
                </a:lnTo>
                <a:lnTo>
                  <a:pt x="2133" y="1448"/>
                </a:lnTo>
                <a:lnTo>
                  <a:pt x="2141" y="1448"/>
                </a:lnTo>
                <a:lnTo>
                  <a:pt x="2149" y="1448"/>
                </a:lnTo>
                <a:lnTo>
                  <a:pt x="2158" y="1448"/>
                </a:lnTo>
                <a:lnTo>
                  <a:pt x="2166" y="1448"/>
                </a:lnTo>
                <a:lnTo>
                  <a:pt x="2175" y="1448"/>
                </a:lnTo>
                <a:lnTo>
                  <a:pt x="2183" y="1447"/>
                </a:lnTo>
                <a:lnTo>
                  <a:pt x="2191" y="1446"/>
                </a:lnTo>
                <a:lnTo>
                  <a:pt x="2200" y="1445"/>
                </a:lnTo>
                <a:lnTo>
                  <a:pt x="2208" y="1444"/>
                </a:lnTo>
                <a:lnTo>
                  <a:pt x="2217" y="1443"/>
                </a:lnTo>
                <a:lnTo>
                  <a:pt x="2225" y="1441"/>
                </a:lnTo>
                <a:lnTo>
                  <a:pt x="2233" y="1439"/>
                </a:lnTo>
                <a:lnTo>
                  <a:pt x="2242" y="1437"/>
                </a:lnTo>
                <a:lnTo>
                  <a:pt x="2250" y="1434"/>
                </a:lnTo>
                <a:lnTo>
                  <a:pt x="2259" y="1431"/>
                </a:lnTo>
                <a:lnTo>
                  <a:pt x="2267" y="1428"/>
                </a:lnTo>
                <a:lnTo>
                  <a:pt x="2275" y="1425"/>
                </a:lnTo>
                <a:lnTo>
                  <a:pt x="2284" y="1421"/>
                </a:lnTo>
                <a:lnTo>
                  <a:pt x="2292" y="1417"/>
                </a:lnTo>
                <a:lnTo>
                  <a:pt x="2301" y="1413"/>
                </a:lnTo>
                <a:lnTo>
                  <a:pt x="2309" y="1408"/>
                </a:lnTo>
                <a:lnTo>
                  <a:pt x="2317" y="1404"/>
                </a:lnTo>
                <a:lnTo>
                  <a:pt x="2326" y="1398"/>
                </a:lnTo>
                <a:lnTo>
                  <a:pt x="2334" y="1393"/>
                </a:lnTo>
                <a:lnTo>
                  <a:pt x="2342" y="1387"/>
                </a:lnTo>
                <a:lnTo>
                  <a:pt x="2351" y="1381"/>
                </a:lnTo>
                <a:lnTo>
                  <a:pt x="2359" y="1374"/>
                </a:lnTo>
                <a:lnTo>
                  <a:pt x="2368" y="1368"/>
                </a:lnTo>
                <a:lnTo>
                  <a:pt x="2376" y="1361"/>
                </a:lnTo>
                <a:lnTo>
                  <a:pt x="2384" y="1353"/>
                </a:lnTo>
                <a:lnTo>
                  <a:pt x="2393" y="1345"/>
                </a:lnTo>
                <a:lnTo>
                  <a:pt x="2401" y="1337"/>
                </a:lnTo>
                <a:lnTo>
                  <a:pt x="2410" y="1329"/>
                </a:lnTo>
                <a:lnTo>
                  <a:pt x="2418" y="1320"/>
                </a:lnTo>
                <a:lnTo>
                  <a:pt x="2426" y="1311"/>
                </a:lnTo>
                <a:lnTo>
                  <a:pt x="2435" y="1302"/>
                </a:lnTo>
                <a:lnTo>
                  <a:pt x="2443" y="1292"/>
                </a:lnTo>
                <a:lnTo>
                  <a:pt x="2452" y="1282"/>
                </a:lnTo>
                <a:lnTo>
                  <a:pt x="2460" y="1272"/>
                </a:lnTo>
                <a:lnTo>
                  <a:pt x="2468" y="1261"/>
                </a:lnTo>
                <a:lnTo>
                  <a:pt x="2477" y="1251"/>
                </a:lnTo>
                <a:lnTo>
                  <a:pt x="2485" y="1240"/>
                </a:lnTo>
                <a:lnTo>
                  <a:pt x="2494" y="1228"/>
                </a:lnTo>
                <a:lnTo>
                  <a:pt x="2502" y="1217"/>
                </a:lnTo>
                <a:lnTo>
                  <a:pt x="2510" y="1205"/>
                </a:lnTo>
                <a:lnTo>
                  <a:pt x="2519" y="1193"/>
                </a:lnTo>
                <a:lnTo>
                  <a:pt x="2527" y="1180"/>
                </a:lnTo>
                <a:lnTo>
                  <a:pt x="2536" y="1168"/>
                </a:lnTo>
                <a:lnTo>
                  <a:pt x="2544" y="1155"/>
                </a:lnTo>
                <a:lnTo>
                  <a:pt x="2552" y="1142"/>
                </a:lnTo>
                <a:lnTo>
                  <a:pt x="2561" y="1129"/>
                </a:lnTo>
                <a:lnTo>
                  <a:pt x="2569" y="1116"/>
                </a:lnTo>
                <a:lnTo>
                  <a:pt x="2578" y="1102"/>
                </a:lnTo>
                <a:lnTo>
                  <a:pt x="2586" y="1088"/>
                </a:lnTo>
                <a:lnTo>
                  <a:pt x="2594" y="1075"/>
                </a:lnTo>
                <a:lnTo>
                  <a:pt x="2603" y="1061"/>
                </a:lnTo>
                <a:lnTo>
                  <a:pt x="2611" y="1046"/>
                </a:lnTo>
                <a:lnTo>
                  <a:pt x="2620" y="1032"/>
                </a:lnTo>
                <a:lnTo>
                  <a:pt x="2628" y="1018"/>
                </a:lnTo>
                <a:lnTo>
                  <a:pt x="2636" y="1003"/>
                </a:lnTo>
                <a:lnTo>
                  <a:pt x="2645" y="989"/>
                </a:lnTo>
                <a:lnTo>
                  <a:pt x="2653" y="974"/>
                </a:lnTo>
                <a:lnTo>
                  <a:pt x="2662" y="960"/>
                </a:lnTo>
                <a:lnTo>
                  <a:pt x="2670" y="945"/>
                </a:lnTo>
                <a:lnTo>
                  <a:pt x="2678" y="930"/>
                </a:lnTo>
                <a:lnTo>
                  <a:pt x="2687" y="916"/>
                </a:lnTo>
                <a:lnTo>
                  <a:pt x="2695" y="901"/>
                </a:lnTo>
                <a:lnTo>
                  <a:pt x="2704" y="886"/>
                </a:lnTo>
                <a:lnTo>
                  <a:pt x="2712" y="872"/>
                </a:lnTo>
                <a:lnTo>
                  <a:pt x="2720" y="857"/>
                </a:lnTo>
                <a:lnTo>
                  <a:pt x="2729" y="842"/>
                </a:lnTo>
                <a:lnTo>
                  <a:pt x="2737" y="828"/>
                </a:lnTo>
                <a:lnTo>
                  <a:pt x="2745" y="813"/>
                </a:lnTo>
                <a:lnTo>
                  <a:pt x="2754" y="799"/>
                </a:lnTo>
                <a:lnTo>
                  <a:pt x="2762" y="785"/>
                </a:lnTo>
                <a:lnTo>
                  <a:pt x="2771" y="771"/>
                </a:lnTo>
                <a:lnTo>
                  <a:pt x="2779" y="756"/>
                </a:lnTo>
                <a:lnTo>
                  <a:pt x="2787" y="743"/>
                </a:lnTo>
                <a:lnTo>
                  <a:pt x="2796" y="729"/>
                </a:lnTo>
                <a:lnTo>
                  <a:pt x="2804" y="715"/>
                </a:lnTo>
                <a:lnTo>
                  <a:pt x="2813" y="702"/>
                </a:lnTo>
                <a:lnTo>
                  <a:pt x="2821" y="688"/>
                </a:lnTo>
                <a:lnTo>
                  <a:pt x="2829" y="675"/>
                </a:lnTo>
                <a:lnTo>
                  <a:pt x="2838" y="662"/>
                </a:lnTo>
                <a:lnTo>
                  <a:pt x="2846" y="649"/>
                </a:lnTo>
                <a:lnTo>
                  <a:pt x="2855" y="637"/>
                </a:lnTo>
                <a:lnTo>
                  <a:pt x="2863" y="624"/>
                </a:lnTo>
                <a:lnTo>
                  <a:pt x="2871" y="612"/>
                </a:lnTo>
                <a:lnTo>
                  <a:pt x="2880" y="600"/>
                </a:lnTo>
                <a:lnTo>
                  <a:pt x="2888" y="589"/>
                </a:lnTo>
                <a:lnTo>
                  <a:pt x="2897" y="577"/>
                </a:lnTo>
                <a:lnTo>
                  <a:pt x="2905" y="566"/>
                </a:lnTo>
                <a:lnTo>
                  <a:pt x="2913" y="555"/>
                </a:lnTo>
                <a:lnTo>
                  <a:pt x="2922" y="544"/>
                </a:lnTo>
                <a:lnTo>
                  <a:pt x="2930" y="534"/>
                </a:lnTo>
                <a:lnTo>
                  <a:pt x="2939" y="524"/>
                </a:lnTo>
                <a:lnTo>
                  <a:pt x="2947" y="514"/>
                </a:lnTo>
                <a:lnTo>
                  <a:pt x="2955" y="504"/>
                </a:lnTo>
                <a:lnTo>
                  <a:pt x="2964" y="494"/>
                </a:lnTo>
                <a:lnTo>
                  <a:pt x="2972" y="485"/>
                </a:lnTo>
                <a:lnTo>
                  <a:pt x="2981" y="476"/>
                </a:lnTo>
                <a:lnTo>
                  <a:pt x="2989" y="468"/>
                </a:lnTo>
                <a:lnTo>
                  <a:pt x="2997" y="459"/>
                </a:lnTo>
                <a:lnTo>
                  <a:pt x="3006" y="451"/>
                </a:lnTo>
                <a:lnTo>
                  <a:pt x="3014" y="443"/>
                </a:lnTo>
                <a:lnTo>
                  <a:pt x="3023" y="435"/>
                </a:lnTo>
                <a:lnTo>
                  <a:pt x="3031" y="428"/>
                </a:lnTo>
                <a:lnTo>
                  <a:pt x="3039" y="420"/>
                </a:lnTo>
                <a:lnTo>
                  <a:pt x="3048" y="413"/>
                </a:lnTo>
                <a:lnTo>
                  <a:pt x="3056" y="406"/>
                </a:lnTo>
                <a:lnTo>
                  <a:pt x="3065" y="399"/>
                </a:lnTo>
                <a:lnTo>
                  <a:pt x="3073" y="393"/>
                </a:lnTo>
                <a:lnTo>
                  <a:pt x="3081" y="386"/>
                </a:lnTo>
                <a:lnTo>
                  <a:pt x="3090" y="380"/>
                </a:lnTo>
                <a:lnTo>
                  <a:pt x="3098" y="374"/>
                </a:lnTo>
                <a:lnTo>
                  <a:pt x="3107" y="368"/>
                </a:lnTo>
                <a:lnTo>
                  <a:pt x="3115" y="362"/>
                </a:lnTo>
                <a:lnTo>
                  <a:pt x="3123" y="356"/>
                </a:lnTo>
                <a:lnTo>
                  <a:pt x="3132" y="350"/>
                </a:lnTo>
                <a:lnTo>
                  <a:pt x="3140" y="344"/>
                </a:lnTo>
                <a:lnTo>
                  <a:pt x="3148" y="338"/>
                </a:lnTo>
                <a:lnTo>
                  <a:pt x="3157" y="331"/>
                </a:lnTo>
                <a:lnTo>
                  <a:pt x="3165" y="325"/>
                </a:lnTo>
                <a:lnTo>
                  <a:pt x="3174" y="319"/>
                </a:lnTo>
                <a:lnTo>
                  <a:pt x="3182" y="312"/>
                </a:lnTo>
                <a:lnTo>
                  <a:pt x="3190" y="305"/>
                </a:lnTo>
                <a:lnTo>
                  <a:pt x="3199" y="297"/>
                </a:lnTo>
                <a:lnTo>
                  <a:pt x="3207" y="290"/>
                </a:lnTo>
                <a:lnTo>
                  <a:pt x="3216" y="281"/>
                </a:lnTo>
                <a:lnTo>
                  <a:pt x="3224" y="273"/>
                </a:lnTo>
                <a:lnTo>
                  <a:pt x="3232" y="263"/>
                </a:lnTo>
                <a:lnTo>
                  <a:pt x="3241" y="253"/>
                </a:lnTo>
                <a:lnTo>
                  <a:pt x="3249" y="242"/>
                </a:lnTo>
                <a:lnTo>
                  <a:pt x="3258" y="230"/>
                </a:lnTo>
                <a:lnTo>
                  <a:pt x="3266" y="217"/>
                </a:lnTo>
                <a:lnTo>
                  <a:pt x="3274" y="203"/>
                </a:lnTo>
                <a:lnTo>
                  <a:pt x="3283" y="188"/>
                </a:lnTo>
                <a:lnTo>
                  <a:pt x="3291" y="171"/>
                </a:lnTo>
                <a:lnTo>
                  <a:pt x="3300" y="153"/>
                </a:lnTo>
                <a:lnTo>
                  <a:pt x="3308" y="133"/>
                </a:lnTo>
                <a:lnTo>
                  <a:pt x="3316" y="111"/>
                </a:lnTo>
                <a:lnTo>
                  <a:pt x="3325" y="87"/>
                </a:lnTo>
                <a:lnTo>
                  <a:pt x="3333" y="60"/>
                </a:lnTo>
                <a:lnTo>
                  <a:pt x="3342" y="3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3041294"/>
            <a:ext cx="3063240" cy="1798625"/>
          </a:xfrm>
          <a:custGeom>
            <a:avLst/>
            <a:gdLst/>
            <a:ahLst/>
            <a:cxnLst/>
            <a:rect l="l" t="t" r="r" b="b"/>
            <a:pathLst>
              <a:path w="3350" h="1967">
                <a:moveTo>
                  <a:pt x="0" y="868"/>
                </a:moveTo>
                <a:lnTo>
                  <a:pt x="8" y="731"/>
                </a:lnTo>
                <a:lnTo>
                  <a:pt x="17" y="622"/>
                </a:lnTo>
                <a:lnTo>
                  <a:pt x="25" y="538"/>
                </a:lnTo>
                <a:lnTo>
                  <a:pt x="34" y="475"/>
                </a:lnTo>
                <a:lnTo>
                  <a:pt x="42" y="431"/>
                </a:lnTo>
                <a:lnTo>
                  <a:pt x="50" y="404"/>
                </a:lnTo>
                <a:lnTo>
                  <a:pt x="59" y="392"/>
                </a:lnTo>
                <a:lnTo>
                  <a:pt x="67" y="392"/>
                </a:lnTo>
                <a:lnTo>
                  <a:pt x="76" y="404"/>
                </a:lnTo>
                <a:lnTo>
                  <a:pt x="84" y="424"/>
                </a:lnTo>
                <a:lnTo>
                  <a:pt x="92" y="453"/>
                </a:lnTo>
                <a:lnTo>
                  <a:pt x="101" y="487"/>
                </a:lnTo>
                <a:lnTo>
                  <a:pt x="109" y="528"/>
                </a:lnTo>
                <a:lnTo>
                  <a:pt x="118" y="572"/>
                </a:lnTo>
                <a:lnTo>
                  <a:pt x="126" y="619"/>
                </a:lnTo>
                <a:lnTo>
                  <a:pt x="134" y="668"/>
                </a:lnTo>
                <a:lnTo>
                  <a:pt x="143" y="719"/>
                </a:lnTo>
                <a:lnTo>
                  <a:pt x="151" y="771"/>
                </a:lnTo>
                <a:lnTo>
                  <a:pt x="160" y="823"/>
                </a:lnTo>
                <a:lnTo>
                  <a:pt x="168" y="874"/>
                </a:lnTo>
                <a:lnTo>
                  <a:pt x="176" y="925"/>
                </a:lnTo>
                <a:lnTo>
                  <a:pt x="185" y="974"/>
                </a:lnTo>
                <a:lnTo>
                  <a:pt x="193" y="1022"/>
                </a:lnTo>
                <a:lnTo>
                  <a:pt x="202" y="1068"/>
                </a:lnTo>
                <a:lnTo>
                  <a:pt x="210" y="1112"/>
                </a:lnTo>
                <a:lnTo>
                  <a:pt x="218" y="1153"/>
                </a:lnTo>
                <a:lnTo>
                  <a:pt x="227" y="1192"/>
                </a:lnTo>
                <a:lnTo>
                  <a:pt x="235" y="1228"/>
                </a:lnTo>
                <a:lnTo>
                  <a:pt x="243" y="1262"/>
                </a:lnTo>
                <a:lnTo>
                  <a:pt x="252" y="1293"/>
                </a:lnTo>
                <a:lnTo>
                  <a:pt x="260" y="1321"/>
                </a:lnTo>
                <a:lnTo>
                  <a:pt x="269" y="1347"/>
                </a:lnTo>
                <a:lnTo>
                  <a:pt x="277" y="1369"/>
                </a:lnTo>
                <a:lnTo>
                  <a:pt x="285" y="1390"/>
                </a:lnTo>
                <a:lnTo>
                  <a:pt x="294" y="1407"/>
                </a:lnTo>
                <a:lnTo>
                  <a:pt x="302" y="1423"/>
                </a:lnTo>
                <a:lnTo>
                  <a:pt x="311" y="1436"/>
                </a:lnTo>
                <a:lnTo>
                  <a:pt x="319" y="1446"/>
                </a:lnTo>
                <a:lnTo>
                  <a:pt x="327" y="1455"/>
                </a:lnTo>
                <a:lnTo>
                  <a:pt x="336" y="1462"/>
                </a:lnTo>
                <a:lnTo>
                  <a:pt x="344" y="1466"/>
                </a:lnTo>
                <a:lnTo>
                  <a:pt x="353" y="1469"/>
                </a:lnTo>
                <a:lnTo>
                  <a:pt x="361" y="1470"/>
                </a:lnTo>
                <a:lnTo>
                  <a:pt x="369" y="1470"/>
                </a:lnTo>
                <a:lnTo>
                  <a:pt x="378" y="1469"/>
                </a:lnTo>
                <a:lnTo>
                  <a:pt x="386" y="1466"/>
                </a:lnTo>
                <a:lnTo>
                  <a:pt x="395" y="1463"/>
                </a:lnTo>
                <a:lnTo>
                  <a:pt x="403" y="1458"/>
                </a:lnTo>
                <a:lnTo>
                  <a:pt x="411" y="1453"/>
                </a:lnTo>
                <a:lnTo>
                  <a:pt x="420" y="1446"/>
                </a:lnTo>
                <a:lnTo>
                  <a:pt x="428" y="1440"/>
                </a:lnTo>
                <a:lnTo>
                  <a:pt x="437" y="1433"/>
                </a:lnTo>
                <a:lnTo>
                  <a:pt x="445" y="1426"/>
                </a:lnTo>
                <a:lnTo>
                  <a:pt x="453" y="1418"/>
                </a:lnTo>
                <a:lnTo>
                  <a:pt x="462" y="1411"/>
                </a:lnTo>
                <a:lnTo>
                  <a:pt x="470" y="1403"/>
                </a:lnTo>
                <a:lnTo>
                  <a:pt x="479" y="1396"/>
                </a:lnTo>
                <a:lnTo>
                  <a:pt x="487" y="1389"/>
                </a:lnTo>
                <a:lnTo>
                  <a:pt x="495" y="1382"/>
                </a:lnTo>
                <a:lnTo>
                  <a:pt x="504" y="1376"/>
                </a:lnTo>
                <a:lnTo>
                  <a:pt x="512" y="1370"/>
                </a:lnTo>
                <a:lnTo>
                  <a:pt x="521" y="1365"/>
                </a:lnTo>
                <a:lnTo>
                  <a:pt x="529" y="1360"/>
                </a:lnTo>
                <a:lnTo>
                  <a:pt x="537" y="1356"/>
                </a:lnTo>
                <a:lnTo>
                  <a:pt x="546" y="1352"/>
                </a:lnTo>
                <a:lnTo>
                  <a:pt x="554" y="1350"/>
                </a:lnTo>
                <a:lnTo>
                  <a:pt x="563" y="1348"/>
                </a:lnTo>
                <a:lnTo>
                  <a:pt x="571" y="1346"/>
                </a:lnTo>
                <a:lnTo>
                  <a:pt x="579" y="1346"/>
                </a:lnTo>
                <a:lnTo>
                  <a:pt x="588" y="1346"/>
                </a:lnTo>
                <a:lnTo>
                  <a:pt x="596" y="1348"/>
                </a:lnTo>
                <a:lnTo>
                  <a:pt x="605" y="1350"/>
                </a:lnTo>
                <a:lnTo>
                  <a:pt x="613" y="1353"/>
                </a:lnTo>
                <a:lnTo>
                  <a:pt x="621" y="1356"/>
                </a:lnTo>
                <a:lnTo>
                  <a:pt x="630" y="1361"/>
                </a:lnTo>
                <a:lnTo>
                  <a:pt x="638" y="1366"/>
                </a:lnTo>
                <a:lnTo>
                  <a:pt x="646" y="1373"/>
                </a:lnTo>
                <a:lnTo>
                  <a:pt x="655" y="1380"/>
                </a:lnTo>
                <a:lnTo>
                  <a:pt x="663" y="1387"/>
                </a:lnTo>
                <a:lnTo>
                  <a:pt x="672" y="1396"/>
                </a:lnTo>
                <a:lnTo>
                  <a:pt x="680" y="1405"/>
                </a:lnTo>
                <a:lnTo>
                  <a:pt x="688" y="1415"/>
                </a:lnTo>
                <a:lnTo>
                  <a:pt x="697" y="1426"/>
                </a:lnTo>
                <a:lnTo>
                  <a:pt x="705" y="1437"/>
                </a:lnTo>
                <a:lnTo>
                  <a:pt x="714" y="1449"/>
                </a:lnTo>
                <a:lnTo>
                  <a:pt x="722" y="1461"/>
                </a:lnTo>
                <a:lnTo>
                  <a:pt x="730" y="1474"/>
                </a:lnTo>
                <a:lnTo>
                  <a:pt x="739" y="1488"/>
                </a:lnTo>
                <a:lnTo>
                  <a:pt x="747" y="1502"/>
                </a:lnTo>
                <a:lnTo>
                  <a:pt x="756" y="1516"/>
                </a:lnTo>
                <a:lnTo>
                  <a:pt x="764" y="1530"/>
                </a:lnTo>
                <a:lnTo>
                  <a:pt x="772" y="1545"/>
                </a:lnTo>
                <a:lnTo>
                  <a:pt x="781" y="1560"/>
                </a:lnTo>
                <a:lnTo>
                  <a:pt x="789" y="1576"/>
                </a:lnTo>
                <a:lnTo>
                  <a:pt x="798" y="1591"/>
                </a:lnTo>
                <a:lnTo>
                  <a:pt x="806" y="1607"/>
                </a:lnTo>
                <a:lnTo>
                  <a:pt x="814" y="1622"/>
                </a:lnTo>
                <a:lnTo>
                  <a:pt x="823" y="1638"/>
                </a:lnTo>
                <a:lnTo>
                  <a:pt x="831" y="1654"/>
                </a:lnTo>
                <a:lnTo>
                  <a:pt x="840" y="1669"/>
                </a:lnTo>
                <a:lnTo>
                  <a:pt x="848" y="1685"/>
                </a:lnTo>
                <a:lnTo>
                  <a:pt x="856" y="1700"/>
                </a:lnTo>
                <a:lnTo>
                  <a:pt x="865" y="1716"/>
                </a:lnTo>
                <a:lnTo>
                  <a:pt x="873" y="1731"/>
                </a:lnTo>
                <a:lnTo>
                  <a:pt x="882" y="1746"/>
                </a:lnTo>
                <a:lnTo>
                  <a:pt x="890" y="1760"/>
                </a:lnTo>
                <a:lnTo>
                  <a:pt x="898" y="1774"/>
                </a:lnTo>
                <a:lnTo>
                  <a:pt x="907" y="1788"/>
                </a:lnTo>
                <a:lnTo>
                  <a:pt x="915" y="1802"/>
                </a:lnTo>
                <a:lnTo>
                  <a:pt x="924" y="1815"/>
                </a:lnTo>
                <a:lnTo>
                  <a:pt x="932" y="1828"/>
                </a:lnTo>
                <a:lnTo>
                  <a:pt x="940" y="1840"/>
                </a:lnTo>
                <a:lnTo>
                  <a:pt x="949" y="1852"/>
                </a:lnTo>
                <a:lnTo>
                  <a:pt x="957" y="1863"/>
                </a:lnTo>
                <a:lnTo>
                  <a:pt x="966" y="1874"/>
                </a:lnTo>
                <a:lnTo>
                  <a:pt x="974" y="1884"/>
                </a:lnTo>
                <a:lnTo>
                  <a:pt x="982" y="1893"/>
                </a:lnTo>
                <a:lnTo>
                  <a:pt x="991" y="1903"/>
                </a:lnTo>
                <a:lnTo>
                  <a:pt x="999" y="1911"/>
                </a:lnTo>
                <a:lnTo>
                  <a:pt x="1008" y="1919"/>
                </a:lnTo>
                <a:lnTo>
                  <a:pt x="1016" y="1926"/>
                </a:lnTo>
                <a:lnTo>
                  <a:pt x="1024" y="1933"/>
                </a:lnTo>
                <a:lnTo>
                  <a:pt x="1033" y="1939"/>
                </a:lnTo>
                <a:lnTo>
                  <a:pt x="1041" y="1945"/>
                </a:lnTo>
                <a:lnTo>
                  <a:pt x="1049" y="1950"/>
                </a:lnTo>
                <a:lnTo>
                  <a:pt x="1058" y="1954"/>
                </a:lnTo>
                <a:lnTo>
                  <a:pt x="1066" y="1958"/>
                </a:lnTo>
                <a:lnTo>
                  <a:pt x="1075" y="1961"/>
                </a:lnTo>
                <a:lnTo>
                  <a:pt x="1083" y="1963"/>
                </a:lnTo>
                <a:lnTo>
                  <a:pt x="1091" y="1965"/>
                </a:lnTo>
                <a:lnTo>
                  <a:pt x="1100" y="1966"/>
                </a:lnTo>
                <a:lnTo>
                  <a:pt x="1108" y="1967"/>
                </a:lnTo>
                <a:lnTo>
                  <a:pt x="1117" y="1967"/>
                </a:lnTo>
                <a:lnTo>
                  <a:pt x="1125" y="1966"/>
                </a:lnTo>
                <a:lnTo>
                  <a:pt x="1133" y="1965"/>
                </a:lnTo>
                <a:lnTo>
                  <a:pt x="1142" y="1964"/>
                </a:lnTo>
                <a:lnTo>
                  <a:pt x="1150" y="1962"/>
                </a:lnTo>
                <a:lnTo>
                  <a:pt x="1159" y="1959"/>
                </a:lnTo>
                <a:lnTo>
                  <a:pt x="1167" y="1956"/>
                </a:lnTo>
                <a:lnTo>
                  <a:pt x="1175" y="1953"/>
                </a:lnTo>
                <a:lnTo>
                  <a:pt x="1184" y="1949"/>
                </a:lnTo>
                <a:lnTo>
                  <a:pt x="1192" y="1944"/>
                </a:lnTo>
                <a:lnTo>
                  <a:pt x="1201" y="1940"/>
                </a:lnTo>
                <a:lnTo>
                  <a:pt x="1209" y="1934"/>
                </a:lnTo>
                <a:lnTo>
                  <a:pt x="1217" y="1929"/>
                </a:lnTo>
                <a:lnTo>
                  <a:pt x="1226" y="1923"/>
                </a:lnTo>
                <a:lnTo>
                  <a:pt x="1234" y="1917"/>
                </a:lnTo>
                <a:lnTo>
                  <a:pt x="1243" y="1910"/>
                </a:lnTo>
                <a:lnTo>
                  <a:pt x="1251" y="1903"/>
                </a:lnTo>
                <a:lnTo>
                  <a:pt x="1259" y="1896"/>
                </a:lnTo>
                <a:lnTo>
                  <a:pt x="1268" y="1889"/>
                </a:lnTo>
                <a:lnTo>
                  <a:pt x="1276" y="1881"/>
                </a:lnTo>
                <a:lnTo>
                  <a:pt x="1285" y="1873"/>
                </a:lnTo>
                <a:lnTo>
                  <a:pt x="1293" y="1866"/>
                </a:lnTo>
                <a:lnTo>
                  <a:pt x="1301" y="1857"/>
                </a:lnTo>
                <a:lnTo>
                  <a:pt x="1310" y="1849"/>
                </a:lnTo>
                <a:lnTo>
                  <a:pt x="1318" y="1841"/>
                </a:lnTo>
                <a:lnTo>
                  <a:pt x="1327" y="1833"/>
                </a:lnTo>
                <a:lnTo>
                  <a:pt x="1335" y="1824"/>
                </a:lnTo>
                <a:lnTo>
                  <a:pt x="1343" y="1816"/>
                </a:lnTo>
                <a:lnTo>
                  <a:pt x="1352" y="1807"/>
                </a:lnTo>
                <a:lnTo>
                  <a:pt x="1360" y="1799"/>
                </a:lnTo>
                <a:lnTo>
                  <a:pt x="1369" y="1790"/>
                </a:lnTo>
                <a:lnTo>
                  <a:pt x="1377" y="1782"/>
                </a:lnTo>
                <a:lnTo>
                  <a:pt x="1385" y="1774"/>
                </a:lnTo>
                <a:lnTo>
                  <a:pt x="1394" y="1766"/>
                </a:lnTo>
                <a:lnTo>
                  <a:pt x="1402" y="1757"/>
                </a:lnTo>
                <a:lnTo>
                  <a:pt x="1411" y="1749"/>
                </a:lnTo>
                <a:lnTo>
                  <a:pt x="1419" y="1742"/>
                </a:lnTo>
                <a:lnTo>
                  <a:pt x="1427" y="1734"/>
                </a:lnTo>
                <a:lnTo>
                  <a:pt x="1436" y="1726"/>
                </a:lnTo>
                <a:lnTo>
                  <a:pt x="1444" y="1719"/>
                </a:lnTo>
                <a:lnTo>
                  <a:pt x="1453" y="1712"/>
                </a:lnTo>
                <a:lnTo>
                  <a:pt x="1461" y="1705"/>
                </a:lnTo>
                <a:lnTo>
                  <a:pt x="1469" y="1698"/>
                </a:lnTo>
                <a:lnTo>
                  <a:pt x="1478" y="1692"/>
                </a:lnTo>
                <a:lnTo>
                  <a:pt x="1486" y="1685"/>
                </a:lnTo>
                <a:lnTo>
                  <a:pt x="1494" y="1679"/>
                </a:lnTo>
                <a:lnTo>
                  <a:pt x="1503" y="1674"/>
                </a:lnTo>
                <a:lnTo>
                  <a:pt x="1511" y="1668"/>
                </a:lnTo>
                <a:lnTo>
                  <a:pt x="1520" y="1663"/>
                </a:lnTo>
                <a:lnTo>
                  <a:pt x="1528" y="1658"/>
                </a:lnTo>
                <a:lnTo>
                  <a:pt x="1536" y="1654"/>
                </a:lnTo>
                <a:lnTo>
                  <a:pt x="1545" y="1649"/>
                </a:lnTo>
                <a:lnTo>
                  <a:pt x="1553" y="1645"/>
                </a:lnTo>
                <a:lnTo>
                  <a:pt x="1562" y="1642"/>
                </a:lnTo>
                <a:lnTo>
                  <a:pt x="1570" y="1638"/>
                </a:lnTo>
                <a:lnTo>
                  <a:pt x="1578" y="1635"/>
                </a:lnTo>
                <a:lnTo>
                  <a:pt x="1587" y="1632"/>
                </a:lnTo>
                <a:lnTo>
                  <a:pt x="1595" y="1630"/>
                </a:lnTo>
                <a:lnTo>
                  <a:pt x="1604" y="1628"/>
                </a:lnTo>
                <a:lnTo>
                  <a:pt x="1612" y="1626"/>
                </a:lnTo>
                <a:lnTo>
                  <a:pt x="1620" y="1624"/>
                </a:lnTo>
                <a:lnTo>
                  <a:pt x="1629" y="1623"/>
                </a:lnTo>
                <a:lnTo>
                  <a:pt x="1637" y="1622"/>
                </a:lnTo>
                <a:lnTo>
                  <a:pt x="1646" y="1622"/>
                </a:lnTo>
                <a:lnTo>
                  <a:pt x="1654" y="1621"/>
                </a:lnTo>
                <a:lnTo>
                  <a:pt x="1662" y="1621"/>
                </a:lnTo>
                <a:lnTo>
                  <a:pt x="1671" y="1621"/>
                </a:lnTo>
                <a:lnTo>
                  <a:pt x="1679" y="1622"/>
                </a:lnTo>
                <a:lnTo>
                  <a:pt x="1688" y="1622"/>
                </a:lnTo>
                <a:lnTo>
                  <a:pt x="1696" y="1623"/>
                </a:lnTo>
                <a:lnTo>
                  <a:pt x="1704" y="1625"/>
                </a:lnTo>
                <a:lnTo>
                  <a:pt x="1713" y="1626"/>
                </a:lnTo>
                <a:lnTo>
                  <a:pt x="1721" y="1628"/>
                </a:lnTo>
                <a:lnTo>
                  <a:pt x="1730" y="1629"/>
                </a:lnTo>
                <a:lnTo>
                  <a:pt x="1738" y="1631"/>
                </a:lnTo>
                <a:lnTo>
                  <a:pt x="1746" y="1634"/>
                </a:lnTo>
                <a:lnTo>
                  <a:pt x="1755" y="1636"/>
                </a:lnTo>
                <a:lnTo>
                  <a:pt x="1763" y="1639"/>
                </a:lnTo>
                <a:lnTo>
                  <a:pt x="1772" y="1641"/>
                </a:lnTo>
                <a:lnTo>
                  <a:pt x="1780" y="1644"/>
                </a:lnTo>
                <a:lnTo>
                  <a:pt x="1788" y="1647"/>
                </a:lnTo>
                <a:lnTo>
                  <a:pt x="1797" y="1650"/>
                </a:lnTo>
                <a:lnTo>
                  <a:pt x="1805" y="1653"/>
                </a:lnTo>
                <a:lnTo>
                  <a:pt x="1814" y="1657"/>
                </a:lnTo>
                <a:lnTo>
                  <a:pt x="1822" y="1660"/>
                </a:lnTo>
                <a:lnTo>
                  <a:pt x="1830" y="1664"/>
                </a:lnTo>
                <a:lnTo>
                  <a:pt x="1839" y="1667"/>
                </a:lnTo>
                <a:lnTo>
                  <a:pt x="1847" y="1670"/>
                </a:lnTo>
                <a:lnTo>
                  <a:pt x="1856" y="1674"/>
                </a:lnTo>
                <a:lnTo>
                  <a:pt x="1864" y="1677"/>
                </a:lnTo>
                <a:lnTo>
                  <a:pt x="1872" y="1681"/>
                </a:lnTo>
                <a:lnTo>
                  <a:pt x="1881" y="1684"/>
                </a:lnTo>
                <a:lnTo>
                  <a:pt x="1889" y="1688"/>
                </a:lnTo>
                <a:lnTo>
                  <a:pt x="1897" y="1691"/>
                </a:lnTo>
                <a:lnTo>
                  <a:pt x="1906" y="1694"/>
                </a:lnTo>
                <a:lnTo>
                  <a:pt x="1914" y="1698"/>
                </a:lnTo>
                <a:lnTo>
                  <a:pt x="1923" y="1701"/>
                </a:lnTo>
                <a:lnTo>
                  <a:pt x="1931" y="1704"/>
                </a:lnTo>
                <a:lnTo>
                  <a:pt x="1939" y="1707"/>
                </a:lnTo>
                <a:lnTo>
                  <a:pt x="1948" y="1709"/>
                </a:lnTo>
                <a:lnTo>
                  <a:pt x="1956" y="1712"/>
                </a:lnTo>
                <a:lnTo>
                  <a:pt x="1965" y="1714"/>
                </a:lnTo>
                <a:lnTo>
                  <a:pt x="1973" y="1717"/>
                </a:lnTo>
                <a:lnTo>
                  <a:pt x="1981" y="1719"/>
                </a:lnTo>
                <a:lnTo>
                  <a:pt x="1990" y="1720"/>
                </a:lnTo>
                <a:lnTo>
                  <a:pt x="1998" y="1722"/>
                </a:lnTo>
                <a:lnTo>
                  <a:pt x="2007" y="1723"/>
                </a:lnTo>
                <a:lnTo>
                  <a:pt x="2015" y="1725"/>
                </a:lnTo>
                <a:lnTo>
                  <a:pt x="2023" y="1726"/>
                </a:lnTo>
                <a:lnTo>
                  <a:pt x="2032" y="1726"/>
                </a:lnTo>
                <a:lnTo>
                  <a:pt x="2040" y="1727"/>
                </a:lnTo>
                <a:lnTo>
                  <a:pt x="2049" y="1727"/>
                </a:lnTo>
                <a:lnTo>
                  <a:pt x="2057" y="1727"/>
                </a:lnTo>
                <a:lnTo>
                  <a:pt x="2065" y="1726"/>
                </a:lnTo>
                <a:lnTo>
                  <a:pt x="2074" y="1725"/>
                </a:lnTo>
                <a:lnTo>
                  <a:pt x="2082" y="1724"/>
                </a:lnTo>
                <a:lnTo>
                  <a:pt x="2091" y="1723"/>
                </a:lnTo>
                <a:lnTo>
                  <a:pt x="2099" y="1721"/>
                </a:lnTo>
                <a:lnTo>
                  <a:pt x="2107" y="1719"/>
                </a:lnTo>
                <a:lnTo>
                  <a:pt x="2116" y="1716"/>
                </a:lnTo>
                <a:lnTo>
                  <a:pt x="2124" y="1714"/>
                </a:lnTo>
                <a:lnTo>
                  <a:pt x="2133" y="1710"/>
                </a:lnTo>
                <a:lnTo>
                  <a:pt x="2141" y="1707"/>
                </a:lnTo>
                <a:lnTo>
                  <a:pt x="2149" y="1703"/>
                </a:lnTo>
                <a:lnTo>
                  <a:pt x="2158" y="1699"/>
                </a:lnTo>
                <a:lnTo>
                  <a:pt x="2166" y="1694"/>
                </a:lnTo>
                <a:lnTo>
                  <a:pt x="2175" y="1689"/>
                </a:lnTo>
                <a:lnTo>
                  <a:pt x="2183" y="1684"/>
                </a:lnTo>
                <a:lnTo>
                  <a:pt x="2191" y="1678"/>
                </a:lnTo>
                <a:lnTo>
                  <a:pt x="2200" y="1672"/>
                </a:lnTo>
                <a:lnTo>
                  <a:pt x="2208" y="1665"/>
                </a:lnTo>
                <a:lnTo>
                  <a:pt x="2217" y="1658"/>
                </a:lnTo>
                <a:lnTo>
                  <a:pt x="2225" y="1651"/>
                </a:lnTo>
                <a:lnTo>
                  <a:pt x="2233" y="1643"/>
                </a:lnTo>
                <a:lnTo>
                  <a:pt x="2242" y="1635"/>
                </a:lnTo>
                <a:lnTo>
                  <a:pt x="2250" y="1626"/>
                </a:lnTo>
                <a:lnTo>
                  <a:pt x="2259" y="1617"/>
                </a:lnTo>
                <a:lnTo>
                  <a:pt x="2267" y="1608"/>
                </a:lnTo>
                <a:lnTo>
                  <a:pt x="2275" y="1598"/>
                </a:lnTo>
                <a:lnTo>
                  <a:pt x="2284" y="1588"/>
                </a:lnTo>
                <a:lnTo>
                  <a:pt x="2292" y="1577"/>
                </a:lnTo>
                <a:lnTo>
                  <a:pt x="2301" y="1566"/>
                </a:lnTo>
                <a:lnTo>
                  <a:pt x="2309" y="1555"/>
                </a:lnTo>
                <a:lnTo>
                  <a:pt x="2317" y="1543"/>
                </a:lnTo>
                <a:lnTo>
                  <a:pt x="2326" y="1531"/>
                </a:lnTo>
                <a:lnTo>
                  <a:pt x="2334" y="1519"/>
                </a:lnTo>
                <a:lnTo>
                  <a:pt x="2342" y="1506"/>
                </a:lnTo>
                <a:lnTo>
                  <a:pt x="2351" y="1493"/>
                </a:lnTo>
                <a:lnTo>
                  <a:pt x="2359" y="1479"/>
                </a:lnTo>
                <a:lnTo>
                  <a:pt x="2368" y="1466"/>
                </a:lnTo>
                <a:lnTo>
                  <a:pt x="2376" y="1451"/>
                </a:lnTo>
                <a:lnTo>
                  <a:pt x="2384" y="1437"/>
                </a:lnTo>
                <a:lnTo>
                  <a:pt x="2393" y="1422"/>
                </a:lnTo>
                <a:lnTo>
                  <a:pt x="2401" y="1407"/>
                </a:lnTo>
                <a:lnTo>
                  <a:pt x="2410" y="1392"/>
                </a:lnTo>
                <a:lnTo>
                  <a:pt x="2418" y="1376"/>
                </a:lnTo>
                <a:lnTo>
                  <a:pt x="2426" y="1360"/>
                </a:lnTo>
                <a:lnTo>
                  <a:pt x="2435" y="1344"/>
                </a:lnTo>
                <a:lnTo>
                  <a:pt x="2443" y="1327"/>
                </a:lnTo>
                <a:lnTo>
                  <a:pt x="2452" y="1311"/>
                </a:lnTo>
                <a:lnTo>
                  <a:pt x="2460" y="1294"/>
                </a:lnTo>
                <a:lnTo>
                  <a:pt x="2468" y="1277"/>
                </a:lnTo>
                <a:lnTo>
                  <a:pt x="2477" y="1259"/>
                </a:lnTo>
                <a:lnTo>
                  <a:pt x="2485" y="1242"/>
                </a:lnTo>
                <a:lnTo>
                  <a:pt x="2494" y="1224"/>
                </a:lnTo>
                <a:lnTo>
                  <a:pt x="2502" y="1206"/>
                </a:lnTo>
                <a:lnTo>
                  <a:pt x="2510" y="1188"/>
                </a:lnTo>
                <a:lnTo>
                  <a:pt x="2519" y="1170"/>
                </a:lnTo>
                <a:lnTo>
                  <a:pt x="2527" y="1152"/>
                </a:lnTo>
                <a:lnTo>
                  <a:pt x="2536" y="1134"/>
                </a:lnTo>
                <a:lnTo>
                  <a:pt x="2544" y="1115"/>
                </a:lnTo>
                <a:lnTo>
                  <a:pt x="2552" y="1097"/>
                </a:lnTo>
                <a:lnTo>
                  <a:pt x="2561" y="1079"/>
                </a:lnTo>
                <a:lnTo>
                  <a:pt x="2569" y="1060"/>
                </a:lnTo>
                <a:lnTo>
                  <a:pt x="2578" y="1042"/>
                </a:lnTo>
                <a:lnTo>
                  <a:pt x="2586" y="1024"/>
                </a:lnTo>
                <a:lnTo>
                  <a:pt x="2594" y="1005"/>
                </a:lnTo>
                <a:lnTo>
                  <a:pt x="2603" y="987"/>
                </a:lnTo>
                <a:lnTo>
                  <a:pt x="2611" y="969"/>
                </a:lnTo>
                <a:lnTo>
                  <a:pt x="2620" y="951"/>
                </a:lnTo>
                <a:lnTo>
                  <a:pt x="2628" y="933"/>
                </a:lnTo>
                <a:lnTo>
                  <a:pt x="2636" y="915"/>
                </a:lnTo>
                <a:lnTo>
                  <a:pt x="2645" y="898"/>
                </a:lnTo>
                <a:lnTo>
                  <a:pt x="2653" y="880"/>
                </a:lnTo>
                <a:lnTo>
                  <a:pt x="2662" y="863"/>
                </a:lnTo>
                <a:lnTo>
                  <a:pt x="2670" y="846"/>
                </a:lnTo>
                <a:lnTo>
                  <a:pt x="2678" y="830"/>
                </a:lnTo>
                <a:lnTo>
                  <a:pt x="2687" y="814"/>
                </a:lnTo>
                <a:lnTo>
                  <a:pt x="2695" y="798"/>
                </a:lnTo>
                <a:lnTo>
                  <a:pt x="2704" y="782"/>
                </a:lnTo>
                <a:lnTo>
                  <a:pt x="2712" y="767"/>
                </a:lnTo>
                <a:lnTo>
                  <a:pt x="2720" y="752"/>
                </a:lnTo>
                <a:lnTo>
                  <a:pt x="2729" y="737"/>
                </a:lnTo>
                <a:lnTo>
                  <a:pt x="2737" y="723"/>
                </a:lnTo>
                <a:lnTo>
                  <a:pt x="2745" y="710"/>
                </a:lnTo>
                <a:lnTo>
                  <a:pt x="2754" y="696"/>
                </a:lnTo>
                <a:lnTo>
                  <a:pt x="2762" y="684"/>
                </a:lnTo>
                <a:lnTo>
                  <a:pt x="2771" y="672"/>
                </a:lnTo>
                <a:lnTo>
                  <a:pt x="2779" y="660"/>
                </a:lnTo>
                <a:lnTo>
                  <a:pt x="2787" y="649"/>
                </a:lnTo>
                <a:lnTo>
                  <a:pt x="2796" y="638"/>
                </a:lnTo>
                <a:lnTo>
                  <a:pt x="2804" y="628"/>
                </a:lnTo>
                <a:lnTo>
                  <a:pt x="2813" y="619"/>
                </a:lnTo>
                <a:lnTo>
                  <a:pt x="2821" y="610"/>
                </a:lnTo>
                <a:lnTo>
                  <a:pt x="2829" y="602"/>
                </a:lnTo>
                <a:lnTo>
                  <a:pt x="2838" y="594"/>
                </a:lnTo>
                <a:lnTo>
                  <a:pt x="2846" y="587"/>
                </a:lnTo>
                <a:lnTo>
                  <a:pt x="2855" y="581"/>
                </a:lnTo>
                <a:lnTo>
                  <a:pt x="2863" y="575"/>
                </a:lnTo>
                <a:lnTo>
                  <a:pt x="2871" y="570"/>
                </a:lnTo>
                <a:lnTo>
                  <a:pt x="2880" y="566"/>
                </a:lnTo>
                <a:lnTo>
                  <a:pt x="2888" y="562"/>
                </a:lnTo>
                <a:lnTo>
                  <a:pt x="2897" y="559"/>
                </a:lnTo>
                <a:lnTo>
                  <a:pt x="2905" y="556"/>
                </a:lnTo>
                <a:lnTo>
                  <a:pt x="2913" y="554"/>
                </a:lnTo>
                <a:lnTo>
                  <a:pt x="2922" y="553"/>
                </a:lnTo>
                <a:lnTo>
                  <a:pt x="2930" y="552"/>
                </a:lnTo>
                <a:lnTo>
                  <a:pt x="2939" y="552"/>
                </a:lnTo>
                <a:lnTo>
                  <a:pt x="2947" y="552"/>
                </a:lnTo>
                <a:lnTo>
                  <a:pt x="2955" y="553"/>
                </a:lnTo>
                <a:lnTo>
                  <a:pt x="2964" y="555"/>
                </a:lnTo>
                <a:lnTo>
                  <a:pt x="2972" y="557"/>
                </a:lnTo>
                <a:lnTo>
                  <a:pt x="2981" y="559"/>
                </a:lnTo>
                <a:lnTo>
                  <a:pt x="2989" y="562"/>
                </a:lnTo>
                <a:lnTo>
                  <a:pt x="2997" y="565"/>
                </a:lnTo>
                <a:lnTo>
                  <a:pt x="3006" y="568"/>
                </a:lnTo>
                <a:lnTo>
                  <a:pt x="3014" y="572"/>
                </a:lnTo>
                <a:lnTo>
                  <a:pt x="3023" y="576"/>
                </a:lnTo>
                <a:lnTo>
                  <a:pt x="3031" y="580"/>
                </a:lnTo>
                <a:lnTo>
                  <a:pt x="3039" y="585"/>
                </a:lnTo>
                <a:lnTo>
                  <a:pt x="3048" y="589"/>
                </a:lnTo>
                <a:lnTo>
                  <a:pt x="3056" y="593"/>
                </a:lnTo>
                <a:lnTo>
                  <a:pt x="3065" y="597"/>
                </a:lnTo>
                <a:lnTo>
                  <a:pt x="3073" y="601"/>
                </a:lnTo>
                <a:lnTo>
                  <a:pt x="3081" y="605"/>
                </a:lnTo>
                <a:lnTo>
                  <a:pt x="3090" y="609"/>
                </a:lnTo>
                <a:lnTo>
                  <a:pt x="3098" y="612"/>
                </a:lnTo>
                <a:lnTo>
                  <a:pt x="3107" y="614"/>
                </a:lnTo>
                <a:lnTo>
                  <a:pt x="3115" y="616"/>
                </a:lnTo>
                <a:lnTo>
                  <a:pt x="3123" y="617"/>
                </a:lnTo>
                <a:lnTo>
                  <a:pt x="3132" y="618"/>
                </a:lnTo>
                <a:lnTo>
                  <a:pt x="3140" y="618"/>
                </a:lnTo>
                <a:lnTo>
                  <a:pt x="3148" y="616"/>
                </a:lnTo>
                <a:lnTo>
                  <a:pt x="3157" y="614"/>
                </a:lnTo>
                <a:lnTo>
                  <a:pt x="3165" y="610"/>
                </a:lnTo>
                <a:lnTo>
                  <a:pt x="3174" y="605"/>
                </a:lnTo>
                <a:lnTo>
                  <a:pt x="3182" y="598"/>
                </a:lnTo>
                <a:lnTo>
                  <a:pt x="3190" y="590"/>
                </a:lnTo>
                <a:lnTo>
                  <a:pt x="3199" y="580"/>
                </a:lnTo>
                <a:lnTo>
                  <a:pt x="3207" y="569"/>
                </a:lnTo>
                <a:lnTo>
                  <a:pt x="3216" y="555"/>
                </a:lnTo>
                <a:lnTo>
                  <a:pt x="3224" y="540"/>
                </a:lnTo>
                <a:lnTo>
                  <a:pt x="3232" y="522"/>
                </a:lnTo>
                <a:lnTo>
                  <a:pt x="3241" y="502"/>
                </a:lnTo>
                <a:lnTo>
                  <a:pt x="3249" y="480"/>
                </a:lnTo>
                <a:lnTo>
                  <a:pt x="3258" y="455"/>
                </a:lnTo>
                <a:lnTo>
                  <a:pt x="3266" y="428"/>
                </a:lnTo>
                <a:lnTo>
                  <a:pt x="3274" y="398"/>
                </a:lnTo>
                <a:lnTo>
                  <a:pt x="3283" y="365"/>
                </a:lnTo>
                <a:lnTo>
                  <a:pt x="3291" y="329"/>
                </a:lnTo>
                <a:lnTo>
                  <a:pt x="3300" y="291"/>
                </a:lnTo>
                <a:lnTo>
                  <a:pt x="3308" y="250"/>
                </a:lnTo>
                <a:lnTo>
                  <a:pt x="3316" y="206"/>
                </a:lnTo>
                <a:lnTo>
                  <a:pt x="3325" y="159"/>
                </a:lnTo>
                <a:lnTo>
                  <a:pt x="3333" y="109"/>
                </a:lnTo>
                <a:lnTo>
                  <a:pt x="3342" y="5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284464" y="3138221"/>
            <a:ext cx="3063240" cy="1561795"/>
          </a:xfrm>
          <a:custGeom>
            <a:avLst/>
            <a:gdLst/>
            <a:ahLst/>
            <a:cxnLst/>
            <a:rect l="l" t="t" r="r" b="b"/>
            <a:pathLst>
              <a:path w="3350" h="1708">
                <a:moveTo>
                  <a:pt x="0" y="1023"/>
                </a:moveTo>
                <a:lnTo>
                  <a:pt x="8" y="939"/>
                </a:lnTo>
                <a:lnTo>
                  <a:pt x="17" y="875"/>
                </a:lnTo>
                <a:lnTo>
                  <a:pt x="25" y="829"/>
                </a:lnTo>
                <a:lnTo>
                  <a:pt x="34" y="798"/>
                </a:lnTo>
                <a:lnTo>
                  <a:pt x="42" y="780"/>
                </a:lnTo>
                <a:lnTo>
                  <a:pt x="50" y="774"/>
                </a:lnTo>
                <a:lnTo>
                  <a:pt x="59" y="778"/>
                </a:lnTo>
                <a:lnTo>
                  <a:pt x="67" y="789"/>
                </a:lnTo>
                <a:lnTo>
                  <a:pt x="76" y="807"/>
                </a:lnTo>
                <a:lnTo>
                  <a:pt x="84" y="830"/>
                </a:lnTo>
                <a:lnTo>
                  <a:pt x="92" y="858"/>
                </a:lnTo>
                <a:lnTo>
                  <a:pt x="101" y="888"/>
                </a:lnTo>
                <a:lnTo>
                  <a:pt x="109" y="921"/>
                </a:lnTo>
                <a:lnTo>
                  <a:pt x="118" y="955"/>
                </a:lnTo>
                <a:lnTo>
                  <a:pt x="126" y="990"/>
                </a:lnTo>
                <a:lnTo>
                  <a:pt x="134" y="1026"/>
                </a:lnTo>
                <a:lnTo>
                  <a:pt x="143" y="1061"/>
                </a:lnTo>
                <a:lnTo>
                  <a:pt x="151" y="1095"/>
                </a:lnTo>
                <a:lnTo>
                  <a:pt x="160" y="1129"/>
                </a:lnTo>
                <a:lnTo>
                  <a:pt x="168" y="1161"/>
                </a:lnTo>
                <a:lnTo>
                  <a:pt x="176" y="1191"/>
                </a:lnTo>
                <a:lnTo>
                  <a:pt x="185" y="1220"/>
                </a:lnTo>
                <a:lnTo>
                  <a:pt x="193" y="1247"/>
                </a:lnTo>
                <a:lnTo>
                  <a:pt x="202" y="1271"/>
                </a:lnTo>
                <a:lnTo>
                  <a:pt x="210" y="1294"/>
                </a:lnTo>
                <a:lnTo>
                  <a:pt x="218" y="1315"/>
                </a:lnTo>
                <a:lnTo>
                  <a:pt x="227" y="1333"/>
                </a:lnTo>
                <a:lnTo>
                  <a:pt x="235" y="1350"/>
                </a:lnTo>
                <a:lnTo>
                  <a:pt x="243" y="1364"/>
                </a:lnTo>
                <a:lnTo>
                  <a:pt x="252" y="1376"/>
                </a:lnTo>
                <a:lnTo>
                  <a:pt x="260" y="1387"/>
                </a:lnTo>
                <a:lnTo>
                  <a:pt x="269" y="1395"/>
                </a:lnTo>
                <a:lnTo>
                  <a:pt x="277" y="1402"/>
                </a:lnTo>
                <a:lnTo>
                  <a:pt x="285" y="1407"/>
                </a:lnTo>
                <a:lnTo>
                  <a:pt x="294" y="1411"/>
                </a:lnTo>
                <a:lnTo>
                  <a:pt x="302" y="1414"/>
                </a:lnTo>
                <a:lnTo>
                  <a:pt x="311" y="1415"/>
                </a:lnTo>
                <a:lnTo>
                  <a:pt x="319" y="1415"/>
                </a:lnTo>
                <a:lnTo>
                  <a:pt x="327" y="1414"/>
                </a:lnTo>
                <a:lnTo>
                  <a:pt x="336" y="1412"/>
                </a:lnTo>
                <a:lnTo>
                  <a:pt x="344" y="1409"/>
                </a:lnTo>
                <a:lnTo>
                  <a:pt x="353" y="1405"/>
                </a:lnTo>
                <a:lnTo>
                  <a:pt x="361" y="1401"/>
                </a:lnTo>
                <a:lnTo>
                  <a:pt x="369" y="1397"/>
                </a:lnTo>
                <a:lnTo>
                  <a:pt x="378" y="1392"/>
                </a:lnTo>
                <a:lnTo>
                  <a:pt x="386" y="1387"/>
                </a:lnTo>
                <a:lnTo>
                  <a:pt x="395" y="1382"/>
                </a:lnTo>
                <a:lnTo>
                  <a:pt x="403" y="1377"/>
                </a:lnTo>
                <a:lnTo>
                  <a:pt x="411" y="1372"/>
                </a:lnTo>
                <a:lnTo>
                  <a:pt x="420" y="1367"/>
                </a:lnTo>
                <a:lnTo>
                  <a:pt x="428" y="1362"/>
                </a:lnTo>
                <a:lnTo>
                  <a:pt x="437" y="1358"/>
                </a:lnTo>
                <a:lnTo>
                  <a:pt x="445" y="1353"/>
                </a:lnTo>
                <a:lnTo>
                  <a:pt x="453" y="1349"/>
                </a:lnTo>
                <a:lnTo>
                  <a:pt x="462" y="1346"/>
                </a:lnTo>
                <a:lnTo>
                  <a:pt x="470" y="1343"/>
                </a:lnTo>
                <a:lnTo>
                  <a:pt x="479" y="1340"/>
                </a:lnTo>
                <a:lnTo>
                  <a:pt x="487" y="1338"/>
                </a:lnTo>
                <a:lnTo>
                  <a:pt x="495" y="1336"/>
                </a:lnTo>
                <a:lnTo>
                  <a:pt x="504" y="1335"/>
                </a:lnTo>
                <a:lnTo>
                  <a:pt x="512" y="1335"/>
                </a:lnTo>
                <a:lnTo>
                  <a:pt x="521" y="1335"/>
                </a:lnTo>
                <a:lnTo>
                  <a:pt x="529" y="1335"/>
                </a:lnTo>
                <a:lnTo>
                  <a:pt x="537" y="1336"/>
                </a:lnTo>
                <a:lnTo>
                  <a:pt x="546" y="1338"/>
                </a:lnTo>
                <a:lnTo>
                  <a:pt x="554" y="1340"/>
                </a:lnTo>
                <a:lnTo>
                  <a:pt x="563" y="1343"/>
                </a:lnTo>
                <a:lnTo>
                  <a:pt x="571" y="1346"/>
                </a:lnTo>
                <a:lnTo>
                  <a:pt x="579" y="1350"/>
                </a:lnTo>
                <a:lnTo>
                  <a:pt x="588" y="1354"/>
                </a:lnTo>
                <a:lnTo>
                  <a:pt x="596" y="1359"/>
                </a:lnTo>
                <a:lnTo>
                  <a:pt x="605" y="1364"/>
                </a:lnTo>
                <a:lnTo>
                  <a:pt x="613" y="1369"/>
                </a:lnTo>
                <a:lnTo>
                  <a:pt x="621" y="1375"/>
                </a:lnTo>
                <a:lnTo>
                  <a:pt x="630" y="1381"/>
                </a:lnTo>
                <a:lnTo>
                  <a:pt x="638" y="1387"/>
                </a:lnTo>
                <a:lnTo>
                  <a:pt x="646" y="1393"/>
                </a:lnTo>
                <a:lnTo>
                  <a:pt x="655" y="1400"/>
                </a:lnTo>
                <a:lnTo>
                  <a:pt x="663" y="1407"/>
                </a:lnTo>
                <a:lnTo>
                  <a:pt x="672" y="1414"/>
                </a:lnTo>
                <a:lnTo>
                  <a:pt x="680" y="1421"/>
                </a:lnTo>
                <a:lnTo>
                  <a:pt x="688" y="1428"/>
                </a:lnTo>
                <a:lnTo>
                  <a:pt x="697" y="1436"/>
                </a:lnTo>
                <a:lnTo>
                  <a:pt x="705" y="1443"/>
                </a:lnTo>
                <a:lnTo>
                  <a:pt x="714" y="1450"/>
                </a:lnTo>
                <a:lnTo>
                  <a:pt x="722" y="1458"/>
                </a:lnTo>
                <a:lnTo>
                  <a:pt x="730" y="1465"/>
                </a:lnTo>
                <a:lnTo>
                  <a:pt x="739" y="1472"/>
                </a:lnTo>
                <a:lnTo>
                  <a:pt x="747" y="1479"/>
                </a:lnTo>
                <a:lnTo>
                  <a:pt x="756" y="1486"/>
                </a:lnTo>
                <a:lnTo>
                  <a:pt x="764" y="1492"/>
                </a:lnTo>
                <a:lnTo>
                  <a:pt x="772" y="1499"/>
                </a:lnTo>
                <a:lnTo>
                  <a:pt x="781" y="1505"/>
                </a:lnTo>
                <a:lnTo>
                  <a:pt x="789" y="1511"/>
                </a:lnTo>
                <a:lnTo>
                  <a:pt x="798" y="1517"/>
                </a:lnTo>
                <a:lnTo>
                  <a:pt x="806" y="1522"/>
                </a:lnTo>
                <a:lnTo>
                  <a:pt x="814" y="1527"/>
                </a:lnTo>
                <a:lnTo>
                  <a:pt x="823" y="1532"/>
                </a:lnTo>
                <a:lnTo>
                  <a:pt x="831" y="1537"/>
                </a:lnTo>
                <a:lnTo>
                  <a:pt x="840" y="1541"/>
                </a:lnTo>
                <a:lnTo>
                  <a:pt x="848" y="1545"/>
                </a:lnTo>
                <a:lnTo>
                  <a:pt x="856" y="1549"/>
                </a:lnTo>
                <a:lnTo>
                  <a:pt x="865" y="1552"/>
                </a:lnTo>
                <a:lnTo>
                  <a:pt x="873" y="1555"/>
                </a:lnTo>
                <a:lnTo>
                  <a:pt x="882" y="1558"/>
                </a:lnTo>
                <a:lnTo>
                  <a:pt x="890" y="1561"/>
                </a:lnTo>
                <a:lnTo>
                  <a:pt x="898" y="1563"/>
                </a:lnTo>
                <a:lnTo>
                  <a:pt x="907" y="1565"/>
                </a:lnTo>
                <a:lnTo>
                  <a:pt x="915" y="1566"/>
                </a:lnTo>
                <a:lnTo>
                  <a:pt x="924" y="1568"/>
                </a:lnTo>
                <a:lnTo>
                  <a:pt x="932" y="1569"/>
                </a:lnTo>
                <a:lnTo>
                  <a:pt x="940" y="1570"/>
                </a:lnTo>
                <a:lnTo>
                  <a:pt x="949" y="1570"/>
                </a:lnTo>
                <a:lnTo>
                  <a:pt x="957" y="1571"/>
                </a:lnTo>
                <a:lnTo>
                  <a:pt x="966" y="1571"/>
                </a:lnTo>
                <a:lnTo>
                  <a:pt x="974" y="1571"/>
                </a:lnTo>
                <a:lnTo>
                  <a:pt x="982" y="1571"/>
                </a:lnTo>
                <a:lnTo>
                  <a:pt x="991" y="1570"/>
                </a:lnTo>
                <a:lnTo>
                  <a:pt x="999" y="1570"/>
                </a:lnTo>
                <a:lnTo>
                  <a:pt x="1008" y="1569"/>
                </a:lnTo>
                <a:lnTo>
                  <a:pt x="1016" y="1568"/>
                </a:lnTo>
                <a:lnTo>
                  <a:pt x="1024" y="1568"/>
                </a:lnTo>
                <a:lnTo>
                  <a:pt x="1033" y="1567"/>
                </a:lnTo>
                <a:lnTo>
                  <a:pt x="1041" y="1566"/>
                </a:lnTo>
                <a:lnTo>
                  <a:pt x="1049" y="1565"/>
                </a:lnTo>
                <a:lnTo>
                  <a:pt x="1058" y="1564"/>
                </a:lnTo>
                <a:lnTo>
                  <a:pt x="1066" y="1563"/>
                </a:lnTo>
                <a:lnTo>
                  <a:pt x="1075" y="1562"/>
                </a:lnTo>
                <a:lnTo>
                  <a:pt x="1083" y="1561"/>
                </a:lnTo>
                <a:lnTo>
                  <a:pt x="1091" y="1560"/>
                </a:lnTo>
                <a:lnTo>
                  <a:pt x="1100" y="1559"/>
                </a:lnTo>
                <a:lnTo>
                  <a:pt x="1108" y="1559"/>
                </a:lnTo>
                <a:lnTo>
                  <a:pt x="1117" y="1558"/>
                </a:lnTo>
                <a:lnTo>
                  <a:pt x="1125" y="1557"/>
                </a:lnTo>
                <a:lnTo>
                  <a:pt x="1133" y="1557"/>
                </a:lnTo>
                <a:lnTo>
                  <a:pt x="1142" y="1557"/>
                </a:lnTo>
                <a:lnTo>
                  <a:pt x="1150" y="1557"/>
                </a:lnTo>
                <a:lnTo>
                  <a:pt x="1159" y="1557"/>
                </a:lnTo>
                <a:lnTo>
                  <a:pt x="1167" y="1557"/>
                </a:lnTo>
                <a:lnTo>
                  <a:pt x="1175" y="1558"/>
                </a:lnTo>
                <a:lnTo>
                  <a:pt x="1184" y="1558"/>
                </a:lnTo>
                <a:lnTo>
                  <a:pt x="1192" y="1559"/>
                </a:lnTo>
                <a:lnTo>
                  <a:pt x="1201" y="1560"/>
                </a:lnTo>
                <a:lnTo>
                  <a:pt x="1209" y="1561"/>
                </a:lnTo>
                <a:lnTo>
                  <a:pt x="1217" y="1563"/>
                </a:lnTo>
                <a:lnTo>
                  <a:pt x="1226" y="1564"/>
                </a:lnTo>
                <a:lnTo>
                  <a:pt x="1234" y="1566"/>
                </a:lnTo>
                <a:lnTo>
                  <a:pt x="1243" y="1568"/>
                </a:lnTo>
                <a:lnTo>
                  <a:pt x="1251" y="1571"/>
                </a:lnTo>
                <a:lnTo>
                  <a:pt x="1259" y="1573"/>
                </a:lnTo>
                <a:lnTo>
                  <a:pt x="1268" y="1576"/>
                </a:lnTo>
                <a:lnTo>
                  <a:pt x="1276" y="1579"/>
                </a:lnTo>
                <a:lnTo>
                  <a:pt x="1285" y="1582"/>
                </a:lnTo>
                <a:lnTo>
                  <a:pt x="1293" y="1585"/>
                </a:lnTo>
                <a:lnTo>
                  <a:pt x="1301" y="1589"/>
                </a:lnTo>
                <a:lnTo>
                  <a:pt x="1310" y="1592"/>
                </a:lnTo>
                <a:lnTo>
                  <a:pt x="1318" y="1596"/>
                </a:lnTo>
                <a:lnTo>
                  <a:pt x="1327" y="1600"/>
                </a:lnTo>
                <a:lnTo>
                  <a:pt x="1335" y="1604"/>
                </a:lnTo>
                <a:lnTo>
                  <a:pt x="1343" y="1608"/>
                </a:lnTo>
                <a:lnTo>
                  <a:pt x="1352" y="1613"/>
                </a:lnTo>
                <a:lnTo>
                  <a:pt x="1360" y="1617"/>
                </a:lnTo>
                <a:lnTo>
                  <a:pt x="1369" y="1621"/>
                </a:lnTo>
                <a:lnTo>
                  <a:pt x="1377" y="1626"/>
                </a:lnTo>
                <a:lnTo>
                  <a:pt x="1385" y="1631"/>
                </a:lnTo>
                <a:lnTo>
                  <a:pt x="1394" y="1635"/>
                </a:lnTo>
                <a:lnTo>
                  <a:pt x="1402" y="1640"/>
                </a:lnTo>
                <a:lnTo>
                  <a:pt x="1411" y="1644"/>
                </a:lnTo>
                <a:lnTo>
                  <a:pt x="1419" y="1649"/>
                </a:lnTo>
                <a:lnTo>
                  <a:pt x="1427" y="1654"/>
                </a:lnTo>
                <a:lnTo>
                  <a:pt x="1436" y="1658"/>
                </a:lnTo>
                <a:lnTo>
                  <a:pt x="1444" y="1663"/>
                </a:lnTo>
                <a:lnTo>
                  <a:pt x="1453" y="1667"/>
                </a:lnTo>
                <a:lnTo>
                  <a:pt x="1461" y="1671"/>
                </a:lnTo>
                <a:lnTo>
                  <a:pt x="1469" y="1675"/>
                </a:lnTo>
                <a:lnTo>
                  <a:pt x="1478" y="1679"/>
                </a:lnTo>
                <a:lnTo>
                  <a:pt x="1486" y="1683"/>
                </a:lnTo>
                <a:lnTo>
                  <a:pt x="1494" y="1687"/>
                </a:lnTo>
                <a:lnTo>
                  <a:pt x="1503" y="1690"/>
                </a:lnTo>
                <a:lnTo>
                  <a:pt x="1511" y="1693"/>
                </a:lnTo>
                <a:lnTo>
                  <a:pt x="1520" y="1696"/>
                </a:lnTo>
                <a:lnTo>
                  <a:pt x="1528" y="1699"/>
                </a:lnTo>
                <a:lnTo>
                  <a:pt x="1536" y="1701"/>
                </a:lnTo>
                <a:lnTo>
                  <a:pt x="1545" y="1703"/>
                </a:lnTo>
                <a:lnTo>
                  <a:pt x="1553" y="1705"/>
                </a:lnTo>
                <a:lnTo>
                  <a:pt x="1562" y="1706"/>
                </a:lnTo>
                <a:lnTo>
                  <a:pt x="1570" y="1707"/>
                </a:lnTo>
                <a:lnTo>
                  <a:pt x="1578" y="1708"/>
                </a:lnTo>
                <a:lnTo>
                  <a:pt x="1587" y="1708"/>
                </a:lnTo>
                <a:lnTo>
                  <a:pt x="1595" y="1708"/>
                </a:lnTo>
                <a:lnTo>
                  <a:pt x="1604" y="1708"/>
                </a:lnTo>
                <a:lnTo>
                  <a:pt x="1612" y="1707"/>
                </a:lnTo>
                <a:lnTo>
                  <a:pt x="1620" y="1706"/>
                </a:lnTo>
                <a:lnTo>
                  <a:pt x="1629" y="1705"/>
                </a:lnTo>
                <a:lnTo>
                  <a:pt x="1637" y="1703"/>
                </a:lnTo>
                <a:lnTo>
                  <a:pt x="1646" y="1700"/>
                </a:lnTo>
                <a:lnTo>
                  <a:pt x="1654" y="1697"/>
                </a:lnTo>
                <a:lnTo>
                  <a:pt x="1662" y="1694"/>
                </a:lnTo>
                <a:lnTo>
                  <a:pt x="1671" y="1690"/>
                </a:lnTo>
                <a:lnTo>
                  <a:pt x="1679" y="1686"/>
                </a:lnTo>
                <a:lnTo>
                  <a:pt x="1688" y="1682"/>
                </a:lnTo>
                <a:lnTo>
                  <a:pt x="1696" y="1677"/>
                </a:lnTo>
                <a:lnTo>
                  <a:pt x="1704" y="1671"/>
                </a:lnTo>
                <a:lnTo>
                  <a:pt x="1713" y="1665"/>
                </a:lnTo>
                <a:lnTo>
                  <a:pt x="1721" y="1659"/>
                </a:lnTo>
                <a:lnTo>
                  <a:pt x="1730" y="1653"/>
                </a:lnTo>
                <a:lnTo>
                  <a:pt x="1738" y="1645"/>
                </a:lnTo>
                <a:lnTo>
                  <a:pt x="1746" y="1638"/>
                </a:lnTo>
                <a:lnTo>
                  <a:pt x="1755" y="1630"/>
                </a:lnTo>
                <a:lnTo>
                  <a:pt x="1763" y="1622"/>
                </a:lnTo>
                <a:lnTo>
                  <a:pt x="1772" y="1613"/>
                </a:lnTo>
                <a:lnTo>
                  <a:pt x="1780" y="1604"/>
                </a:lnTo>
                <a:lnTo>
                  <a:pt x="1788" y="1595"/>
                </a:lnTo>
                <a:lnTo>
                  <a:pt x="1797" y="1585"/>
                </a:lnTo>
                <a:lnTo>
                  <a:pt x="1805" y="1575"/>
                </a:lnTo>
                <a:lnTo>
                  <a:pt x="1814" y="1565"/>
                </a:lnTo>
                <a:lnTo>
                  <a:pt x="1822" y="1555"/>
                </a:lnTo>
                <a:lnTo>
                  <a:pt x="1830" y="1544"/>
                </a:lnTo>
                <a:lnTo>
                  <a:pt x="1839" y="1533"/>
                </a:lnTo>
                <a:lnTo>
                  <a:pt x="1847" y="1522"/>
                </a:lnTo>
                <a:lnTo>
                  <a:pt x="1856" y="1510"/>
                </a:lnTo>
                <a:lnTo>
                  <a:pt x="1864" y="1498"/>
                </a:lnTo>
                <a:lnTo>
                  <a:pt x="1872" y="1487"/>
                </a:lnTo>
                <a:lnTo>
                  <a:pt x="1881" y="1475"/>
                </a:lnTo>
                <a:lnTo>
                  <a:pt x="1889" y="1463"/>
                </a:lnTo>
                <a:lnTo>
                  <a:pt x="1897" y="1450"/>
                </a:lnTo>
                <a:lnTo>
                  <a:pt x="1906" y="1438"/>
                </a:lnTo>
                <a:lnTo>
                  <a:pt x="1914" y="1426"/>
                </a:lnTo>
                <a:lnTo>
                  <a:pt x="1923" y="1413"/>
                </a:lnTo>
                <a:lnTo>
                  <a:pt x="1931" y="1401"/>
                </a:lnTo>
                <a:lnTo>
                  <a:pt x="1939" y="1389"/>
                </a:lnTo>
                <a:lnTo>
                  <a:pt x="1948" y="1376"/>
                </a:lnTo>
                <a:lnTo>
                  <a:pt x="1956" y="1364"/>
                </a:lnTo>
                <a:lnTo>
                  <a:pt x="1965" y="1352"/>
                </a:lnTo>
                <a:lnTo>
                  <a:pt x="1973" y="1340"/>
                </a:lnTo>
                <a:lnTo>
                  <a:pt x="1981" y="1328"/>
                </a:lnTo>
                <a:lnTo>
                  <a:pt x="1990" y="1316"/>
                </a:lnTo>
                <a:lnTo>
                  <a:pt x="1998" y="1304"/>
                </a:lnTo>
                <a:lnTo>
                  <a:pt x="2007" y="1293"/>
                </a:lnTo>
                <a:lnTo>
                  <a:pt x="2015" y="1282"/>
                </a:lnTo>
                <a:lnTo>
                  <a:pt x="2023" y="1270"/>
                </a:lnTo>
                <a:lnTo>
                  <a:pt x="2032" y="1260"/>
                </a:lnTo>
                <a:lnTo>
                  <a:pt x="2040" y="1249"/>
                </a:lnTo>
                <a:lnTo>
                  <a:pt x="2049" y="1239"/>
                </a:lnTo>
                <a:lnTo>
                  <a:pt x="2057" y="1229"/>
                </a:lnTo>
                <a:lnTo>
                  <a:pt x="2065" y="1219"/>
                </a:lnTo>
                <a:lnTo>
                  <a:pt x="2074" y="1209"/>
                </a:lnTo>
                <a:lnTo>
                  <a:pt x="2082" y="1200"/>
                </a:lnTo>
                <a:lnTo>
                  <a:pt x="2091" y="1192"/>
                </a:lnTo>
                <a:lnTo>
                  <a:pt x="2099" y="1183"/>
                </a:lnTo>
                <a:lnTo>
                  <a:pt x="2107" y="1175"/>
                </a:lnTo>
                <a:lnTo>
                  <a:pt x="2116" y="1167"/>
                </a:lnTo>
                <a:lnTo>
                  <a:pt x="2124" y="1160"/>
                </a:lnTo>
                <a:lnTo>
                  <a:pt x="2133" y="1153"/>
                </a:lnTo>
                <a:lnTo>
                  <a:pt x="2141" y="1146"/>
                </a:lnTo>
                <a:lnTo>
                  <a:pt x="2149" y="1140"/>
                </a:lnTo>
                <a:lnTo>
                  <a:pt x="2158" y="1134"/>
                </a:lnTo>
                <a:lnTo>
                  <a:pt x="2166" y="1129"/>
                </a:lnTo>
                <a:lnTo>
                  <a:pt x="2175" y="1124"/>
                </a:lnTo>
                <a:lnTo>
                  <a:pt x="2183" y="1119"/>
                </a:lnTo>
                <a:lnTo>
                  <a:pt x="2191" y="1115"/>
                </a:lnTo>
                <a:lnTo>
                  <a:pt x="2200" y="1111"/>
                </a:lnTo>
                <a:lnTo>
                  <a:pt x="2208" y="1107"/>
                </a:lnTo>
                <a:lnTo>
                  <a:pt x="2217" y="1104"/>
                </a:lnTo>
                <a:lnTo>
                  <a:pt x="2225" y="1101"/>
                </a:lnTo>
                <a:lnTo>
                  <a:pt x="2233" y="1099"/>
                </a:lnTo>
                <a:lnTo>
                  <a:pt x="2242" y="1096"/>
                </a:lnTo>
                <a:lnTo>
                  <a:pt x="2250" y="1095"/>
                </a:lnTo>
                <a:lnTo>
                  <a:pt x="2259" y="1093"/>
                </a:lnTo>
                <a:lnTo>
                  <a:pt x="2267" y="1092"/>
                </a:lnTo>
                <a:lnTo>
                  <a:pt x="2275" y="1091"/>
                </a:lnTo>
                <a:lnTo>
                  <a:pt x="2284" y="1090"/>
                </a:lnTo>
                <a:lnTo>
                  <a:pt x="2292" y="1089"/>
                </a:lnTo>
                <a:lnTo>
                  <a:pt x="2301" y="1089"/>
                </a:lnTo>
                <a:lnTo>
                  <a:pt x="2309" y="1089"/>
                </a:lnTo>
                <a:lnTo>
                  <a:pt x="2317" y="1089"/>
                </a:lnTo>
                <a:lnTo>
                  <a:pt x="2326" y="1090"/>
                </a:lnTo>
                <a:lnTo>
                  <a:pt x="2334" y="1090"/>
                </a:lnTo>
                <a:lnTo>
                  <a:pt x="2342" y="1091"/>
                </a:lnTo>
                <a:lnTo>
                  <a:pt x="2351" y="1091"/>
                </a:lnTo>
                <a:lnTo>
                  <a:pt x="2359" y="1092"/>
                </a:lnTo>
                <a:lnTo>
                  <a:pt x="2368" y="1093"/>
                </a:lnTo>
                <a:lnTo>
                  <a:pt x="2376" y="1094"/>
                </a:lnTo>
                <a:lnTo>
                  <a:pt x="2384" y="1095"/>
                </a:lnTo>
                <a:lnTo>
                  <a:pt x="2393" y="1096"/>
                </a:lnTo>
                <a:lnTo>
                  <a:pt x="2401" y="1097"/>
                </a:lnTo>
                <a:lnTo>
                  <a:pt x="2410" y="1098"/>
                </a:lnTo>
                <a:lnTo>
                  <a:pt x="2418" y="1099"/>
                </a:lnTo>
                <a:lnTo>
                  <a:pt x="2426" y="1099"/>
                </a:lnTo>
                <a:lnTo>
                  <a:pt x="2435" y="1100"/>
                </a:lnTo>
                <a:lnTo>
                  <a:pt x="2443" y="1101"/>
                </a:lnTo>
                <a:lnTo>
                  <a:pt x="2452" y="1101"/>
                </a:lnTo>
                <a:lnTo>
                  <a:pt x="2460" y="1101"/>
                </a:lnTo>
                <a:lnTo>
                  <a:pt x="2468" y="1102"/>
                </a:lnTo>
                <a:lnTo>
                  <a:pt x="2477" y="1102"/>
                </a:lnTo>
                <a:lnTo>
                  <a:pt x="2485" y="1101"/>
                </a:lnTo>
                <a:lnTo>
                  <a:pt x="2494" y="1101"/>
                </a:lnTo>
                <a:lnTo>
                  <a:pt x="2502" y="1100"/>
                </a:lnTo>
                <a:lnTo>
                  <a:pt x="2510" y="1099"/>
                </a:lnTo>
                <a:lnTo>
                  <a:pt x="2519" y="1098"/>
                </a:lnTo>
                <a:lnTo>
                  <a:pt x="2527" y="1097"/>
                </a:lnTo>
                <a:lnTo>
                  <a:pt x="2536" y="1095"/>
                </a:lnTo>
                <a:lnTo>
                  <a:pt x="2544" y="1094"/>
                </a:lnTo>
                <a:lnTo>
                  <a:pt x="2552" y="1091"/>
                </a:lnTo>
                <a:lnTo>
                  <a:pt x="2561" y="1089"/>
                </a:lnTo>
                <a:lnTo>
                  <a:pt x="2569" y="1087"/>
                </a:lnTo>
                <a:lnTo>
                  <a:pt x="2578" y="1084"/>
                </a:lnTo>
                <a:lnTo>
                  <a:pt x="2586" y="1081"/>
                </a:lnTo>
                <a:lnTo>
                  <a:pt x="2594" y="1077"/>
                </a:lnTo>
                <a:lnTo>
                  <a:pt x="2603" y="1074"/>
                </a:lnTo>
                <a:lnTo>
                  <a:pt x="2611" y="1070"/>
                </a:lnTo>
                <a:lnTo>
                  <a:pt x="2620" y="1066"/>
                </a:lnTo>
                <a:lnTo>
                  <a:pt x="2628" y="1061"/>
                </a:lnTo>
                <a:lnTo>
                  <a:pt x="2636" y="1057"/>
                </a:lnTo>
                <a:lnTo>
                  <a:pt x="2645" y="1052"/>
                </a:lnTo>
                <a:lnTo>
                  <a:pt x="2653" y="1047"/>
                </a:lnTo>
                <a:lnTo>
                  <a:pt x="2662" y="1042"/>
                </a:lnTo>
                <a:lnTo>
                  <a:pt x="2670" y="1037"/>
                </a:lnTo>
                <a:lnTo>
                  <a:pt x="2678" y="1032"/>
                </a:lnTo>
                <a:lnTo>
                  <a:pt x="2687" y="1027"/>
                </a:lnTo>
                <a:lnTo>
                  <a:pt x="2695" y="1021"/>
                </a:lnTo>
                <a:lnTo>
                  <a:pt x="2704" y="1016"/>
                </a:lnTo>
                <a:lnTo>
                  <a:pt x="2712" y="1010"/>
                </a:lnTo>
                <a:lnTo>
                  <a:pt x="2720" y="1005"/>
                </a:lnTo>
                <a:lnTo>
                  <a:pt x="2729" y="999"/>
                </a:lnTo>
                <a:lnTo>
                  <a:pt x="2737" y="994"/>
                </a:lnTo>
                <a:lnTo>
                  <a:pt x="2745" y="988"/>
                </a:lnTo>
                <a:lnTo>
                  <a:pt x="2754" y="983"/>
                </a:lnTo>
                <a:lnTo>
                  <a:pt x="2762" y="977"/>
                </a:lnTo>
                <a:lnTo>
                  <a:pt x="2771" y="972"/>
                </a:lnTo>
                <a:lnTo>
                  <a:pt x="2779" y="967"/>
                </a:lnTo>
                <a:lnTo>
                  <a:pt x="2787" y="962"/>
                </a:lnTo>
                <a:lnTo>
                  <a:pt x="2796" y="958"/>
                </a:lnTo>
                <a:lnTo>
                  <a:pt x="2804" y="953"/>
                </a:lnTo>
                <a:lnTo>
                  <a:pt x="2813" y="949"/>
                </a:lnTo>
                <a:lnTo>
                  <a:pt x="2821" y="944"/>
                </a:lnTo>
                <a:lnTo>
                  <a:pt x="2829" y="940"/>
                </a:lnTo>
                <a:lnTo>
                  <a:pt x="2838" y="937"/>
                </a:lnTo>
                <a:lnTo>
                  <a:pt x="2846" y="933"/>
                </a:lnTo>
                <a:lnTo>
                  <a:pt x="2855" y="930"/>
                </a:lnTo>
                <a:lnTo>
                  <a:pt x="2863" y="927"/>
                </a:lnTo>
                <a:lnTo>
                  <a:pt x="2871" y="924"/>
                </a:lnTo>
                <a:lnTo>
                  <a:pt x="2880" y="921"/>
                </a:lnTo>
                <a:lnTo>
                  <a:pt x="2888" y="918"/>
                </a:lnTo>
                <a:lnTo>
                  <a:pt x="2897" y="916"/>
                </a:lnTo>
                <a:lnTo>
                  <a:pt x="2905" y="914"/>
                </a:lnTo>
                <a:lnTo>
                  <a:pt x="2913" y="911"/>
                </a:lnTo>
                <a:lnTo>
                  <a:pt x="2922" y="909"/>
                </a:lnTo>
                <a:lnTo>
                  <a:pt x="2930" y="907"/>
                </a:lnTo>
                <a:lnTo>
                  <a:pt x="2939" y="905"/>
                </a:lnTo>
                <a:lnTo>
                  <a:pt x="2947" y="903"/>
                </a:lnTo>
                <a:lnTo>
                  <a:pt x="2955" y="900"/>
                </a:lnTo>
                <a:lnTo>
                  <a:pt x="2964" y="897"/>
                </a:lnTo>
                <a:lnTo>
                  <a:pt x="2972" y="895"/>
                </a:lnTo>
                <a:lnTo>
                  <a:pt x="2981" y="891"/>
                </a:lnTo>
                <a:lnTo>
                  <a:pt x="2989" y="888"/>
                </a:lnTo>
                <a:lnTo>
                  <a:pt x="2997" y="883"/>
                </a:lnTo>
                <a:lnTo>
                  <a:pt x="3006" y="878"/>
                </a:lnTo>
                <a:lnTo>
                  <a:pt x="3014" y="873"/>
                </a:lnTo>
                <a:lnTo>
                  <a:pt x="3023" y="867"/>
                </a:lnTo>
                <a:lnTo>
                  <a:pt x="3031" y="860"/>
                </a:lnTo>
                <a:lnTo>
                  <a:pt x="3039" y="851"/>
                </a:lnTo>
                <a:lnTo>
                  <a:pt x="3048" y="842"/>
                </a:lnTo>
                <a:lnTo>
                  <a:pt x="3056" y="832"/>
                </a:lnTo>
                <a:lnTo>
                  <a:pt x="3065" y="820"/>
                </a:lnTo>
                <a:lnTo>
                  <a:pt x="3073" y="807"/>
                </a:lnTo>
                <a:lnTo>
                  <a:pt x="3081" y="793"/>
                </a:lnTo>
                <a:lnTo>
                  <a:pt x="3090" y="777"/>
                </a:lnTo>
                <a:lnTo>
                  <a:pt x="3098" y="760"/>
                </a:lnTo>
                <a:lnTo>
                  <a:pt x="3107" y="740"/>
                </a:lnTo>
                <a:lnTo>
                  <a:pt x="3115" y="719"/>
                </a:lnTo>
                <a:lnTo>
                  <a:pt x="3123" y="697"/>
                </a:lnTo>
                <a:lnTo>
                  <a:pt x="3132" y="672"/>
                </a:lnTo>
                <a:lnTo>
                  <a:pt x="3140" y="646"/>
                </a:lnTo>
                <a:lnTo>
                  <a:pt x="3148" y="617"/>
                </a:lnTo>
                <a:lnTo>
                  <a:pt x="3157" y="587"/>
                </a:lnTo>
                <a:lnTo>
                  <a:pt x="3165" y="555"/>
                </a:lnTo>
                <a:lnTo>
                  <a:pt x="3174" y="521"/>
                </a:lnTo>
                <a:lnTo>
                  <a:pt x="3182" y="486"/>
                </a:lnTo>
                <a:lnTo>
                  <a:pt x="3190" y="449"/>
                </a:lnTo>
                <a:lnTo>
                  <a:pt x="3199" y="411"/>
                </a:lnTo>
                <a:lnTo>
                  <a:pt x="3207" y="372"/>
                </a:lnTo>
                <a:lnTo>
                  <a:pt x="3216" y="333"/>
                </a:lnTo>
                <a:lnTo>
                  <a:pt x="3224" y="293"/>
                </a:lnTo>
                <a:lnTo>
                  <a:pt x="3232" y="252"/>
                </a:lnTo>
                <a:lnTo>
                  <a:pt x="3241" y="213"/>
                </a:lnTo>
                <a:lnTo>
                  <a:pt x="3249" y="174"/>
                </a:lnTo>
                <a:lnTo>
                  <a:pt x="3258" y="137"/>
                </a:lnTo>
                <a:lnTo>
                  <a:pt x="3266" y="103"/>
                </a:lnTo>
                <a:lnTo>
                  <a:pt x="3274" y="72"/>
                </a:lnTo>
                <a:lnTo>
                  <a:pt x="3283" y="45"/>
                </a:lnTo>
                <a:lnTo>
                  <a:pt x="3291" y="23"/>
                </a:lnTo>
                <a:lnTo>
                  <a:pt x="3300" y="8"/>
                </a:lnTo>
                <a:lnTo>
                  <a:pt x="3308" y="0"/>
                </a:lnTo>
                <a:lnTo>
                  <a:pt x="3316" y="2"/>
                </a:lnTo>
                <a:lnTo>
                  <a:pt x="3325" y="15"/>
                </a:lnTo>
                <a:lnTo>
                  <a:pt x="3333" y="40"/>
                </a:lnTo>
                <a:lnTo>
                  <a:pt x="3342" y="80"/>
                </a:lnTo>
                <a:lnTo>
                  <a:pt x="3350" y="136"/>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3177540"/>
            <a:ext cx="3063240" cy="1471270"/>
          </a:xfrm>
          <a:custGeom>
            <a:avLst/>
            <a:gdLst/>
            <a:ahLst/>
            <a:cxnLst/>
            <a:rect l="l" t="t" r="r" b="b"/>
            <a:pathLst>
              <a:path w="3350" h="1609">
                <a:moveTo>
                  <a:pt x="0" y="695"/>
                </a:moveTo>
                <a:lnTo>
                  <a:pt x="8" y="708"/>
                </a:lnTo>
                <a:lnTo>
                  <a:pt x="17" y="720"/>
                </a:lnTo>
                <a:lnTo>
                  <a:pt x="25" y="731"/>
                </a:lnTo>
                <a:lnTo>
                  <a:pt x="34" y="742"/>
                </a:lnTo>
                <a:lnTo>
                  <a:pt x="42" y="752"/>
                </a:lnTo>
                <a:lnTo>
                  <a:pt x="50" y="763"/>
                </a:lnTo>
                <a:lnTo>
                  <a:pt x="59" y="772"/>
                </a:lnTo>
                <a:lnTo>
                  <a:pt x="67" y="782"/>
                </a:lnTo>
                <a:lnTo>
                  <a:pt x="76" y="792"/>
                </a:lnTo>
                <a:lnTo>
                  <a:pt x="84" y="802"/>
                </a:lnTo>
                <a:lnTo>
                  <a:pt x="92" y="812"/>
                </a:lnTo>
                <a:lnTo>
                  <a:pt x="101" y="822"/>
                </a:lnTo>
                <a:lnTo>
                  <a:pt x="109" y="832"/>
                </a:lnTo>
                <a:lnTo>
                  <a:pt x="118" y="843"/>
                </a:lnTo>
                <a:lnTo>
                  <a:pt x="126" y="854"/>
                </a:lnTo>
                <a:lnTo>
                  <a:pt x="134" y="865"/>
                </a:lnTo>
                <a:lnTo>
                  <a:pt x="143" y="876"/>
                </a:lnTo>
                <a:lnTo>
                  <a:pt x="151" y="888"/>
                </a:lnTo>
                <a:lnTo>
                  <a:pt x="160" y="900"/>
                </a:lnTo>
                <a:lnTo>
                  <a:pt x="168" y="913"/>
                </a:lnTo>
                <a:lnTo>
                  <a:pt x="176" y="925"/>
                </a:lnTo>
                <a:lnTo>
                  <a:pt x="185" y="938"/>
                </a:lnTo>
                <a:lnTo>
                  <a:pt x="193" y="951"/>
                </a:lnTo>
                <a:lnTo>
                  <a:pt x="202" y="965"/>
                </a:lnTo>
                <a:lnTo>
                  <a:pt x="210" y="979"/>
                </a:lnTo>
                <a:lnTo>
                  <a:pt x="218" y="992"/>
                </a:lnTo>
                <a:lnTo>
                  <a:pt x="227" y="1007"/>
                </a:lnTo>
                <a:lnTo>
                  <a:pt x="235" y="1021"/>
                </a:lnTo>
                <a:lnTo>
                  <a:pt x="243" y="1035"/>
                </a:lnTo>
                <a:lnTo>
                  <a:pt x="252" y="1050"/>
                </a:lnTo>
                <a:lnTo>
                  <a:pt x="260" y="1064"/>
                </a:lnTo>
                <a:lnTo>
                  <a:pt x="269" y="1079"/>
                </a:lnTo>
                <a:lnTo>
                  <a:pt x="277" y="1094"/>
                </a:lnTo>
                <a:lnTo>
                  <a:pt x="285" y="1109"/>
                </a:lnTo>
                <a:lnTo>
                  <a:pt x="294" y="1123"/>
                </a:lnTo>
                <a:lnTo>
                  <a:pt x="302" y="1138"/>
                </a:lnTo>
                <a:lnTo>
                  <a:pt x="311" y="1153"/>
                </a:lnTo>
                <a:lnTo>
                  <a:pt x="319" y="1168"/>
                </a:lnTo>
                <a:lnTo>
                  <a:pt x="327" y="1182"/>
                </a:lnTo>
                <a:lnTo>
                  <a:pt x="336" y="1197"/>
                </a:lnTo>
                <a:lnTo>
                  <a:pt x="344" y="1211"/>
                </a:lnTo>
                <a:lnTo>
                  <a:pt x="353" y="1225"/>
                </a:lnTo>
                <a:lnTo>
                  <a:pt x="361" y="1239"/>
                </a:lnTo>
                <a:lnTo>
                  <a:pt x="369" y="1253"/>
                </a:lnTo>
                <a:lnTo>
                  <a:pt x="378" y="1267"/>
                </a:lnTo>
                <a:lnTo>
                  <a:pt x="386" y="1280"/>
                </a:lnTo>
                <a:lnTo>
                  <a:pt x="395" y="1294"/>
                </a:lnTo>
                <a:lnTo>
                  <a:pt x="403" y="1307"/>
                </a:lnTo>
                <a:lnTo>
                  <a:pt x="411" y="1319"/>
                </a:lnTo>
                <a:lnTo>
                  <a:pt x="420" y="1332"/>
                </a:lnTo>
                <a:lnTo>
                  <a:pt x="428" y="1344"/>
                </a:lnTo>
                <a:lnTo>
                  <a:pt x="437" y="1356"/>
                </a:lnTo>
                <a:lnTo>
                  <a:pt x="445" y="1368"/>
                </a:lnTo>
                <a:lnTo>
                  <a:pt x="453" y="1380"/>
                </a:lnTo>
                <a:lnTo>
                  <a:pt x="462" y="1391"/>
                </a:lnTo>
                <a:lnTo>
                  <a:pt x="470" y="1402"/>
                </a:lnTo>
                <a:lnTo>
                  <a:pt x="479" y="1413"/>
                </a:lnTo>
                <a:lnTo>
                  <a:pt x="487" y="1423"/>
                </a:lnTo>
                <a:lnTo>
                  <a:pt x="495" y="1433"/>
                </a:lnTo>
                <a:lnTo>
                  <a:pt x="504" y="1443"/>
                </a:lnTo>
                <a:lnTo>
                  <a:pt x="512" y="1452"/>
                </a:lnTo>
                <a:lnTo>
                  <a:pt x="521" y="1461"/>
                </a:lnTo>
                <a:lnTo>
                  <a:pt x="529" y="1470"/>
                </a:lnTo>
                <a:lnTo>
                  <a:pt x="537" y="1479"/>
                </a:lnTo>
                <a:lnTo>
                  <a:pt x="546" y="1487"/>
                </a:lnTo>
                <a:lnTo>
                  <a:pt x="554" y="1495"/>
                </a:lnTo>
                <a:lnTo>
                  <a:pt x="563" y="1503"/>
                </a:lnTo>
                <a:lnTo>
                  <a:pt x="571" y="1510"/>
                </a:lnTo>
                <a:lnTo>
                  <a:pt x="579" y="1517"/>
                </a:lnTo>
                <a:lnTo>
                  <a:pt x="588" y="1524"/>
                </a:lnTo>
                <a:lnTo>
                  <a:pt x="596" y="1530"/>
                </a:lnTo>
                <a:lnTo>
                  <a:pt x="605" y="1536"/>
                </a:lnTo>
                <a:lnTo>
                  <a:pt x="613" y="1542"/>
                </a:lnTo>
                <a:lnTo>
                  <a:pt x="621" y="1548"/>
                </a:lnTo>
                <a:lnTo>
                  <a:pt x="630" y="1553"/>
                </a:lnTo>
                <a:lnTo>
                  <a:pt x="638" y="1558"/>
                </a:lnTo>
                <a:lnTo>
                  <a:pt x="646" y="1563"/>
                </a:lnTo>
                <a:lnTo>
                  <a:pt x="655" y="1568"/>
                </a:lnTo>
                <a:lnTo>
                  <a:pt x="663" y="1572"/>
                </a:lnTo>
                <a:lnTo>
                  <a:pt x="672" y="1576"/>
                </a:lnTo>
                <a:lnTo>
                  <a:pt x="680" y="1580"/>
                </a:lnTo>
                <a:lnTo>
                  <a:pt x="688" y="1583"/>
                </a:lnTo>
                <a:lnTo>
                  <a:pt x="697" y="1586"/>
                </a:lnTo>
                <a:lnTo>
                  <a:pt x="705" y="1589"/>
                </a:lnTo>
                <a:lnTo>
                  <a:pt x="714" y="1592"/>
                </a:lnTo>
                <a:lnTo>
                  <a:pt x="722" y="1595"/>
                </a:lnTo>
                <a:lnTo>
                  <a:pt x="730" y="1597"/>
                </a:lnTo>
                <a:lnTo>
                  <a:pt x="739" y="1599"/>
                </a:lnTo>
                <a:lnTo>
                  <a:pt x="747" y="1601"/>
                </a:lnTo>
                <a:lnTo>
                  <a:pt x="756" y="1603"/>
                </a:lnTo>
                <a:lnTo>
                  <a:pt x="764" y="1604"/>
                </a:lnTo>
                <a:lnTo>
                  <a:pt x="772" y="1605"/>
                </a:lnTo>
                <a:lnTo>
                  <a:pt x="781" y="1606"/>
                </a:lnTo>
                <a:lnTo>
                  <a:pt x="789" y="1607"/>
                </a:lnTo>
                <a:lnTo>
                  <a:pt x="798" y="1608"/>
                </a:lnTo>
                <a:lnTo>
                  <a:pt x="806" y="1608"/>
                </a:lnTo>
                <a:lnTo>
                  <a:pt x="814" y="1608"/>
                </a:lnTo>
                <a:lnTo>
                  <a:pt x="823" y="1609"/>
                </a:lnTo>
                <a:lnTo>
                  <a:pt x="831" y="1608"/>
                </a:lnTo>
                <a:lnTo>
                  <a:pt x="840" y="1608"/>
                </a:lnTo>
                <a:lnTo>
                  <a:pt x="848" y="1608"/>
                </a:lnTo>
                <a:lnTo>
                  <a:pt x="856" y="1607"/>
                </a:lnTo>
                <a:lnTo>
                  <a:pt x="865" y="1606"/>
                </a:lnTo>
                <a:lnTo>
                  <a:pt x="873" y="1606"/>
                </a:lnTo>
                <a:lnTo>
                  <a:pt x="882" y="1605"/>
                </a:lnTo>
                <a:lnTo>
                  <a:pt x="890" y="1603"/>
                </a:lnTo>
                <a:lnTo>
                  <a:pt x="898" y="1602"/>
                </a:lnTo>
                <a:lnTo>
                  <a:pt x="907" y="1601"/>
                </a:lnTo>
                <a:lnTo>
                  <a:pt x="915" y="1599"/>
                </a:lnTo>
                <a:lnTo>
                  <a:pt x="924" y="1597"/>
                </a:lnTo>
                <a:lnTo>
                  <a:pt x="932" y="1596"/>
                </a:lnTo>
                <a:lnTo>
                  <a:pt x="940" y="1594"/>
                </a:lnTo>
                <a:lnTo>
                  <a:pt x="949" y="1592"/>
                </a:lnTo>
                <a:lnTo>
                  <a:pt x="957" y="1589"/>
                </a:lnTo>
                <a:lnTo>
                  <a:pt x="966" y="1587"/>
                </a:lnTo>
                <a:lnTo>
                  <a:pt x="974" y="1585"/>
                </a:lnTo>
                <a:lnTo>
                  <a:pt x="982" y="1582"/>
                </a:lnTo>
                <a:lnTo>
                  <a:pt x="991" y="1580"/>
                </a:lnTo>
                <a:lnTo>
                  <a:pt x="999" y="1577"/>
                </a:lnTo>
                <a:lnTo>
                  <a:pt x="1008" y="1575"/>
                </a:lnTo>
                <a:lnTo>
                  <a:pt x="1016" y="1572"/>
                </a:lnTo>
                <a:lnTo>
                  <a:pt x="1024" y="1569"/>
                </a:lnTo>
                <a:lnTo>
                  <a:pt x="1033" y="1567"/>
                </a:lnTo>
                <a:lnTo>
                  <a:pt x="1041" y="1564"/>
                </a:lnTo>
                <a:lnTo>
                  <a:pt x="1049" y="1561"/>
                </a:lnTo>
                <a:lnTo>
                  <a:pt x="1058" y="1558"/>
                </a:lnTo>
                <a:lnTo>
                  <a:pt x="1066" y="1555"/>
                </a:lnTo>
                <a:lnTo>
                  <a:pt x="1075" y="1552"/>
                </a:lnTo>
                <a:lnTo>
                  <a:pt x="1083" y="1549"/>
                </a:lnTo>
                <a:lnTo>
                  <a:pt x="1091" y="1546"/>
                </a:lnTo>
                <a:lnTo>
                  <a:pt x="1100" y="1543"/>
                </a:lnTo>
                <a:lnTo>
                  <a:pt x="1108" y="1540"/>
                </a:lnTo>
                <a:lnTo>
                  <a:pt x="1117" y="1537"/>
                </a:lnTo>
                <a:lnTo>
                  <a:pt x="1125" y="1534"/>
                </a:lnTo>
                <a:lnTo>
                  <a:pt x="1133" y="1532"/>
                </a:lnTo>
                <a:lnTo>
                  <a:pt x="1142" y="1529"/>
                </a:lnTo>
                <a:lnTo>
                  <a:pt x="1150" y="1526"/>
                </a:lnTo>
                <a:lnTo>
                  <a:pt x="1159" y="1523"/>
                </a:lnTo>
                <a:lnTo>
                  <a:pt x="1167" y="1520"/>
                </a:lnTo>
                <a:lnTo>
                  <a:pt x="1175" y="1518"/>
                </a:lnTo>
                <a:lnTo>
                  <a:pt x="1184" y="1515"/>
                </a:lnTo>
                <a:lnTo>
                  <a:pt x="1192" y="1512"/>
                </a:lnTo>
                <a:lnTo>
                  <a:pt x="1201" y="1510"/>
                </a:lnTo>
                <a:lnTo>
                  <a:pt x="1209" y="1507"/>
                </a:lnTo>
                <a:lnTo>
                  <a:pt x="1217" y="1505"/>
                </a:lnTo>
                <a:lnTo>
                  <a:pt x="1226" y="1503"/>
                </a:lnTo>
                <a:lnTo>
                  <a:pt x="1234" y="1501"/>
                </a:lnTo>
                <a:lnTo>
                  <a:pt x="1243" y="1499"/>
                </a:lnTo>
                <a:lnTo>
                  <a:pt x="1251" y="1497"/>
                </a:lnTo>
                <a:lnTo>
                  <a:pt x="1259" y="1495"/>
                </a:lnTo>
                <a:lnTo>
                  <a:pt x="1268" y="1493"/>
                </a:lnTo>
                <a:lnTo>
                  <a:pt x="1276" y="1491"/>
                </a:lnTo>
                <a:lnTo>
                  <a:pt x="1285" y="1490"/>
                </a:lnTo>
                <a:lnTo>
                  <a:pt x="1293" y="1489"/>
                </a:lnTo>
                <a:lnTo>
                  <a:pt x="1301" y="1487"/>
                </a:lnTo>
                <a:lnTo>
                  <a:pt x="1310" y="1486"/>
                </a:lnTo>
                <a:lnTo>
                  <a:pt x="1318" y="1485"/>
                </a:lnTo>
                <a:lnTo>
                  <a:pt x="1327" y="1484"/>
                </a:lnTo>
                <a:lnTo>
                  <a:pt x="1335" y="1483"/>
                </a:lnTo>
                <a:lnTo>
                  <a:pt x="1343" y="1483"/>
                </a:lnTo>
                <a:lnTo>
                  <a:pt x="1352" y="1482"/>
                </a:lnTo>
                <a:lnTo>
                  <a:pt x="1360" y="1482"/>
                </a:lnTo>
                <a:lnTo>
                  <a:pt x="1369" y="1482"/>
                </a:lnTo>
                <a:lnTo>
                  <a:pt x="1377" y="1482"/>
                </a:lnTo>
                <a:lnTo>
                  <a:pt x="1385" y="1482"/>
                </a:lnTo>
                <a:lnTo>
                  <a:pt x="1394" y="1482"/>
                </a:lnTo>
                <a:lnTo>
                  <a:pt x="1402" y="1482"/>
                </a:lnTo>
                <a:lnTo>
                  <a:pt x="1411" y="1483"/>
                </a:lnTo>
                <a:lnTo>
                  <a:pt x="1419" y="1484"/>
                </a:lnTo>
                <a:lnTo>
                  <a:pt x="1427" y="1484"/>
                </a:lnTo>
                <a:lnTo>
                  <a:pt x="1436" y="1485"/>
                </a:lnTo>
                <a:lnTo>
                  <a:pt x="1444" y="1486"/>
                </a:lnTo>
                <a:lnTo>
                  <a:pt x="1453" y="1487"/>
                </a:lnTo>
                <a:lnTo>
                  <a:pt x="1461" y="1489"/>
                </a:lnTo>
                <a:lnTo>
                  <a:pt x="1469" y="1490"/>
                </a:lnTo>
                <a:lnTo>
                  <a:pt x="1478" y="1492"/>
                </a:lnTo>
                <a:lnTo>
                  <a:pt x="1486" y="1493"/>
                </a:lnTo>
                <a:lnTo>
                  <a:pt x="1494" y="1495"/>
                </a:lnTo>
                <a:lnTo>
                  <a:pt x="1503" y="1497"/>
                </a:lnTo>
                <a:lnTo>
                  <a:pt x="1511" y="1499"/>
                </a:lnTo>
                <a:lnTo>
                  <a:pt x="1520" y="1501"/>
                </a:lnTo>
                <a:lnTo>
                  <a:pt x="1528" y="1503"/>
                </a:lnTo>
                <a:lnTo>
                  <a:pt x="1536" y="1505"/>
                </a:lnTo>
                <a:lnTo>
                  <a:pt x="1545" y="1507"/>
                </a:lnTo>
                <a:lnTo>
                  <a:pt x="1553" y="1510"/>
                </a:lnTo>
                <a:lnTo>
                  <a:pt x="1562" y="1512"/>
                </a:lnTo>
                <a:lnTo>
                  <a:pt x="1570" y="1515"/>
                </a:lnTo>
                <a:lnTo>
                  <a:pt x="1578" y="1517"/>
                </a:lnTo>
                <a:lnTo>
                  <a:pt x="1587" y="1520"/>
                </a:lnTo>
                <a:lnTo>
                  <a:pt x="1595" y="1522"/>
                </a:lnTo>
                <a:lnTo>
                  <a:pt x="1604" y="1525"/>
                </a:lnTo>
                <a:lnTo>
                  <a:pt x="1612" y="1528"/>
                </a:lnTo>
                <a:lnTo>
                  <a:pt x="1620" y="1530"/>
                </a:lnTo>
                <a:lnTo>
                  <a:pt x="1629" y="1533"/>
                </a:lnTo>
                <a:lnTo>
                  <a:pt x="1637" y="1535"/>
                </a:lnTo>
                <a:lnTo>
                  <a:pt x="1646" y="1538"/>
                </a:lnTo>
                <a:lnTo>
                  <a:pt x="1654" y="1540"/>
                </a:lnTo>
                <a:lnTo>
                  <a:pt x="1662" y="1543"/>
                </a:lnTo>
                <a:lnTo>
                  <a:pt x="1671" y="1545"/>
                </a:lnTo>
                <a:lnTo>
                  <a:pt x="1679" y="1548"/>
                </a:lnTo>
                <a:lnTo>
                  <a:pt x="1688" y="1550"/>
                </a:lnTo>
                <a:lnTo>
                  <a:pt x="1696" y="1552"/>
                </a:lnTo>
                <a:lnTo>
                  <a:pt x="1704" y="1554"/>
                </a:lnTo>
                <a:lnTo>
                  <a:pt x="1713" y="1556"/>
                </a:lnTo>
                <a:lnTo>
                  <a:pt x="1721" y="1558"/>
                </a:lnTo>
                <a:lnTo>
                  <a:pt x="1730" y="1560"/>
                </a:lnTo>
                <a:lnTo>
                  <a:pt x="1738" y="1562"/>
                </a:lnTo>
                <a:lnTo>
                  <a:pt x="1746" y="1563"/>
                </a:lnTo>
                <a:lnTo>
                  <a:pt x="1755" y="1565"/>
                </a:lnTo>
                <a:lnTo>
                  <a:pt x="1763" y="1566"/>
                </a:lnTo>
                <a:lnTo>
                  <a:pt x="1772" y="1567"/>
                </a:lnTo>
                <a:lnTo>
                  <a:pt x="1780" y="1568"/>
                </a:lnTo>
                <a:lnTo>
                  <a:pt x="1788" y="1569"/>
                </a:lnTo>
                <a:lnTo>
                  <a:pt x="1797" y="1569"/>
                </a:lnTo>
                <a:lnTo>
                  <a:pt x="1805" y="1570"/>
                </a:lnTo>
                <a:lnTo>
                  <a:pt x="1814" y="1570"/>
                </a:lnTo>
                <a:lnTo>
                  <a:pt x="1822" y="1570"/>
                </a:lnTo>
                <a:lnTo>
                  <a:pt x="1830" y="1569"/>
                </a:lnTo>
                <a:lnTo>
                  <a:pt x="1839" y="1569"/>
                </a:lnTo>
                <a:lnTo>
                  <a:pt x="1847" y="1568"/>
                </a:lnTo>
                <a:lnTo>
                  <a:pt x="1856" y="1567"/>
                </a:lnTo>
                <a:lnTo>
                  <a:pt x="1864" y="1566"/>
                </a:lnTo>
                <a:lnTo>
                  <a:pt x="1872" y="1565"/>
                </a:lnTo>
                <a:lnTo>
                  <a:pt x="1881" y="1563"/>
                </a:lnTo>
                <a:lnTo>
                  <a:pt x="1889" y="1561"/>
                </a:lnTo>
                <a:lnTo>
                  <a:pt x="1897" y="1559"/>
                </a:lnTo>
                <a:lnTo>
                  <a:pt x="1906" y="1556"/>
                </a:lnTo>
                <a:lnTo>
                  <a:pt x="1914" y="1554"/>
                </a:lnTo>
                <a:lnTo>
                  <a:pt x="1923" y="1551"/>
                </a:lnTo>
                <a:lnTo>
                  <a:pt x="1931" y="1548"/>
                </a:lnTo>
                <a:lnTo>
                  <a:pt x="1939" y="1544"/>
                </a:lnTo>
                <a:lnTo>
                  <a:pt x="1948" y="1540"/>
                </a:lnTo>
                <a:lnTo>
                  <a:pt x="1956" y="1537"/>
                </a:lnTo>
                <a:lnTo>
                  <a:pt x="1965" y="1532"/>
                </a:lnTo>
                <a:lnTo>
                  <a:pt x="1973" y="1528"/>
                </a:lnTo>
                <a:lnTo>
                  <a:pt x="1981" y="1523"/>
                </a:lnTo>
                <a:lnTo>
                  <a:pt x="1990" y="1518"/>
                </a:lnTo>
                <a:lnTo>
                  <a:pt x="1998" y="1513"/>
                </a:lnTo>
                <a:lnTo>
                  <a:pt x="2007" y="1507"/>
                </a:lnTo>
                <a:lnTo>
                  <a:pt x="2015" y="1502"/>
                </a:lnTo>
                <a:lnTo>
                  <a:pt x="2023" y="1496"/>
                </a:lnTo>
                <a:lnTo>
                  <a:pt x="2032" y="1490"/>
                </a:lnTo>
                <a:lnTo>
                  <a:pt x="2040" y="1483"/>
                </a:lnTo>
                <a:lnTo>
                  <a:pt x="2049" y="1477"/>
                </a:lnTo>
                <a:lnTo>
                  <a:pt x="2057" y="1470"/>
                </a:lnTo>
                <a:lnTo>
                  <a:pt x="2065" y="1463"/>
                </a:lnTo>
                <a:lnTo>
                  <a:pt x="2074" y="1456"/>
                </a:lnTo>
                <a:lnTo>
                  <a:pt x="2082" y="1448"/>
                </a:lnTo>
                <a:lnTo>
                  <a:pt x="2091" y="1441"/>
                </a:lnTo>
                <a:lnTo>
                  <a:pt x="2099" y="1433"/>
                </a:lnTo>
                <a:lnTo>
                  <a:pt x="2107" y="1425"/>
                </a:lnTo>
                <a:lnTo>
                  <a:pt x="2116" y="1417"/>
                </a:lnTo>
                <a:lnTo>
                  <a:pt x="2124" y="1409"/>
                </a:lnTo>
                <a:lnTo>
                  <a:pt x="2133" y="1401"/>
                </a:lnTo>
                <a:lnTo>
                  <a:pt x="2141" y="1392"/>
                </a:lnTo>
                <a:lnTo>
                  <a:pt x="2149" y="1384"/>
                </a:lnTo>
                <a:lnTo>
                  <a:pt x="2158" y="1375"/>
                </a:lnTo>
                <a:lnTo>
                  <a:pt x="2166" y="1367"/>
                </a:lnTo>
                <a:lnTo>
                  <a:pt x="2175" y="1358"/>
                </a:lnTo>
                <a:lnTo>
                  <a:pt x="2183" y="1350"/>
                </a:lnTo>
                <a:lnTo>
                  <a:pt x="2191" y="1341"/>
                </a:lnTo>
                <a:lnTo>
                  <a:pt x="2200" y="1332"/>
                </a:lnTo>
                <a:lnTo>
                  <a:pt x="2208" y="1323"/>
                </a:lnTo>
                <a:lnTo>
                  <a:pt x="2217" y="1315"/>
                </a:lnTo>
                <a:lnTo>
                  <a:pt x="2225" y="1306"/>
                </a:lnTo>
                <a:lnTo>
                  <a:pt x="2233" y="1297"/>
                </a:lnTo>
                <a:lnTo>
                  <a:pt x="2242" y="1289"/>
                </a:lnTo>
                <a:lnTo>
                  <a:pt x="2250" y="1280"/>
                </a:lnTo>
                <a:lnTo>
                  <a:pt x="2259" y="1272"/>
                </a:lnTo>
                <a:lnTo>
                  <a:pt x="2267" y="1263"/>
                </a:lnTo>
                <a:lnTo>
                  <a:pt x="2275" y="1255"/>
                </a:lnTo>
                <a:lnTo>
                  <a:pt x="2284" y="1247"/>
                </a:lnTo>
                <a:lnTo>
                  <a:pt x="2292" y="1239"/>
                </a:lnTo>
                <a:lnTo>
                  <a:pt x="2301" y="1231"/>
                </a:lnTo>
                <a:lnTo>
                  <a:pt x="2309" y="1223"/>
                </a:lnTo>
                <a:lnTo>
                  <a:pt x="2317" y="1215"/>
                </a:lnTo>
                <a:lnTo>
                  <a:pt x="2326" y="1208"/>
                </a:lnTo>
                <a:lnTo>
                  <a:pt x="2334" y="1201"/>
                </a:lnTo>
                <a:lnTo>
                  <a:pt x="2342" y="1193"/>
                </a:lnTo>
                <a:lnTo>
                  <a:pt x="2351" y="1187"/>
                </a:lnTo>
                <a:lnTo>
                  <a:pt x="2359" y="1180"/>
                </a:lnTo>
                <a:lnTo>
                  <a:pt x="2368" y="1173"/>
                </a:lnTo>
                <a:lnTo>
                  <a:pt x="2376" y="1167"/>
                </a:lnTo>
                <a:lnTo>
                  <a:pt x="2384" y="1161"/>
                </a:lnTo>
                <a:lnTo>
                  <a:pt x="2393" y="1155"/>
                </a:lnTo>
                <a:lnTo>
                  <a:pt x="2401" y="1149"/>
                </a:lnTo>
                <a:lnTo>
                  <a:pt x="2410" y="1144"/>
                </a:lnTo>
                <a:lnTo>
                  <a:pt x="2418" y="1138"/>
                </a:lnTo>
                <a:lnTo>
                  <a:pt x="2426" y="1133"/>
                </a:lnTo>
                <a:lnTo>
                  <a:pt x="2435" y="1128"/>
                </a:lnTo>
                <a:lnTo>
                  <a:pt x="2443" y="1124"/>
                </a:lnTo>
                <a:lnTo>
                  <a:pt x="2452" y="1119"/>
                </a:lnTo>
                <a:lnTo>
                  <a:pt x="2460" y="1115"/>
                </a:lnTo>
                <a:lnTo>
                  <a:pt x="2468" y="1111"/>
                </a:lnTo>
                <a:lnTo>
                  <a:pt x="2477" y="1107"/>
                </a:lnTo>
                <a:lnTo>
                  <a:pt x="2485" y="1104"/>
                </a:lnTo>
                <a:lnTo>
                  <a:pt x="2494" y="1100"/>
                </a:lnTo>
                <a:lnTo>
                  <a:pt x="2502" y="1097"/>
                </a:lnTo>
                <a:lnTo>
                  <a:pt x="2510" y="1094"/>
                </a:lnTo>
                <a:lnTo>
                  <a:pt x="2519" y="1091"/>
                </a:lnTo>
                <a:lnTo>
                  <a:pt x="2527" y="1088"/>
                </a:lnTo>
                <a:lnTo>
                  <a:pt x="2536" y="1085"/>
                </a:lnTo>
                <a:lnTo>
                  <a:pt x="2544" y="1082"/>
                </a:lnTo>
                <a:lnTo>
                  <a:pt x="2552" y="1080"/>
                </a:lnTo>
                <a:lnTo>
                  <a:pt x="2561" y="1077"/>
                </a:lnTo>
                <a:lnTo>
                  <a:pt x="2569" y="1075"/>
                </a:lnTo>
                <a:lnTo>
                  <a:pt x="2578" y="1073"/>
                </a:lnTo>
                <a:lnTo>
                  <a:pt x="2586" y="1070"/>
                </a:lnTo>
                <a:lnTo>
                  <a:pt x="2594" y="1068"/>
                </a:lnTo>
                <a:lnTo>
                  <a:pt x="2603" y="1066"/>
                </a:lnTo>
                <a:lnTo>
                  <a:pt x="2611" y="1063"/>
                </a:lnTo>
                <a:lnTo>
                  <a:pt x="2620" y="1061"/>
                </a:lnTo>
                <a:lnTo>
                  <a:pt x="2628" y="1058"/>
                </a:lnTo>
                <a:lnTo>
                  <a:pt x="2636" y="1055"/>
                </a:lnTo>
                <a:lnTo>
                  <a:pt x="2645" y="1053"/>
                </a:lnTo>
                <a:lnTo>
                  <a:pt x="2653" y="1050"/>
                </a:lnTo>
                <a:lnTo>
                  <a:pt x="2662" y="1047"/>
                </a:lnTo>
                <a:lnTo>
                  <a:pt x="2670" y="1043"/>
                </a:lnTo>
                <a:lnTo>
                  <a:pt x="2678" y="1040"/>
                </a:lnTo>
                <a:lnTo>
                  <a:pt x="2687" y="1036"/>
                </a:lnTo>
                <a:lnTo>
                  <a:pt x="2695" y="1032"/>
                </a:lnTo>
                <a:lnTo>
                  <a:pt x="2704" y="1027"/>
                </a:lnTo>
                <a:lnTo>
                  <a:pt x="2712" y="1023"/>
                </a:lnTo>
                <a:lnTo>
                  <a:pt x="2720" y="1018"/>
                </a:lnTo>
                <a:lnTo>
                  <a:pt x="2729" y="1012"/>
                </a:lnTo>
                <a:lnTo>
                  <a:pt x="2737" y="1007"/>
                </a:lnTo>
                <a:lnTo>
                  <a:pt x="2745" y="1001"/>
                </a:lnTo>
                <a:lnTo>
                  <a:pt x="2754" y="994"/>
                </a:lnTo>
                <a:lnTo>
                  <a:pt x="2762" y="987"/>
                </a:lnTo>
                <a:lnTo>
                  <a:pt x="2771" y="980"/>
                </a:lnTo>
                <a:lnTo>
                  <a:pt x="2779" y="972"/>
                </a:lnTo>
                <a:lnTo>
                  <a:pt x="2787" y="964"/>
                </a:lnTo>
                <a:lnTo>
                  <a:pt x="2796" y="955"/>
                </a:lnTo>
                <a:lnTo>
                  <a:pt x="2804" y="946"/>
                </a:lnTo>
                <a:lnTo>
                  <a:pt x="2813" y="936"/>
                </a:lnTo>
                <a:lnTo>
                  <a:pt x="2821" y="926"/>
                </a:lnTo>
                <a:lnTo>
                  <a:pt x="2829" y="915"/>
                </a:lnTo>
                <a:lnTo>
                  <a:pt x="2838" y="904"/>
                </a:lnTo>
                <a:lnTo>
                  <a:pt x="2846" y="892"/>
                </a:lnTo>
                <a:lnTo>
                  <a:pt x="2855" y="880"/>
                </a:lnTo>
                <a:lnTo>
                  <a:pt x="2863" y="867"/>
                </a:lnTo>
                <a:lnTo>
                  <a:pt x="2871" y="854"/>
                </a:lnTo>
                <a:lnTo>
                  <a:pt x="2880" y="840"/>
                </a:lnTo>
                <a:lnTo>
                  <a:pt x="2888" y="826"/>
                </a:lnTo>
                <a:lnTo>
                  <a:pt x="2897" y="812"/>
                </a:lnTo>
                <a:lnTo>
                  <a:pt x="2905" y="797"/>
                </a:lnTo>
                <a:lnTo>
                  <a:pt x="2913" y="782"/>
                </a:lnTo>
                <a:lnTo>
                  <a:pt x="2922" y="766"/>
                </a:lnTo>
                <a:lnTo>
                  <a:pt x="2930" y="750"/>
                </a:lnTo>
                <a:lnTo>
                  <a:pt x="2939" y="734"/>
                </a:lnTo>
                <a:lnTo>
                  <a:pt x="2947" y="718"/>
                </a:lnTo>
                <a:lnTo>
                  <a:pt x="2955" y="701"/>
                </a:lnTo>
                <a:lnTo>
                  <a:pt x="2964" y="684"/>
                </a:lnTo>
                <a:lnTo>
                  <a:pt x="2972" y="668"/>
                </a:lnTo>
                <a:lnTo>
                  <a:pt x="2981" y="651"/>
                </a:lnTo>
                <a:lnTo>
                  <a:pt x="2989" y="634"/>
                </a:lnTo>
                <a:lnTo>
                  <a:pt x="2997" y="617"/>
                </a:lnTo>
                <a:lnTo>
                  <a:pt x="3006" y="601"/>
                </a:lnTo>
                <a:lnTo>
                  <a:pt x="3014" y="584"/>
                </a:lnTo>
                <a:lnTo>
                  <a:pt x="3023" y="568"/>
                </a:lnTo>
                <a:lnTo>
                  <a:pt x="3031" y="552"/>
                </a:lnTo>
                <a:lnTo>
                  <a:pt x="3039" y="536"/>
                </a:lnTo>
                <a:lnTo>
                  <a:pt x="3048" y="521"/>
                </a:lnTo>
                <a:lnTo>
                  <a:pt x="3056" y="506"/>
                </a:lnTo>
                <a:lnTo>
                  <a:pt x="3065" y="492"/>
                </a:lnTo>
                <a:lnTo>
                  <a:pt x="3073" y="478"/>
                </a:lnTo>
                <a:lnTo>
                  <a:pt x="3081" y="465"/>
                </a:lnTo>
                <a:lnTo>
                  <a:pt x="3090" y="452"/>
                </a:lnTo>
                <a:lnTo>
                  <a:pt x="3098" y="441"/>
                </a:lnTo>
                <a:lnTo>
                  <a:pt x="3107" y="430"/>
                </a:lnTo>
                <a:lnTo>
                  <a:pt x="3115" y="419"/>
                </a:lnTo>
                <a:lnTo>
                  <a:pt x="3123" y="410"/>
                </a:lnTo>
                <a:lnTo>
                  <a:pt x="3132" y="401"/>
                </a:lnTo>
                <a:lnTo>
                  <a:pt x="3140" y="393"/>
                </a:lnTo>
                <a:lnTo>
                  <a:pt x="3148" y="386"/>
                </a:lnTo>
                <a:lnTo>
                  <a:pt x="3157" y="380"/>
                </a:lnTo>
                <a:lnTo>
                  <a:pt x="3165" y="374"/>
                </a:lnTo>
                <a:lnTo>
                  <a:pt x="3174" y="369"/>
                </a:lnTo>
                <a:lnTo>
                  <a:pt x="3182" y="365"/>
                </a:lnTo>
                <a:lnTo>
                  <a:pt x="3190" y="361"/>
                </a:lnTo>
                <a:lnTo>
                  <a:pt x="3199" y="357"/>
                </a:lnTo>
                <a:lnTo>
                  <a:pt x="3207" y="354"/>
                </a:lnTo>
                <a:lnTo>
                  <a:pt x="3216" y="350"/>
                </a:lnTo>
                <a:lnTo>
                  <a:pt x="3224" y="347"/>
                </a:lnTo>
                <a:lnTo>
                  <a:pt x="3232" y="343"/>
                </a:lnTo>
                <a:lnTo>
                  <a:pt x="3241" y="338"/>
                </a:lnTo>
                <a:lnTo>
                  <a:pt x="3249" y="332"/>
                </a:lnTo>
                <a:lnTo>
                  <a:pt x="3258" y="325"/>
                </a:lnTo>
                <a:lnTo>
                  <a:pt x="3266" y="317"/>
                </a:lnTo>
                <a:lnTo>
                  <a:pt x="3274" y="306"/>
                </a:lnTo>
                <a:lnTo>
                  <a:pt x="3283" y="292"/>
                </a:lnTo>
                <a:lnTo>
                  <a:pt x="3291" y="275"/>
                </a:lnTo>
                <a:lnTo>
                  <a:pt x="3300" y="254"/>
                </a:lnTo>
                <a:lnTo>
                  <a:pt x="3308" y="228"/>
                </a:lnTo>
                <a:lnTo>
                  <a:pt x="3316" y="197"/>
                </a:lnTo>
                <a:lnTo>
                  <a:pt x="3325" y="160"/>
                </a:lnTo>
                <a:lnTo>
                  <a:pt x="3333" y="115"/>
                </a:lnTo>
                <a:lnTo>
                  <a:pt x="3342" y="6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56509"/>
            <a:ext cx="3063240" cy="1549908"/>
          </a:xfrm>
          <a:custGeom>
            <a:avLst/>
            <a:gdLst/>
            <a:ahLst/>
            <a:cxnLst/>
            <a:rect l="l" t="t" r="r" b="b"/>
            <a:pathLst>
              <a:path w="3350" h="1695">
                <a:moveTo>
                  <a:pt x="0" y="597"/>
                </a:moveTo>
                <a:lnTo>
                  <a:pt x="8" y="605"/>
                </a:lnTo>
                <a:lnTo>
                  <a:pt x="17" y="614"/>
                </a:lnTo>
                <a:lnTo>
                  <a:pt x="25" y="624"/>
                </a:lnTo>
                <a:lnTo>
                  <a:pt x="34" y="636"/>
                </a:lnTo>
                <a:lnTo>
                  <a:pt x="42" y="649"/>
                </a:lnTo>
                <a:lnTo>
                  <a:pt x="50" y="664"/>
                </a:lnTo>
                <a:lnTo>
                  <a:pt x="59" y="679"/>
                </a:lnTo>
                <a:lnTo>
                  <a:pt x="67" y="696"/>
                </a:lnTo>
                <a:lnTo>
                  <a:pt x="76" y="714"/>
                </a:lnTo>
                <a:lnTo>
                  <a:pt x="84" y="732"/>
                </a:lnTo>
                <a:lnTo>
                  <a:pt x="92" y="751"/>
                </a:lnTo>
                <a:lnTo>
                  <a:pt x="101" y="770"/>
                </a:lnTo>
                <a:lnTo>
                  <a:pt x="109" y="790"/>
                </a:lnTo>
                <a:lnTo>
                  <a:pt x="118" y="811"/>
                </a:lnTo>
                <a:lnTo>
                  <a:pt x="126" y="831"/>
                </a:lnTo>
                <a:lnTo>
                  <a:pt x="134" y="852"/>
                </a:lnTo>
                <a:lnTo>
                  <a:pt x="143" y="874"/>
                </a:lnTo>
                <a:lnTo>
                  <a:pt x="151" y="895"/>
                </a:lnTo>
                <a:lnTo>
                  <a:pt x="160" y="916"/>
                </a:lnTo>
                <a:lnTo>
                  <a:pt x="168" y="937"/>
                </a:lnTo>
                <a:lnTo>
                  <a:pt x="176" y="958"/>
                </a:lnTo>
                <a:lnTo>
                  <a:pt x="185" y="979"/>
                </a:lnTo>
                <a:lnTo>
                  <a:pt x="193" y="1000"/>
                </a:lnTo>
                <a:lnTo>
                  <a:pt x="202" y="1020"/>
                </a:lnTo>
                <a:lnTo>
                  <a:pt x="210" y="1040"/>
                </a:lnTo>
                <a:lnTo>
                  <a:pt x="218" y="1060"/>
                </a:lnTo>
                <a:lnTo>
                  <a:pt x="227" y="1079"/>
                </a:lnTo>
                <a:lnTo>
                  <a:pt x="235" y="1097"/>
                </a:lnTo>
                <a:lnTo>
                  <a:pt x="243" y="1116"/>
                </a:lnTo>
                <a:lnTo>
                  <a:pt x="252" y="1133"/>
                </a:lnTo>
                <a:lnTo>
                  <a:pt x="260" y="1151"/>
                </a:lnTo>
                <a:lnTo>
                  <a:pt x="269" y="1167"/>
                </a:lnTo>
                <a:lnTo>
                  <a:pt x="277" y="1183"/>
                </a:lnTo>
                <a:lnTo>
                  <a:pt x="285" y="1199"/>
                </a:lnTo>
                <a:lnTo>
                  <a:pt x="294" y="1213"/>
                </a:lnTo>
                <a:lnTo>
                  <a:pt x="302" y="1228"/>
                </a:lnTo>
                <a:lnTo>
                  <a:pt x="311" y="1241"/>
                </a:lnTo>
                <a:lnTo>
                  <a:pt x="319" y="1254"/>
                </a:lnTo>
                <a:lnTo>
                  <a:pt x="327" y="1267"/>
                </a:lnTo>
                <a:lnTo>
                  <a:pt x="336" y="1278"/>
                </a:lnTo>
                <a:lnTo>
                  <a:pt x="344" y="1290"/>
                </a:lnTo>
                <a:lnTo>
                  <a:pt x="353" y="1300"/>
                </a:lnTo>
                <a:lnTo>
                  <a:pt x="361" y="1310"/>
                </a:lnTo>
                <a:lnTo>
                  <a:pt x="369" y="1320"/>
                </a:lnTo>
                <a:lnTo>
                  <a:pt x="378" y="1328"/>
                </a:lnTo>
                <a:lnTo>
                  <a:pt x="386" y="1337"/>
                </a:lnTo>
                <a:lnTo>
                  <a:pt x="395" y="1344"/>
                </a:lnTo>
                <a:lnTo>
                  <a:pt x="403" y="1352"/>
                </a:lnTo>
                <a:lnTo>
                  <a:pt x="411" y="1358"/>
                </a:lnTo>
                <a:lnTo>
                  <a:pt x="420" y="1365"/>
                </a:lnTo>
                <a:lnTo>
                  <a:pt x="428" y="1371"/>
                </a:lnTo>
                <a:lnTo>
                  <a:pt x="437" y="1376"/>
                </a:lnTo>
                <a:lnTo>
                  <a:pt x="445" y="1381"/>
                </a:lnTo>
                <a:lnTo>
                  <a:pt x="453" y="1385"/>
                </a:lnTo>
                <a:lnTo>
                  <a:pt x="462" y="1390"/>
                </a:lnTo>
                <a:lnTo>
                  <a:pt x="470" y="1394"/>
                </a:lnTo>
                <a:lnTo>
                  <a:pt x="479" y="1397"/>
                </a:lnTo>
                <a:lnTo>
                  <a:pt x="487" y="1400"/>
                </a:lnTo>
                <a:lnTo>
                  <a:pt x="495" y="1403"/>
                </a:lnTo>
                <a:lnTo>
                  <a:pt x="504" y="1406"/>
                </a:lnTo>
                <a:lnTo>
                  <a:pt x="512" y="1408"/>
                </a:lnTo>
                <a:lnTo>
                  <a:pt x="521" y="1411"/>
                </a:lnTo>
                <a:lnTo>
                  <a:pt x="529" y="1413"/>
                </a:lnTo>
                <a:lnTo>
                  <a:pt x="537" y="1415"/>
                </a:lnTo>
                <a:lnTo>
                  <a:pt x="546" y="1416"/>
                </a:lnTo>
                <a:lnTo>
                  <a:pt x="554" y="1418"/>
                </a:lnTo>
                <a:lnTo>
                  <a:pt x="563" y="1420"/>
                </a:lnTo>
                <a:lnTo>
                  <a:pt x="571" y="1421"/>
                </a:lnTo>
                <a:lnTo>
                  <a:pt x="579" y="1423"/>
                </a:lnTo>
                <a:lnTo>
                  <a:pt x="588" y="1424"/>
                </a:lnTo>
                <a:lnTo>
                  <a:pt x="596" y="1425"/>
                </a:lnTo>
                <a:lnTo>
                  <a:pt x="605" y="1426"/>
                </a:lnTo>
                <a:lnTo>
                  <a:pt x="613" y="1428"/>
                </a:lnTo>
                <a:lnTo>
                  <a:pt x="621" y="1429"/>
                </a:lnTo>
                <a:lnTo>
                  <a:pt x="630" y="1431"/>
                </a:lnTo>
                <a:lnTo>
                  <a:pt x="638" y="1432"/>
                </a:lnTo>
                <a:lnTo>
                  <a:pt x="646" y="1433"/>
                </a:lnTo>
                <a:lnTo>
                  <a:pt x="655" y="1435"/>
                </a:lnTo>
                <a:lnTo>
                  <a:pt x="663" y="1437"/>
                </a:lnTo>
                <a:lnTo>
                  <a:pt x="672" y="1438"/>
                </a:lnTo>
                <a:lnTo>
                  <a:pt x="680" y="1440"/>
                </a:lnTo>
                <a:lnTo>
                  <a:pt x="688" y="1442"/>
                </a:lnTo>
                <a:lnTo>
                  <a:pt x="697" y="1444"/>
                </a:lnTo>
                <a:lnTo>
                  <a:pt x="705" y="1446"/>
                </a:lnTo>
                <a:lnTo>
                  <a:pt x="714" y="1448"/>
                </a:lnTo>
                <a:lnTo>
                  <a:pt x="722" y="1451"/>
                </a:lnTo>
                <a:lnTo>
                  <a:pt x="730" y="1453"/>
                </a:lnTo>
                <a:lnTo>
                  <a:pt x="739" y="1456"/>
                </a:lnTo>
                <a:lnTo>
                  <a:pt x="747" y="1459"/>
                </a:lnTo>
                <a:lnTo>
                  <a:pt x="756" y="1462"/>
                </a:lnTo>
                <a:lnTo>
                  <a:pt x="764" y="1465"/>
                </a:lnTo>
                <a:lnTo>
                  <a:pt x="772" y="1468"/>
                </a:lnTo>
                <a:lnTo>
                  <a:pt x="781" y="1471"/>
                </a:lnTo>
                <a:lnTo>
                  <a:pt x="789" y="1475"/>
                </a:lnTo>
                <a:lnTo>
                  <a:pt x="798" y="1478"/>
                </a:lnTo>
                <a:lnTo>
                  <a:pt x="806" y="1482"/>
                </a:lnTo>
                <a:lnTo>
                  <a:pt x="814" y="1486"/>
                </a:lnTo>
                <a:lnTo>
                  <a:pt x="823" y="1490"/>
                </a:lnTo>
                <a:lnTo>
                  <a:pt x="831" y="1494"/>
                </a:lnTo>
                <a:lnTo>
                  <a:pt x="840" y="1498"/>
                </a:lnTo>
                <a:lnTo>
                  <a:pt x="848" y="1502"/>
                </a:lnTo>
                <a:lnTo>
                  <a:pt x="856" y="1506"/>
                </a:lnTo>
                <a:lnTo>
                  <a:pt x="865" y="1511"/>
                </a:lnTo>
                <a:lnTo>
                  <a:pt x="873" y="1515"/>
                </a:lnTo>
                <a:lnTo>
                  <a:pt x="882" y="1520"/>
                </a:lnTo>
                <a:lnTo>
                  <a:pt x="890" y="1525"/>
                </a:lnTo>
                <a:lnTo>
                  <a:pt x="898" y="1529"/>
                </a:lnTo>
                <a:lnTo>
                  <a:pt x="907" y="1534"/>
                </a:lnTo>
                <a:lnTo>
                  <a:pt x="915" y="1539"/>
                </a:lnTo>
                <a:lnTo>
                  <a:pt x="924" y="1544"/>
                </a:lnTo>
                <a:lnTo>
                  <a:pt x="932" y="1549"/>
                </a:lnTo>
                <a:lnTo>
                  <a:pt x="940" y="1554"/>
                </a:lnTo>
                <a:lnTo>
                  <a:pt x="949" y="1559"/>
                </a:lnTo>
                <a:lnTo>
                  <a:pt x="957" y="1564"/>
                </a:lnTo>
                <a:lnTo>
                  <a:pt x="966" y="1568"/>
                </a:lnTo>
                <a:lnTo>
                  <a:pt x="974" y="1573"/>
                </a:lnTo>
                <a:lnTo>
                  <a:pt x="982" y="1578"/>
                </a:lnTo>
                <a:lnTo>
                  <a:pt x="991" y="1583"/>
                </a:lnTo>
                <a:lnTo>
                  <a:pt x="999" y="1588"/>
                </a:lnTo>
                <a:lnTo>
                  <a:pt x="1008" y="1593"/>
                </a:lnTo>
                <a:lnTo>
                  <a:pt x="1016" y="1598"/>
                </a:lnTo>
                <a:lnTo>
                  <a:pt x="1024" y="1602"/>
                </a:lnTo>
                <a:lnTo>
                  <a:pt x="1033" y="1607"/>
                </a:lnTo>
                <a:lnTo>
                  <a:pt x="1041" y="1611"/>
                </a:lnTo>
                <a:lnTo>
                  <a:pt x="1049" y="1616"/>
                </a:lnTo>
                <a:lnTo>
                  <a:pt x="1058" y="1620"/>
                </a:lnTo>
                <a:lnTo>
                  <a:pt x="1066" y="1625"/>
                </a:lnTo>
                <a:lnTo>
                  <a:pt x="1075" y="1629"/>
                </a:lnTo>
                <a:lnTo>
                  <a:pt x="1083" y="1633"/>
                </a:lnTo>
                <a:lnTo>
                  <a:pt x="1091" y="1637"/>
                </a:lnTo>
                <a:lnTo>
                  <a:pt x="1100" y="1641"/>
                </a:lnTo>
                <a:lnTo>
                  <a:pt x="1108" y="1645"/>
                </a:lnTo>
                <a:lnTo>
                  <a:pt x="1117" y="1648"/>
                </a:lnTo>
                <a:lnTo>
                  <a:pt x="1125" y="1652"/>
                </a:lnTo>
                <a:lnTo>
                  <a:pt x="1133" y="1655"/>
                </a:lnTo>
                <a:lnTo>
                  <a:pt x="1142" y="1658"/>
                </a:lnTo>
                <a:lnTo>
                  <a:pt x="1150" y="1662"/>
                </a:lnTo>
                <a:lnTo>
                  <a:pt x="1159" y="1665"/>
                </a:lnTo>
                <a:lnTo>
                  <a:pt x="1167" y="1667"/>
                </a:lnTo>
                <a:lnTo>
                  <a:pt x="1175" y="1670"/>
                </a:lnTo>
                <a:lnTo>
                  <a:pt x="1184" y="1673"/>
                </a:lnTo>
                <a:lnTo>
                  <a:pt x="1192" y="1675"/>
                </a:lnTo>
                <a:lnTo>
                  <a:pt x="1201" y="1677"/>
                </a:lnTo>
                <a:lnTo>
                  <a:pt x="1209" y="1680"/>
                </a:lnTo>
                <a:lnTo>
                  <a:pt x="1217" y="1682"/>
                </a:lnTo>
                <a:lnTo>
                  <a:pt x="1226" y="1683"/>
                </a:lnTo>
                <a:lnTo>
                  <a:pt x="1234" y="1685"/>
                </a:lnTo>
                <a:lnTo>
                  <a:pt x="1243" y="1687"/>
                </a:lnTo>
                <a:lnTo>
                  <a:pt x="1251" y="1688"/>
                </a:lnTo>
                <a:lnTo>
                  <a:pt x="1259" y="1690"/>
                </a:lnTo>
                <a:lnTo>
                  <a:pt x="1268" y="1691"/>
                </a:lnTo>
                <a:lnTo>
                  <a:pt x="1276" y="1692"/>
                </a:lnTo>
                <a:lnTo>
                  <a:pt x="1285" y="1693"/>
                </a:lnTo>
                <a:lnTo>
                  <a:pt x="1293" y="1693"/>
                </a:lnTo>
                <a:lnTo>
                  <a:pt x="1301" y="1694"/>
                </a:lnTo>
                <a:lnTo>
                  <a:pt x="1310" y="1694"/>
                </a:lnTo>
                <a:lnTo>
                  <a:pt x="1318" y="1695"/>
                </a:lnTo>
                <a:lnTo>
                  <a:pt x="1327" y="1695"/>
                </a:lnTo>
                <a:lnTo>
                  <a:pt x="1335" y="1695"/>
                </a:lnTo>
                <a:lnTo>
                  <a:pt x="1343" y="1695"/>
                </a:lnTo>
                <a:lnTo>
                  <a:pt x="1352" y="1695"/>
                </a:lnTo>
                <a:lnTo>
                  <a:pt x="1360" y="1695"/>
                </a:lnTo>
                <a:lnTo>
                  <a:pt x="1369" y="1695"/>
                </a:lnTo>
                <a:lnTo>
                  <a:pt x="1377" y="1694"/>
                </a:lnTo>
                <a:lnTo>
                  <a:pt x="1385" y="1694"/>
                </a:lnTo>
                <a:lnTo>
                  <a:pt x="1394" y="1693"/>
                </a:lnTo>
                <a:lnTo>
                  <a:pt x="1402" y="1692"/>
                </a:lnTo>
                <a:lnTo>
                  <a:pt x="1411" y="1692"/>
                </a:lnTo>
                <a:lnTo>
                  <a:pt x="1419" y="1691"/>
                </a:lnTo>
                <a:lnTo>
                  <a:pt x="1427" y="1690"/>
                </a:lnTo>
                <a:lnTo>
                  <a:pt x="1436" y="1689"/>
                </a:lnTo>
                <a:lnTo>
                  <a:pt x="1444" y="1687"/>
                </a:lnTo>
                <a:lnTo>
                  <a:pt x="1453" y="1686"/>
                </a:lnTo>
                <a:lnTo>
                  <a:pt x="1461" y="1685"/>
                </a:lnTo>
                <a:lnTo>
                  <a:pt x="1469" y="1684"/>
                </a:lnTo>
                <a:lnTo>
                  <a:pt x="1478" y="1682"/>
                </a:lnTo>
                <a:lnTo>
                  <a:pt x="1486" y="1681"/>
                </a:lnTo>
                <a:lnTo>
                  <a:pt x="1494" y="1679"/>
                </a:lnTo>
                <a:lnTo>
                  <a:pt x="1503" y="1678"/>
                </a:lnTo>
                <a:lnTo>
                  <a:pt x="1511" y="1676"/>
                </a:lnTo>
                <a:lnTo>
                  <a:pt x="1520" y="1674"/>
                </a:lnTo>
                <a:lnTo>
                  <a:pt x="1528" y="1673"/>
                </a:lnTo>
                <a:lnTo>
                  <a:pt x="1536" y="1671"/>
                </a:lnTo>
                <a:lnTo>
                  <a:pt x="1545" y="1669"/>
                </a:lnTo>
                <a:lnTo>
                  <a:pt x="1553" y="1667"/>
                </a:lnTo>
                <a:lnTo>
                  <a:pt x="1562" y="1665"/>
                </a:lnTo>
                <a:lnTo>
                  <a:pt x="1570" y="1664"/>
                </a:lnTo>
                <a:lnTo>
                  <a:pt x="1578" y="1662"/>
                </a:lnTo>
                <a:lnTo>
                  <a:pt x="1587" y="1660"/>
                </a:lnTo>
                <a:lnTo>
                  <a:pt x="1595" y="1657"/>
                </a:lnTo>
                <a:lnTo>
                  <a:pt x="1604" y="1655"/>
                </a:lnTo>
                <a:lnTo>
                  <a:pt x="1612" y="1653"/>
                </a:lnTo>
                <a:lnTo>
                  <a:pt x="1620" y="1651"/>
                </a:lnTo>
                <a:lnTo>
                  <a:pt x="1629" y="1649"/>
                </a:lnTo>
                <a:lnTo>
                  <a:pt x="1637" y="1647"/>
                </a:lnTo>
                <a:lnTo>
                  <a:pt x="1646" y="1644"/>
                </a:lnTo>
                <a:lnTo>
                  <a:pt x="1654" y="1642"/>
                </a:lnTo>
                <a:lnTo>
                  <a:pt x="1662" y="1640"/>
                </a:lnTo>
                <a:lnTo>
                  <a:pt x="1671" y="1637"/>
                </a:lnTo>
                <a:lnTo>
                  <a:pt x="1679" y="1635"/>
                </a:lnTo>
                <a:lnTo>
                  <a:pt x="1688" y="1632"/>
                </a:lnTo>
                <a:lnTo>
                  <a:pt x="1696" y="1630"/>
                </a:lnTo>
                <a:lnTo>
                  <a:pt x="1704" y="1627"/>
                </a:lnTo>
                <a:lnTo>
                  <a:pt x="1713" y="1624"/>
                </a:lnTo>
                <a:lnTo>
                  <a:pt x="1721" y="1622"/>
                </a:lnTo>
                <a:lnTo>
                  <a:pt x="1730" y="1619"/>
                </a:lnTo>
                <a:lnTo>
                  <a:pt x="1738" y="1616"/>
                </a:lnTo>
                <a:lnTo>
                  <a:pt x="1746" y="1613"/>
                </a:lnTo>
                <a:lnTo>
                  <a:pt x="1755" y="1610"/>
                </a:lnTo>
                <a:lnTo>
                  <a:pt x="1763" y="1607"/>
                </a:lnTo>
                <a:lnTo>
                  <a:pt x="1772" y="1604"/>
                </a:lnTo>
                <a:lnTo>
                  <a:pt x="1780" y="1601"/>
                </a:lnTo>
                <a:lnTo>
                  <a:pt x="1788" y="1598"/>
                </a:lnTo>
                <a:lnTo>
                  <a:pt x="1797" y="1594"/>
                </a:lnTo>
                <a:lnTo>
                  <a:pt x="1805" y="1591"/>
                </a:lnTo>
                <a:lnTo>
                  <a:pt x="1814" y="1587"/>
                </a:lnTo>
                <a:lnTo>
                  <a:pt x="1822" y="1584"/>
                </a:lnTo>
                <a:lnTo>
                  <a:pt x="1830" y="1580"/>
                </a:lnTo>
                <a:lnTo>
                  <a:pt x="1839" y="1576"/>
                </a:lnTo>
                <a:lnTo>
                  <a:pt x="1847" y="1572"/>
                </a:lnTo>
                <a:lnTo>
                  <a:pt x="1856" y="1568"/>
                </a:lnTo>
                <a:lnTo>
                  <a:pt x="1864" y="1564"/>
                </a:lnTo>
                <a:lnTo>
                  <a:pt x="1872" y="1560"/>
                </a:lnTo>
                <a:lnTo>
                  <a:pt x="1881" y="1555"/>
                </a:lnTo>
                <a:lnTo>
                  <a:pt x="1889" y="1551"/>
                </a:lnTo>
                <a:lnTo>
                  <a:pt x="1897" y="1546"/>
                </a:lnTo>
                <a:lnTo>
                  <a:pt x="1906" y="1542"/>
                </a:lnTo>
                <a:lnTo>
                  <a:pt x="1914" y="1537"/>
                </a:lnTo>
                <a:lnTo>
                  <a:pt x="1923" y="1532"/>
                </a:lnTo>
                <a:lnTo>
                  <a:pt x="1931" y="1527"/>
                </a:lnTo>
                <a:lnTo>
                  <a:pt x="1939" y="1522"/>
                </a:lnTo>
                <a:lnTo>
                  <a:pt x="1948" y="1517"/>
                </a:lnTo>
                <a:lnTo>
                  <a:pt x="1956" y="1511"/>
                </a:lnTo>
                <a:lnTo>
                  <a:pt x="1965" y="1506"/>
                </a:lnTo>
                <a:lnTo>
                  <a:pt x="1973" y="1500"/>
                </a:lnTo>
                <a:lnTo>
                  <a:pt x="1981" y="1494"/>
                </a:lnTo>
                <a:lnTo>
                  <a:pt x="1990" y="1488"/>
                </a:lnTo>
                <a:lnTo>
                  <a:pt x="1998" y="1482"/>
                </a:lnTo>
                <a:lnTo>
                  <a:pt x="2007" y="1476"/>
                </a:lnTo>
                <a:lnTo>
                  <a:pt x="2015" y="1470"/>
                </a:lnTo>
                <a:lnTo>
                  <a:pt x="2023" y="1463"/>
                </a:lnTo>
                <a:lnTo>
                  <a:pt x="2032" y="1457"/>
                </a:lnTo>
                <a:lnTo>
                  <a:pt x="2040" y="1450"/>
                </a:lnTo>
                <a:lnTo>
                  <a:pt x="2049" y="1443"/>
                </a:lnTo>
                <a:lnTo>
                  <a:pt x="2057" y="1437"/>
                </a:lnTo>
                <a:lnTo>
                  <a:pt x="2065" y="1430"/>
                </a:lnTo>
                <a:lnTo>
                  <a:pt x="2074" y="1422"/>
                </a:lnTo>
                <a:lnTo>
                  <a:pt x="2082" y="1415"/>
                </a:lnTo>
                <a:lnTo>
                  <a:pt x="2091" y="1408"/>
                </a:lnTo>
                <a:lnTo>
                  <a:pt x="2099" y="1401"/>
                </a:lnTo>
                <a:lnTo>
                  <a:pt x="2107" y="1393"/>
                </a:lnTo>
                <a:lnTo>
                  <a:pt x="2116" y="1385"/>
                </a:lnTo>
                <a:lnTo>
                  <a:pt x="2124" y="1378"/>
                </a:lnTo>
                <a:lnTo>
                  <a:pt x="2133" y="1370"/>
                </a:lnTo>
                <a:lnTo>
                  <a:pt x="2141" y="1362"/>
                </a:lnTo>
                <a:lnTo>
                  <a:pt x="2149" y="1354"/>
                </a:lnTo>
                <a:lnTo>
                  <a:pt x="2158" y="1347"/>
                </a:lnTo>
                <a:lnTo>
                  <a:pt x="2166" y="1339"/>
                </a:lnTo>
                <a:lnTo>
                  <a:pt x="2175" y="1331"/>
                </a:lnTo>
                <a:lnTo>
                  <a:pt x="2183" y="1323"/>
                </a:lnTo>
                <a:lnTo>
                  <a:pt x="2191" y="1314"/>
                </a:lnTo>
                <a:lnTo>
                  <a:pt x="2200" y="1306"/>
                </a:lnTo>
                <a:lnTo>
                  <a:pt x="2208" y="1298"/>
                </a:lnTo>
                <a:lnTo>
                  <a:pt x="2217" y="1290"/>
                </a:lnTo>
                <a:lnTo>
                  <a:pt x="2225" y="1282"/>
                </a:lnTo>
                <a:lnTo>
                  <a:pt x="2233" y="1274"/>
                </a:lnTo>
                <a:lnTo>
                  <a:pt x="2242" y="1266"/>
                </a:lnTo>
                <a:lnTo>
                  <a:pt x="2250" y="1258"/>
                </a:lnTo>
                <a:lnTo>
                  <a:pt x="2259" y="1249"/>
                </a:lnTo>
                <a:lnTo>
                  <a:pt x="2267" y="1241"/>
                </a:lnTo>
                <a:lnTo>
                  <a:pt x="2275" y="1233"/>
                </a:lnTo>
                <a:lnTo>
                  <a:pt x="2284" y="1225"/>
                </a:lnTo>
                <a:lnTo>
                  <a:pt x="2292" y="1218"/>
                </a:lnTo>
                <a:lnTo>
                  <a:pt x="2301" y="1210"/>
                </a:lnTo>
                <a:lnTo>
                  <a:pt x="2309" y="1202"/>
                </a:lnTo>
                <a:lnTo>
                  <a:pt x="2317" y="1194"/>
                </a:lnTo>
                <a:lnTo>
                  <a:pt x="2326" y="1187"/>
                </a:lnTo>
                <a:lnTo>
                  <a:pt x="2334" y="1179"/>
                </a:lnTo>
                <a:lnTo>
                  <a:pt x="2342" y="1172"/>
                </a:lnTo>
                <a:lnTo>
                  <a:pt x="2351" y="1164"/>
                </a:lnTo>
                <a:lnTo>
                  <a:pt x="2359" y="1157"/>
                </a:lnTo>
                <a:lnTo>
                  <a:pt x="2368" y="1150"/>
                </a:lnTo>
                <a:lnTo>
                  <a:pt x="2376" y="1143"/>
                </a:lnTo>
                <a:lnTo>
                  <a:pt x="2384" y="1136"/>
                </a:lnTo>
                <a:lnTo>
                  <a:pt x="2393" y="1129"/>
                </a:lnTo>
                <a:lnTo>
                  <a:pt x="2401" y="1123"/>
                </a:lnTo>
                <a:lnTo>
                  <a:pt x="2410" y="1116"/>
                </a:lnTo>
                <a:lnTo>
                  <a:pt x="2418" y="1110"/>
                </a:lnTo>
                <a:lnTo>
                  <a:pt x="2426" y="1104"/>
                </a:lnTo>
                <a:lnTo>
                  <a:pt x="2435" y="1097"/>
                </a:lnTo>
                <a:lnTo>
                  <a:pt x="2443" y="1092"/>
                </a:lnTo>
                <a:lnTo>
                  <a:pt x="2452" y="1086"/>
                </a:lnTo>
                <a:lnTo>
                  <a:pt x="2460" y="1080"/>
                </a:lnTo>
                <a:lnTo>
                  <a:pt x="2468" y="1074"/>
                </a:lnTo>
                <a:lnTo>
                  <a:pt x="2477" y="1069"/>
                </a:lnTo>
                <a:lnTo>
                  <a:pt x="2485" y="1064"/>
                </a:lnTo>
                <a:lnTo>
                  <a:pt x="2494" y="1058"/>
                </a:lnTo>
                <a:lnTo>
                  <a:pt x="2502" y="1053"/>
                </a:lnTo>
                <a:lnTo>
                  <a:pt x="2510" y="1048"/>
                </a:lnTo>
                <a:lnTo>
                  <a:pt x="2519" y="1044"/>
                </a:lnTo>
                <a:lnTo>
                  <a:pt x="2527" y="1039"/>
                </a:lnTo>
                <a:lnTo>
                  <a:pt x="2536" y="1034"/>
                </a:lnTo>
                <a:lnTo>
                  <a:pt x="2544" y="1030"/>
                </a:lnTo>
                <a:lnTo>
                  <a:pt x="2552" y="1025"/>
                </a:lnTo>
                <a:lnTo>
                  <a:pt x="2561" y="1021"/>
                </a:lnTo>
                <a:lnTo>
                  <a:pt x="2569" y="1016"/>
                </a:lnTo>
                <a:lnTo>
                  <a:pt x="2578" y="1012"/>
                </a:lnTo>
                <a:lnTo>
                  <a:pt x="2586" y="1008"/>
                </a:lnTo>
                <a:lnTo>
                  <a:pt x="2594" y="1004"/>
                </a:lnTo>
                <a:lnTo>
                  <a:pt x="2603" y="1000"/>
                </a:lnTo>
                <a:lnTo>
                  <a:pt x="2611" y="995"/>
                </a:lnTo>
                <a:lnTo>
                  <a:pt x="2620" y="991"/>
                </a:lnTo>
                <a:lnTo>
                  <a:pt x="2628" y="987"/>
                </a:lnTo>
                <a:lnTo>
                  <a:pt x="2636" y="983"/>
                </a:lnTo>
                <a:lnTo>
                  <a:pt x="2645" y="979"/>
                </a:lnTo>
                <a:lnTo>
                  <a:pt x="2653" y="975"/>
                </a:lnTo>
                <a:lnTo>
                  <a:pt x="2662" y="970"/>
                </a:lnTo>
                <a:lnTo>
                  <a:pt x="2670" y="966"/>
                </a:lnTo>
                <a:lnTo>
                  <a:pt x="2678" y="961"/>
                </a:lnTo>
                <a:lnTo>
                  <a:pt x="2687" y="957"/>
                </a:lnTo>
                <a:lnTo>
                  <a:pt x="2695" y="952"/>
                </a:lnTo>
                <a:lnTo>
                  <a:pt x="2704" y="947"/>
                </a:lnTo>
                <a:lnTo>
                  <a:pt x="2712" y="943"/>
                </a:lnTo>
                <a:lnTo>
                  <a:pt x="2720" y="937"/>
                </a:lnTo>
                <a:lnTo>
                  <a:pt x="2729" y="932"/>
                </a:lnTo>
                <a:lnTo>
                  <a:pt x="2737" y="927"/>
                </a:lnTo>
                <a:lnTo>
                  <a:pt x="2745" y="921"/>
                </a:lnTo>
                <a:lnTo>
                  <a:pt x="2754" y="915"/>
                </a:lnTo>
                <a:lnTo>
                  <a:pt x="2762" y="909"/>
                </a:lnTo>
                <a:lnTo>
                  <a:pt x="2771" y="903"/>
                </a:lnTo>
                <a:lnTo>
                  <a:pt x="2779" y="896"/>
                </a:lnTo>
                <a:lnTo>
                  <a:pt x="2787" y="890"/>
                </a:lnTo>
                <a:lnTo>
                  <a:pt x="2796" y="883"/>
                </a:lnTo>
                <a:lnTo>
                  <a:pt x="2804" y="875"/>
                </a:lnTo>
                <a:lnTo>
                  <a:pt x="2813" y="868"/>
                </a:lnTo>
                <a:lnTo>
                  <a:pt x="2821" y="860"/>
                </a:lnTo>
                <a:lnTo>
                  <a:pt x="2829" y="852"/>
                </a:lnTo>
                <a:lnTo>
                  <a:pt x="2838" y="843"/>
                </a:lnTo>
                <a:lnTo>
                  <a:pt x="2846" y="835"/>
                </a:lnTo>
                <a:lnTo>
                  <a:pt x="2855" y="826"/>
                </a:lnTo>
                <a:lnTo>
                  <a:pt x="2863" y="817"/>
                </a:lnTo>
                <a:lnTo>
                  <a:pt x="2871" y="807"/>
                </a:lnTo>
                <a:lnTo>
                  <a:pt x="2880" y="798"/>
                </a:lnTo>
                <a:lnTo>
                  <a:pt x="2888" y="788"/>
                </a:lnTo>
                <a:lnTo>
                  <a:pt x="2897" y="778"/>
                </a:lnTo>
                <a:lnTo>
                  <a:pt x="2905" y="767"/>
                </a:lnTo>
                <a:lnTo>
                  <a:pt x="2913" y="757"/>
                </a:lnTo>
                <a:lnTo>
                  <a:pt x="2922" y="746"/>
                </a:lnTo>
                <a:lnTo>
                  <a:pt x="2930" y="735"/>
                </a:lnTo>
                <a:lnTo>
                  <a:pt x="2939" y="724"/>
                </a:lnTo>
                <a:lnTo>
                  <a:pt x="2947" y="712"/>
                </a:lnTo>
                <a:lnTo>
                  <a:pt x="2955" y="701"/>
                </a:lnTo>
                <a:lnTo>
                  <a:pt x="2964" y="689"/>
                </a:lnTo>
                <a:lnTo>
                  <a:pt x="2972" y="678"/>
                </a:lnTo>
                <a:lnTo>
                  <a:pt x="2981" y="666"/>
                </a:lnTo>
                <a:lnTo>
                  <a:pt x="2989" y="655"/>
                </a:lnTo>
                <a:lnTo>
                  <a:pt x="2997" y="643"/>
                </a:lnTo>
                <a:lnTo>
                  <a:pt x="3006" y="631"/>
                </a:lnTo>
                <a:lnTo>
                  <a:pt x="3014" y="620"/>
                </a:lnTo>
                <a:lnTo>
                  <a:pt x="3023" y="608"/>
                </a:lnTo>
                <a:lnTo>
                  <a:pt x="3031" y="597"/>
                </a:lnTo>
                <a:lnTo>
                  <a:pt x="3039" y="586"/>
                </a:lnTo>
                <a:lnTo>
                  <a:pt x="3048" y="575"/>
                </a:lnTo>
                <a:lnTo>
                  <a:pt x="3056" y="564"/>
                </a:lnTo>
                <a:lnTo>
                  <a:pt x="3065" y="553"/>
                </a:lnTo>
                <a:lnTo>
                  <a:pt x="3073" y="543"/>
                </a:lnTo>
                <a:lnTo>
                  <a:pt x="3081" y="533"/>
                </a:lnTo>
                <a:lnTo>
                  <a:pt x="3090" y="523"/>
                </a:lnTo>
                <a:lnTo>
                  <a:pt x="3098" y="514"/>
                </a:lnTo>
                <a:lnTo>
                  <a:pt x="3107" y="505"/>
                </a:lnTo>
                <a:lnTo>
                  <a:pt x="3115" y="496"/>
                </a:lnTo>
                <a:lnTo>
                  <a:pt x="3123" y="488"/>
                </a:lnTo>
                <a:lnTo>
                  <a:pt x="3132" y="480"/>
                </a:lnTo>
                <a:lnTo>
                  <a:pt x="3140" y="472"/>
                </a:lnTo>
                <a:lnTo>
                  <a:pt x="3148" y="465"/>
                </a:lnTo>
                <a:lnTo>
                  <a:pt x="3157" y="458"/>
                </a:lnTo>
                <a:lnTo>
                  <a:pt x="3165" y="451"/>
                </a:lnTo>
                <a:lnTo>
                  <a:pt x="3174" y="444"/>
                </a:lnTo>
                <a:lnTo>
                  <a:pt x="3182" y="437"/>
                </a:lnTo>
                <a:lnTo>
                  <a:pt x="3190" y="430"/>
                </a:lnTo>
                <a:lnTo>
                  <a:pt x="3199" y="423"/>
                </a:lnTo>
                <a:lnTo>
                  <a:pt x="3207" y="416"/>
                </a:lnTo>
                <a:lnTo>
                  <a:pt x="3216" y="409"/>
                </a:lnTo>
                <a:lnTo>
                  <a:pt x="3224" y="401"/>
                </a:lnTo>
                <a:lnTo>
                  <a:pt x="3232" y="392"/>
                </a:lnTo>
                <a:lnTo>
                  <a:pt x="3241" y="382"/>
                </a:lnTo>
                <a:lnTo>
                  <a:pt x="3249" y="371"/>
                </a:lnTo>
                <a:lnTo>
                  <a:pt x="3258" y="358"/>
                </a:lnTo>
                <a:lnTo>
                  <a:pt x="3266" y="344"/>
                </a:lnTo>
                <a:lnTo>
                  <a:pt x="3274" y="327"/>
                </a:lnTo>
                <a:lnTo>
                  <a:pt x="3283" y="308"/>
                </a:lnTo>
                <a:lnTo>
                  <a:pt x="3291" y="286"/>
                </a:lnTo>
                <a:lnTo>
                  <a:pt x="3300" y="260"/>
                </a:lnTo>
                <a:lnTo>
                  <a:pt x="3308" y="231"/>
                </a:lnTo>
                <a:lnTo>
                  <a:pt x="3316" y="197"/>
                </a:lnTo>
                <a:lnTo>
                  <a:pt x="3325" y="157"/>
                </a:lnTo>
                <a:lnTo>
                  <a:pt x="3333" y="112"/>
                </a:lnTo>
                <a:lnTo>
                  <a:pt x="3342" y="6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284525"/>
            <a:ext cx="3063240" cy="1279246"/>
          </a:xfrm>
          <a:custGeom>
            <a:avLst/>
            <a:gdLst/>
            <a:ahLst/>
            <a:cxnLst/>
            <a:rect l="l" t="t" r="r" b="b"/>
            <a:pathLst>
              <a:path w="3350" h="1399">
                <a:moveTo>
                  <a:pt x="0" y="608"/>
                </a:moveTo>
                <a:lnTo>
                  <a:pt x="8" y="635"/>
                </a:lnTo>
                <a:lnTo>
                  <a:pt x="17" y="657"/>
                </a:lnTo>
                <a:lnTo>
                  <a:pt x="25" y="676"/>
                </a:lnTo>
                <a:lnTo>
                  <a:pt x="34" y="691"/>
                </a:lnTo>
                <a:lnTo>
                  <a:pt x="42" y="704"/>
                </a:lnTo>
                <a:lnTo>
                  <a:pt x="50" y="714"/>
                </a:lnTo>
                <a:lnTo>
                  <a:pt x="59" y="723"/>
                </a:lnTo>
                <a:lnTo>
                  <a:pt x="67" y="731"/>
                </a:lnTo>
                <a:lnTo>
                  <a:pt x="76" y="738"/>
                </a:lnTo>
                <a:lnTo>
                  <a:pt x="84" y="744"/>
                </a:lnTo>
                <a:lnTo>
                  <a:pt x="92" y="750"/>
                </a:lnTo>
                <a:lnTo>
                  <a:pt x="101" y="757"/>
                </a:lnTo>
                <a:lnTo>
                  <a:pt x="109" y="763"/>
                </a:lnTo>
                <a:lnTo>
                  <a:pt x="118" y="770"/>
                </a:lnTo>
                <a:lnTo>
                  <a:pt x="126" y="777"/>
                </a:lnTo>
                <a:lnTo>
                  <a:pt x="134" y="785"/>
                </a:lnTo>
                <a:lnTo>
                  <a:pt x="143" y="794"/>
                </a:lnTo>
                <a:lnTo>
                  <a:pt x="151" y="803"/>
                </a:lnTo>
                <a:lnTo>
                  <a:pt x="160" y="813"/>
                </a:lnTo>
                <a:lnTo>
                  <a:pt x="168" y="824"/>
                </a:lnTo>
                <a:lnTo>
                  <a:pt x="176" y="836"/>
                </a:lnTo>
                <a:lnTo>
                  <a:pt x="185" y="848"/>
                </a:lnTo>
                <a:lnTo>
                  <a:pt x="193" y="861"/>
                </a:lnTo>
                <a:lnTo>
                  <a:pt x="202" y="875"/>
                </a:lnTo>
                <a:lnTo>
                  <a:pt x="210" y="890"/>
                </a:lnTo>
                <a:lnTo>
                  <a:pt x="218" y="905"/>
                </a:lnTo>
                <a:lnTo>
                  <a:pt x="227" y="921"/>
                </a:lnTo>
                <a:lnTo>
                  <a:pt x="235" y="937"/>
                </a:lnTo>
                <a:lnTo>
                  <a:pt x="243" y="954"/>
                </a:lnTo>
                <a:lnTo>
                  <a:pt x="252" y="971"/>
                </a:lnTo>
                <a:lnTo>
                  <a:pt x="260" y="989"/>
                </a:lnTo>
                <a:lnTo>
                  <a:pt x="269" y="1007"/>
                </a:lnTo>
                <a:lnTo>
                  <a:pt x="277" y="1025"/>
                </a:lnTo>
                <a:lnTo>
                  <a:pt x="285" y="1043"/>
                </a:lnTo>
                <a:lnTo>
                  <a:pt x="294" y="1061"/>
                </a:lnTo>
                <a:lnTo>
                  <a:pt x="302" y="1079"/>
                </a:lnTo>
                <a:lnTo>
                  <a:pt x="311" y="1097"/>
                </a:lnTo>
                <a:lnTo>
                  <a:pt x="319" y="1114"/>
                </a:lnTo>
                <a:lnTo>
                  <a:pt x="327" y="1132"/>
                </a:lnTo>
                <a:lnTo>
                  <a:pt x="336" y="1149"/>
                </a:lnTo>
                <a:lnTo>
                  <a:pt x="344" y="1166"/>
                </a:lnTo>
                <a:lnTo>
                  <a:pt x="353" y="1183"/>
                </a:lnTo>
                <a:lnTo>
                  <a:pt x="361" y="1199"/>
                </a:lnTo>
                <a:lnTo>
                  <a:pt x="369" y="1215"/>
                </a:lnTo>
                <a:lnTo>
                  <a:pt x="378" y="1230"/>
                </a:lnTo>
                <a:lnTo>
                  <a:pt x="386" y="1244"/>
                </a:lnTo>
                <a:lnTo>
                  <a:pt x="395" y="1258"/>
                </a:lnTo>
                <a:lnTo>
                  <a:pt x="403" y="1272"/>
                </a:lnTo>
                <a:lnTo>
                  <a:pt x="411" y="1285"/>
                </a:lnTo>
                <a:lnTo>
                  <a:pt x="420" y="1297"/>
                </a:lnTo>
                <a:lnTo>
                  <a:pt x="428" y="1308"/>
                </a:lnTo>
                <a:lnTo>
                  <a:pt x="437" y="1319"/>
                </a:lnTo>
                <a:lnTo>
                  <a:pt x="445" y="1329"/>
                </a:lnTo>
                <a:lnTo>
                  <a:pt x="453" y="1338"/>
                </a:lnTo>
                <a:lnTo>
                  <a:pt x="462" y="1347"/>
                </a:lnTo>
                <a:lnTo>
                  <a:pt x="470" y="1355"/>
                </a:lnTo>
                <a:lnTo>
                  <a:pt x="479" y="1362"/>
                </a:lnTo>
                <a:lnTo>
                  <a:pt x="487" y="1369"/>
                </a:lnTo>
                <a:lnTo>
                  <a:pt x="495" y="1375"/>
                </a:lnTo>
                <a:lnTo>
                  <a:pt x="504" y="1380"/>
                </a:lnTo>
                <a:lnTo>
                  <a:pt x="512" y="1384"/>
                </a:lnTo>
                <a:lnTo>
                  <a:pt x="521" y="1388"/>
                </a:lnTo>
                <a:lnTo>
                  <a:pt x="529" y="1391"/>
                </a:lnTo>
                <a:lnTo>
                  <a:pt x="537" y="1394"/>
                </a:lnTo>
                <a:lnTo>
                  <a:pt x="546" y="1396"/>
                </a:lnTo>
                <a:lnTo>
                  <a:pt x="554" y="1398"/>
                </a:lnTo>
                <a:lnTo>
                  <a:pt x="563" y="1398"/>
                </a:lnTo>
                <a:lnTo>
                  <a:pt x="571" y="1399"/>
                </a:lnTo>
                <a:lnTo>
                  <a:pt x="579" y="1399"/>
                </a:lnTo>
                <a:lnTo>
                  <a:pt x="588" y="1398"/>
                </a:lnTo>
                <a:lnTo>
                  <a:pt x="596" y="1397"/>
                </a:lnTo>
                <a:lnTo>
                  <a:pt x="605" y="1396"/>
                </a:lnTo>
                <a:lnTo>
                  <a:pt x="613" y="1394"/>
                </a:lnTo>
                <a:lnTo>
                  <a:pt x="621" y="1392"/>
                </a:lnTo>
                <a:lnTo>
                  <a:pt x="630" y="1390"/>
                </a:lnTo>
                <a:lnTo>
                  <a:pt x="638" y="1387"/>
                </a:lnTo>
                <a:lnTo>
                  <a:pt x="646" y="1384"/>
                </a:lnTo>
                <a:lnTo>
                  <a:pt x="655" y="1381"/>
                </a:lnTo>
                <a:lnTo>
                  <a:pt x="663" y="1378"/>
                </a:lnTo>
                <a:lnTo>
                  <a:pt x="672" y="1374"/>
                </a:lnTo>
                <a:lnTo>
                  <a:pt x="680" y="1371"/>
                </a:lnTo>
                <a:lnTo>
                  <a:pt x="688" y="1367"/>
                </a:lnTo>
                <a:lnTo>
                  <a:pt x="697" y="1363"/>
                </a:lnTo>
                <a:lnTo>
                  <a:pt x="705" y="1359"/>
                </a:lnTo>
                <a:lnTo>
                  <a:pt x="714" y="1355"/>
                </a:lnTo>
                <a:lnTo>
                  <a:pt x="722" y="1351"/>
                </a:lnTo>
                <a:lnTo>
                  <a:pt x="730" y="1347"/>
                </a:lnTo>
                <a:lnTo>
                  <a:pt x="739" y="1343"/>
                </a:lnTo>
                <a:lnTo>
                  <a:pt x="747" y="1340"/>
                </a:lnTo>
                <a:lnTo>
                  <a:pt x="756" y="1336"/>
                </a:lnTo>
                <a:lnTo>
                  <a:pt x="764" y="1332"/>
                </a:lnTo>
                <a:lnTo>
                  <a:pt x="772" y="1329"/>
                </a:lnTo>
                <a:lnTo>
                  <a:pt x="781" y="1325"/>
                </a:lnTo>
                <a:lnTo>
                  <a:pt x="789" y="1322"/>
                </a:lnTo>
                <a:lnTo>
                  <a:pt x="798" y="1319"/>
                </a:lnTo>
                <a:lnTo>
                  <a:pt x="806" y="1316"/>
                </a:lnTo>
                <a:lnTo>
                  <a:pt x="814" y="1313"/>
                </a:lnTo>
                <a:lnTo>
                  <a:pt x="823" y="1310"/>
                </a:lnTo>
                <a:lnTo>
                  <a:pt x="831" y="1308"/>
                </a:lnTo>
                <a:lnTo>
                  <a:pt x="840" y="1306"/>
                </a:lnTo>
                <a:lnTo>
                  <a:pt x="848" y="1304"/>
                </a:lnTo>
                <a:lnTo>
                  <a:pt x="856" y="1302"/>
                </a:lnTo>
                <a:lnTo>
                  <a:pt x="865" y="1301"/>
                </a:lnTo>
                <a:lnTo>
                  <a:pt x="873" y="1299"/>
                </a:lnTo>
                <a:lnTo>
                  <a:pt x="882" y="1298"/>
                </a:lnTo>
                <a:lnTo>
                  <a:pt x="890" y="1297"/>
                </a:lnTo>
                <a:lnTo>
                  <a:pt x="898" y="1297"/>
                </a:lnTo>
                <a:lnTo>
                  <a:pt x="907" y="1296"/>
                </a:lnTo>
                <a:lnTo>
                  <a:pt x="915" y="1296"/>
                </a:lnTo>
                <a:lnTo>
                  <a:pt x="924" y="1296"/>
                </a:lnTo>
                <a:lnTo>
                  <a:pt x="932" y="1296"/>
                </a:lnTo>
                <a:lnTo>
                  <a:pt x="940" y="1297"/>
                </a:lnTo>
                <a:lnTo>
                  <a:pt x="949" y="1297"/>
                </a:lnTo>
                <a:lnTo>
                  <a:pt x="957" y="1298"/>
                </a:lnTo>
                <a:lnTo>
                  <a:pt x="966" y="1299"/>
                </a:lnTo>
                <a:lnTo>
                  <a:pt x="974" y="1300"/>
                </a:lnTo>
                <a:lnTo>
                  <a:pt x="982" y="1302"/>
                </a:lnTo>
                <a:lnTo>
                  <a:pt x="991" y="1303"/>
                </a:lnTo>
                <a:lnTo>
                  <a:pt x="999" y="1305"/>
                </a:lnTo>
                <a:lnTo>
                  <a:pt x="1008" y="1307"/>
                </a:lnTo>
                <a:lnTo>
                  <a:pt x="1016" y="1309"/>
                </a:lnTo>
                <a:lnTo>
                  <a:pt x="1024" y="1311"/>
                </a:lnTo>
                <a:lnTo>
                  <a:pt x="1033" y="1313"/>
                </a:lnTo>
                <a:lnTo>
                  <a:pt x="1041" y="1315"/>
                </a:lnTo>
                <a:lnTo>
                  <a:pt x="1049" y="1317"/>
                </a:lnTo>
                <a:lnTo>
                  <a:pt x="1058" y="1320"/>
                </a:lnTo>
                <a:lnTo>
                  <a:pt x="1066" y="1322"/>
                </a:lnTo>
                <a:lnTo>
                  <a:pt x="1075" y="1324"/>
                </a:lnTo>
                <a:lnTo>
                  <a:pt x="1083" y="1327"/>
                </a:lnTo>
                <a:lnTo>
                  <a:pt x="1091" y="1329"/>
                </a:lnTo>
                <a:lnTo>
                  <a:pt x="1100" y="1332"/>
                </a:lnTo>
                <a:lnTo>
                  <a:pt x="1108" y="1334"/>
                </a:lnTo>
                <a:lnTo>
                  <a:pt x="1117" y="1337"/>
                </a:lnTo>
                <a:lnTo>
                  <a:pt x="1125" y="1339"/>
                </a:lnTo>
                <a:lnTo>
                  <a:pt x="1133" y="1342"/>
                </a:lnTo>
                <a:lnTo>
                  <a:pt x="1142" y="1344"/>
                </a:lnTo>
                <a:lnTo>
                  <a:pt x="1150" y="1346"/>
                </a:lnTo>
                <a:lnTo>
                  <a:pt x="1159" y="1349"/>
                </a:lnTo>
                <a:lnTo>
                  <a:pt x="1167" y="1351"/>
                </a:lnTo>
                <a:lnTo>
                  <a:pt x="1175" y="1353"/>
                </a:lnTo>
                <a:lnTo>
                  <a:pt x="1184" y="1355"/>
                </a:lnTo>
                <a:lnTo>
                  <a:pt x="1192" y="1357"/>
                </a:lnTo>
                <a:lnTo>
                  <a:pt x="1201" y="1359"/>
                </a:lnTo>
                <a:lnTo>
                  <a:pt x="1209" y="1360"/>
                </a:lnTo>
                <a:lnTo>
                  <a:pt x="1217" y="1362"/>
                </a:lnTo>
                <a:lnTo>
                  <a:pt x="1226" y="1364"/>
                </a:lnTo>
                <a:lnTo>
                  <a:pt x="1234" y="1365"/>
                </a:lnTo>
                <a:lnTo>
                  <a:pt x="1243" y="1366"/>
                </a:lnTo>
                <a:lnTo>
                  <a:pt x="1251" y="1367"/>
                </a:lnTo>
                <a:lnTo>
                  <a:pt x="1259" y="1368"/>
                </a:lnTo>
                <a:lnTo>
                  <a:pt x="1268" y="1369"/>
                </a:lnTo>
                <a:lnTo>
                  <a:pt x="1276" y="1369"/>
                </a:lnTo>
                <a:lnTo>
                  <a:pt x="1285" y="1370"/>
                </a:lnTo>
                <a:lnTo>
                  <a:pt x="1293" y="1370"/>
                </a:lnTo>
                <a:lnTo>
                  <a:pt x="1301" y="1371"/>
                </a:lnTo>
                <a:lnTo>
                  <a:pt x="1310" y="1371"/>
                </a:lnTo>
                <a:lnTo>
                  <a:pt x="1318" y="1371"/>
                </a:lnTo>
                <a:lnTo>
                  <a:pt x="1327" y="1370"/>
                </a:lnTo>
                <a:lnTo>
                  <a:pt x="1335" y="1370"/>
                </a:lnTo>
                <a:lnTo>
                  <a:pt x="1343" y="1370"/>
                </a:lnTo>
                <a:lnTo>
                  <a:pt x="1352" y="1369"/>
                </a:lnTo>
                <a:lnTo>
                  <a:pt x="1360" y="1368"/>
                </a:lnTo>
                <a:lnTo>
                  <a:pt x="1369" y="1367"/>
                </a:lnTo>
                <a:lnTo>
                  <a:pt x="1377" y="1366"/>
                </a:lnTo>
                <a:lnTo>
                  <a:pt x="1385" y="1365"/>
                </a:lnTo>
                <a:lnTo>
                  <a:pt x="1394" y="1364"/>
                </a:lnTo>
                <a:lnTo>
                  <a:pt x="1402" y="1363"/>
                </a:lnTo>
                <a:lnTo>
                  <a:pt x="1411" y="1362"/>
                </a:lnTo>
                <a:lnTo>
                  <a:pt x="1419" y="1360"/>
                </a:lnTo>
                <a:lnTo>
                  <a:pt x="1427" y="1359"/>
                </a:lnTo>
                <a:lnTo>
                  <a:pt x="1436" y="1357"/>
                </a:lnTo>
                <a:lnTo>
                  <a:pt x="1444" y="1355"/>
                </a:lnTo>
                <a:lnTo>
                  <a:pt x="1453" y="1354"/>
                </a:lnTo>
                <a:lnTo>
                  <a:pt x="1461" y="1352"/>
                </a:lnTo>
                <a:lnTo>
                  <a:pt x="1469" y="1350"/>
                </a:lnTo>
                <a:lnTo>
                  <a:pt x="1478" y="1348"/>
                </a:lnTo>
                <a:lnTo>
                  <a:pt x="1486" y="1346"/>
                </a:lnTo>
                <a:lnTo>
                  <a:pt x="1494" y="1344"/>
                </a:lnTo>
                <a:lnTo>
                  <a:pt x="1503" y="1343"/>
                </a:lnTo>
                <a:lnTo>
                  <a:pt x="1511" y="1341"/>
                </a:lnTo>
                <a:lnTo>
                  <a:pt x="1520" y="1339"/>
                </a:lnTo>
                <a:lnTo>
                  <a:pt x="1528" y="1337"/>
                </a:lnTo>
                <a:lnTo>
                  <a:pt x="1536" y="1335"/>
                </a:lnTo>
                <a:lnTo>
                  <a:pt x="1545" y="1334"/>
                </a:lnTo>
                <a:lnTo>
                  <a:pt x="1553" y="1332"/>
                </a:lnTo>
                <a:lnTo>
                  <a:pt x="1562" y="1330"/>
                </a:lnTo>
                <a:lnTo>
                  <a:pt x="1570" y="1329"/>
                </a:lnTo>
                <a:lnTo>
                  <a:pt x="1578" y="1327"/>
                </a:lnTo>
                <a:lnTo>
                  <a:pt x="1587" y="1326"/>
                </a:lnTo>
                <a:lnTo>
                  <a:pt x="1595" y="1324"/>
                </a:lnTo>
                <a:lnTo>
                  <a:pt x="1604" y="1323"/>
                </a:lnTo>
                <a:lnTo>
                  <a:pt x="1612" y="1322"/>
                </a:lnTo>
                <a:lnTo>
                  <a:pt x="1620" y="1321"/>
                </a:lnTo>
                <a:lnTo>
                  <a:pt x="1629" y="1320"/>
                </a:lnTo>
                <a:lnTo>
                  <a:pt x="1637" y="1319"/>
                </a:lnTo>
                <a:lnTo>
                  <a:pt x="1646" y="1318"/>
                </a:lnTo>
                <a:lnTo>
                  <a:pt x="1654" y="1317"/>
                </a:lnTo>
                <a:lnTo>
                  <a:pt x="1662" y="1317"/>
                </a:lnTo>
                <a:lnTo>
                  <a:pt x="1671" y="1316"/>
                </a:lnTo>
                <a:lnTo>
                  <a:pt x="1679" y="1316"/>
                </a:lnTo>
                <a:lnTo>
                  <a:pt x="1688" y="1316"/>
                </a:lnTo>
                <a:lnTo>
                  <a:pt x="1696" y="1316"/>
                </a:lnTo>
                <a:lnTo>
                  <a:pt x="1704" y="1316"/>
                </a:lnTo>
                <a:lnTo>
                  <a:pt x="1713" y="1316"/>
                </a:lnTo>
                <a:lnTo>
                  <a:pt x="1721" y="1316"/>
                </a:lnTo>
                <a:lnTo>
                  <a:pt x="1730" y="1317"/>
                </a:lnTo>
                <a:lnTo>
                  <a:pt x="1738" y="1317"/>
                </a:lnTo>
                <a:lnTo>
                  <a:pt x="1746" y="1318"/>
                </a:lnTo>
                <a:lnTo>
                  <a:pt x="1755" y="1319"/>
                </a:lnTo>
                <a:lnTo>
                  <a:pt x="1763" y="1319"/>
                </a:lnTo>
                <a:lnTo>
                  <a:pt x="1772" y="1320"/>
                </a:lnTo>
                <a:lnTo>
                  <a:pt x="1780" y="1322"/>
                </a:lnTo>
                <a:lnTo>
                  <a:pt x="1788" y="1323"/>
                </a:lnTo>
                <a:lnTo>
                  <a:pt x="1797" y="1324"/>
                </a:lnTo>
                <a:lnTo>
                  <a:pt x="1805" y="1325"/>
                </a:lnTo>
                <a:lnTo>
                  <a:pt x="1814" y="1327"/>
                </a:lnTo>
                <a:lnTo>
                  <a:pt x="1822" y="1328"/>
                </a:lnTo>
                <a:lnTo>
                  <a:pt x="1830" y="1330"/>
                </a:lnTo>
                <a:lnTo>
                  <a:pt x="1839" y="1332"/>
                </a:lnTo>
                <a:lnTo>
                  <a:pt x="1847" y="1333"/>
                </a:lnTo>
                <a:lnTo>
                  <a:pt x="1856" y="1335"/>
                </a:lnTo>
                <a:lnTo>
                  <a:pt x="1864" y="1337"/>
                </a:lnTo>
                <a:lnTo>
                  <a:pt x="1872" y="1338"/>
                </a:lnTo>
                <a:lnTo>
                  <a:pt x="1881" y="1340"/>
                </a:lnTo>
                <a:lnTo>
                  <a:pt x="1889" y="1342"/>
                </a:lnTo>
                <a:lnTo>
                  <a:pt x="1897" y="1344"/>
                </a:lnTo>
                <a:lnTo>
                  <a:pt x="1906" y="1345"/>
                </a:lnTo>
                <a:lnTo>
                  <a:pt x="1914" y="1347"/>
                </a:lnTo>
                <a:lnTo>
                  <a:pt x="1923" y="1348"/>
                </a:lnTo>
                <a:lnTo>
                  <a:pt x="1931" y="1350"/>
                </a:lnTo>
                <a:lnTo>
                  <a:pt x="1939" y="1351"/>
                </a:lnTo>
                <a:lnTo>
                  <a:pt x="1948" y="1353"/>
                </a:lnTo>
                <a:lnTo>
                  <a:pt x="1956" y="1354"/>
                </a:lnTo>
                <a:lnTo>
                  <a:pt x="1965" y="1355"/>
                </a:lnTo>
                <a:lnTo>
                  <a:pt x="1973" y="1356"/>
                </a:lnTo>
                <a:lnTo>
                  <a:pt x="1981" y="1357"/>
                </a:lnTo>
                <a:lnTo>
                  <a:pt x="1990" y="1357"/>
                </a:lnTo>
                <a:lnTo>
                  <a:pt x="1998" y="1358"/>
                </a:lnTo>
                <a:lnTo>
                  <a:pt x="2007" y="1358"/>
                </a:lnTo>
                <a:lnTo>
                  <a:pt x="2015" y="1358"/>
                </a:lnTo>
                <a:lnTo>
                  <a:pt x="2023" y="1358"/>
                </a:lnTo>
                <a:lnTo>
                  <a:pt x="2032" y="1358"/>
                </a:lnTo>
                <a:lnTo>
                  <a:pt x="2040" y="1357"/>
                </a:lnTo>
                <a:lnTo>
                  <a:pt x="2049" y="1357"/>
                </a:lnTo>
                <a:lnTo>
                  <a:pt x="2057" y="1356"/>
                </a:lnTo>
                <a:lnTo>
                  <a:pt x="2065" y="1354"/>
                </a:lnTo>
                <a:lnTo>
                  <a:pt x="2074" y="1353"/>
                </a:lnTo>
                <a:lnTo>
                  <a:pt x="2082" y="1351"/>
                </a:lnTo>
                <a:lnTo>
                  <a:pt x="2091" y="1349"/>
                </a:lnTo>
                <a:lnTo>
                  <a:pt x="2099" y="1346"/>
                </a:lnTo>
                <a:lnTo>
                  <a:pt x="2107" y="1344"/>
                </a:lnTo>
                <a:lnTo>
                  <a:pt x="2116" y="1341"/>
                </a:lnTo>
                <a:lnTo>
                  <a:pt x="2124" y="1337"/>
                </a:lnTo>
                <a:lnTo>
                  <a:pt x="2133" y="1334"/>
                </a:lnTo>
                <a:lnTo>
                  <a:pt x="2141" y="1330"/>
                </a:lnTo>
                <a:lnTo>
                  <a:pt x="2149" y="1325"/>
                </a:lnTo>
                <a:lnTo>
                  <a:pt x="2158" y="1321"/>
                </a:lnTo>
                <a:lnTo>
                  <a:pt x="2166" y="1316"/>
                </a:lnTo>
                <a:lnTo>
                  <a:pt x="2175" y="1310"/>
                </a:lnTo>
                <a:lnTo>
                  <a:pt x="2183" y="1304"/>
                </a:lnTo>
                <a:lnTo>
                  <a:pt x="2191" y="1298"/>
                </a:lnTo>
                <a:lnTo>
                  <a:pt x="2200" y="1292"/>
                </a:lnTo>
                <a:lnTo>
                  <a:pt x="2208" y="1285"/>
                </a:lnTo>
                <a:lnTo>
                  <a:pt x="2217" y="1278"/>
                </a:lnTo>
                <a:lnTo>
                  <a:pt x="2225" y="1271"/>
                </a:lnTo>
                <a:lnTo>
                  <a:pt x="2233" y="1263"/>
                </a:lnTo>
                <a:lnTo>
                  <a:pt x="2242" y="1255"/>
                </a:lnTo>
                <a:lnTo>
                  <a:pt x="2250" y="1246"/>
                </a:lnTo>
                <a:lnTo>
                  <a:pt x="2259" y="1237"/>
                </a:lnTo>
                <a:lnTo>
                  <a:pt x="2267" y="1228"/>
                </a:lnTo>
                <a:lnTo>
                  <a:pt x="2275" y="1219"/>
                </a:lnTo>
                <a:lnTo>
                  <a:pt x="2284" y="1209"/>
                </a:lnTo>
                <a:lnTo>
                  <a:pt x="2292" y="1199"/>
                </a:lnTo>
                <a:lnTo>
                  <a:pt x="2301" y="1188"/>
                </a:lnTo>
                <a:lnTo>
                  <a:pt x="2309" y="1178"/>
                </a:lnTo>
                <a:lnTo>
                  <a:pt x="2317" y="1167"/>
                </a:lnTo>
                <a:lnTo>
                  <a:pt x="2326" y="1155"/>
                </a:lnTo>
                <a:lnTo>
                  <a:pt x="2334" y="1144"/>
                </a:lnTo>
                <a:lnTo>
                  <a:pt x="2342" y="1132"/>
                </a:lnTo>
                <a:lnTo>
                  <a:pt x="2351" y="1120"/>
                </a:lnTo>
                <a:lnTo>
                  <a:pt x="2359" y="1108"/>
                </a:lnTo>
                <a:lnTo>
                  <a:pt x="2368" y="1096"/>
                </a:lnTo>
                <a:lnTo>
                  <a:pt x="2376" y="1083"/>
                </a:lnTo>
                <a:lnTo>
                  <a:pt x="2384" y="1071"/>
                </a:lnTo>
                <a:lnTo>
                  <a:pt x="2393" y="1058"/>
                </a:lnTo>
                <a:lnTo>
                  <a:pt x="2401" y="1045"/>
                </a:lnTo>
                <a:lnTo>
                  <a:pt x="2410" y="1032"/>
                </a:lnTo>
                <a:lnTo>
                  <a:pt x="2418" y="1019"/>
                </a:lnTo>
                <a:lnTo>
                  <a:pt x="2426" y="1006"/>
                </a:lnTo>
                <a:lnTo>
                  <a:pt x="2435" y="992"/>
                </a:lnTo>
                <a:lnTo>
                  <a:pt x="2443" y="979"/>
                </a:lnTo>
                <a:lnTo>
                  <a:pt x="2452" y="966"/>
                </a:lnTo>
                <a:lnTo>
                  <a:pt x="2460" y="953"/>
                </a:lnTo>
                <a:lnTo>
                  <a:pt x="2468" y="939"/>
                </a:lnTo>
                <a:lnTo>
                  <a:pt x="2477" y="926"/>
                </a:lnTo>
                <a:lnTo>
                  <a:pt x="2485" y="913"/>
                </a:lnTo>
                <a:lnTo>
                  <a:pt x="2494" y="900"/>
                </a:lnTo>
                <a:lnTo>
                  <a:pt x="2502" y="886"/>
                </a:lnTo>
                <a:lnTo>
                  <a:pt x="2510" y="874"/>
                </a:lnTo>
                <a:lnTo>
                  <a:pt x="2519" y="861"/>
                </a:lnTo>
                <a:lnTo>
                  <a:pt x="2527" y="848"/>
                </a:lnTo>
                <a:lnTo>
                  <a:pt x="2536" y="835"/>
                </a:lnTo>
                <a:lnTo>
                  <a:pt x="2544" y="823"/>
                </a:lnTo>
                <a:lnTo>
                  <a:pt x="2552" y="811"/>
                </a:lnTo>
                <a:lnTo>
                  <a:pt x="2561" y="799"/>
                </a:lnTo>
                <a:lnTo>
                  <a:pt x="2569" y="787"/>
                </a:lnTo>
                <a:lnTo>
                  <a:pt x="2578" y="775"/>
                </a:lnTo>
                <a:lnTo>
                  <a:pt x="2586" y="764"/>
                </a:lnTo>
                <a:lnTo>
                  <a:pt x="2594" y="753"/>
                </a:lnTo>
                <a:lnTo>
                  <a:pt x="2603" y="742"/>
                </a:lnTo>
                <a:lnTo>
                  <a:pt x="2611" y="732"/>
                </a:lnTo>
                <a:lnTo>
                  <a:pt x="2620" y="721"/>
                </a:lnTo>
                <a:lnTo>
                  <a:pt x="2628" y="711"/>
                </a:lnTo>
                <a:lnTo>
                  <a:pt x="2636" y="702"/>
                </a:lnTo>
                <a:lnTo>
                  <a:pt x="2645" y="692"/>
                </a:lnTo>
                <a:lnTo>
                  <a:pt x="2653" y="683"/>
                </a:lnTo>
                <a:lnTo>
                  <a:pt x="2662" y="675"/>
                </a:lnTo>
                <a:lnTo>
                  <a:pt x="2670" y="666"/>
                </a:lnTo>
                <a:lnTo>
                  <a:pt x="2678" y="658"/>
                </a:lnTo>
                <a:lnTo>
                  <a:pt x="2687" y="650"/>
                </a:lnTo>
                <a:lnTo>
                  <a:pt x="2695" y="643"/>
                </a:lnTo>
                <a:lnTo>
                  <a:pt x="2704" y="636"/>
                </a:lnTo>
                <a:lnTo>
                  <a:pt x="2712" y="629"/>
                </a:lnTo>
                <a:lnTo>
                  <a:pt x="2720" y="622"/>
                </a:lnTo>
                <a:lnTo>
                  <a:pt x="2729" y="616"/>
                </a:lnTo>
                <a:lnTo>
                  <a:pt x="2737" y="610"/>
                </a:lnTo>
                <a:lnTo>
                  <a:pt x="2745" y="604"/>
                </a:lnTo>
                <a:lnTo>
                  <a:pt x="2754" y="599"/>
                </a:lnTo>
                <a:lnTo>
                  <a:pt x="2762" y="593"/>
                </a:lnTo>
                <a:lnTo>
                  <a:pt x="2771" y="588"/>
                </a:lnTo>
                <a:lnTo>
                  <a:pt x="2779" y="584"/>
                </a:lnTo>
                <a:lnTo>
                  <a:pt x="2787" y="579"/>
                </a:lnTo>
                <a:lnTo>
                  <a:pt x="2796" y="575"/>
                </a:lnTo>
                <a:lnTo>
                  <a:pt x="2804" y="571"/>
                </a:lnTo>
                <a:lnTo>
                  <a:pt x="2813" y="567"/>
                </a:lnTo>
                <a:lnTo>
                  <a:pt x="2821" y="563"/>
                </a:lnTo>
                <a:lnTo>
                  <a:pt x="2829" y="559"/>
                </a:lnTo>
                <a:lnTo>
                  <a:pt x="2838" y="556"/>
                </a:lnTo>
                <a:lnTo>
                  <a:pt x="2846" y="552"/>
                </a:lnTo>
                <a:lnTo>
                  <a:pt x="2855" y="549"/>
                </a:lnTo>
                <a:lnTo>
                  <a:pt x="2863" y="545"/>
                </a:lnTo>
                <a:lnTo>
                  <a:pt x="2871" y="542"/>
                </a:lnTo>
                <a:lnTo>
                  <a:pt x="2880" y="538"/>
                </a:lnTo>
                <a:lnTo>
                  <a:pt x="2888" y="535"/>
                </a:lnTo>
                <a:lnTo>
                  <a:pt x="2897" y="531"/>
                </a:lnTo>
                <a:lnTo>
                  <a:pt x="2905" y="528"/>
                </a:lnTo>
                <a:lnTo>
                  <a:pt x="2913" y="524"/>
                </a:lnTo>
                <a:lnTo>
                  <a:pt x="2922" y="520"/>
                </a:lnTo>
                <a:lnTo>
                  <a:pt x="2930" y="517"/>
                </a:lnTo>
                <a:lnTo>
                  <a:pt x="2939" y="512"/>
                </a:lnTo>
                <a:lnTo>
                  <a:pt x="2947" y="508"/>
                </a:lnTo>
                <a:lnTo>
                  <a:pt x="2955" y="504"/>
                </a:lnTo>
                <a:lnTo>
                  <a:pt x="2964" y="499"/>
                </a:lnTo>
                <a:lnTo>
                  <a:pt x="2972" y="494"/>
                </a:lnTo>
                <a:lnTo>
                  <a:pt x="2981" y="489"/>
                </a:lnTo>
                <a:lnTo>
                  <a:pt x="2989" y="483"/>
                </a:lnTo>
                <a:lnTo>
                  <a:pt x="2997" y="477"/>
                </a:lnTo>
                <a:lnTo>
                  <a:pt x="3006" y="471"/>
                </a:lnTo>
                <a:lnTo>
                  <a:pt x="3014" y="465"/>
                </a:lnTo>
                <a:lnTo>
                  <a:pt x="3023" y="458"/>
                </a:lnTo>
                <a:lnTo>
                  <a:pt x="3031" y="451"/>
                </a:lnTo>
                <a:lnTo>
                  <a:pt x="3039" y="444"/>
                </a:lnTo>
                <a:lnTo>
                  <a:pt x="3048" y="436"/>
                </a:lnTo>
                <a:lnTo>
                  <a:pt x="3056" y="428"/>
                </a:lnTo>
                <a:lnTo>
                  <a:pt x="3065" y="419"/>
                </a:lnTo>
                <a:lnTo>
                  <a:pt x="3073" y="411"/>
                </a:lnTo>
                <a:lnTo>
                  <a:pt x="3081" y="401"/>
                </a:lnTo>
                <a:lnTo>
                  <a:pt x="3090" y="392"/>
                </a:lnTo>
                <a:lnTo>
                  <a:pt x="3098" y="382"/>
                </a:lnTo>
                <a:lnTo>
                  <a:pt x="3107" y="372"/>
                </a:lnTo>
                <a:lnTo>
                  <a:pt x="3115" y="362"/>
                </a:lnTo>
                <a:lnTo>
                  <a:pt x="3123" y="351"/>
                </a:lnTo>
                <a:lnTo>
                  <a:pt x="3132" y="340"/>
                </a:lnTo>
                <a:lnTo>
                  <a:pt x="3140" y="329"/>
                </a:lnTo>
                <a:lnTo>
                  <a:pt x="3148" y="317"/>
                </a:lnTo>
                <a:lnTo>
                  <a:pt x="3157" y="306"/>
                </a:lnTo>
                <a:lnTo>
                  <a:pt x="3165" y="294"/>
                </a:lnTo>
                <a:lnTo>
                  <a:pt x="3174" y="282"/>
                </a:lnTo>
                <a:lnTo>
                  <a:pt x="3182" y="270"/>
                </a:lnTo>
                <a:lnTo>
                  <a:pt x="3190" y="257"/>
                </a:lnTo>
                <a:lnTo>
                  <a:pt x="3199" y="245"/>
                </a:lnTo>
                <a:lnTo>
                  <a:pt x="3207" y="232"/>
                </a:lnTo>
                <a:lnTo>
                  <a:pt x="3216" y="220"/>
                </a:lnTo>
                <a:lnTo>
                  <a:pt x="3224" y="207"/>
                </a:lnTo>
                <a:lnTo>
                  <a:pt x="3232" y="195"/>
                </a:lnTo>
                <a:lnTo>
                  <a:pt x="3241" y="182"/>
                </a:lnTo>
                <a:lnTo>
                  <a:pt x="3249" y="169"/>
                </a:lnTo>
                <a:lnTo>
                  <a:pt x="3258" y="156"/>
                </a:lnTo>
                <a:lnTo>
                  <a:pt x="3266" y="143"/>
                </a:lnTo>
                <a:lnTo>
                  <a:pt x="3274" y="130"/>
                </a:lnTo>
                <a:lnTo>
                  <a:pt x="3283" y="117"/>
                </a:lnTo>
                <a:lnTo>
                  <a:pt x="3291" y="104"/>
                </a:lnTo>
                <a:lnTo>
                  <a:pt x="3300" y="91"/>
                </a:lnTo>
                <a:lnTo>
                  <a:pt x="3308" y="77"/>
                </a:lnTo>
                <a:lnTo>
                  <a:pt x="3316" y="63"/>
                </a:lnTo>
                <a:lnTo>
                  <a:pt x="3325" y="48"/>
                </a:lnTo>
                <a:lnTo>
                  <a:pt x="3333" y="33"/>
                </a:lnTo>
                <a:lnTo>
                  <a:pt x="3342" y="17"/>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192170"/>
            <a:ext cx="3063240" cy="1456639"/>
          </a:xfrm>
          <a:custGeom>
            <a:avLst/>
            <a:gdLst/>
            <a:ahLst/>
            <a:cxnLst/>
            <a:rect l="l" t="t" r="r" b="b"/>
            <a:pathLst>
              <a:path w="3350" h="1593">
                <a:moveTo>
                  <a:pt x="0" y="1043"/>
                </a:moveTo>
                <a:lnTo>
                  <a:pt x="8" y="1081"/>
                </a:lnTo>
                <a:lnTo>
                  <a:pt x="17" y="1119"/>
                </a:lnTo>
                <a:lnTo>
                  <a:pt x="25" y="1155"/>
                </a:lnTo>
                <a:lnTo>
                  <a:pt x="34" y="1191"/>
                </a:lnTo>
                <a:lnTo>
                  <a:pt x="42" y="1224"/>
                </a:lnTo>
                <a:lnTo>
                  <a:pt x="50" y="1255"/>
                </a:lnTo>
                <a:lnTo>
                  <a:pt x="59" y="1284"/>
                </a:lnTo>
                <a:lnTo>
                  <a:pt x="67" y="1310"/>
                </a:lnTo>
                <a:lnTo>
                  <a:pt x="76" y="1333"/>
                </a:lnTo>
                <a:lnTo>
                  <a:pt x="84" y="1353"/>
                </a:lnTo>
                <a:lnTo>
                  <a:pt x="92" y="1371"/>
                </a:lnTo>
                <a:lnTo>
                  <a:pt x="101" y="1385"/>
                </a:lnTo>
                <a:lnTo>
                  <a:pt x="109" y="1396"/>
                </a:lnTo>
                <a:lnTo>
                  <a:pt x="118" y="1404"/>
                </a:lnTo>
                <a:lnTo>
                  <a:pt x="126" y="1410"/>
                </a:lnTo>
                <a:lnTo>
                  <a:pt x="134" y="1412"/>
                </a:lnTo>
                <a:lnTo>
                  <a:pt x="143" y="1412"/>
                </a:lnTo>
                <a:lnTo>
                  <a:pt x="151" y="1410"/>
                </a:lnTo>
                <a:lnTo>
                  <a:pt x="160" y="1405"/>
                </a:lnTo>
                <a:lnTo>
                  <a:pt x="168" y="1398"/>
                </a:lnTo>
                <a:lnTo>
                  <a:pt x="176" y="1388"/>
                </a:lnTo>
                <a:lnTo>
                  <a:pt x="185" y="1377"/>
                </a:lnTo>
                <a:lnTo>
                  <a:pt x="193" y="1364"/>
                </a:lnTo>
                <a:lnTo>
                  <a:pt x="202" y="1350"/>
                </a:lnTo>
                <a:lnTo>
                  <a:pt x="210" y="1334"/>
                </a:lnTo>
                <a:lnTo>
                  <a:pt x="218" y="1317"/>
                </a:lnTo>
                <a:lnTo>
                  <a:pt x="227" y="1298"/>
                </a:lnTo>
                <a:lnTo>
                  <a:pt x="235" y="1280"/>
                </a:lnTo>
                <a:lnTo>
                  <a:pt x="243" y="1260"/>
                </a:lnTo>
                <a:lnTo>
                  <a:pt x="252" y="1240"/>
                </a:lnTo>
                <a:lnTo>
                  <a:pt x="260" y="1219"/>
                </a:lnTo>
                <a:lnTo>
                  <a:pt x="269" y="1198"/>
                </a:lnTo>
                <a:lnTo>
                  <a:pt x="277" y="1178"/>
                </a:lnTo>
                <a:lnTo>
                  <a:pt x="285" y="1157"/>
                </a:lnTo>
                <a:lnTo>
                  <a:pt x="294" y="1137"/>
                </a:lnTo>
                <a:lnTo>
                  <a:pt x="302" y="1117"/>
                </a:lnTo>
                <a:lnTo>
                  <a:pt x="311" y="1097"/>
                </a:lnTo>
                <a:lnTo>
                  <a:pt x="319" y="1078"/>
                </a:lnTo>
                <a:lnTo>
                  <a:pt x="327" y="1060"/>
                </a:lnTo>
                <a:lnTo>
                  <a:pt x="336" y="1043"/>
                </a:lnTo>
                <a:lnTo>
                  <a:pt x="344" y="1026"/>
                </a:lnTo>
                <a:lnTo>
                  <a:pt x="353" y="1010"/>
                </a:lnTo>
                <a:lnTo>
                  <a:pt x="361" y="996"/>
                </a:lnTo>
                <a:lnTo>
                  <a:pt x="369" y="982"/>
                </a:lnTo>
                <a:lnTo>
                  <a:pt x="378" y="970"/>
                </a:lnTo>
                <a:lnTo>
                  <a:pt x="386" y="959"/>
                </a:lnTo>
                <a:lnTo>
                  <a:pt x="395" y="949"/>
                </a:lnTo>
                <a:lnTo>
                  <a:pt x="403" y="940"/>
                </a:lnTo>
                <a:lnTo>
                  <a:pt x="411" y="933"/>
                </a:lnTo>
                <a:lnTo>
                  <a:pt x="420" y="926"/>
                </a:lnTo>
                <a:lnTo>
                  <a:pt x="428" y="921"/>
                </a:lnTo>
                <a:lnTo>
                  <a:pt x="437" y="918"/>
                </a:lnTo>
                <a:lnTo>
                  <a:pt x="445" y="916"/>
                </a:lnTo>
                <a:lnTo>
                  <a:pt x="453" y="915"/>
                </a:lnTo>
                <a:lnTo>
                  <a:pt x="462" y="915"/>
                </a:lnTo>
                <a:lnTo>
                  <a:pt x="470" y="916"/>
                </a:lnTo>
                <a:lnTo>
                  <a:pt x="479" y="919"/>
                </a:lnTo>
                <a:lnTo>
                  <a:pt x="487" y="923"/>
                </a:lnTo>
                <a:lnTo>
                  <a:pt x="495" y="928"/>
                </a:lnTo>
                <a:lnTo>
                  <a:pt x="504" y="934"/>
                </a:lnTo>
                <a:lnTo>
                  <a:pt x="512" y="941"/>
                </a:lnTo>
                <a:lnTo>
                  <a:pt x="521" y="949"/>
                </a:lnTo>
                <a:lnTo>
                  <a:pt x="529" y="958"/>
                </a:lnTo>
                <a:lnTo>
                  <a:pt x="537" y="968"/>
                </a:lnTo>
                <a:lnTo>
                  <a:pt x="546" y="979"/>
                </a:lnTo>
                <a:lnTo>
                  <a:pt x="554" y="991"/>
                </a:lnTo>
                <a:lnTo>
                  <a:pt x="563" y="1003"/>
                </a:lnTo>
                <a:lnTo>
                  <a:pt x="571" y="1017"/>
                </a:lnTo>
                <a:lnTo>
                  <a:pt x="579" y="1031"/>
                </a:lnTo>
                <a:lnTo>
                  <a:pt x="588" y="1045"/>
                </a:lnTo>
                <a:lnTo>
                  <a:pt x="596" y="1060"/>
                </a:lnTo>
                <a:lnTo>
                  <a:pt x="605" y="1075"/>
                </a:lnTo>
                <a:lnTo>
                  <a:pt x="613" y="1091"/>
                </a:lnTo>
                <a:lnTo>
                  <a:pt x="621" y="1108"/>
                </a:lnTo>
                <a:lnTo>
                  <a:pt x="630" y="1124"/>
                </a:lnTo>
                <a:lnTo>
                  <a:pt x="638" y="1141"/>
                </a:lnTo>
                <a:lnTo>
                  <a:pt x="646" y="1158"/>
                </a:lnTo>
                <a:lnTo>
                  <a:pt x="655" y="1175"/>
                </a:lnTo>
                <a:lnTo>
                  <a:pt x="663" y="1192"/>
                </a:lnTo>
                <a:lnTo>
                  <a:pt x="672" y="1209"/>
                </a:lnTo>
                <a:lnTo>
                  <a:pt x="680" y="1227"/>
                </a:lnTo>
                <a:lnTo>
                  <a:pt x="688" y="1244"/>
                </a:lnTo>
                <a:lnTo>
                  <a:pt x="697" y="1261"/>
                </a:lnTo>
                <a:lnTo>
                  <a:pt x="705" y="1278"/>
                </a:lnTo>
                <a:lnTo>
                  <a:pt x="714" y="1295"/>
                </a:lnTo>
                <a:lnTo>
                  <a:pt x="722" y="1311"/>
                </a:lnTo>
                <a:lnTo>
                  <a:pt x="730" y="1327"/>
                </a:lnTo>
                <a:lnTo>
                  <a:pt x="739" y="1343"/>
                </a:lnTo>
                <a:lnTo>
                  <a:pt x="747" y="1359"/>
                </a:lnTo>
                <a:lnTo>
                  <a:pt x="756" y="1374"/>
                </a:lnTo>
                <a:lnTo>
                  <a:pt x="764" y="1389"/>
                </a:lnTo>
                <a:lnTo>
                  <a:pt x="772" y="1403"/>
                </a:lnTo>
                <a:lnTo>
                  <a:pt x="781" y="1417"/>
                </a:lnTo>
                <a:lnTo>
                  <a:pt x="789" y="1430"/>
                </a:lnTo>
                <a:lnTo>
                  <a:pt x="798" y="1443"/>
                </a:lnTo>
                <a:lnTo>
                  <a:pt x="806" y="1456"/>
                </a:lnTo>
                <a:lnTo>
                  <a:pt x="814" y="1467"/>
                </a:lnTo>
                <a:lnTo>
                  <a:pt x="823" y="1479"/>
                </a:lnTo>
                <a:lnTo>
                  <a:pt x="831" y="1490"/>
                </a:lnTo>
                <a:lnTo>
                  <a:pt x="840" y="1500"/>
                </a:lnTo>
                <a:lnTo>
                  <a:pt x="848" y="1510"/>
                </a:lnTo>
                <a:lnTo>
                  <a:pt x="856" y="1519"/>
                </a:lnTo>
                <a:lnTo>
                  <a:pt x="865" y="1527"/>
                </a:lnTo>
                <a:lnTo>
                  <a:pt x="873" y="1535"/>
                </a:lnTo>
                <a:lnTo>
                  <a:pt x="882" y="1543"/>
                </a:lnTo>
                <a:lnTo>
                  <a:pt x="890" y="1549"/>
                </a:lnTo>
                <a:lnTo>
                  <a:pt x="898" y="1556"/>
                </a:lnTo>
                <a:lnTo>
                  <a:pt x="907" y="1562"/>
                </a:lnTo>
                <a:lnTo>
                  <a:pt x="915" y="1567"/>
                </a:lnTo>
                <a:lnTo>
                  <a:pt x="924" y="1571"/>
                </a:lnTo>
                <a:lnTo>
                  <a:pt x="932" y="1576"/>
                </a:lnTo>
                <a:lnTo>
                  <a:pt x="940" y="1579"/>
                </a:lnTo>
                <a:lnTo>
                  <a:pt x="949" y="1583"/>
                </a:lnTo>
                <a:lnTo>
                  <a:pt x="957" y="1585"/>
                </a:lnTo>
                <a:lnTo>
                  <a:pt x="966" y="1588"/>
                </a:lnTo>
                <a:lnTo>
                  <a:pt x="974" y="1589"/>
                </a:lnTo>
                <a:lnTo>
                  <a:pt x="982" y="1591"/>
                </a:lnTo>
                <a:lnTo>
                  <a:pt x="991" y="1592"/>
                </a:lnTo>
                <a:lnTo>
                  <a:pt x="999" y="1592"/>
                </a:lnTo>
                <a:lnTo>
                  <a:pt x="1008" y="1593"/>
                </a:lnTo>
                <a:lnTo>
                  <a:pt x="1016" y="1593"/>
                </a:lnTo>
                <a:lnTo>
                  <a:pt x="1024" y="1592"/>
                </a:lnTo>
                <a:lnTo>
                  <a:pt x="1033" y="1591"/>
                </a:lnTo>
                <a:lnTo>
                  <a:pt x="1041" y="1590"/>
                </a:lnTo>
                <a:lnTo>
                  <a:pt x="1049" y="1589"/>
                </a:lnTo>
                <a:lnTo>
                  <a:pt x="1058" y="1588"/>
                </a:lnTo>
                <a:lnTo>
                  <a:pt x="1066" y="1586"/>
                </a:lnTo>
                <a:lnTo>
                  <a:pt x="1075" y="1584"/>
                </a:lnTo>
                <a:lnTo>
                  <a:pt x="1083" y="1582"/>
                </a:lnTo>
                <a:lnTo>
                  <a:pt x="1091" y="1580"/>
                </a:lnTo>
                <a:lnTo>
                  <a:pt x="1100" y="1577"/>
                </a:lnTo>
                <a:lnTo>
                  <a:pt x="1108" y="1575"/>
                </a:lnTo>
                <a:lnTo>
                  <a:pt x="1117" y="1572"/>
                </a:lnTo>
                <a:lnTo>
                  <a:pt x="1125" y="1569"/>
                </a:lnTo>
                <a:lnTo>
                  <a:pt x="1133" y="1567"/>
                </a:lnTo>
                <a:lnTo>
                  <a:pt x="1142" y="1564"/>
                </a:lnTo>
                <a:lnTo>
                  <a:pt x="1150" y="1561"/>
                </a:lnTo>
                <a:lnTo>
                  <a:pt x="1159" y="1558"/>
                </a:lnTo>
                <a:lnTo>
                  <a:pt x="1167" y="1555"/>
                </a:lnTo>
                <a:lnTo>
                  <a:pt x="1175" y="1553"/>
                </a:lnTo>
                <a:lnTo>
                  <a:pt x="1184" y="1550"/>
                </a:lnTo>
                <a:lnTo>
                  <a:pt x="1192" y="1547"/>
                </a:lnTo>
                <a:lnTo>
                  <a:pt x="1201" y="1544"/>
                </a:lnTo>
                <a:lnTo>
                  <a:pt x="1209" y="1542"/>
                </a:lnTo>
                <a:lnTo>
                  <a:pt x="1217" y="1539"/>
                </a:lnTo>
                <a:lnTo>
                  <a:pt x="1226" y="1537"/>
                </a:lnTo>
                <a:lnTo>
                  <a:pt x="1234" y="1534"/>
                </a:lnTo>
                <a:lnTo>
                  <a:pt x="1243" y="1532"/>
                </a:lnTo>
                <a:lnTo>
                  <a:pt x="1251" y="1530"/>
                </a:lnTo>
                <a:lnTo>
                  <a:pt x="1259" y="1528"/>
                </a:lnTo>
                <a:lnTo>
                  <a:pt x="1268" y="1526"/>
                </a:lnTo>
                <a:lnTo>
                  <a:pt x="1276" y="1524"/>
                </a:lnTo>
                <a:lnTo>
                  <a:pt x="1285" y="1523"/>
                </a:lnTo>
                <a:lnTo>
                  <a:pt x="1293" y="1521"/>
                </a:lnTo>
                <a:lnTo>
                  <a:pt x="1301" y="1520"/>
                </a:lnTo>
                <a:lnTo>
                  <a:pt x="1310" y="1519"/>
                </a:lnTo>
                <a:lnTo>
                  <a:pt x="1318" y="1518"/>
                </a:lnTo>
                <a:lnTo>
                  <a:pt x="1327" y="1517"/>
                </a:lnTo>
                <a:lnTo>
                  <a:pt x="1335" y="1516"/>
                </a:lnTo>
                <a:lnTo>
                  <a:pt x="1343" y="1515"/>
                </a:lnTo>
                <a:lnTo>
                  <a:pt x="1352" y="1514"/>
                </a:lnTo>
                <a:lnTo>
                  <a:pt x="1360" y="1514"/>
                </a:lnTo>
                <a:lnTo>
                  <a:pt x="1369" y="1514"/>
                </a:lnTo>
                <a:lnTo>
                  <a:pt x="1377" y="1513"/>
                </a:lnTo>
                <a:lnTo>
                  <a:pt x="1385" y="1513"/>
                </a:lnTo>
                <a:lnTo>
                  <a:pt x="1394" y="1513"/>
                </a:lnTo>
                <a:lnTo>
                  <a:pt x="1402" y="1513"/>
                </a:lnTo>
                <a:lnTo>
                  <a:pt x="1411" y="1513"/>
                </a:lnTo>
                <a:lnTo>
                  <a:pt x="1419" y="1513"/>
                </a:lnTo>
                <a:lnTo>
                  <a:pt x="1427" y="1513"/>
                </a:lnTo>
                <a:lnTo>
                  <a:pt x="1436" y="1514"/>
                </a:lnTo>
                <a:lnTo>
                  <a:pt x="1444" y="1514"/>
                </a:lnTo>
                <a:lnTo>
                  <a:pt x="1453" y="1514"/>
                </a:lnTo>
                <a:lnTo>
                  <a:pt x="1461" y="1514"/>
                </a:lnTo>
                <a:lnTo>
                  <a:pt x="1469" y="1515"/>
                </a:lnTo>
                <a:lnTo>
                  <a:pt x="1478" y="1515"/>
                </a:lnTo>
                <a:lnTo>
                  <a:pt x="1486" y="1515"/>
                </a:lnTo>
                <a:lnTo>
                  <a:pt x="1494" y="1516"/>
                </a:lnTo>
                <a:lnTo>
                  <a:pt x="1503" y="1516"/>
                </a:lnTo>
                <a:lnTo>
                  <a:pt x="1511" y="1516"/>
                </a:lnTo>
                <a:lnTo>
                  <a:pt x="1520" y="1516"/>
                </a:lnTo>
                <a:lnTo>
                  <a:pt x="1528" y="1517"/>
                </a:lnTo>
                <a:lnTo>
                  <a:pt x="1536" y="1517"/>
                </a:lnTo>
                <a:lnTo>
                  <a:pt x="1545" y="1517"/>
                </a:lnTo>
                <a:lnTo>
                  <a:pt x="1553" y="1516"/>
                </a:lnTo>
                <a:lnTo>
                  <a:pt x="1562" y="1516"/>
                </a:lnTo>
                <a:lnTo>
                  <a:pt x="1570" y="1516"/>
                </a:lnTo>
                <a:lnTo>
                  <a:pt x="1578" y="1515"/>
                </a:lnTo>
                <a:lnTo>
                  <a:pt x="1587" y="1515"/>
                </a:lnTo>
                <a:lnTo>
                  <a:pt x="1595" y="1514"/>
                </a:lnTo>
                <a:lnTo>
                  <a:pt x="1604" y="1513"/>
                </a:lnTo>
                <a:lnTo>
                  <a:pt x="1612" y="1512"/>
                </a:lnTo>
                <a:lnTo>
                  <a:pt x="1620" y="1511"/>
                </a:lnTo>
                <a:lnTo>
                  <a:pt x="1629" y="1510"/>
                </a:lnTo>
                <a:lnTo>
                  <a:pt x="1637" y="1509"/>
                </a:lnTo>
                <a:lnTo>
                  <a:pt x="1646" y="1507"/>
                </a:lnTo>
                <a:lnTo>
                  <a:pt x="1654" y="1505"/>
                </a:lnTo>
                <a:lnTo>
                  <a:pt x="1662" y="1503"/>
                </a:lnTo>
                <a:lnTo>
                  <a:pt x="1671" y="1501"/>
                </a:lnTo>
                <a:lnTo>
                  <a:pt x="1679" y="1499"/>
                </a:lnTo>
                <a:lnTo>
                  <a:pt x="1688" y="1497"/>
                </a:lnTo>
                <a:lnTo>
                  <a:pt x="1696" y="1494"/>
                </a:lnTo>
                <a:lnTo>
                  <a:pt x="1704" y="1491"/>
                </a:lnTo>
                <a:lnTo>
                  <a:pt x="1713" y="1489"/>
                </a:lnTo>
                <a:lnTo>
                  <a:pt x="1721" y="1485"/>
                </a:lnTo>
                <a:lnTo>
                  <a:pt x="1730" y="1482"/>
                </a:lnTo>
                <a:lnTo>
                  <a:pt x="1738" y="1479"/>
                </a:lnTo>
                <a:lnTo>
                  <a:pt x="1746" y="1475"/>
                </a:lnTo>
                <a:lnTo>
                  <a:pt x="1755" y="1472"/>
                </a:lnTo>
                <a:lnTo>
                  <a:pt x="1763" y="1468"/>
                </a:lnTo>
                <a:lnTo>
                  <a:pt x="1772" y="1464"/>
                </a:lnTo>
                <a:lnTo>
                  <a:pt x="1780" y="1460"/>
                </a:lnTo>
                <a:lnTo>
                  <a:pt x="1788" y="1455"/>
                </a:lnTo>
                <a:lnTo>
                  <a:pt x="1797" y="1451"/>
                </a:lnTo>
                <a:lnTo>
                  <a:pt x="1805" y="1446"/>
                </a:lnTo>
                <a:lnTo>
                  <a:pt x="1814" y="1442"/>
                </a:lnTo>
                <a:lnTo>
                  <a:pt x="1822" y="1437"/>
                </a:lnTo>
                <a:lnTo>
                  <a:pt x="1830" y="1432"/>
                </a:lnTo>
                <a:lnTo>
                  <a:pt x="1839" y="1427"/>
                </a:lnTo>
                <a:lnTo>
                  <a:pt x="1847" y="1422"/>
                </a:lnTo>
                <a:lnTo>
                  <a:pt x="1856" y="1417"/>
                </a:lnTo>
                <a:lnTo>
                  <a:pt x="1864" y="1412"/>
                </a:lnTo>
                <a:lnTo>
                  <a:pt x="1872" y="1407"/>
                </a:lnTo>
                <a:lnTo>
                  <a:pt x="1881" y="1402"/>
                </a:lnTo>
                <a:lnTo>
                  <a:pt x="1889" y="1397"/>
                </a:lnTo>
                <a:lnTo>
                  <a:pt x="1897" y="1391"/>
                </a:lnTo>
                <a:lnTo>
                  <a:pt x="1906" y="1386"/>
                </a:lnTo>
                <a:lnTo>
                  <a:pt x="1914" y="1381"/>
                </a:lnTo>
                <a:lnTo>
                  <a:pt x="1923" y="1376"/>
                </a:lnTo>
                <a:lnTo>
                  <a:pt x="1931" y="1371"/>
                </a:lnTo>
                <a:lnTo>
                  <a:pt x="1939" y="1365"/>
                </a:lnTo>
                <a:lnTo>
                  <a:pt x="1948" y="1360"/>
                </a:lnTo>
                <a:lnTo>
                  <a:pt x="1956" y="1355"/>
                </a:lnTo>
                <a:lnTo>
                  <a:pt x="1965" y="1350"/>
                </a:lnTo>
                <a:lnTo>
                  <a:pt x="1973" y="1346"/>
                </a:lnTo>
                <a:lnTo>
                  <a:pt x="1981" y="1341"/>
                </a:lnTo>
                <a:lnTo>
                  <a:pt x="1990" y="1336"/>
                </a:lnTo>
                <a:lnTo>
                  <a:pt x="1998" y="1332"/>
                </a:lnTo>
                <a:lnTo>
                  <a:pt x="2007" y="1327"/>
                </a:lnTo>
                <a:lnTo>
                  <a:pt x="2015" y="1323"/>
                </a:lnTo>
                <a:lnTo>
                  <a:pt x="2023" y="1318"/>
                </a:lnTo>
                <a:lnTo>
                  <a:pt x="2032" y="1314"/>
                </a:lnTo>
                <a:lnTo>
                  <a:pt x="2040" y="1310"/>
                </a:lnTo>
                <a:lnTo>
                  <a:pt x="2049" y="1307"/>
                </a:lnTo>
                <a:lnTo>
                  <a:pt x="2057" y="1303"/>
                </a:lnTo>
                <a:lnTo>
                  <a:pt x="2065" y="1299"/>
                </a:lnTo>
                <a:lnTo>
                  <a:pt x="2074" y="1296"/>
                </a:lnTo>
                <a:lnTo>
                  <a:pt x="2082" y="1293"/>
                </a:lnTo>
                <a:lnTo>
                  <a:pt x="2091" y="1290"/>
                </a:lnTo>
                <a:lnTo>
                  <a:pt x="2099" y="1287"/>
                </a:lnTo>
                <a:lnTo>
                  <a:pt x="2107" y="1284"/>
                </a:lnTo>
                <a:lnTo>
                  <a:pt x="2116" y="1282"/>
                </a:lnTo>
                <a:lnTo>
                  <a:pt x="2124" y="1279"/>
                </a:lnTo>
                <a:lnTo>
                  <a:pt x="2133" y="1277"/>
                </a:lnTo>
                <a:lnTo>
                  <a:pt x="2141" y="1275"/>
                </a:lnTo>
                <a:lnTo>
                  <a:pt x="2149" y="1273"/>
                </a:lnTo>
                <a:lnTo>
                  <a:pt x="2158" y="1271"/>
                </a:lnTo>
                <a:lnTo>
                  <a:pt x="2166" y="1270"/>
                </a:lnTo>
                <a:lnTo>
                  <a:pt x="2175" y="1268"/>
                </a:lnTo>
                <a:lnTo>
                  <a:pt x="2183" y="1267"/>
                </a:lnTo>
                <a:lnTo>
                  <a:pt x="2191" y="1265"/>
                </a:lnTo>
                <a:lnTo>
                  <a:pt x="2200" y="1264"/>
                </a:lnTo>
                <a:lnTo>
                  <a:pt x="2208" y="1263"/>
                </a:lnTo>
                <a:lnTo>
                  <a:pt x="2217" y="1262"/>
                </a:lnTo>
                <a:lnTo>
                  <a:pt x="2225" y="1261"/>
                </a:lnTo>
                <a:lnTo>
                  <a:pt x="2233" y="1260"/>
                </a:lnTo>
                <a:lnTo>
                  <a:pt x="2242" y="1260"/>
                </a:lnTo>
                <a:lnTo>
                  <a:pt x="2250" y="1259"/>
                </a:lnTo>
                <a:lnTo>
                  <a:pt x="2259" y="1258"/>
                </a:lnTo>
                <a:lnTo>
                  <a:pt x="2267" y="1257"/>
                </a:lnTo>
                <a:lnTo>
                  <a:pt x="2275" y="1257"/>
                </a:lnTo>
                <a:lnTo>
                  <a:pt x="2284" y="1256"/>
                </a:lnTo>
                <a:lnTo>
                  <a:pt x="2292" y="1255"/>
                </a:lnTo>
                <a:lnTo>
                  <a:pt x="2301" y="1255"/>
                </a:lnTo>
                <a:lnTo>
                  <a:pt x="2309" y="1254"/>
                </a:lnTo>
                <a:lnTo>
                  <a:pt x="2317" y="1253"/>
                </a:lnTo>
                <a:lnTo>
                  <a:pt x="2326" y="1252"/>
                </a:lnTo>
                <a:lnTo>
                  <a:pt x="2334" y="1251"/>
                </a:lnTo>
                <a:lnTo>
                  <a:pt x="2342" y="1250"/>
                </a:lnTo>
                <a:lnTo>
                  <a:pt x="2351" y="1248"/>
                </a:lnTo>
                <a:lnTo>
                  <a:pt x="2359" y="1247"/>
                </a:lnTo>
                <a:lnTo>
                  <a:pt x="2368" y="1245"/>
                </a:lnTo>
                <a:lnTo>
                  <a:pt x="2376" y="1244"/>
                </a:lnTo>
                <a:lnTo>
                  <a:pt x="2384" y="1242"/>
                </a:lnTo>
                <a:lnTo>
                  <a:pt x="2393" y="1239"/>
                </a:lnTo>
                <a:lnTo>
                  <a:pt x="2401" y="1237"/>
                </a:lnTo>
                <a:lnTo>
                  <a:pt x="2410" y="1234"/>
                </a:lnTo>
                <a:lnTo>
                  <a:pt x="2418" y="1231"/>
                </a:lnTo>
                <a:lnTo>
                  <a:pt x="2426" y="1228"/>
                </a:lnTo>
                <a:lnTo>
                  <a:pt x="2435" y="1225"/>
                </a:lnTo>
                <a:lnTo>
                  <a:pt x="2443" y="1221"/>
                </a:lnTo>
                <a:lnTo>
                  <a:pt x="2452" y="1217"/>
                </a:lnTo>
                <a:lnTo>
                  <a:pt x="2460" y="1213"/>
                </a:lnTo>
                <a:lnTo>
                  <a:pt x="2468" y="1208"/>
                </a:lnTo>
                <a:lnTo>
                  <a:pt x="2477" y="1203"/>
                </a:lnTo>
                <a:lnTo>
                  <a:pt x="2485" y="1198"/>
                </a:lnTo>
                <a:lnTo>
                  <a:pt x="2494" y="1193"/>
                </a:lnTo>
                <a:lnTo>
                  <a:pt x="2502" y="1187"/>
                </a:lnTo>
                <a:lnTo>
                  <a:pt x="2510" y="1181"/>
                </a:lnTo>
                <a:lnTo>
                  <a:pt x="2519" y="1174"/>
                </a:lnTo>
                <a:lnTo>
                  <a:pt x="2527" y="1167"/>
                </a:lnTo>
                <a:lnTo>
                  <a:pt x="2536" y="1160"/>
                </a:lnTo>
                <a:lnTo>
                  <a:pt x="2544" y="1153"/>
                </a:lnTo>
                <a:lnTo>
                  <a:pt x="2552" y="1145"/>
                </a:lnTo>
                <a:lnTo>
                  <a:pt x="2561" y="1137"/>
                </a:lnTo>
                <a:lnTo>
                  <a:pt x="2569" y="1128"/>
                </a:lnTo>
                <a:lnTo>
                  <a:pt x="2578" y="1120"/>
                </a:lnTo>
                <a:lnTo>
                  <a:pt x="2586" y="1111"/>
                </a:lnTo>
                <a:lnTo>
                  <a:pt x="2594" y="1102"/>
                </a:lnTo>
                <a:lnTo>
                  <a:pt x="2603" y="1092"/>
                </a:lnTo>
                <a:lnTo>
                  <a:pt x="2611" y="1082"/>
                </a:lnTo>
                <a:lnTo>
                  <a:pt x="2620" y="1072"/>
                </a:lnTo>
                <a:lnTo>
                  <a:pt x="2628" y="1062"/>
                </a:lnTo>
                <a:lnTo>
                  <a:pt x="2636" y="1052"/>
                </a:lnTo>
                <a:lnTo>
                  <a:pt x="2645" y="1042"/>
                </a:lnTo>
                <a:lnTo>
                  <a:pt x="2653" y="1031"/>
                </a:lnTo>
                <a:lnTo>
                  <a:pt x="2662" y="1021"/>
                </a:lnTo>
                <a:lnTo>
                  <a:pt x="2670" y="1010"/>
                </a:lnTo>
                <a:lnTo>
                  <a:pt x="2678" y="999"/>
                </a:lnTo>
                <a:lnTo>
                  <a:pt x="2687" y="988"/>
                </a:lnTo>
                <a:lnTo>
                  <a:pt x="2695" y="977"/>
                </a:lnTo>
                <a:lnTo>
                  <a:pt x="2704" y="967"/>
                </a:lnTo>
                <a:lnTo>
                  <a:pt x="2712" y="956"/>
                </a:lnTo>
                <a:lnTo>
                  <a:pt x="2720" y="945"/>
                </a:lnTo>
                <a:lnTo>
                  <a:pt x="2729" y="935"/>
                </a:lnTo>
                <a:lnTo>
                  <a:pt x="2737" y="924"/>
                </a:lnTo>
                <a:lnTo>
                  <a:pt x="2745" y="914"/>
                </a:lnTo>
                <a:lnTo>
                  <a:pt x="2754" y="904"/>
                </a:lnTo>
                <a:lnTo>
                  <a:pt x="2762" y="894"/>
                </a:lnTo>
                <a:lnTo>
                  <a:pt x="2771" y="885"/>
                </a:lnTo>
                <a:lnTo>
                  <a:pt x="2779" y="876"/>
                </a:lnTo>
                <a:lnTo>
                  <a:pt x="2787" y="867"/>
                </a:lnTo>
                <a:lnTo>
                  <a:pt x="2796" y="858"/>
                </a:lnTo>
                <a:lnTo>
                  <a:pt x="2804" y="850"/>
                </a:lnTo>
                <a:lnTo>
                  <a:pt x="2813" y="842"/>
                </a:lnTo>
                <a:lnTo>
                  <a:pt x="2821" y="835"/>
                </a:lnTo>
                <a:lnTo>
                  <a:pt x="2829" y="828"/>
                </a:lnTo>
                <a:lnTo>
                  <a:pt x="2838" y="821"/>
                </a:lnTo>
                <a:lnTo>
                  <a:pt x="2846" y="815"/>
                </a:lnTo>
                <a:lnTo>
                  <a:pt x="2855" y="809"/>
                </a:lnTo>
                <a:lnTo>
                  <a:pt x="2863" y="804"/>
                </a:lnTo>
                <a:lnTo>
                  <a:pt x="2871" y="799"/>
                </a:lnTo>
                <a:lnTo>
                  <a:pt x="2880" y="795"/>
                </a:lnTo>
                <a:lnTo>
                  <a:pt x="2888" y="791"/>
                </a:lnTo>
                <a:lnTo>
                  <a:pt x="2897" y="787"/>
                </a:lnTo>
                <a:lnTo>
                  <a:pt x="2905" y="784"/>
                </a:lnTo>
                <a:lnTo>
                  <a:pt x="2913" y="782"/>
                </a:lnTo>
                <a:lnTo>
                  <a:pt x="2922" y="780"/>
                </a:lnTo>
                <a:lnTo>
                  <a:pt x="2930" y="778"/>
                </a:lnTo>
                <a:lnTo>
                  <a:pt x="2939" y="777"/>
                </a:lnTo>
                <a:lnTo>
                  <a:pt x="2947" y="775"/>
                </a:lnTo>
                <a:lnTo>
                  <a:pt x="2955" y="775"/>
                </a:lnTo>
                <a:lnTo>
                  <a:pt x="2964" y="774"/>
                </a:lnTo>
                <a:lnTo>
                  <a:pt x="2972" y="773"/>
                </a:lnTo>
                <a:lnTo>
                  <a:pt x="2981" y="773"/>
                </a:lnTo>
                <a:lnTo>
                  <a:pt x="2989" y="773"/>
                </a:lnTo>
                <a:lnTo>
                  <a:pt x="2997" y="772"/>
                </a:lnTo>
                <a:lnTo>
                  <a:pt x="3006" y="772"/>
                </a:lnTo>
                <a:lnTo>
                  <a:pt x="3014" y="771"/>
                </a:lnTo>
                <a:lnTo>
                  <a:pt x="3023" y="771"/>
                </a:lnTo>
                <a:lnTo>
                  <a:pt x="3031" y="770"/>
                </a:lnTo>
                <a:lnTo>
                  <a:pt x="3039" y="768"/>
                </a:lnTo>
                <a:lnTo>
                  <a:pt x="3048" y="766"/>
                </a:lnTo>
                <a:lnTo>
                  <a:pt x="3056" y="763"/>
                </a:lnTo>
                <a:lnTo>
                  <a:pt x="3065" y="760"/>
                </a:lnTo>
                <a:lnTo>
                  <a:pt x="3073" y="756"/>
                </a:lnTo>
                <a:lnTo>
                  <a:pt x="3081" y="750"/>
                </a:lnTo>
                <a:lnTo>
                  <a:pt x="3090" y="744"/>
                </a:lnTo>
                <a:lnTo>
                  <a:pt x="3098" y="737"/>
                </a:lnTo>
                <a:lnTo>
                  <a:pt x="3107" y="728"/>
                </a:lnTo>
                <a:lnTo>
                  <a:pt x="3115" y="719"/>
                </a:lnTo>
                <a:lnTo>
                  <a:pt x="3123" y="707"/>
                </a:lnTo>
                <a:lnTo>
                  <a:pt x="3132" y="695"/>
                </a:lnTo>
                <a:lnTo>
                  <a:pt x="3140" y="680"/>
                </a:lnTo>
                <a:lnTo>
                  <a:pt x="3148" y="664"/>
                </a:lnTo>
                <a:lnTo>
                  <a:pt x="3157" y="647"/>
                </a:lnTo>
                <a:lnTo>
                  <a:pt x="3165" y="627"/>
                </a:lnTo>
                <a:lnTo>
                  <a:pt x="3174" y="606"/>
                </a:lnTo>
                <a:lnTo>
                  <a:pt x="3182" y="583"/>
                </a:lnTo>
                <a:lnTo>
                  <a:pt x="3190" y="558"/>
                </a:lnTo>
                <a:lnTo>
                  <a:pt x="3199" y="531"/>
                </a:lnTo>
                <a:lnTo>
                  <a:pt x="3207" y="503"/>
                </a:lnTo>
                <a:lnTo>
                  <a:pt x="3216" y="473"/>
                </a:lnTo>
                <a:lnTo>
                  <a:pt x="3224" y="441"/>
                </a:lnTo>
                <a:lnTo>
                  <a:pt x="3232" y="408"/>
                </a:lnTo>
                <a:lnTo>
                  <a:pt x="3241" y="373"/>
                </a:lnTo>
                <a:lnTo>
                  <a:pt x="3249" y="338"/>
                </a:lnTo>
                <a:lnTo>
                  <a:pt x="3258" y="302"/>
                </a:lnTo>
                <a:lnTo>
                  <a:pt x="3266" y="265"/>
                </a:lnTo>
                <a:lnTo>
                  <a:pt x="3274" y="229"/>
                </a:lnTo>
                <a:lnTo>
                  <a:pt x="3283" y="193"/>
                </a:lnTo>
                <a:lnTo>
                  <a:pt x="3291" y="157"/>
                </a:lnTo>
                <a:lnTo>
                  <a:pt x="3300" y="124"/>
                </a:lnTo>
                <a:lnTo>
                  <a:pt x="3308" y="92"/>
                </a:lnTo>
                <a:lnTo>
                  <a:pt x="3316" y="64"/>
                </a:lnTo>
                <a:lnTo>
                  <a:pt x="3325" y="40"/>
                </a:lnTo>
                <a:lnTo>
                  <a:pt x="3333" y="20"/>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382366"/>
            <a:ext cx="3063240" cy="1394460"/>
          </a:xfrm>
          <a:custGeom>
            <a:avLst/>
            <a:gdLst/>
            <a:ahLst/>
            <a:cxnLst/>
            <a:rect l="l" t="t" r="r" b="b"/>
            <a:pathLst>
              <a:path w="3350" h="1525">
                <a:moveTo>
                  <a:pt x="0" y="367"/>
                </a:moveTo>
                <a:lnTo>
                  <a:pt x="8" y="425"/>
                </a:lnTo>
                <a:lnTo>
                  <a:pt x="17" y="473"/>
                </a:lnTo>
                <a:lnTo>
                  <a:pt x="25" y="513"/>
                </a:lnTo>
                <a:lnTo>
                  <a:pt x="34" y="544"/>
                </a:lnTo>
                <a:lnTo>
                  <a:pt x="42" y="569"/>
                </a:lnTo>
                <a:lnTo>
                  <a:pt x="50" y="588"/>
                </a:lnTo>
                <a:lnTo>
                  <a:pt x="59" y="603"/>
                </a:lnTo>
                <a:lnTo>
                  <a:pt x="67" y="613"/>
                </a:lnTo>
                <a:lnTo>
                  <a:pt x="76" y="621"/>
                </a:lnTo>
                <a:lnTo>
                  <a:pt x="84" y="625"/>
                </a:lnTo>
                <a:lnTo>
                  <a:pt x="92" y="628"/>
                </a:lnTo>
                <a:lnTo>
                  <a:pt x="101" y="629"/>
                </a:lnTo>
                <a:lnTo>
                  <a:pt x="109" y="629"/>
                </a:lnTo>
                <a:lnTo>
                  <a:pt x="118" y="628"/>
                </a:lnTo>
                <a:lnTo>
                  <a:pt x="126" y="626"/>
                </a:lnTo>
                <a:lnTo>
                  <a:pt x="134" y="625"/>
                </a:lnTo>
                <a:lnTo>
                  <a:pt x="143" y="624"/>
                </a:lnTo>
                <a:lnTo>
                  <a:pt x="151" y="623"/>
                </a:lnTo>
                <a:lnTo>
                  <a:pt x="160" y="622"/>
                </a:lnTo>
                <a:lnTo>
                  <a:pt x="168" y="622"/>
                </a:lnTo>
                <a:lnTo>
                  <a:pt x="176" y="623"/>
                </a:lnTo>
                <a:lnTo>
                  <a:pt x="185" y="625"/>
                </a:lnTo>
                <a:lnTo>
                  <a:pt x="193" y="628"/>
                </a:lnTo>
                <a:lnTo>
                  <a:pt x="202" y="631"/>
                </a:lnTo>
                <a:lnTo>
                  <a:pt x="210" y="636"/>
                </a:lnTo>
                <a:lnTo>
                  <a:pt x="218" y="641"/>
                </a:lnTo>
                <a:lnTo>
                  <a:pt x="227" y="648"/>
                </a:lnTo>
                <a:lnTo>
                  <a:pt x="235" y="655"/>
                </a:lnTo>
                <a:lnTo>
                  <a:pt x="243" y="664"/>
                </a:lnTo>
                <a:lnTo>
                  <a:pt x="252" y="673"/>
                </a:lnTo>
                <a:lnTo>
                  <a:pt x="260" y="683"/>
                </a:lnTo>
                <a:lnTo>
                  <a:pt x="269" y="694"/>
                </a:lnTo>
                <a:lnTo>
                  <a:pt x="277" y="705"/>
                </a:lnTo>
                <a:lnTo>
                  <a:pt x="285" y="718"/>
                </a:lnTo>
                <a:lnTo>
                  <a:pt x="294" y="731"/>
                </a:lnTo>
                <a:lnTo>
                  <a:pt x="302" y="744"/>
                </a:lnTo>
                <a:lnTo>
                  <a:pt x="311" y="758"/>
                </a:lnTo>
                <a:lnTo>
                  <a:pt x="319" y="772"/>
                </a:lnTo>
                <a:lnTo>
                  <a:pt x="327" y="787"/>
                </a:lnTo>
                <a:lnTo>
                  <a:pt x="336" y="802"/>
                </a:lnTo>
                <a:lnTo>
                  <a:pt x="344" y="817"/>
                </a:lnTo>
                <a:lnTo>
                  <a:pt x="353" y="833"/>
                </a:lnTo>
                <a:lnTo>
                  <a:pt x="361" y="848"/>
                </a:lnTo>
                <a:lnTo>
                  <a:pt x="369" y="864"/>
                </a:lnTo>
                <a:lnTo>
                  <a:pt x="378" y="879"/>
                </a:lnTo>
                <a:lnTo>
                  <a:pt x="386" y="895"/>
                </a:lnTo>
                <a:lnTo>
                  <a:pt x="395" y="910"/>
                </a:lnTo>
                <a:lnTo>
                  <a:pt x="403" y="925"/>
                </a:lnTo>
                <a:lnTo>
                  <a:pt x="411" y="940"/>
                </a:lnTo>
                <a:lnTo>
                  <a:pt x="420" y="955"/>
                </a:lnTo>
                <a:lnTo>
                  <a:pt x="428" y="969"/>
                </a:lnTo>
                <a:lnTo>
                  <a:pt x="437" y="983"/>
                </a:lnTo>
                <a:lnTo>
                  <a:pt x="445" y="997"/>
                </a:lnTo>
                <a:lnTo>
                  <a:pt x="453" y="1010"/>
                </a:lnTo>
                <a:lnTo>
                  <a:pt x="462" y="1023"/>
                </a:lnTo>
                <a:lnTo>
                  <a:pt x="470" y="1036"/>
                </a:lnTo>
                <a:lnTo>
                  <a:pt x="479" y="1048"/>
                </a:lnTo>
                <a:lnTo>
                  <a:pt x="487" y="1059"/>
                </a:lnTo>
                <a:lnTo>
                  <a:pt x="495" y="1071"/>
                </a:lnTo>
                <a:lnTo>
                  <a:pt x="504" y="1081"/>
                </a:lnTo>
                <a:lnTo>
                  <a:pt x="512" y="1092"/>
                </a:lnTo>
                <a:lnTo>
                  <a:pt x="521" y="1101"/>
                </a:lnTo>
                <a:lnTo>
                  <a:pt x="529" y="1111"/>
                </a:lnTo>
                <a:lnTo>
                  <a:pt x="537" y="1119"/>
                </a:lnTo>
                <a:lnTo>
                  <a:pt x="546" y="1128"/>
                </a:lnTo>
                <a:lnTo>
                  <a:pt x="554" y="1135"/>
                </a:lnTo>
                <a:lnTo>
                  <a:pt x="563" y="1143"/>
                </a:lnTo>
                <a:lnTo>
                  <a:pt x="571" y="1150"/>
                </a:lnTo>
                <a:lnTo>
                  <a:pt x="579" y="1156"/>
                </a:lnTo>
                <a:lnTo>
                  <a:pt x="588" y="1162"/>
                </a:lnTo>
                <a:lnTo>
                  <a:pt x="596" y="1168"/>
                </a:lnTo>
                <a:lnTo>
                  <a:pt x="605" y="1173"/>
                </a:lnTo>
                <a:lnTo>
                  <a:pt x="613" y="1178"/>
                </a:lnTo>
                <a:lnTo>
                  <a:pt x="621" y="1183"/>
                </a:lnTo>
                <a:lnTo>
                  <a:pt x="630" y="1187"/>
                </a:lnTo>
                <a:lnTo>
                  <a:pt x="638" y="1191"/>
                </a:lnTo>
                <a:lnTo>
                  <a:pt x="646" y="1194"/>
                </a:lnTo>
                <a:lnTo>
                  <a:pt x="655" y="1197"/>
                </a:lnTo>
                <a:lnTo>
                  <a:pt x="663" y="1200"/>
                </a:lnTo>
                <a:lnTo>
                  <a:pt x="672" y="1203"/>
                </a:lnTo>
                <a:lnTo>
                  <a:pt x="680" y="1206"/>
                </a:lnTo>
                <a:lnTo>
                  <a:pt x="688" y="1208"/>
                </a:lnTo>
                <a:lnTo>
                  <a:pt x="697" y="1210"/>
                </a:lnTo>
                <a:lnTo>
                  <a:pt x="705" y="1212"/>
                </a:lnTo>
                <a:lnTo>
                  <a:pt x="714" y="1214"/>
                </a:lnTo>
                <a:lnTo>
                  <a:pt x="722" y="1215"/>
                </a:lnTo>
                <a:lnTo>
                  <a:pt x="730" y="1217"/>
                </a:lnTo>
                <a:lnTo>
                  <a:pt x="739" y="1218"/>
                </a:lnTo>
                <a:lnTo>
                  <a:pt x="747" y="1220"/>
                </a:lnTo>
                <a:lnTo>
                  <a:pt x="756" y="1221"/>
                </a:lnTo>
                <a:lnTo>
                  <a:pt x="764" y="1222"/>
                </a:lnTo>
                <a:lnTo>
                  <a:pt x="772" y="1223"/>
                </a:lnTo>
                <a:lnTo>
                  <a:pt x="781" y="1224"/>
                </a:lnTo>
                <a:lnTo>
                  <a:pt x="789" y="1226"/>
                </a:lnTo>
                <a:lnTo>
                  <a:pt x="798" y="1227"/>
                </a:lnTo>
                <a:lnTo>
                  <a:pt x="806" y="1228"/>
                </a:lnTo>
                <a:lnTo>
                  <a:pt x="814" y="1229"/>
                </a:lnTo>
                <a:lnTo>
                  <a:pt x="823" y="1230"/>
                </a:lnTo>
                <a:lnTo>
                  <a:pt x="831" y="1232"/>
                </a:lnTo>
                <a:lnTo>
                  <a:pt x="840" y="1233"/>
                </a:lnTo>
                <a:lnTo>
                  <a:pt x="848" y="1234"/>
                </a:lnTo>
                <a:lnTo>
                  <a:pt x="856" y="1236"/>
                </a:lnTo>
                <a:lnTo>
                  <a:pt x="865" y="1237"/>
                </a:lnTo>
                <a:lnTo>
                  <a:pt x="873" y="1239"/>
                </a:lnTo>
                <a:lnTo>
                  <a:pt x="882" y="1241"/>
                </a:lnTo>
                <a:lnTo>
                  <a:pt x="890" y="1242"/>
                </a:lnTo>
                <a:lnTo>
                  <a:pt x="898" y="1244"/>
                </a:lnTo>
                <a:lnTo>
                  <a:pt x="907" y="1246"/>
                </a:lnTo>
                <a:lnTo>
                  <a:pt x="915" y="1248"/>
                </a:lnTo>
                <a:lnTo>
                  <a:pt x="924" y="1250"/>
                </a:lnTo>
                <a:lnTo>
                  <a:pt x="932" y="1253"/>
                </a:lnTo>
                <a:lnTo>
                  <a:pt x="940" y="1255"/>
                </a:lnTo>
                <a:lnTo>
                  <a:pt x="949" y="1257"/>
                </a:lnTo>
                <a:lnTo>
                  <a:pt x="957" y="1260"/>
                </a:lnTo>
                <a:lnTo>
                  <a:pt x="966" y="1262"/>
                </a:lnTo>
                <a:lnTo>
                  <a:pt x="974" y="1265"/>
                </a:lnTo>
                <a:lnTo>
                  <a:pt x="982" y="1268"/>
                </a:lnTo>
                <a:lnTo>
                  <a:pt x="991" y="1271"/>
                </a:lnTo>
                <a:lnTo>
                  <a:pt x="999" y="1274"/>
                </a:lnTo>
                <a:lnTo>
                  <a:pt x="1008" y="1277"/>
                </a:lnTo>
                <a:lnTo>
                  <a:pt x="1016" y="1280"/>
                </a:lnTo>
                <a:lnTo>
                  <a:pt x="1024" y="1283"/>
                </a:lnTo>
                <a:lnTo>
                  <a:pt x="1033" y="1286"/>
                </a:lnTo>
                <a:lnTo>
                  <a:pt x="1041" y="1289"/>
                </a:lnTo>
                <a:lnTo>
                  <a:pt x="1049" y="1293"/>
                </a:lnTo>
                <a:lnTo>
                  <a:pt x="1058" y="1296"/>
                </a:lnTo>
                <a:lnTo>
                  <a:pt x="1066" y="1299"/>
                </a:lnTo>
                <a:lnTo>
                  <a:pt x="1075" y="1303"/>
                </a:lnTo>
                <a:lnTo>
                  <a:pt x="1083" y="1306"/>
                </a:lnTo>
                <a:lnTo>
                  <a:pt x="1091" y="1310"/>
                </a:lnTo>
                <a:lnTo>
                  <a:pt x="1100" y="1313"/>
                </a:lnTo>
                <a:lnTo>
                  <a:pt x="1108" y="1317"/>
                </a:lnTo>
                <a:lnTo>
                  <a:pt x="1117" y="1320"/>
                </a:lnTo>
                <a:lnTo>
                  <a:pt x="1125" y="1324"/>
                </a:lnTo>
                <a:lnTo>
                  <a:pt x="1133" y="1327"/>
                </a:lnTo>
                <a:lnTo>
                  <a:pt x="1142" y="1331"/>
                </a:lnTo>
                <a:lnTo>
                  <a:pt x="1150" y="1334"/>
                </a:lnTo>
                <a:lnTo>
                  <a:pt x="1159" y="1338"/>
                </a:lnTo>
                <a:lnTo>
                  <a:pt x="1167" y="1341"/>
                </a:lnTo>
                <a:lnTo>
                  <a:pt x="1175" y="1345"/>
                </a:lnTo>
                <a:lnTo>
                  <a:pt x="1184" y="1348"/>
                </a:lnTo>
                <a:lnTo>
                  <a:pt x="1192" y="1352"/>
                </a:lnTo>
                <a:lnTo>
                  <a:pt x="1201" y="1355"/>
                </a:lnTo>
                <a:lnTo>
                  <a:pt x="1209" y="1359"/>
                </a:lnTo>
                <a:lnTo>
                  <a:pt x="1217" y="1362"/>
                </a:lnTo>
                <a:lnTo>
                  <a:pt x="1226" y="1365"/>
                </a:lnTo>
                <a:lnTo>
                  <a:pt x="1234" y="1369"/>
                </a:lnTo>
                <a:lnTo>
                  <a:pt x="1243" y="1372"/>
                </a:lnTo>
                <a:lnTo>
                  <a:pt x="1251" y="1375"/>
                </a:lnTo>
                <a:lnTo>
                  <a:pt x="1259" y="1378"/>
                </a:lnTo>
                <a:lnTo>
                  <a:pt x="1268" y="1382"/>
                </a:lnTo>
                <a:lnTo>
                  <a:pt x="1276" y="1385"/>
                </a:lnTo>
                <a:lnTo>
                  <a:pt x="1285" y="1388"/>
                </a:lnTo>
                <a:lnTo>
                  <a:pt x="1293" y="1391"/>
                </a:lnTo>
                <a:lnTo>
                  <a:pt x="1301" y="1394"/>
                </a:lnTo>
                <a:lnTo>
                  <a:pt x="1310" y="1397"/>
                </a:lnTo>
                <a:lnTo>
                  <a:pt x="1318" y="1400"/>
                </a:lnTo>
                <a:lnTo>
                  <a:pt x="1327" y="1403"/>
                </a:lnTo>
                <a:lnTo>
                  <a:pt x="1335" y="1406"/>
                </a:lnTo>
                <a:lnTo>
                  <a:pt x="1343" y="1409"/>
                </a:lnTo>
                <a:lnTo>
                  <a:pt x="1352" y="1412"/>
                </a:lnTo>
                <a:lnTo>
                  <a:pt x="1360" y="1414"/>
                </a:lnTo>
                <a:lnTo>
                  <a:pt x="1369" y="1417"/>
                </a:lnTo>
                <a:lnTo>
                  <a:pt x="1377" y="1420"/>
                </a:lnTo>
                <a:lnTo>
                  <a:pt x="1385" y="1423"/>
                </a:lnTo>
                <a:lnTo>
                  <a:pt x="1394" y="1425"/>
                </a:lnTo>
                <a:lnTo>
                  <a:pt x="1402" y="1428"/>
                </a:lnTo>
                <a:lnTo>
                  <a:pt x="1411" y="1431"/>
                </a:lnTo>
                <a:lnTo>
                  <a:pt x="1419" y="1434"/>
                </a:lnTo>
                <a:lnTo>
                  <a:pt x="1427" y="1436"/>
                </a:lnTo>
                <a:lnTo>
                  <a:pt x="1436" y="1439"/>
                </a:lnTo>
                <a:lnTo>
                  <a:pt x="1444" y="1442"/>
                </a:lnTo>
                <a:lnTo>
                  <a:pt x="1453" y="1444"/>
                </a:lnTo>
                <a:lnTo>
                  <a:pt x="1461" y="1447"/>
                </a:lnTo>
                <a:lnTo>
                  <a:pt x="1469" y="1449"/>
                </a:lnTo>
                <a:lnTo>
                  <a:pt x="1478" y="1452"/>
                </a:lnTo>
                <a:lnTo>
                  <a:pt x="1486" y="1455"/>
                </a:lnTo>
                <a:lnTo>
                  <a:pt x="1494" y="1457"/>
                </a:lnTo>
                <a:lnTo>
                  <a:pt x="1503" y="1460"/>
                </a:lnTo>
                <a:lnTo>
                  <a:pt x="1511" y="1462"/>
                </a:lnTo>
                <a:lnTo>
                  <a:pt x="1520" y="1465"/>
                </a:lnTo>
                <a:lnTo>
                  <a:pt x="1528" y="1468"/>
                </a:lnTo>
                <a:lnTo>
                  <a:pt x="1536" y="1470"/>
                </a:lnTo>
                <a:lnTo>
                  <a:pt x="1545" y="1473"/>
                </a:lnTo>
                <a:lnTo>
                  <a:pt x="1553" y="1475"/>
                </a:lnTo>
                <a:lnTo>
                  <a:pt x="1562" y="1478"/>
                </a:lnTo>
                <a:lnTo>
                  <a:pt x="1570" y="1480"/>
                </a:lnTo>
                <a:lnTo>
                  <a:pt x="1578" y="1483"/>
                </a:lnTo>
                <a:lnTo>
                  <a:pt x="1587" y="1485"/>
                </a:lnTo>
                <a:lnTo>
                  <a:pt x="1595" y="1488"/>
                </a:lnTo>
                <a:lnTo>
                  <a:pt x="1604" y="1490"/>
                </a:lnTo>
                <a:lnTo>
                  <a:pt x="1612" y="1492"/>
                </a:lnTo>
                <a:lnTo>
                  <a:pt x="1620" y="1495"/>
                </a:lnTo>
                <a:lnTo>
                  <a:pt x="1629" y="1497"/>
                </a:lnTo>
                <a:lnTo>
                  <a:pt x="1637" y="1499"/>
                </a:lnTo>
                <a:lnTo>
                  <a:pt x="1646" y="1501"/>
                </a:lnTo>
                <a:lnTo>
                  <a:pt x="1654" y="1503"/>
                </a:lnTo>
                <a:lnTo>
                  <a:pt x="1662" y="1506"/>
                </a:lnTo>
                <a:lnTo>
                  <a:pt x="1671" y="1508"/>
                </a:lnTo>
                <a:lnTo>
                  <a:pt x="1679" y="1509"/>
                </a:lnTo>
                <a:lnTo>
                  <a:pt x="1688" y="1511"/>
                </a:lnTo>
                <a:lnTo>
                  <a:pt x="1696" y="1513"/>
                </a:lnTo>
                <a:lnTo>
                  <a:pt x="1704" y="1515"/>
                </a:lnTo>
                <a:lnTo>
                  <a:pt x="1713" y="1516"/>
                </a:lnTo>
                <a:lnTo>
                  <a:pt x="1721" y="1518"/>
                </a:lnTo>
                <a:lnTo>
                  <a:pt x="1730" y="1519"/>
                </a:lnTo>
                <a:lnTo>
                  <a:pt x="1738" y="1520"/>
                </a:lnTo>
                <a:lnTo>
                  <a:pt x="1746" y="1521"/>
                </a:lnTo>
                <a:lnTo>
                  <a:pt x="1755" y="1522"/>
                </a:lnTo>
                <a:lnTo>
                  <a:pt x="1763" y="1523"/>
                </a:lnTo>
                <a:lnTo>
                  <a:pt x="1772" y="1524"/>
                </a:lnTo>
                <a:lnTo>
                  <a:pt x="1780" y="1524"/>
                </a:lnTo>
                <a:lnTo>
                  <a:pt x="1788" y="1525"/>
                </a:lnTo>
                <a:lnTo>
                  <a:pt x="1797" y="1525"/>
                </a:lnTo>
                <a:lnTo>
                  <a:pt x="1805" y="1525"/>
                </a:lnTo>
                <a:lnTo>
                  <a:pt x="1814" y="1525"/>
                </a:lnTo>
                <a:lnTo>
                  <a:pt x="1822" y="1524"/>
                </a:lnTo>
                <a:lnTo>
                  <a:pt x="1830" y="1524"/>
                </a:lnTo>
                <a:lnTo>
                  <a:pt x="1839" y="1523"/>
                </a:lnTo>
                <a:lnTo>
                  <a:pt x="1847" y="1522"/>
                </a:lnTo>
                <a:lnTo>
                  <a:pt x="1856" y="1520"/>
                </a:lnTo>
                <a:lnTo>
                  <a:pt x="1864" y="1519"/>
                </a:lnTo>
                <a:lnTo>
                  <a:pt x="1872" y="1517"/>
                </a:lnTo>
                <a:lnTo>
                  <a:pt x="1881" y="1515"/>
                </a:lnTo>
                <a:lnTo>
                  <a:pt x="1889" y="1513"/>
                </a:lnTo>
                <a:lnTo>
                  <a:pt x="1897" y="1510"/>
                </a:lnTo>
                <a:lnTo>
                  <a:pt x="1906" y="1508"/>
                </a:lnTo>
                <a:lnTo>
                  <a:pt x="1914" y="1505"/>
                </a:lnTo>
                <a:lnTo>
                  <a:pt x="1923" y="1501"/>
                </a:lnTo>
                <a:lnTo>
                  <a:pt x="1931" y="1498"/>
                </a:lnTo>
                <a:lnTo>
                  <a:pt x="1939" y="1494"/>
                </a:lnTo>
                <a:lnTo>
                  <a:pt x="1948" y="1490"/>
                </a:lnTo>
                <a:lnTo>
                  <a:pt x="1956" y="1486"/>
                </a:lnTo>
                <a:lnTo>
                  <a:pt x="1965" y="1481"/>
                </a:lnTo>
                <a:lnTo>
                  <a:pt x="1973" y="1476"/>
                </a:lnTo>
                <a:lnTo>
                  <a:pt x="1981" y="1471"/>
                </a:lnTo>
                <a:lnTo>
                  <a:pt x="1990" y="1465"/>
                </a:lnTo>
                <a:lnTo>
                  <a:pt x="1998" y="1460"/>
                </a:lnTo>
                <a:lnTo>
                  <a:pt x="2007" y="1453"/>
                </a:lnTo>
                <a:lnTo>
                  <a:pt x="2015" y="1447"/>
                </a:lnTo>
                <a:lnTo>
                  <a:pt x="2023" y="1441"/>
                </a:lnTo>
                <a:lnTo>
                  <a:pt x="2032" y="1434"/>
                </a:lnTo>
                <a:lnTo>
                  <a:pt x="2040" y="1427"/>
                </a:lnTo>
                <a:lnTo>
                  <a:pt x="2049" y="1419"/>
                </a:lnTo>
                <a:lnTo>
                  <a:pt x="2057" y="1412"/>
                </a:lnTo>
                <a:lnTo>
                  <a:pt x="2065" y="1404"/>
                </a:lnTo>
                <a:lnTo>
                  <a:pt x="2074" y="1396"/>
                </a:lnTo>
                <a:lnTo>
                  <a:pt x="2082" y="1388"/>
                </a:lnTo>
                <a:lnTo>
                  <a:pt x="2091" y="1379"/>
                </a:lnTo>
                <a:lnTo>
                  <a:pt x="2099" y="1371"/>
                </a:lnTo>
                <a:lnTo>
                  <a:pt x="2107" y="1362"/>
                </a:lnTo>
                <a:lnTo>
                  <a:pt x="2116" y="1353"/>
                </a:lnTo>
                <a:lnTo>
                  <a:pt x="2124" y="1343"/>
                </a:lnTo>
                <a:lnTo>
                  <a:pt x="2133" y="1334"/>
                </a:lnTo>
                <a:lnTo>
                  <a:pt x="2141" y="1325"/>
                </a:lnTo>
                <a:lnTo>
                  <a:pt x="2149" y="1315"/>
                </a:lnTo>
                <a:lnTo>
                  <a:pt x="2158" y="1305"/>
                </a:lnTo>
                <a:lnTo>
                  <a:pt x="2166" y="1295"/>
                </a:lnTo>
                <a:lnTo>
                  <a:pt x="2175" y="1285"/>
                </a:lnTo>
                <a:lnTo>
                  <a:pt x="2183" y="1275"/>
                </a:lnTo>
                <a:lnTo>
                  <a:pt x="2191" y="1265"/>
                </a:lnTo>
                <a:lnTo>
                  <a:pt x="2200" y="1255"/>
                </a:lnTo>
                <a:lnTo>
                  <a:pt x="2208" y="1245"/>
                </a:lnTo>
                <a:lnTo>
                  <a:pt x="2217" y="1234"/>
                </a:lnTo>
                <a:lnTo>
                  <a:pt x="2225" y="1224"/>
                </a:lnTo>
                <a:lnTo>
                  <a:pt x="2233" y="1214"/>
                </a:lnTo>
                <a:lnTo>
                  <a:pt x="2242" y="1204"/>
                </a:lnTo>
                <a:lnTo>
                  <a:pt x="2250" y="1194"/>
                </a:lnTo>
                <a:lnTo>
                  <a:pt x="2259" y="1184"/>
                </a:lnTo>
                <a:lnTo>
                  <a:pt x="2267" y="1174"/>
                </a:lnTo>
                <a:lnTo>
                  <a:pt x="2275" y="1164"/>
                </a:lnTo>
                <a:lnTo>
                  <a:pt x="2284" y="1154"/>
                </a:lnTo>
                <a:lnTo>
                  <a:pt x="2292" y="1144"/>
                </a:lnTo>
                <a:lnTo>
                  <a:pt x="2301" y="1135"/>
                </a:lnTo>
                <a:lnTo>
                  <a:pt x="2309" y="1125"/>
                </a:lnTo>
                <a:lnTo>
                  <a:pt x="2317" y="1116"/>
                </a:lnTo>
                <a:lnTo>
                  <a:pt x="2326" y="1107"/>
                </a:lnTo>
                <a:lnTo>
                  <a:pt x="2334" y="1098"/>
                </a:lnTo>
                <a:lnTo>
                  <a:pt x="2342" y="1089"/>
                </a:lnTo>
                <a:lnTo>
                  <a:pt x="2351" y="1081"/>
                </a:lnTo>
                <a:lnTo>
                  <a:pt x="2359" y="1073"/>
                </a:lnTo>
                <a:lnTo>
                  <a:pt x="2368" y="1064"/>
                </a:lnTo>
                <a:lnTo>
                  <a:pt x="2376" y="1057"/>
                </a:lnTo>
                <a:lnTo>
                  <a:pt x="2384" y="1049"/>
                </a:lnTo>
                <a:lnTo>
                  <a:pt x="2393" y="1042"/>
                </a:lnTo>
                <a:lnTo>
                  <a:pt x="2401" y="1035"/>
                </a:lnTo>
                <a:lnTo>
                  <a:pt x="2410" y="1028"/>
                </a:lnTo>
                <a:lnTo>
                  <a:pt x="2418" y="1021"/>
                </a:lnTo>
                <a:lnTo>
                  <a:pt x="2426" y="1015"/>
                </a:lnTo>
                <a:lnTo>
                  <a:pt x="2435" y="1008"/>
                </a:lnTo>
                <a:lnTo>
                  <a:pt x="2443" y="1003"/>
                </a:lnTo>
                <a:lnTo>
                  <a:pt x="2452" y="997"/>
                </a:lnTo>
                <a:lnTo>
                  <a:pt x="2460" y="992"/>
                </a:lnTo>
                <a:lnTo>
                  <a:pt x="2468" y="986"/>
                </a:lnTo>
                <a:lnTo>
                  <a:pt x="2477" y="981"/>
                </a:lnTo>
                <a:lnTo>
                  <a:pt x="2485" y="977"/>
                </a:lnTo>
                <a:lnTo>
                  <a:pt x="2494" y="972"/>
                </a:lnTo>
                <a:lnTo>
                  <a:pt x="2502" y="968"/>
                </a:lnTo>
                <a:lnTo>
                  <a:pt x="2510" y="963"/>
                </a:lnTo>
                <a:lnTo>
                  <a:pt x="2519" y="959"/>
                </a:lnTo>
                <a:lnTo>
                  <a:pt x="2527" y="955"/>
                </a:lnTo>
                <a:lnTo>
                  <a:pt x="2536" y="952"/>
                </a:lnTo>
                <a:lnTo>
                  <a:pt x="2544" y="948"/>
                </a:lnTo>
                <a:lnTo>
                  <a:pt x="2552" y="944"/>
                </a:lnTo>
                <a:lnTo>
                  <a:pt x="2561" y="941"/>
                </a:lnTo>
                <a:lnTo>
                  <a:pt x="2569" y="937"/>
                </a:lnTo>
                <a:lnTo>
                  <a:pt x="2578" y="934"/>
                </a:lnTo>
                <a:lnTo>
                  <a:pt x="2586" y="930"/>
                </a:lnTo>
                <a:lnTo>
                  <a:pt x="2594" y="927"/>
                </a:lnTo>
                <a:lnTo>
                  <a:pt x="2603" y="923"/>
                </a:lnTo>
                <a:lnTo>
                  <a:pt x="2611" y="919"/>
                </a:lnTo>
                <a:lnTo>
                  <a:pt x="2620" y="915"/>
                </a:lnTo>
                <a:lnTo>
                  <a:pt x="2628" y="911"/>
                </a:lnTo>
                <a:lnTo>
                  <a:pt x="2636" y="907"/>
                </a:lnTo>
                <a:lnTo>
                  <a:pt x="2645" y="902"/>
                </a:lnTo>
                <a:lnTo>
                  <a:pt x="2653" y="897"/>
                </a:lnTo>
                <a:lnTo>
                  <a:pt x="2662" y="892"/>
                </a:lnTo>
                <a:lnTo>
                  <a:pt x="2670" y="887"/>
                </a:lnTo>
                <a:lnTo>
                  <a:pt x="2678" y="881"/>
                </a:lnTo>
                <a:lnTo>
                  <a:pt x="2687" y="875"/>
                </a:lnTo>
                <a:lnTo>
                  <a:pt x="2695" y="868"/>
                </a:lnTo>
                <a:lnTo>
                  <a:pt x="2704" y="861"/>
                </a:lnTo>
                <a:lnTo>
                  <a:pt x="2712" y="853"/>
                </a:lnTo>
                <a:lnTo>
                  <a:pt x="2720" y="845"/>
                </a:lnTo>
                <a:lnTo>
                  <a:pt x="2729" y="836"/>
                </a:lnTo>
                <a:lnTo>
                  <a:pt x="2737" y="827"/>
                </a:lnTo>
                <a:lnTo>
                  <a:pt x="2745" y="817"/>
                </a:lnTo>
                <a:lnTo>
                  <a:pt x="2754" y="807"/>
                </a:lnTo>
                <a:lnTo>
                  <a:pt x="2762" y="796"/>
                </a:lnTo>
                <a:lnTo>
                  <a:pt x="2771" y="784"/>
                </a:lnTo>
                <a:lnTo>
                  <a:pt x="2779" y="771"/>
                </a:lnTo>
                <a:lnTo>
                  <a:pt x="2787" y="758"/>
                </a:lnTo>
                <a:lnTo>
                  <a:pt x="2796" y="744"/>
                </a:lnTo>
                <a:lnTo>
                  <a:pt x="2804" y="729"/>
                </a:lnTo>
                <a:lnTo>
                  <a:pt x="2813" y="714"/>
                </a:lnTo>
                <a:lnTo>
                  <a:pt x="2821" y="698"/>
                </a:lnTo>
                <a:lnTo>
                  <a:pt x="2829" y="681"/>
                </a:lnTo>
                <a:lnTo>
                  <a:pt x="2838" y="664"/>
                </a:lnTo>
                <a:lnTo>
                  <a:pt x="2846" y="646"/>
                </a:lnTo>
                <a:lnTo>
                  <a:pt x="2855" y="627"/>
                </a:lnTo>
                <a:lnTo>
                  <a:pt x="2863" y="607"/>
                </a:lnTo>
                <a:lnTo>
                  <a:pt x="2871" y="587"/>
                </a:lnTo>
                <a:lnTo>
                  <a:pt x="2880" y="566"/>
                </a:lnTo>
                <a:lnTo>
                  <a:pt x="2888" y="545"/>
                </a:lnTo>
                <a:lnTo>
                  <a:pt x="2897" y="524"/>
                </a:lnTo>
                <a:lnTo>
                  <a:pt x="2905" y="501"/>
                </a:lnTo>
                <a:lnTo>
                  <a:pt x="2913" y="479"/>
                </a:lnTo>
                <a:lnTo>
                  <a:pt x="2922" y="456"/>
                </a:lnTo>
                <a:lnTo>
                  <a:pt x="2930" y="433"/>
                </a:lnTo>
                <a:lnTo>
                  <a:pt x="2939" y="410"/>
                </a:lnTo>
                <a:lnTo>
                  <a:pt x="2947" y="386"/>
                </a:lnTo>
                <a:lnTo>
                  <a:pt x="2955" y="363"/>
                </a:lnTo>
                <a:lnTo>
                  <a:pt x="2964" y="339"/>
                </a:lnTo>
                <a:lnTo>
                  <a:pt x="2972" y="316"/>
                </a:lnTo>
                <a:lnTo>
                  <a:pt x="2981" y="293"/>
                </a:lnTo>
                <a:lnTo>
                  <a:pt x="2989" y="270"/>
                </a:lnTo>
                <a:lnTo>
                  <a:pt x="2997" y="248"/>
                </a:lnTo>
                <a:lnTo>
                  <a:pt x="3006" y="227"/>
                </a:lnTo>
                <a:lnTo>
                  <a:pt x="3014" y="206"/>
                </a:lnTo>
                <a:lnTo>
                  <a:pt x="3023" y="186"/>
                </a:lnTo>
                <a:lnTo>
                  <a:pt x="3031" y="167"/>
                </a:lnTo>
                <a:lnTo>
                  <a:pt x="3039" y="148"/>
                </a:lnTo>
                <a:lnTo>
                  <a:pt x="3048" y="131"/>
                </a:lnTo>
                <a:lnTo>
                  <a:pt x="3056" y="116"/>
                </a:lnTo>
                <a:lnTo>
                  <a:pt x="3065" y="101"/>
                </a:lnTo>
                <a:lnTo>
                  <a:pt x="3073" y="89"/>
                </a:lnTo>
                <a:lnTo>
                  <a:pt x="3081" y="77"/>
                </a:lnTo>
                <a:lnTo>
                  <a:pt x="3090" y="68"/>
                </a:lnTo>
                <a:lnTo>
                  <a:pt x="3098" y="60"/>
                </a:lnTo>
                <a:lnTo>
                  <a:pt x="3107" y="54"/>
                </a:lnTo>
                <a:lnTo>
                  <a:pt x="3115" y="50"/>
                </a:lnTo>
                <a:lnTo>
                  <a:pt x="3123" y="48"/>
                </a:lnTo>
                <a:lnTo>
                  <a:pt x="3132" y="48"/>
                </a:lnTo>
                <a:lnTo>
                  <a:pt x="3140" y="51"/>
                </a:lnTo>
                <a:lnTo>
                  <a:pt x="3148" y="55"/>
                </a:lnTo>
                <a:lnTo>
                  <a:pt x="3157" y="61"/>
                </a:lnTo>
                <a:lnTo>
                  <a:pt x="3165" y="69"/>
                </a:lnTo>
                <a:lnTo>
                  <a:pt x="3174" y="80"/>
                </a:lnTo>
                <a:lnTo>
                  <a:pt x="3182" y="91"/>
                </a:lnTo>
                <a:lnTo>
                  <a:pt x="3190" y="105"/>
                </a:lnTo>
                <a:lnTo>
                  <a:pt x="3199" y="120"/>
                </a:lnTo>
                <a:lnTo>
                  <a:pt x="3207" y="136"/>
                </a:lnTo>
                <a:lnTo>
                  <a:pt x="3216" y="153"/>
                </a:lnTo>
                <a:lnTo>
                  <a:pt x="3224" y="170"/>
                </a:lnTo>
                <a:lnTo>
                  <a:pt x="3232" y="188"/>
                </a:lnTo>
                <a:lnTo>
                  <a:pt x="3241" y="205"/>
                </a:lnTo>
                <a:lnTo>
                  <a:pt x="3249" y="221"/>
                </a:lnTo>
                <a:lnTo>
                  <a:pt x="3258" y="236"/>
                </a:lnTo>
                <a:lnTo>
                  <a:pt x="3266" y="248"/>
                </a:lnTo>
                <a:lnTo>
                  <a:pt x="3274" y="257"/>
                </a:lnTo>
                <a:lnTo>
                  <a:pt x="3283" y="262"/>
                </a:lnTo>
                <a:lnTo>
                  <a:pt x="3291" y="262"/>
                </a:lnTo>
                <a:lnTo>
                  <a:pt x="3300" y="255"/>
                </a:lnTo>
                <a:lnTo>
                  <a:pt x="3308" y="241"/>
                </a:lnTo>
                <a:lnTo>
                  <a:pt x="3316" y="218"/>
                </a:lnTo>
                <a:lnTo>
                  <a:pt x="3325" y="184"/>
                </a:lnTo>
                <a:lnTo>
                  <a:pt x="3333" y="137"/>
                </a:lnTo>
                <a:lnTo>
                  <a:pt x="3342" y="77"/>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7" name="Connector 46"/>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8" name="TextBox 4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49" name="Connector 48"/>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0.251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0.183</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0.027</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0.008</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0.043</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cxnSp>
        <p:nvCxnSpPr>
          <p:cNvPr id="6" name="Connector 5"/>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8" name="TextBox 7"/>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9" name="Connector 8"/>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1" name="TextBox 10"/>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2" name="Connector 11"/>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4" name="TextBox 13"/>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5" name="TextBox 14"/>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