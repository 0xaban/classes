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Which fit looks convincing, and which would predict new observations well? Pause before naming the concepts. These are two different synthetic regression problems, not competing fits to identical data. A has an underlying quadratic relationship; B has an underlying straight relationship with noisy observations. All examples use x in [-1, 1], independent Gaussian noise with standard deviation 0.16, and arbitrary units. Curves and dots are editable vector objects.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Bias is the systematic difference between the average prediction over repeated training samples and the true regression function. Here the model family only permits straight lines, so even its average fit cannot capture curvature. The dashed curve is known because we generated this example; in practice it is hidden. Underfitting usually leaves substantial error even on training data. More samples alone will not make a straight model quadratic. Linear regression can also use polynomial features: it is the straight-line specification here that is restrictive.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true relationship in B is linear. A degree-11 polynomial fitted to 14 noisy observations nearly follows every training point, but introduces unsupported wiggles. Variance means variability of model predictions across possible training datasets, not variability of the input data and not simply a curve looking wiggly. One fit suggests noise-chasing; slide 5 demonstrates sensitivity through repeated samples. Flexibility is not inherently bad: its risk depends on sample size, noise, regularization, and the learning procedure.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new observations from the SAME data-generating processes and the SAME x range. There is no distribution shift or extrapolation here. Neither model is refitted. A keeps making structured errors because its family is wrong for this pattern; B's learned wiggles fail to match the new noise. Real-world performance also faces distribution shift, but that separate issue is unnecessary to demonstrate generalization failure. Point out that training fit alone did not tell us which predictions would be reliable.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pale curve is trained on a new set of noisy outputs at the same x positions. The straight fits cluster, but miss the curved truth: low variance does not imply accuracy. Flexible fits on the linear problem spread out, especially near the boundaries: the training sample changes the predictions substantially. Both panels share the same axis limits. Some degree-11 fits leave the visible vertical range; those portions are omitted rather than compressed. This is a repeated-sampling demonstration, not multiple models fitted to the same sample. Bias and variance are defined at an input x and can vary across the domain.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classic schematic, not the measured curve from our examples and not a universal law. In nested least-squares model families training loss cannot increase as flexibility grows, while expected test loss may first improve and then worsen. Under squared error, expected prediction error at x decomposes into squared bias, variance, and irreducible noise, assuming a stable data-generating process and averaging over training samples and fresh output noise. There is no guarantee of a smooth U-shape in every regime. Choose hyperparameters using a validation split or cross-validation; reserve a final test set for an honest, one-time evaluation. Do not tune on test results.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rows are actual computed results on example A's quadratic process: y = 0.3 + 0.4x + 1.3x² + noise, with noise standard deviation 0.16. Training uses 20 equally spaced x values on [-1, 1]; test uses 1,000 independently drawn uniform x values in that same range and fresh noise. Degrees 1, 2, and 12 were fixed for this demonstration, not selected by searching test loss. Mean squared error is the average of (prediction minus observed y)²; lower is better and units are squared output units. The underfit has relatively high losses on both sets. The degree-2 fit has low, similar losses. Degree 12 achieves the lowest training error, but has higher test error than degree 2. Test loss need not exceed training loss for every finite sample; note that degree 1's test loss is lower here. A single gap does not by itself prove high variance; repeated sampling supplies the conceptual evidence. This table is not based on example B, whose degree-11 model was used to make the wiggles easy to see.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asking: If training loss is tiny but validation loss is much larger, what might you change? Possible answers include reducing complexity, adding regularization, or collecting more representative training data. If both losses are poor, consider better features or a more expressive model, while also checking data quality and optimization. These are diagnostic clues, not absolute rules. Training learns parameters; validation chooses settings; test estimates performance after decisions are frozen. Teaching background: An Introduction to Statistical Learning, 2nd edition, section 2.2.2, The Bias-Variance Trade-Off, https://www.statlearning.com/. All numerical data and graphics here are original synthetic examples. Visual language is inspired by the saved superlogical profile; no brand assets are reused.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Which model would you trust?</a:t>
            </a:r>
          </a:p>
        </p:txBody>
      </p:sp>
      <p:cxnSp>
        <p:nvCxnSpPr>
          <p:cNvPr id="4" name="Connector 3"/>
          <p:cNvCxnSpPr/>
          <p:nvPr/>
        </p:nvCxnSpPr>
        <p:spPr>
          <a:xfrm>
            <a:off x="594360" y="6419088"/>
            <a:ext cx="109728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01/08</a:t>
            </a:r>
          </a:p>
        </p:txBody>
      </p:sp>
      <p:sp>
        <p:nvSpPr>
          <p:cNvPr id="6" name="TextBox 5"/>
          <p:cNvSpPr txBox="1"/>
          <p:nvPr/>
        </p:nvSpPr>
        <p:spPr>
          <a:xfrm>
            <a:off x="932688" y="2734056"/>
            <a:ext cx="457200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A   /   A straight fit</a:t>
            </a:r>
          </a:p>
        </p:txBody>
      </p:sp>
      <p:sp>
        <p:nvSpPr>
          <p:cNvPr id="7" name="TextBox 6"/>
          <p:cNvSpPr txBox="1"/>
          <p:nvPr/>
        </p:nvSpPr>
        <p:spPr>
          <a:xfrm>
            <a:off x="6510528" y="2734056"/>
            <a:ext cx="457200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B   /   A very flexible fit</a:t>
            </a:r>
          </a:p>
        </p:txBody>
      </p:sp>
      <p:cxnSp>
        <p:nvCxnSpPr>
          <p:cNvPr id="8" name="Connector 7"/>
          <p:cNvCxnSpPr/>
          <p:nvPr/>
        </p:nvCxnSpPr>
        <p:spPr>
          <a:xfrm>
            <a:off x="932688" y="5422392"/>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9" name="Connector 8"/>
          <p:cNvCxnSpPr/>
          <p:nvPr/>
        </p:nvCxnSpPr>
        <p:spPr>
          <a:xfrm>
            <a:off x="932688" y="3072384"/>
            <a:ext cx="0" cy="2350008"/>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10" name="TextBox 9"/>
          <p:cNvSpPr txBox="1"/>
          <p:nvPr/>
        </p:nvSpPr>
        <p:spPr>
          <a:xfrm>
            <a:off x="5413248" y="5513831"/>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11" name="TextBox 10"/>
          <p:cNvSpPr txBox="1"/>
          <p:nvPr/>
        </p:nvSpPr>
        <p:spPr>
          <a:xfrm>
            <a:off x="658368" y="2889503"/>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2" name="Freeform 11"/>
          <p:cNvSpPr/>
          <p:nvPr/>
        </p:nvSpPr>
        <p:spPr>
          <a:xfrm>
            <a:off x="932688" y="4007815"/>
            <a:ext cx="4572000" cy="616306"/>
          </a:xfrm>
          <a:custGeom>
            <a:avLst/>
            <a:gdLst/>
            <a:ahLst/>
            <a:cxnLst/>
            <a:rect l="l" t="t" r="r" b="b"/>
            <a:pathLst>
              <a:path w="5000" h="674">
                <a:moveTo>
                  <a:pt x="0" y="674"/>
                </a:moveTo>
                <a:lnTo>
                  <a:pt x="19" y="672"/>
                </a:lnTo>
                <a:lnTo>
                  <a:pt x="39" y="669"/>
                </a:lnTo>
                <a:lnTo>
                  <a:pt x="58" y="666"/>
                </a:lnTo>
                <a:lnTo>
                  <a:pt x="77" y="664"/>
                </a:lnTo>
                <a:lnTo>
                  <a:pt x="97" y="661"/>
                </a:lnTo>
                <a:lnTo>
                  <a:pt x="116" y="659"/>
                </a:lnTo>
                <a:lnTo>
                  <a:pt x="135" y="656"/>
                </a:lnTo>
                <a:lnTo>
                  <a:pt x="154" y="653"/>
                </a:lnTo>
                <a:lnTo>
                  <a:pt x="174" y="651"/>
                </a:lnTo>
                <a:lnTo>
                  <a:pt x="193" y="648"/>
                </a:lnTo>
                <a:lnTo>
                  <a:pt x="212" y="646"/>
                </a:lnTo>
                <a:lnTo>
                  <a:pt x="232" y="643"/>
                </a:lnTo>
                <a:lnTo>
                  <a:pt x="251" y="640"/>
                </a:lnTo>
                <a:lnTo>
                  <a:pt x="270" y="638"/>
                </a:lnTo>
                <a:lnTo>
                  <a:pt x="290" y="635"/>
                </a:lnTo>
                <a:lnTo>
                  <a:pt x="309" y="632"/>
                </a:lnTo>
                <a:lnTo>
                  <a:pt x="328" y="630"/>
                </a:lnTo>
                <a:lnTo>
                  <a:pt x="347" y="627"/>
                </a:lnTo>
                <a:lnTo>
                  <a:pt x="367" y="625"/>
                </a:lnTo>
                <a:lnTo>
                  <a:pt x="386" y="622"/>
                </a:lnTo>
                <a:lnTo>
                  <a:pt x="405" y="619"/>
                </a:lnTo>
                <a:lnTo>
                  <a:pt x="425" y="617"/>
                </a:lnTo>
                <a:lnTo>
                  <a:pt x="444" y="614"/>
                </a:lnTo>
                <a:lnTo>
                  <a:pt x="463" y="612"/>
                </a:lnTo>
                <a:lnTo>
                  <a:pt x="483" y="609"/>
                </a:lnTo>
                <a:lnTo>
                  <a:pt x="502" y="606"/>
                </a:lnTo>
                <a:lnTo>
                  <a:pt x="521" y="604"/>
                </a:lnTo>
                <a:lnTo>
                  <a:pt x="541" y="601"/>
                </a:lnTo>
                <a:lnTo>
                  <a:pt x="560" y="599"/>
                </a:lnTo>
                <a:lnTo>
                  <a:pt x="579" y="596"/>
                </a:lnTo>
                <a:lnTo>
                  <a:pt x="598" y="593"/>
                </a:lnTo>
                <a:lnTo>
                  <a:pt x="618" y="591"/>
                </a:lnTo>
                <a:lnTo>
                  <a:pt x="637" y="588"/>
                </a:lnTo>
                <a:lnTo>
                  <a:pt x="656" y="586"/>
                </a:lnTo>
                <a:lnTo>
                  <a:pt x="676" y="583"/>
                </a:lnTo>
                <a:lnTo>
                  <a:pt x="695" y="580"/>
                </a:lnTo>
                <a:lnTo>
                  <a:pt x="714" y="578"/>
                </a:lnTo>
                <a:lnTo>
                  <a:pt x="734" y="575"/>
                </a:lnTo>
                <a:lnTo>
                  <a:pt x="753" y="573"/>
                </a:lnTo>
                <a:lnTo>
                  <a:pt x="772" y="570"/>
                </a:lnTo>
                <a:lnTo>
                  <a:pt x="792" y="567"/>
                </a:lnTo>
                <a:lnTo>
                  <a:pt x="811" y="565"/>
                </a:lnTo>
                <a:lnTo>
                  <a:pt x="830" y="562"/>
                </a:lnTo>
                <a:lnTo>
                  <a:pt x="849" y="560"/>
                </a:lnTo>
                <a:lnTo>
                  <a:pt x="869" y="557"/>
                </a:lnTo>
                <a:lnTo>
                  <a:pt x="888" y="554"/>
                </a:lnTo>
                <a:lnTo>
                  <a:pt x="907" y="552"/>
                </a:lnTo>
                <a:lnTo>
                  <a:pt x="927" y="549"/>
                </a:lnTo>
                <a:lnTo>
                  <a:pt x="946" y="547"/>
                </a:lnTo>
                <a:lnTo>
                  <a:pt x="965" y="544"/>
                </a:lnTo>
                <a:lnTo>
                  <a:pt x="985" y="541"/>
                </a:lnTo>
                <a:lnTo>
                  <a:pt x="1004" y="539"/>
                </a:lnTo>
                <a:lnTo>
                  <a:pt x="1023" y="536"/>
                </a:lnTo>
                <a:lnTo>
                  <a:pt x="1042" y="534"/>
                </a:lnTo>
                <a:lnTo>
                  <a:pt x="1062" y="531"/>
                </a:lnTo>
                <a:lnTo>
                  <a:pt x="1081" y="528"/>
                </a:lnTo>
                <a:lnTo>
                  <a:pt x="1100" y="526"/>
                </a:lnTo>
                <a:lnTo>
                  <a:pt x="1120" y="523"/>
                </a:lnTo>
                <a:lnTo>
                  <a:pt x="1139" y="521"/>
                </a:lnTo>
                <a:lnTo>
                  <a:pt x="1158" y="518"/>
                </a:lnTo>
                <a:lnTo>
                  <a:pt x="1178" y="515"/>
                </a:lnTo>
                <a:lnTo>
                  <a:pt x="1197" y="513"/>
                </a:lnTo>
                <a:lnTo>
                  <a:pt x="1216" y="510"/>
                </a:lnTo>
                <a:lnTo>
                  <a:pt x="1236" y="508"/>
                </a:lnTo>
                <a:lnTo>
                  <a:pt x="1255" y="505"/>
                </a:lnTo>
                <a:lnTo>
                  <a:pt x="1274" y="502"/>
                </a:lnTo>
                <a:lnTo>
                  <a:pt x="1293" y="500"/>
                </a:lnTo>
                <a:lnTo>
                  <a:pt x="1313" y="497"/>
                </a:lnTo>
                <a:lnTo>
                  <a:pt x="1332" y="494"/>
                </a:lnTo>
                <a:lnTo>
                  <a:pt x="1351" y="492"/>
                </a:lnTo>
                <a:lnTo>
                  <a:pt x="1371" y="489"/>
                </a:lnTo>
                <a:lnTo>
                  <a:pt x="1390" y="487"/>
                </a:lnTo>
                <a:lnTo>
                  <a:pt x="1409" y="484"/>
                </a:lnTo>
                <a:lnTo>
                  <a:pt x="1429" y="481"/>
                </a:lnTo>
                <a:lnTo>
                  <a:pt x="1448" y="479"/>
                </a:lnTo>
                <a:lnTo>
                  <a:pt x="1467" y="476"/>
                </a:lnTo>
                <a:lnTo>
                  <a:pt x="1486" y="474"/>
                </a:lnTo>
                <a:lnTo>
                  <a:pt x="1506" y="471"/>
                </a:lnTo>
                <a:lnTo>
                  <a:pt x="1525" y="468"/>
                </a:lnTo>
                <a:lnTo>
                  <a:pt x="1544" y="466"/>
                </a:lnTo>
                <a:lnTo>
                  <a:pt x="1564" y="463"/>
                </a:lnTo>
                <a:lnTo>
                  <a:pt x="1583" y="461"/>
                </a:lnTo>
                <a:lnTo>
                  <a:pt x="1602" y="458"/>
                </a:lnTo>
                <a:lnTo>
                  <a:pt x="1622" y="455"/>
                </a:lnTo>
                <a:lnTo>
                  <a:pt x="1641" y="453"/>
                </a:lnTo>
                <a:lnTo>
                  <a:pt x="1660" y="450"/>
                </a:lnTo>
                <a:lnTo>
                  <a:pt x="1680" y="448"/>
                </a:lnTo>
                <a:lnTo>
                  <a:pt x="1699" y="445"/>
                </a:lnTo>
                <a:lnTo>
                  <a:pt x="1718" y="442"/>
                </a:lnTo>
                <a:lnTo>
                  <a:pt x="1737" y="440"/>
                </a:lnTo>
                <a:lnTo>
                  <a:pt x="1757" y="437"/>
                </a:lnTo>
                <a:lnTo>
                  <a:pt x="1776" y="435"/>
                </a:lnTo>
                <a:lnTo>
                  <a:pt x="1795" y="432"/>
                </a:lnTo>
                <a:lnTo>
                  <a:pt x="1815" y="429"/>
                </a:lnTo>
                <a:lnTo>
                  <a:pt x="1834" y="427"/>
                </a:lnTo>
                <a:lnTo>
                  <a:pt x="1853" y="424"/>
                </a:lnTo>
                <a:lnTo>
                  <a:pt x="1873" y="422"/>
                </a:lnTo>
                <a:lnTo>
                  <a:pt x="1892" y="419"/>
                </a:lnTo>
                <a:lnTo>
                  <a:pt x="1911" y="416"/>
                </a:lnTo>
                <a:lnTo>
                  <a:pt x="1931" y="414"/>
                </a:lnTo>
                <a:lnTo>
                  <a:pt x="1950" y="411"/>
                </a:lnTo>
                <a:lnTo>
                  <a:pt x="1969" y="409"/>
                </a:lnTo>
                <a:lnTo>
                  <a:pt x="1988" y="406"/>
                </a:lnTo>
                <a:lnTo>
                  <a:pt x="2008" y="403"/>
                </a:lnTo>
                <a:lnTo>
                  <a:pt x="2027" y="401"/>
                </a:lnTo>
                <a:lnTo>
                  <a:pt x="2046" y="398"/>
                </a:lnTo>
                <a:lnTo>
                  <a:pt x="2066" y="396"/>
                </a:lnTo>
                <a:lnTo>
                  <a:pt x="2085" y="393"/>
                </a:lnTo>
                <a:lnTo>
                  <a:pt x="2104" y="390"/>
                </a:lnTo>
                <a:lnTo>
                  <a:pt x="2124" y="388"/>
                </a:lnTo>
                <a:lnTo>
                  <a:pt x="2143" y="385"/>
                </a:lnTo>
                <a:lnTo>
                  <a:pt x="2162" y="383"/>
                </a:lnTo>
                <a:lnTo>
                  <a:pt x="2181" y="380"/>
                </a:lnTo>
                <a:lnTo>
                  <a:pt x="2201" y="377"/>
                </a:lnTo>
                <a:lnTo>
                  <a:pt x="2220" y="375"/>
                </a:lnTo>
                <a:lnTo>
                  <a:pt x="2239" y="372"/>
                </a:lnTo>
                <a:lnTo>
                  <a:pt x="2259" y="369"/>
                </a:lnTo>
                <a:lnTo>
                  <a:pt x="2278" y="367"/>
                </a:lnTo>
                <a:lnTo>
                  <a:pt x="2297" y="364"/>
                </a:lnTo>
                <a:lnTo>
                  <a:pt x="2317" y="362"/>
                </a:lnTo>
                <a:lnTo>
                  <a:pt x="2336" y="359"/>
                </a:lnTo>
                <a:lnTo>
                  <a:pt x="2355" y="356"/>
                </a:lnTo>
                <a:lnTo>
                  <a:pt x="2375" y="354"/>
                </a:lnTo>
                <a:lnTo>
                  <a:pt x="2394" y="351"/>
                </a:lnTo>
                <a:lnTo>
                  <a:pt x="2413" y="349"/>
                </a:lnTo>
                <a:lnTo>
                  <a:pt x="2432" y="346"/>
                </a:lnTo>
                <a:lnTo>
                  <a:pt x="2452" y="343"/>
                </a:lnTo>
                <a:lnTo>
                  <a:pt x="2471" y="341"/>
                </a:lnTo>
                <a:lnTo>
                  <a:pt x="2490" y="338"/>
                </a:lnTo>
                <a:lnTo>
                  <a:pt x="2510" y="336"/>
                </a:lnTo>
                <a:lnTo>
                  <a:pt x="2529" y="333"/>
                </a:lnTo>
                <a:lnTo>
                  <a:pt x="2548" y="330"/>
                </a:lnTo>
                <a:lnTo>
                  <a:pt x="2568" y="328"/>
                </a:lnTo>
                <a:lnTo>
                  <a:pt x="2587" y="325"/>
                </a:lnTo>
                <a:lnTo>
                  <a:pt x="2606" y="323"/>
                </a:lnTo>
                <a:lnTo>
                  <a:pt x="2625" y="320"/>
                </a:lnTo>
                <a:lnTo>
                  <a:pt x="2645" y="317"/>
                </a:lnTo>
                <a:lnTo>
                  <a:pt x="2664" y="315"/>
                </a:lnTo>
                <a:lnTo>
                  <a:pt x="2683" y="312"/>
                </a:lnTo>
                <a:lnTo>
                  <a:pt x="2703" y="310"/>
                </a:lnTo>
                <a:lnTo>
                  <a:pt x="2722" y="307"/>
                </a:lnTo>
                <a:lnTo>
                  <a:pt x="2741" y="304"/>
                </a:lnTo>
                <a:lnTo>
                  <a:pt x="2761" y="302"/>
                </a:lnTo>
                <a:lnTo>
                  <a:pt x="2780" y="299"/>
                </a:lnTo>
                <a:lnTo>
                  <a:pt x="2799" y="297"/>
                </a:lnTo>
                <a:lnTo>
                  <a:pt x="2819" y="294"/>
                </a:lnTo>
                <a:lnTo>
                  <a:pt x="2838" y="291"/>
                </a:lnTo>
                <a:lnTo>
                  <a:pt x="2857" y="289"/>
                </a:lnTo>
                <a:lnTo>
                  <a:pt x="2876" y="286"/>
                </a:lnTo>
                <a:lnTo>
                  <a:pt x="2896" y="284"/>
                </a:lnTo>
                <a:lnTo>
                  <a:pt x="2915" y="281"/>
                </a:lnTo>
                <a:lnTo>
                  <a:pt x="2934" y="278"/>
                </a:lnTo>
                <a:lnTo>
                  <a:pt x="2954" y="276"/>
                </a:lnTo>
                <a:lnTo>
                  <a:pt x="2973" y="273"/>
                </a:lnTo>
                <a:lnTo>
                  <a:pt x="2992" y="271"/>
                </a:lnTo>
                <a:lnTo>
                  <a:pt x="3012" y="268"/>
                </a:lnTo>
                <a:lnTo>
                  <a:pt x="3031" y="265"/>
                </a:lnTo>
                <a:lnTo>
                  <a:pt x="3050" y="263"/>
                </a:lnTo>
                <a:lnTo>
                  <a:pt x="3069" y="260"/>
                </a:lnTo>
                <a:lnTo>
                  <a:pt x="3089" y="258"/>
                </a:lnTo>
                <a:lnTo>
                  <a:pt x="3108" y="255"/>
                </a:lnTo>
                <a:lnTo>
                  <a:pt x="3127" y="252"/>
                </a:lnTo>
                <a:lnTo>
                  <a:pt x="3147" y="250"/>
                </a:lnTo>
                <a:lnTo>
                  <a:pt x="3166" y="247"/>
                </a:lnTo>
                <a:lnTo>
                  <a:pt x="3185" y="245"/>
                </a:lnTo>
                <a:lnTo>
                  <a:pt x="3205" y="242"/>
                </a:lnTo>
                <a:lnTo>
                  <a:pt x="3224" y="239"/>
                </a:lnTo>
                <a:lnTo>
                  <a:pt x="3243" y="237"/>
                </a:lnTo>
                <a:lnTo>
                  <a:pt x="3263" y="234"/>
                </a:lnTo>
                <a:lnTo>
                  <a:pt x="3282" y="231"/>
                </a:lnTo>
                <a:lnTo>
                  <a:pt x="3301" y="229"/>
                </a:lnTo>
                <a:lnTo>
                  <a:pt x="3320" y="226"/>
                </a:lnTo>
                <a:lnTo>
                  <a:pt x="3340" y="224"/>
                </a:lnTo>
                <a:lnTo>
                  <a:pt x="3359" y="221"/>
                </a:lnTo>
                <a:lnTo>
                  <a:pt x="3378" y="218"/>
                </a:lnTo>
                <a:lnTo>
                  <a:pt x="3398" y="216"/>
                </a:lnTo>
                <a:lnTo>
                  <a:pt x="3417" y="213"/>
                </a:lnTo>
                <a:lnTo>
                  <a:pt x="3436" y="211"/>
                </a:lnTo>
                <a:lnTo>
                  <a:pt x="3456" y="208"/>
                </a:lnTo>
                <a:lnTo>
                  <a:pt x="3475" y="205"/>
                </a:lnTo>
                <a:lnTo>
                  <a:pt x="3494" y="203"/>
                </a:lnTo>
                <a:lnTo>
                  <a:pt x="3514" y="200"/>
                </a:lnTo>
                <a:lnTo>
                  <a:pt x="3533" y="198"/>
                </a:lnTo>
                <a:lnTo>
                  <a:pt x="3552" y="195"/>
                </a:lnTo>
                <a:lnTo>
                  <a:pt x="3571" y="192"/>
                </a:lnTo>
                <a:lnTo>
                  <a:pt x="3591" y="190"/>
                </a:lnTo>
                <a:lnTo>
                  <a:pt x="3610" y="187"/>
                </a:lnTo>
                <a:lnTo>
                  <a:pt x="3629" y="185"/>
                </a:lnTo>
                <a:lnTo>
                  <a:pt x="3649" y="182"/>
                </a:lnTo>
                <a:lnTo>
                  <a:pt x="3668" y="179"/>
                </a:lnTo>
                <a:lnTo>
                  <a:pt x="3687" y="177"/>
                </a:lnTo>
                <a:lnTo>
                  <a:pt x="3707" y="174"/>
                </a:lnTo>
                <a:lnTo>
                  <a:pt x="3726" y="172"/>
                </a:lnTo>
                <a:lnTo>
                  <a:pt x="3745" y="169"/>
                </a:lnTo>
                <a:lnTo>
                  <a:pt x="3764" y="166"/>
                </a:lnTo>
                <a:lnTo>
                  <a:pt x="3784" y="164"/>
                </a:lnTo>
                <a:lnTo>
                  <a:pt x="3803" y="161"/>
                </a:lnTo>
                <a:lnTo>
                  <a:pt x="3822" y="159"/>
                </a:lnTo>
                <a:lnTo>
                  <a:pt x="3842" y="156"/>
                </a:lnTo>
                <a:lnTo>
                  <a:pt x="3861" y="153"/>
                </a:lnTo>
                <a:lnTo>
                  <a:pt x="3880" y="151"/>
                </a:lnTo>
                <a:lnTo>
                  <a:pt x="3900" y="148"/>
                </a:lnTo>
                <a:lnTo>
                  <a:pt x="3919" y="146"/>
                </a:lnTo>
                <a:lnTo>
                  <a:pt x="3938" y="143"/>
                </a:lnTo>
                <a:lnTo>
                  <a:pt x="3958" y="140"/>
                </a:lnTo>
                <a:lnTo>
                  <a:pt x="3977" y="138"/>
                </a:lnTo>
                <a:lnTo>
                  <a:pt x="3996" y="135"/>
                </a:lnTo>
                <a:lnTo>
                  <a:pt x="4015" y="133"/>
                </a:lnTo>
                <a:lnTo>
                  <a:pt x="4035" y="130"/>
                </a:lnTo>
                <a:lnTo>
                  <a:pt x="4054" y="127"/>
                </a:lnTo>
                <a:lnTo>
                  <a:pt x="4073" y="125"/>
                </a:lnTo>
                <a:lnTo>
                  <a:pt x="4093" y="122"/>
                </a:lnTo>
                <a:lnTo>
                  <a:pt x="4112" y="120"/>
                </a:lnTo>
                <a:lnTo>
                  <a:pt x="4131" y="117"/>
                </a:lnTo>
                <a:lnTo>
                  <a:pt x="4151" y="114"/>
                </a:lnTo>
                <a:lnTo>
                  <a:pt x="4170" y="112"/>
                </a:lnTo>
                <a:lnTo>
                  <a:pt x="4189" y="109"/>
                </a:lnTo>
                <a:lnTo>
                  <a:pt x="4208" y="106"/>
                </a:lnTo>
                <a:lnTo>
                  <a:pt x="4228" y="104"/>
                </a:lnTo>
                <a:lnTo>
                  <a:pt x="4247" y="101"/>
                </a:lnTo>
                <a:lnTo>
                  <a:pt x="4266" y="99"/>
                </a:lnTo>
                <a:lnTo>
                  <a:pt x="4286" y="96"/>
                </a:lnTo>
                <a:lnTo>
                  <a:pt x="4305" y="93"/>
                </a:lnTo>
                <a:lnTo>
                  <a:pt x="4324" y="91"/>
                </a:lnTo>
                <a:lnTo>
                  <a:pt x="4344" y="88"/>
                </a:lnTo>
                <a:lnTo>
                  <a:pt x="4363" y="86"/>
                </a:lnTo>
                <a:lnTo>
                  <a:pt x="4382" y="83"/>
                </a:lnTo>
                <a:lnTo>
                  <a:pt x="4402" y="80"/>
                </a:lnTo>
                <a:lnTo>
                  <a:pt x="4421" y="78"/>
                </a:lnTo>
                <a:lnTo>
                  <a:pt x="4440" y="75"/>
                </a:lnTo>
                <a:lnTo>
                  <a:pt x="4459" y="73"/>
                </a:lnTo>
                <a:lnTo>
                  <a:pt x="4479" y="70"/>
                </a:lnTo>
                <a:lnTo>
                  <a:pt x="4498" y="67"/>
                </a:lnTo>
                <a:lnTo>
                  <a:pt x="4517" y="65"/>
                </a:lnTo>
                <a:lnTo>
                  <a:pt x="4537" y="62"/>
                </a:lnTo>
                <a:lnTo>
                  <a:pt x="4556" y="60"/>
                </a:lnTo>
                <a:lnTo>
                  <a:pt x="4575" y="57"/>
                </a:lnTo>
                <a:lnTo>
                  <a:pt x="4595" y="54"/>
                </a:lnTo>
                <a:lnTo>
                  <a:pt x="4614" y="52"/>
                </a:lnTo>
                <a:lnTo>
                  <a:pt x="4633" y="49"/>
                </a:lnTo>
                <a:lnTo>
                  <a:pt x="4653" y="47"/>
                </a:lnTo>
                <a:lnTo>
                  <a:pt x="4672" y="44"/>
                </a:lnTo>
                <a:lnTo>
                  <a:pt x="4691" y="41"/>
                </a:lnTo>
                <a:lnTo>
                  <a:pt x="4710" y="39"/>
                </a:lnTo>
                <a:lnTo>
                  <a:pt x="4730" y="36"/>
                </a:lnTo>
                <a:lnTo>
                  <a:pt x="4749" y="34"/>
                </a:lnTo>
                <a:lnTo>
                  <a:pt x="4768" y="31"/>
                </a:lnTo>
                <a:lnTo>
                  <a:pt x="4788" y="28"/>
                </a:lnTo>
                <a:lnTo>
                  <a:pt x="4807" y="26"/>
                </a:lnTo>
                <a:lnTo>
                  <a:pt x="4826" y="23"/>
                </a:lnTo>
                <a:lnTo>
                  <a:pt x="4846" y="21"/>
                </a:lnTo>
                <a:lnTo>
                  <a:pt x="4865" y="18"/>
                </a:lnTo>
                <a:lnTo>
                  <a:pt x="4884" y="15"/>
                </a:lnTo>
                <a:lnTo>
                  <a:pt x="4903" y="13"/>
                </a:lnTo>
                <a:lnTo>
                  <a:pt x="4923" y="10"/>
                </a:lnTo>
                <a:lnTo>
                  <a:pt x="4942" y="8"/>
                </a:lnTo>
                <a:lnTo>
                  <a:pt x="4961" y="5"/>
                </a:lnTo>
                <a:lnTo>
                  <a:pt x="4981" y="2"/>
                </a:lnTo>
                <a:lnTo>
                  <a:pt x="50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91540" y="397964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1132171" y="401656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1372803" y="419629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1613434" y="431939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1854066" y="430997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2094697" y="472981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2335329" y="471507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2575961" y="483281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2816592" y="469745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3057224" y="455316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3297855" y="46450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3538487" y="452848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3779118" y="474479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4019750" y="439776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4260382" y="440632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4501013" y="393987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4741645" y="388469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4982276" y="36923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Oval 30"/>
          <p:cNvSpPr/>
          <p:nvPr/>
        </p:nvSpPr>
        <p:spPr>
          <a:xfrm>
            <a:off x="5222908" y="36078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Oval 31"/>
          <p:cNvSpPr/>
          <p:nvPr/>
        </p:nvSpPr>
        <p:spPr>
          <a:xfrm>
            <a:off x="5463540" y="329803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3" name="Connector 32"/>
          <p:cNvCxnSpPr/>
          <p:nvPr/>
        </p:nvCxnSpPr>
        <p:spPr>
          <a:xfrm>
            <a:off x="6510528" y="5422392"/>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4" name="Connector 33"/>
          <p:cNvCxnSpPr/>
          <p:nvPr/>
        </p:nvCxnSpPr>
        <p:spPr>
          <a:xfrm>
            <a:off x="6510528" y="3072384"/>
            <a:ext cx="0" cy="2350008"/>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5" name="TextBox 34"/>
          <p:cNvSpPr txBox="1"/>
          <p:nvPr/>
        </p:nvSpPr>
        <p:spPr>
          <a:xfrm>
            <a:off x="10991088" y="5513831"/>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36" name="TextBox 35"/>
          <p:cNvSpPr txBox="1"/>
          <p:nvPr/>
        </p:nvSpPr>
        <p:spPr>
          <a:xfrm>
            <a:off x="6236208" y="2889503"/>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37" name="Freeform 36"/>
          <p:cNvSpPr/>
          <p:nvPr/>
        </p:nvSpPr>
        <p:spPr>
          <a:xfrm>
            <a:off x="6510528" y="3374136"/>
            <a:ext cx="4572000" cy="1835201"/>
          </a:xfrm>
          <a:custGeom>
            <a:avLst/>
            <a:gdLst/>
            <a:ahLst/>
            <a:cxnLst/>
            <a:rect l="l" t="t" r="r" b="b"/>
            <a:pathLst>
              <a:path w="5000" h="2007">
                <a:moveTo>
                  <a:pt x="0" y="1701"/>
                </a:moveTo>
                <a:lnTo>
                  <a:pt x="19" y="1820"/>
                </a:lnTo>
                <a:lnTo>
                  <a:pt x="39" y="1904"/>
                </a:lnTo>
                <a:lnTo>
                  <a:pt x="58" y="1961"/>
                </a:lnTo>
                <a:lnTo>
                  <a:pt x="77" y="1993"/>
                </a:lnTo>
                <a:lnTo>
                  <a:pt x="97" y="2007"/>
                </a:lnTo>
                <a:lnTo>
                  <a:pt x="116" y="2005"/>
                </a:lnTo>
                <a:lnTo>
                  <a:pt x="135" y="1991"/>
                </a:lnTo>
                <a:lnTo>
                  <a:pt x="154" y="1968"/>
                </a:lnTo>
                <a:lnTo>
                  <a:pt x="174" y="1939"/>
                </a:lnTo>
                <a:lnTo>
                  <a:pt x="193" y="1904"/>
                </a:lnTo>
                <a:lnTo>
                  <a:pt x="212" y="1867"/>
                </a:lnTo>
                <a:lnTo>
                  <a:pt x="232" y="1829"/>
                </a:lnTo>
                <a:lnTo>
                  <a:pt x="251" y="1790"/>
                </a:lnTo>
                <a:lnTo>
                  <a:pt x="270" y="1753"/>
                </a:lnTo>
                <a:lnTo>
                  <a:pt x="290" y="1717"/>
                </a:lnTo>
                <a:lnTo>
                  <a:pt x="309" y="1683"/>
                </a:lnTo>
                <a:lnTo>
                  <a:pt x="328" y="1651"/>
                </a:lnTo>
                <a:lnTo>
                  <a:pt x="347" y="1623"/>
                </a:lnTo>
                <a:lnTo>
                  <a:pt x="367" y="1598"/>
                </a:lnTo>
                <a:lnTo>
                  <a:pt x="386" y="1576"/>
                </a:lnTo>
                <a:lnTo>
                  <a:pt x="405" y="1557"/>
                </a:lnTo>
                <a:lnTo>
                  <a:pt x="425" y="1542"/>
                </a:lnTo>
                <a:lnTo>
                  <a:pt x="444" y="1529"/>
                </a:lnTo>
                <a:lnTo>
                  <a:pt x="463" y="1520"/>
                </a:lnTo>
                <a:lnTo>
                  <a:pt x="483" y="1513"/>
                </a:lnTo>
                <a:lnTo>
                  <a:pt x="502" y="1509"/>
                </a:lnTo>
                <a:lnTo>
                  <a:pt x="521" y="1507"/>
                </a:lnTo>
                <a:lnTo>
                  <a:pt x="541" y="1507"/>
                </a:lnTo>
                <a:lnTo>
                  <a:pt x="560" y="1509"/>
                </a:lnTo>
                <a:lnTo>
                  <a:pt x="579" y="1513"/>
                </a:lnTo>
                <a:lnTo>
                  <a:pt x="598" y="1517"/>
                </a:lnTo>
                <a:lnTo>
                  <a:pt x="618" y="1523"/>
                </a:lnTo>
                <a:lnTo>
                  <a:pt x="637" y="1529"/>
                </a:lnTo>
                <a:lnTo>
                  <a:pt x="656" y="1536"/>
                </a:lnTo>
                <a:lnTo>
                  <a:pt x="676" y="1543"/>
                </a:lnTo>
                <a:lnTo>
                  <a:pt x="695" y="1551"/>
                </a:lnTo>
                <a:lnTo>
                  <a:pt x="714" y="1558"/>
                </a:lnTo>
                <a:lnTo>
                  <a:pt x="734" y="1565"/>
                </a:lnTo>
                <a:lnTo>
                  <a:pt x="753" y="1572"/>
                </a:lnTo>
                <a:lnTo>
                  <a:pt x="772" y="1578"/>
                </a:lnTo>
                <a:lnTo>
                  <a:pt x="792" y="1584"/>
                </a:lnTo>
                <a:lnTo>
                  <a:pt x="811" y="1589"/>
                </a:lnTo>
                <a:lnTo>
                  <a:pt x="830" y="1593"/>
                </a:lnTo>
                <a:lnTo>
                  <a:pt x="849" y="1597"/>
                </a:lnTo>
                <a:lnTo>
                  <a:pt x="869" y="1600"/>
                </a:lnTo>
                <a:lnTo>
                  <a:pt x="888" y="1601"/>
                </a:lnTo>
                <a:lnTo>
                  <a:pt x="907" y="1603"/>
                </a:lnTo>
                <a:lnTo>
                  <a:pt x="927" y="1603"/>
                </a:lnTo>
                <a:lnTo>
                  <a:pt x="946" y="1602"/>
                </a:lnTo>
                <a:lnTo>
                  <a:pt x="965" y="1601"/>
                </a:lnTo>
                <a:lnTo>
                  <a:pt x="985" y="1599"/>
                </a:lnTo>
                <a:lnTo>
                  <a:pt x="1004" y="1596"/>
                </a:lnTo>
                <a:lnTo>
                  <a:pt x="1023" y="1592"/>
                </a:lnTo>
                <a:lnTo>
                  <a:pt x="1042" y="1588"/>
                </a:lnTo>
                <a:lnTo>
                  <a:pt x="1062" y="1583"/>
                </a:lnTo>
                <a:lnTo>
                  <a:pt x="1081" y="1578"/>
                </a:lnTo>
                <a:lnTo>
                  <a:pt x="1100" y="1572"/>
                </a:lnTo>
                <a:lnTo>
                  <a:pt x="1120" y="1566"/>
                </a:lnTo>
                <a:lnTo>
                  <a:pt x="1139" y="1560"/>
                </a:lnTo>
                <a:lnTo>
                  <a:pt x="1158" y="1554"/>
                </a:lnTo>
                <a:lnTo>
                  <a:pt x="1178" y="1547"/>
                </a:lnTo>
                <a:lnTo>
                  <a:pt x="1197" y="1541"/>
                </a:lnTo>
                <a:lnTo>
                  <a:pt x="1216" y="1534"/>
                </a:lnTo>
                <a:lnTo>
                  <a:pt x="1236" y="1527"/>
                </a:lnTo>
                <a:lnTo>
                  <a:pt x="1255" y="1521"/>
                </a:lnTo>
                <a:lnTo>
                  <a:pt x="1274" y="1514"/>
                </a:lnTo>
                <a:lnTo>
                  <a:pt x="1293" y="1508"/>
                </a:lnTo>
                <a:lnTo>
                  <a:pt x="1313" y="1502"/>
                </a:lnTo>
                <a:lnTo>
                  <a:pt x="1332" y="1496"/>
                </a:lnTo>
                <a:lnTo>
                  <a:pt x="1351" y="1491"/>
                </a:lnTo>
                <a:lnTo>
                  <a:pt x="1371" y="1486"/>
                </a:lnTo>
                <a:lnTo>
                  <a:pt x="1390" y="1481"/>
                </a:lnTo>
                <a:lnTo>
                  <a:pt x="1409" y="1476"/>
                </a:lnTo>
                <a:lnTo>
                  <a:pt x="1429" y="1472"/>
                </a:lnTo>
                <a:lnTo>
                  <a:pt x="1448" y="1468"/>
                </a:lnTo>
                <a:lnTo>
                  <a:pt x="1467" y="1465"/>
                </a:lnTo>
                <a:lnTo>
                  <a:pt x="1486" y="1461"/>
                </a:lnTo>
                <a:lnTo>
                  <a:pt x="1506" y="1459"/>
                </a:lnTo>
                <a:lnTo>
                  <a:pt x="1525" y="1456"/>
                </a:lnTo>
                <a:lnTo>
                  <a:pt x="1544" y="1453"/>
                </a:lnTo>
                <a:lnTo>
                  <a:pt x="1564" y="1451"/>
                </a:lnTo>
                <a:lnTo>
                  <a:pt x="1583" y="1449"/>
                </a:lnTo>
                <a:lnTo>
                  <a:pt x="1602" y="1447"/>
                </a:lnTo>
                <a:lnTo>
                  <a:pt x="1622" y="1445"/>
                </a:lnTo>
                <a:lnTo>
                  <a:pt x="1641" y="1444"/>
                </a:lnTo>
                <a:lnTo>
                  <a:pt x="1660" y="1442"/>
                </a:lnTo>
                <a:lnTo>
                  <a:pt x="1680" y="1440"/>
                </a:lnTo>
                <a:lnTo>
                  <a:pt x="1699" y="1439"/>
                </a:lnTo>
                <a:lnTo>
                  <a:pt x="1718" y="1437"/>
                </a:lnTo>
                <a:lnTo>
                  <a:pt x="1737" y="1435"/>
                </a:lnTo>
                <a:lnTo>
                  <a:pt x="1757" y="1432"/>
                </a:lnTo>
                <a:lnTo>
                  <a:pt x="1776" y="1430"/>
                </a:lnTo>
                <a:lnTo>
                  <a:pt x="1795" y="1427"/>
                </a:lnTo>
                <a:lnTo>
                  <a:pt x="1815" y="1424"/>
                </a:lnTo>
                <a:lnTo>
                  <a:pt x="1834" y="1421"/>
                </a:lnTo>
                <a:lnTo>
                  <a:pt x="1853" y="1417"/>
                </a:lnTo>
                <a:lnTo>
                  <a:pt x="1873" y="1412"/>
                </a:lnTo>
                <a:lnTo>
                  <a:pt x="1892" y="1408"/>
                </a:lnTo>
                <a:lnTo>
                  <a:pt x="1911" y="1403"/>
                </a:lnTo>
                <a:lnTo>
                  <a:pt x="1931" y="1397"/>
                </a:lnTo>
                <a:lnTo>
                  <a:pt x="1950" y="1391"/>
                </a:lnTo>
                <a:lnTo>
                  <a:pt x="1969" y="1384"/>
                </a:lnTo>
                <a:lnTo>
                  <a:pt x="1988" y="1377"/>
                </a:lnTo>
                <a:lnTo>
                  <a:pt x="2008" y="1369"/>
                </a:lnTo>
                <a:lnTo>
                  <a:pt x="2027" y="1360"/>
                </a:lnTo>
                <a:lnTo>
                  <a:pt x="2046" y="1351"/>
                </a:lnTo>
                <a:lnTo>
                  <a:pt x="2066" y="1342"/>
                </a:lnTo>
                <a:lnTo>
                  <a:pt x="2085" y="1332"/>
                </a:lnTo>
                <a:lnTo>
                  <a:pt x="2104" y="1321"/>
                </a:lnTo>
                <a:lnTo>
                  <a:pt x="2124" y="1310"/>
                </a:lnTo>
                <a:lnTo>
                  <a:pt x="2143" y="1299"/>
                </a:lnTo>
                <a:lnTo>
                  <a:pt x="2162" y="1287"/>
                </a:lnTo>
                <a:lnTo>
                  <a:pt x="2181" y="1275"/>
                </a:lnTo>
                <a:lnTo>
                  <a:pt x="2201" y="1262"/>
                </a:lnTo>
                <a:lnTo>
                  <a:pt x="2220" y="1249"/>
                </a:lnTo>
                <a:lnTo>
                  <a:pt x="2239" y="1236"/>
                </a:lnTo>
                <a:lnTo>
                  <a:pt x="2259" y="1223"/>
                </a:lnTo>
                <a:lnTo>
                  <a:pt x="2278" y="1209"/>
                </a:lnTo>
                <a:lnTo>
                  <a:pt x="2297" y="1196"/>
                </a:lnTo>
                <a:lnTo>
                  <a:pt x="2317" y="1182"/>
                </a:lnTo>
                <a:lnTo>
                  <a:pt x="2336" y="1168"/>
                </a:lnTo>
                <a:lnTo>
                  <a:pt x="2355" y="1155"/>
                </a:lnTo>
                <a:lnTo>
                  <a:pt x="2375" y="1141"/>
                </a:lnTo>
                <a:lnTo>
                  <a:pt x="2394" y="1128"/>
                </a:lnTo>
                <a:lnTo>
                  <a:pt x="2413" y="1115"/>
                </a:lnTo>
                <a:lnTo>
                  <a:pt x="2432" y="1102"/>
                </a:lnTo>
                <a:lnTo>
                  <a:pt x="2452" y="1089"/>
                </a:lnTo>
                <a:lnTo>
                  <a:pt x="2471" y="1077"/>
                </a:lnTo>
                <a:lnTo>
                  <a:pt x="2490" y="1066"/>
                </a:lnTo>
                <a:lnTo>
                  <a:pt x="2510" y="1055"/>
                </a:lnTo>
                <a:lnTo>
                  <a:pt x="2529" y="1044"/>
                </a:lnTo>
                <a:lnTo>
                  <a:pt x="2548" y="1034"/>
                </a:lnTo>
                <a:lnTo>
                  <a:pt x="2568" y="1025"/>
                </a:lnTo>
                <a:lnTo>
                  <a:pt x="2587" y="1016"/>
                </a:lnTo>
                <a:lnTo>
                  <a:pt x="2606" y="1009"/>
                </a:lnTo>
                <a:lnTo>
                  <a:pt x="2625" y="1002"/>
                </a:lnTo>
                <a:lnTo>
                  <a:pt x="2645" y="995"/>
                </a:lnTo>
                <a:lnTo>
                  <a:pt x="2664" y="990"/>
                </a:lnTo>
                <a:lnTo>
                  <a:pt x="2683" y="985"/>
                </a:lnTo>
                <a:lnTo>
                  <a:pt x="2703" y="981"/>
                </a:lnTo>
                <a:lnTo>
                  <a:pt x="2722" y="979"/>
                </a:lnTo>
                <a:lnTo>
                  <a:pt x="2741" y="976"/>
                </a:lnTo>
                <a:lnTo>
                  <a:pt x="2761" y="975"/>
                </a:lnTo>
                <a:lnTo>
                  <a:pt x="2780" y="975"/>
                </a:lnTo>
                <a:lnTo>
                  <a:pt x="2799" y="975"/>
                </a:lnTo>
                <a:lnTo>
                  <a:pt x="2819" y="976"/>
                </a:lnTo>
                <a:lnTo>
                  <a:pt x="2838" y="978"/>
                </a:lnTo>
                <a:lnTo>
                  <a:pt x="2857" y="981"/>
                </a:lnTo>
                <a:lnTo>
                  <a:pt x="2876" y="985"/>
                </a:lnTo>
                <a:lnTo>
                  <a:pt x="2896" y="989"/>
                </a:lnTo>
                <a:lnTo>
                  <a:pt x="2915" y="993"/>
                </a:lnTo>
                <a:lnTo>
                  <a:pt x="2934" y="999"/>
                </a:lnTo>
                <a:lnTo>
                  <a:pt x="2954" y="1004"/>
                </a:lnTo>
                <a:lnTo>
                  <a:pt x="2973" y="1011"/>
                </a:lnTo>
                <a:lnTo>
                  <a:pt x="2992" y="1017"/>
                </a:lnTo>
                <a:lnTo>
                  <a:pt x="3012" y="1024"/>
                </a:lnTo>
                <a:lnTo>
                  <a:pt x="3031" y="1031"/>
                </a:lnTo>
                <a:lnTo>
                  <a:pt x="3050" y="1038"/>
                </a:lnTo>
                <a:lnTo>
                  <a:pt x="3069" y="1045"/>
                </a:lnTo>
                <a:lnTo>
                  <a:pt x="3089" y="1053"/>
                </a:lnTo>
                <a:lnTo>
                  <a:pt x="3108" y="1060"/>
                </a:lnTo>
                <a:lnTo>
                  <a:pt x="3127" y="1067"/>
                </a:lnTo>
                <a:lnTo>
                  <a:pt x="3147" y="1073"/>
                </a:lnTo>
                <a:lnTo>
                  <a:pt x="3166" y="1080"/>
                </a:lnTo>
                <a:lnTo>
                  <a:pt x="3185" y="1086"/>
                </a:lnTo>
                <a:lnTo>
                  <a:pt x="3205" y="1091"/>
                </a:lnTo>
                <a:lnTo>
                  <a:pt x="3224" y="1096"/>
                </a:lnTo>
                <a:lnTo>
                  <a:pt x="3243" y="1100"/>
                </a:lnTo>
                <a:lnTo>
                  <a:pt x="3263" y="1103"/>
                </a:lnTo>
                <a:lnTo>
                  <a:pt x="3282" y="1106"/>
                </a:lnTo>
                <a:lnTo>
                  <a:pt x="3301" y="1107"/>
                </a:lnTo>
                <a:lnTo>
                  <a:pt x="3320" y="1108"/>
                </a:lnTo>
                <a:lnTo>
                  <a:pt x="3340" y="1108"/>
                </a:lnTo>
                <a:lnTo>
                  <a:pt x="3359" y="1107"/>
                </a:lnTo>
                <a:lnTo>
                  <a:pt x="3378" y="1104"/>
                </a:lnTo>
                <a:lnTo>
                  <a:pt x="3398" y="1101"/>
                </a:lnTo>
                <a:lnTo>
                  <a:pt x="3417" y="1096"/>
                </a:lnTo>
                <a:lnTo>
                  <a:pt x="3436" y="1091"/>
                </a:lnTo>
                <a:lnTo>
                  <a:pt x="3456" y="1084"/>
                </a:lnTo>
                <a:lnTo>
                  <a:pt x="3475" y="1076"/>
                </a:lnTo>
                <a:lnTo>
                  <a:pt x="3494" y="1067"/>
                </a:lnTo>
                <a:lnTo>
                  <a:pt x="3514" y="1057"/>
                </a:lnTo>
                <a:lnTo>
                  <a:pt x="3533" y="1046"/>
                </a:lnTo>
                <a:lnTo>
                  <a:pt x="3552" y="1033"/>
                </a:lnTo>
                <a:lnTo>
                  <a:pt x="3571" y="1020"/>
                </a:lnTo>
                <a:lnTo>
                  <a:pt x="3591" y="1006"/>
                </a:lnTo>
                <a:lnTo>
                  <a:pt x="3610" y="992"/>
                </a:lnTo>
                <a:lnTo>
                  <a:pt x="3629" y="976"/>
                </a:lnTo>
                <a:lnTo>
                  <a:pt x="3649" y="960"/>
                </a:lnTo>
                <a:lnTo>
                  <a:pt x="3668" y="943"/>
                </a:lnTo>
                <a:lnTo>
                  <a:pt x="3687" y="926"/>
                </a:lnTo>
                <a:lnTo>
                  <a:pt x="3707" y="908"/>
                </a:lnTo>
                <a:lnTo>
                  <a:pt x="3726" y="891"/>
                </a:lnTo>
                <a:lnTo>
                  <a:pt x="3745" y="873"/>
                </a:lnTo>
                <a:lnTo>
                  <a:pt x="3764" y="855"/>
                </a:lnTo>
                <a:lnTo>
                  <a:pt x="3784" y="838"/>
                </a:lnTo>
                <a:lnTo>
                  <a:pt x="3803" y="820"/>
                </a:lnTo>
                <a:lnTo>
                  <a:pt x="3822" y="804"/>
                </a:lnTo>
                <a:lnTo>
                  <a:pt x="3842" y="788"/>
                </a:lnTo>
                <a:lnTo>
                  <a:pt x="3861" y="772"/>
                </a:lnTo>
                <a:lnTo>
                  <a:pt x="3880" y="758"/>
                </a:lnTo>
                <a:lnTo>
                  <a:pt x="3900" y="744"/>
                </a:lnTo>
                <a:lnTo>
                  <a:pt x="3919" y="732"/>
                </a:lnTo>
                <a:lnTo>
                  <a:pt x="3938" y="721"/>
                </a:lnTo>
                <a:lnTo>
                  <a:pt x="3958" y="712"/>
                </a:lnTo>
                <a:lnTo>
                  <a:pt x="3977" y="703"/>
                </a:lnTo>
                <a:lnTo>
                  <a:pt x="3996" y="697"/>
                </a:lnTo>
                <a:lnTo>
                  <a:pt x="4015" y="692"/>
                </a:lnTo>
                <a:lnTo>
                  <a:pt x="4035" y="689"/>
                </a:lnTo>
                <a:lnTo>
                  <a:pt x="4054" y="687"/>
                </a:lnTo>
                <a:lnTo>
                  <a:pt x="4073" y="688"/>
                </a:lnTo>
                <a:lnTo>
                  <a:pt x="4093" y="690"/>
                </a:lnTo>
                <a:lnTo>
                  <a:pt x="4112" y="694"/>
                </a:lnTo>
                <a:lnTo>
                  <a:pt x="4131" y="699"/>
                </a:lnTo>
                <a:lnTo>
                  <a:pt x="4151" y="706"/>
                </a:lnTo>
                <a:lnTo>
                  <a:pt x="4170" y="715"/>
                </a:lnTo>
                <a:lnTo>
                  <a:pt x="4189" y="725"/>
                </a:lnTo>
                <a:lnTo>
                  <a:pt x="4208" y="736"/>
                </a:lnTo>
                <a:lnTo>
                  <a:pt x="4228" y="748"/>
                </a:lnTo>
                <a:lnTo>
                  <a:pt x="4247" y="761"/>
                </a:lnTo>
                <a:lnTo>
                  <a:pt x="4266" y="774"/>
                </a:lnTo>
                <a:lnTo>
                  <a:pt x="4286" y="788"/>
                </a:lnTo>
                <a:lnTo>
                  <a:pt x="4305" y="801"/>
                </a:lnTo>
                <a:lnTo>
                  <a:pt x="4324" y="814"/>
                </a:lnTo>
                <a:lnTo>
                  <a:pt x="4344" y="827"/>
                </a:lnTo>
                <a:lnTo>
                  <a:pt x="4363" y="838"/>
                </a:lnTo>
                <a:lnTo>
                  <a:pt x="4382" y="848"/>
                </a:lnTo>
                <a:lnTo>
                  <a:pt x="4402" y="855"/>
                </a:lnTo>
                <a:lnTo>
                  <a:pt x="4421" y="861"/>
                </a:lnTo>
                <a:lnTo>
                  <a:pt x="4440" y="863"/>
                </a:lnTo>
                <a:lnTo>
                  <a:pt x="4459" y="862"/>
                </a:lnTo>
                <a:lnTo>
                  <a:pt x="4479" y="858"/>
                </a:lnTo>
                <a:lnTo>
                  <a:pt x="4498" y="849"/>
                </a:lnTo>
                <a:lnTo>
                  <a:pt x="4517" y="836"/>
                </a:lnTo>
                <a:lnTo>
                  <a:pt x="4537" y="818"/>
                </a:lnTo>
                <a:lnTo>
                  <a:pt x="4556" y="795"/>
                </a:lnTo>
                <a:lnTo>
                  <a:pt x="4575" y="767"/>
                </a:lnTo>
                <a:lnTo>
                  <a:pt x="4595" y="733"/>
                </a:lnTo>
                <a:lnTo>
                  <a:pt x="4614" y="694"/>
                </a:lnTo>
                <a:lnTo>
                  <a:pt x="4633" y="649"/>
                </a:lnTo>
                <a:lnTo>
                  <a:pt x="4653" y="600"/>
                </a:lnTo>
                <a:lnTo>
                  <a:pt x="4672" y="545"/>
                </a:lnTo>
                <a:lnTo>
                  <a:pt x="4691" y="487"/>
                </a:lnTo>
                <a:lnTo>
                  <a:pt x="4710" y="425"/>
                </a:lnTo>
                <a:lnTo>
                  <a:pt x="4730" y="360"/>
                </a:lnTo>
                <a:lnTo>
                  <a:pt x="4749" y="295"/>
                </a:lnTo>
                <a:lnTo>
                  <a:pt x="4768" y="230"/>
                </a:lnTo>
                <a:lnTo>
                  <a:pt x="4788" y="168"/>
                </a:lnTo>
                <a:lnTo>
                  <a:pt x="4807" y="112"/>
                </a:lnTo>
                <a:lnTo>
                  <a:pt x="4826" y="63"/>
                </a:lnTo>
                <a:lnTo>
                  <a:pt x="4846" y="25"/>
                </a:lnTo>
                <a:lnTo>
                  <a:pt x="4865" y="3"/>
                </a:lnTo>
                <a:lnTo>
                  <a:pt x="4884" y="0"/>
                </a:lnTo>
                <a:lnTo>
                  <a:pt x="4903" y="23"/>
                </a:lnTo>
                <a:lnTo>
                  <a:pt x="4923" y="76"/>
                </a:lnTo>
                <a:lnTo>
                  <a:pt x="4942" y="167"/>
                </a:lnTo>
                <a:lnTo>
                  <a:pt x="4961" y="303"/>
                </a:lnTo>
                <a:lnTo>
                  <a:pt x="4981" y="493"/>
                </a:lnTo>
                <a:lnTo>
                  <a:pt x="5000" y="747"/>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Oval 37"/>
          <p:cNvSpPr/>
          <p:nvPr/>
        </p:nvSpPr>
        <p:spPr>
          <a:xfrm>
            <a:off x="6469380" y="488835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Oval 38"/>
          <p:cNvSpPr/>
          <p:nvPr/>
        </p:nvSpPr>
        <p:spPr>
          <a:xfrm>
            <a:off x="6821072" y="477645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Oval 39"/>
          <p:cNvSpPr/>
          <p:nvPr/>
        </p:nvSpPr>
        <p:spPr>
          <a:xfrm>
            <a:off x="7172764" y="47701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Oval 40"/>
          <p:cNvSpPr/>
          <p:nvPr/>
        </p:nvSpPr>
        <p:spPr>
          <a:xfrm>
            <a:off x="7524456" y="476910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Oval 41"/>
          <p:cNvSpPr/>
          <p:nvPr/>
        </p:nvSpPr>
        <p:spPr>
          <a:xfrm>
            <a:off x="7876149" y="46404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p:cNvSpPr/>
          <p:nvPr/>
        </p:nvSpPr>
        <p:spPr>
          <a:xfrm>
            <a:off x="8227841" y="462974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Oval 43"/>
          <p:cNvSpPr/>
          <p:nvPr/>
        </p:nvSpPr>
        <p:spPr>
          <a:xfrm>
            <a:off x="8579533" y="442636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Oval 44"/>
          <p:cNvSpPr/>
          <p:nvPr/>
        </p:nvSpPr>
        <p:spPr>
          <a:xfrm>
            <a:off x="8931226" y="419529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Oval 45"/>
          <p:cNvSpPr/>
          <p:nvPr/>
        </p:nvSpPr>
        <p:spPr>
          <a:xfrm>
            <a:off x="9282918" y="434174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Oval 46"/>
          <p:cNvSpPr/>
          <p:nvPr/>
        </p:nvSpPr>
        <p:spPr>
          <a:xfrm>
            <a:off x="9634610" y="428149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Oval 47"/>
          <p:cNvSpPr/>
          <p:nvPr/>
        </p:nvSpPr>
        <p:spPr>
          <a:xfrm>
            <a:off x="9986303" y="407101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Oval 48"/>
          <p:cNvSpPr/>
          <p:nvPr/>
        </p:nvSpPr>
        <p:spPr>
          <a:xfrm>
            <a:off x="10337995" y="401133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Oval 49"/>
          <p:cNvSpPr/>
          <p:nvPr/>
        </p:nvSpPr>
        <p:spPr>
          <a:xfrm>
            <a:off x="10689687" y="396603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Oval 50"/>
          <p:cNvSpPr/>
          <p:nvPr/>
        </p:nvSpPr>
        <p:spPr>
          <a:xfrm>
            <a:off x="11041380" y="401587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Oval 51"/>
          <p:cNvSpPr/>
          <p:nvPr/>
        </p:nvSpPr>
        <p:spPr>
          <a:xfrm>
            <a:off x="864108" y="594817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TextBox 52"/>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training observations</a:t>
            </a:r>
          </a:p>
        </p:txBody>
      </p:sp>
      <p:cxnSp>
        <p:nvCxnSpPr>
          <p:cNvPr id="54" name="Connector 53"/>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55" name="TextBox 54"/>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fitted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sp>
        <p:nvSpPr>
          <p:cNvPr id="2" name="TextBox 1"/>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Too simple to learn the pattern.</a:t>
            </a:r>
          </a:p>
        </p:txBody>
      </p:sp>
      <p:cxnSp>
        <p:nvCxnSpPr>
          <p:cNvPr id="3" name="Connector 2"/>
          <p:cNvCxnSpPr/>
          <p:nvPr/>
        </p:nvCxnSpPr>
        <p:spPr>
          <a:xfrm>
            <a:off x="594360" y="6419088"/>
            <a:ext cx="109728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02/08</a:t>
            </a:r>
          </a:p>
        </p:txBody>
      </p:sp>
      <p:cxnSp>
        <p:nvCxnSpPr>
          <p:cNvPr id="5" name="Connector 4"/>
          <p:cNvCxnSpPr/>
          <p:nvPr/>
        </p:nvCxnSpPr>
        <p:spPr>
          <a:xfrm>
            <a:off x="896112" y="5522976"/>
            <a:ext cx="6510528"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896112" y="2688336"/>
            <a:ext cx="0" cy="28346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315200" y="5614416"/>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8" name="TextBox 7"/>
          <p:cNvSpPr txBox="1"/>
          <p:nvPr/>
        </p:nvSpPr>
        <p:spPr>
          <a:xfrm>
            <a:off x="621792" y="2505456"/>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 name="Freeform 8"/>
          <p:cNvSpPr/>
          <p:nvPr/>
        </p:nvSpPr>
        <p:spPr>
          <a:xfrm>
            <a:off x="896112" y="3099816"/>
            <a:ext cx="6510528" cy="1582826"/>
          </a:xfrm>
          <a:custGeom>
            <a:avLst/>
            <a:gdLst/>
            <a:ahLst/>
            <a:cxnLst/>
            <a:rect l="l" t="t" r="r" b="b"/>
            <a:pathLst>
              <a:path w="7120" h="1731">
                <a:moveTo>
                  <a:pt x="0" y="800"/>
                </a:moveTo>
                <a:lnTo>
                  <a:pt x="27" y="817"/>
                </a:lnTo>
                <a:lnTo>
                  <a:pt x="55" y="834"/>
                </a:lnTo>
                <a:lnTo>
                  <a:pt x="82" y="850"/>
                </a:lnTo>
                <a:lnTo>
                  <a:pt x="110" y="867"/>
                </a:lnTo>
                <a:lnTo>
                  <a:pt x="137" y="883"/>
                </a:lnTo>
                <a:lnTo>
                  <a:pt x="165" y="899"/>
                </a:lnTo>
                <a:lnTo>
                  <a:pt x="192" y="915"/>
                </a:lnTo>
                <a:lnTo>
                  <a:pt x="220" y="931"/>
                </a:lnTo>
                <a:lnTo>
                  <a:pt x="247" y="947"/>
                </a:lnTo>
                <a:lnTo>
                  <a:pt x="275" y="962"/>
                </a:lnTo>
                <a:lnTo>
                  <a:pt x="302" y="977"/>
                </a:lnTo>
                <a:lnTo>
                  <a:pt x="330" y="993"/>
                </a:lnTo>
                <a:lnTo>
                  <a:pt x="357" y="1008"/>
                </a:lnTo>
                <a:lnTo>
                  <a:pt x="385" y="1023"/>
                </a:lnTo>
                <a:lnTo>
                  <a:pt x="412" y="1037"/>
                </a:lnTo>
                <a:lnTo>
                  <a:pt x="440" y="1052"/>
                </a:lnTo>
                <a:lnTo>
                  <a:pt x="467" y="1066"/>
                </a:lnTo>
                <a:lnTo>
                  <a:pt x="495" y="1081"/>
                </a:lnTo>
                <a:lnTo>
                  <a:pt x="522" y="1095"/>
                </a:lnTo>
                <a:lnTo>
                  <a:pt x="550" y="1109"/>
                </a:lnTo>
                <a:lnTo>
                  <a:pt x="577" y="1123"/>
                </a:lnTo>
                <a:lnTo>
                  <a:pt x="605" y="1136"/>
                </a:lnTo>
                <a:lnTo>
                  <a:pt x="632" y="1150"/>
                </a:lnTo>
                <a:lnTo>
                  <a:pt x="660" y="1163"/>
                </a:lnTo>
                <a:lnTo>
                  <a:pt x="687" y="1176"/>
                </a:lnTo>
                <a:lnTo>
                  <a:pt x="715" y="1189"/>
                </a:lnTo>
                <a:lnTo>
                  <a:pt x="742" y="1202"/>
                </a:lnTo>
                <a:lnTo>
                  <a:pt x="770" y="1215"/>
                </a:lnTo>
                <a:lnTo>
                  <a:pt x="797" y="1227"/>
                </a:lnTo>
                <a:lnTo>
                  <a:pt x="825" y="1240"/>
                </a:lnTo>
                <a:lnTo>
                  <a:pt x="852" y="1252"/>
                </a:lnTo>
                <a:lnTo>
                  <a:pt x="880" y="1264"/>
                </a:lnTo>
                <a:lnTo>
                  <a:pt x="907" y="1276"/>
                </a:lnTo>
                <a:lnTo>
                  <a:pt x="935" y="1288"/>
                </a:lnTo>
                <a:lnTo>
                  <a:pt x="962" y="1300"/>
                </a:lnTo>
                <a:lnTo>
                  <a:pt x="990" y="1311"/>
                </a:lnTo>
                <a:lnTo>
                  <a:pt x="1017" y="1322"/>
                </a:lnTo>
                <a:lnTo>
                  <a:pt x="1045" y="1334"/>
                </a:lnTo>
                <a:lnTo>
                  <a:pt x="1072" y="1345"/>
                </a:lnTo>
                <a:lnTo>
                  <a:pt x="1100" y="1356"/>
                </a:lnTo>
                <a:lnTo>
                  <a:pt x="1127" y="1366"/>
                </a:lnTo>
                <a:lnTo>
                  <a:pt x="1155" y="1377"/>
                </a:lnTo>
                <a:lnTo>
                  <a:pt x="1182" y="1387"/>
                </a:lnTo>
                <a:lnTo>
                  <a:pt x="1210" y="1397"/>
                </a:lnTo>
                <a:lnTo>
                  <a:pt x="1237" y="1408"/>
                </a:lnTo>
                <a:lnTo>
                  <a:pt x="1265" y="1417"/>
                </a:lnTo>
                <a:lnTo>
                  <a:pt x="1292" y="1427"/>
                </a:lnTo>
                <a:lnTo>
                  <a:pt x="1320" y="1437"/>
                </a:lnTo>
                <a:lnTo>
                  <a:pt x="1347" y="1446"/>
                </a:lnTo>
                <a:lnTo>
                  <a:pt x="1375" y="1456"/>
                </a:lnTo>
                <a:lnTo>
                  <a:pt x="1402" y="1465"/>
                </a:lnTo>
                <a:lnTo>
                  <a:pt x="1429" y="1474"/>
                </a:lnTo>
                <a:lnTo>
                  <a:pt x="1457" y="1483"/>
                </a:lnTo>
                <a:lnTo>
                  <a:pt x="1484" y="1491"/>
                </a:lnTo>
                <a:lnTo>
                  <a:pt x="1512" y="1500"/>
                </a:lnTo>
                <a:lnTo>
                  <a:pt x="1539" y="1508"/>
                </a:lnTo>
                <a:lnTo>
                  <a:pt x="1567" y="1516"/>
                </a:lnTo>
                <a:lnTo>
                  <a:pt x="1594" y="1525"/>
                </a:lnTo>
                <a:lnTo>
                  <a:pt x="1622" y="1532"/>
                </a:lnTo>
                <a:lnTo>
                  <a:pt x="1649" y="1540"/>
                </a:lnTo>
                <a:lnTo>
                  <a:pt x="1677" y="1548"/>
                </a:lnTo>
                <a:lnTo>
                  <a:pt x="1704" y="1555"/>
                </a:lnTo>
                <a:lnTo>
                  <a:pt x="1732" y="1563"/>
                </a:lnTo>
                <a:lnTo>
                  <a:pt x="1759" y="1570"/>
                </a:lnTo>
                <a:lnTo>
                  <a:pt x="1787" y="1577"/>
                </a:lnTo>
                <a:lnTo>
                  <a:pt x="1814" y="1584"/>
                </a:lnTo>
                <a:lnTo>
                  <a:pt x="1842" y="1590"/>
                </a:lnTo>
                <a:lnTo>
                  <a:pt x="1869" y="1597"/>
                </a:lnTo>
                <a:lnTo>
                  <a:pt x="1897" y="1603"/>
                </a:lnTo>
                <a:lnTo>
                  <a:pt x="1924" y="1609"/>
                </a:lnTo>
                <a:lnTo>
                  <a:pt x="1952" y="1615"/>
                </a:lnTo>
                <a:lnTo>
                  <a:pt x="1979" y="1621"/>
                </a:lnTo>
                <a:lnTo>
                  <a:pt x="2007" y="1627"/>
                </a:lnTo>
                <a:lnTo>
                  <a:pt x="2034" y="1633"/>
                </a:lnTo>
                <a:lnTo>
                  <a:pt x="2062" y="1638"/>
                </a:lnTo>
                <a:lnTo>
                  <a:pt x="2089" y="1643"/>
                </a:lnTo>
                <a:lnTo>
                  <a:pt x="2117" y="1649"/>
                </a:lnTo>
                <a:lnTo>
                  <a:pt x="2144" y="1653"/>
                </a:lnTo>
                <a:lnTo>
                  <a:pt x="2172" y="1658"/>
                </a:lnTo>
                <a:lnTo>
                  <a:pt x="2199" y="1663"/>
                </a:lnTo>
                <a:lnTo>
                  <a:pt x="2227" y="1667"/>
                </a:lnTo>
                <a:lnTo>
                  <a:pt x="2254" y="1672"/>
                </a:lnTo>
                <a:lnTo>
                  <a:pt x="2282" y="1676"/>
                </a:lnTo>
                <a:lnTo>
                  <a:pt x="2309" y="1680"/>
                </a:lnTo>
                <a:lnTo>
                  <a:pt x="2337" y="1684"/>
                </a:lnTo>
                <a:lnTo>
                  <a:pt x="2364" y="1688"/>
                </a:lnTo>
                <a:lnTo>
                  <a:pt x="2392" y="1691"/>
                </a:lnTo>
                <a:lnTo>
                  <a:pt x="2419" y="1695"/>
                </a:lnTo>
                <a:lnTo>
                  <a:pt x="2447" y="1698"/>
                </a:lnTo>
                <a:lnTo>
                  <a:pt x="2474" y="1701"/>
                </a:lnTo>
                <a:lnTo>
                  <a:pt x="2502" y="1704"/>
                </a:lnTo>
                <a:lnTo>
                  <a:pt x="2529" y="1707"/>
                </a:lnTo>
                <a:lnTo>
                  <a:pt x="2557" y="1709"/>
                </a:lnTo>
                <a:lnTo>
                  <a:pt x="2584" y="1712"/>
                </a:lnTo>
                <a:lnTo>
                  <a:pt x="2612" y="1714"/>
                </a:lnTo>
                <a:lnTo>
                  <a:pt x="2639" y="1716"/>
                </a:lnTo>
                <a:lnTo>
                  <a:pt x="2667" y="1719"/>
                </a:lnTo>
                <a:lnTo>
                  <a:pt x="2694" y="1720"/>
                </a:lnTo>
                <a:lnTo>
                  <a:pt x="2722" y="1722"/>
                </a:lnTo>
                <a:lnTo>
                  <a:pt x="2749" y="1724"/>
                </a:lnTo>
                <a:lnTo>
                  <a:pt x="2777" y="1725"/>
                </a:lnTo>
                <a:lnTo>
                  <a:pt x="2804" y="1726"/>
                </a:lnTo>
                <a:lnTo>
                  <a:pt x="2832" y="1727"/>
                </a:lnTo>
                <a:lnTo>
                  <a:pt x="2859" y="1728"/>
                </a:lnTo>
                <a:lnTo>
                  <a:pt x="2886" y="1729"/>
                </a:lnTo>
                <a:lnTo>
                  <a:pt x="2914" y="1730"/>
                </a:lnTo>
                <a:lnTo>
                  <a:pt x="2941" y="1730"/>
                </a:lnTo>
                <a:lnTo>
                  <a:pt x="2969" y="1731"/>
                </a:lnTo>
                <a:lnTo>
                  <a:pt x="2996" y="1731"/>
                </a:lnTo>
                <a:lnTo>
                  <a:pt x="3024" y="1731"/>
                </a:lnTo>
                <a:lnTo>
                  <a:pt x="3051" y="1731"/>
                </a:lnTo>
                <a:lnTo>
                  <a:pt x="3079" y="1730"/>
                </a:lnTo>
                <a:lnTo>
                  <a:pt x="3106" y="1730"/>
                </a:lnTo>
                <a:lnTo>
                  <a:pt x="3134" y="1729"/>
                </a:lnTo>
                <a:lnTo>
                  <a:pt x="3161" y="1728"/>
                </a:lnTo>
                <a:lnTo>
                  <a:pt x="3189" y="1728"/>
                </a:lnTo>
                <a:lnTo>
                  <a:pt x="3216" y="1726"/>
                </a:lnTo>
                <a:lnTo>
                  <a:pt x="3244" y="1725"/>
                </a:lnTo>
                <a:lnTo>
                  <a:pt x="3271" y="1724"/>
                </a:lnTo>
                <a:lnTo>
                  <a:pt x="3299" y="1722"/>
                </a:lnTo>
                <a:lnTo>
                  <a:pt x="3326" y="1721"/>
                </a:lnTo>
                <a:lnTo>
                  <a:pt x="3354" y="1719"/>
                </a:lnTo>
                <a:lnTo>
                  <a:pt x="3381" y="1717"/>
                </a:lnTo>
                <a:lnTo>
                  <a:pt x="3409" y="1715"/>
                </a:lnTo>
                <a:lnTo>
                  <a:pt x="3436" y="1712"/>
                </a:lnTo>
                <a:lnTo>
                  <a:pt x="3464" y="1710"/>
                </a:lnTo>
                <a:lnTo>
                  <a:pt x="3491" y="1707"/>
                </a:lnTo>
                <a:lnTo>
                  <a:pt x="3519" y="1704"/>
                </a:lnTo>
                <a:lnTo>
                  <a:pt x="3546" y="1702"/>
                </a:lnTo>
                <a:lnTo>
                  <a:pt x="3574" y="1698"/>
                </a:lnTo>
                <a:lnTo>
                  <a:pt x="3601" y="1695"/>
                </a:lnTo>
                <a:lnTo>
                  <a:pt x="3629" y="1692"/>
                </a:lnTo>
                <a:lnTo>
                  <a:pt x="3656" y="1688"/>
                </a:lnTo>
                <a:lnTo>
                  <a:pt x="3684" y="1685"/>
                </a:lnTo>
                <a:lnTo>
                  <a:pt x="3711" y="1681"/>
                </a:lnTo>
                <a:lnTo>
                  <a:pt x="3739" y="1677"/>
                </a:lnTo>
                <a:lnTo>
                  <a:pt x="3766" y="1672"/>
                </a:lnTo>
                <a:lnTo>
                  <a:pt x="3794" y="1668"/>
                </a:lnTo>
                <a:lnTo>
                  <a:pt x="3821" y="1664"/>
                </a:lnTo>
                <a:lnTo>
                  <a:pt x="3849" y="1659"/>
                </a:lnTo>
                <a:lnTo>
                  <a:pt x="3876" y="1654"/>
                </a:lnTo>
                <a:lnTo>
                  <a:pt x="3904" y="1649"/>
                </a:lnTo>
                <a:lnTo>
                  <a:pt x="3931" y="1644"/>
                </a:lnTo>
                <a:lnTo>
                  <a:pt x="3959" y="1639"/>
                </a:lnTo>
                <a:lnTo>
                  <a:pt x="3986" y="1633"/>
                </a:lnTo>
                <a:lnTo>
                  <a:pt x="4014" y="1628"/>
                </a:lnTo>
                <a:lnTo>
                  <a:pt x="4041" y="1622"/>
                </a:lnTo>
                <a:lnTo>
                  <a:pt x="4069" y="1616"/>
                </a:lnTo>
                <a:lnTo>
                  <a:pt x="4096" y="1610"/>
                </a:lnTo>
                <a:lnTo>
                  <a:pt x="4124" y="1604"/>
                </a:lnTo>
                <a:lnTo>
                  <a:pt x="4151" y="1598"/>
                </a:lnTo>
                <a:lnTo>
                  <a:pt x="4179" y="1591"/>
                </a:lnTo>
                <a:lnTo>
                  <a:pt x="4206" y="1585"/>
                </a:lnTo>
                <a:lnTo>
                  <a:pt x="4234" y="1578"/>
                </a:lnTo>
                <a:lnTo>
                  <a:pt x="4261" y="1571"/>
                </a:lnTo>
                <a:lnTo>
                  <a:pt x="4288" y="1564"/>
                </a:lnTo>
                <a:lnTo>
                  <a:pt x="4316" y="1556"/>
                </a:lnTo>
                <a:lnTo>
                  <a:pt x="4343" y="1549"/>
                </a:lnTo>
                <a:lnTo>
                  <a:pt x="4371" y="1541"/>
                </a:lnTo>
                <a:lnTo>
                  <a:pt x="4398" y="1534"/>
                </a:lnTo>
                <a:lnTo>
                  <a:pt x="4426" y="1526"/>
                </a:lnTo>
                <a:lnTo>
                  <a:pt x="4453" y="1518"/>
                </a:lnTo>
                <a:lnTo>
                  <a:pt x="4481" y="1510"/>
                </a:lnTo>
                <a:lnTo>
                  <a:pt x="4508" y="1501"/>
                </a:lnTo>
                <a:lnTo>
                  <a:pt x="4536" y="1493"/>
                </a:lnTo>
                <a:lnTo>
                  <a:pt x="4563" y="1484"/>
                </a:lnTo>
                <a:lnTo>
                  <a:pt x="4591" y="1475"/>
                </a:lnTo>
                <a:lnTo>
                  <a:pt x="4618" y="1466"/>
                </a:lnTo>
                <a:lnTo>
                  <a:pt x="4646" y="1457"/>
                </a:lnTo>
                <a:lnTo>
                  <a:pt x="4673" y="1448"/>
                </a:lnTo>
                <a:lnTo>
                  <a:pt x="4701" y="1438"/>
                </a:lnTo>
                <a:lnTo>
                  <a:pt x="4728" y="1429"/>
                </a:lnTo>
                <a:lnTo>
                  <a:pt x="4756" y="1419"/>
                </a:lnTo>
                <a:lnTo>
                  <a:pt x="4783" y="1409"/>
                </a:lnTo>
                <a:lnTo>
                  <a:pt x="4811" y="1399"/>
                </a:lnTo>
                <a:lnTo>
                  <a:pt x="4838" y="1389"/>
                </a:lnTo>
                <a:lnTo>
                  <a:pt x="4866" y="1378"/>
                </a:lnTo>
                <a:lnTo>
                  <a:pt x="4893" y="1368"/>
                </a:lnTo>
                <a:lnTo>
                  <a:pt x="4921" y="1357"/>
                </a:lnTo>
                <a:lnTo>
                  <a:pt x="4948" y="1346"/>
                </a:lnTo>
                <a:lnTo>
                  <a:pt x="4976" y="1335"/>
                </a:lnTo>
                <a:lnTo>
                  <a:pt x="5003" y="1324"/>
                </a:lnTo>
                <a:lnTo>
                  <a:pt x="5031" y="1313"/>
                </a:lnTo>
                <a:lnTo>
                  <a:pt x="5058" y="1301"/>
                </a:lnTo>
                <a:lnTo>
                  <a:pt x="5086" y="1290"/>
                </a:lnTo>
                <a:lnTo>
                  <a:pt x="5113" y="1278"/>
                </a:lnTo>
                <a:lnTo>
                  <a:pt x="5141" y="1266"/>
                </a:lnTo>
                <a:lnTo>
                  <a:pt x="5168" y="1254"/>
                </a:lnTo>
                <a:lnTo>
                  <a:pt x="5196" y="1242"/>
                </a:lnTo>
                <a:lnTo>
                  <a:pt x="5223" y="1229"/>
                </a:lnTo>
                <a:lnTo>
                  <a:pt x="5251" y="1217"/>
                </a:lnTo>
                <a:lnTo>
                  <a:pt x="5278" y="1204"/>
                </a:lnTo>
                <a:lnTo>
                  <a:pt x="5306" y="1191"/>
                </a:lnTo>
                <a:lnTo>
                  <a:pt x="5333" y="1178"/>
                </a:lnTo>
                <a:lnTo>
                  <a:pt x="5361" y="1165"/>
                </a:lnTo>
                <a:lnTo>
                  <a:pt x="5388" y="1152"/>
                </a:lnTo>
                <a:lnTo>
                  <a:pt x="5416" y="1138"/>
                </a:lnTo>
                <a:lnTo>
                  <a:pt x="5443" y="1125"/>
                </a:lnTo>
                <a:lnTo>
                  <a:pt x="5471" y="1111"/>
                </a:lnTo>
                <a:lnTo>
                  <a:pt x="5498" y="1097"/>
                </a:lnTo>
                <a:lnTo>
                  <a:pt x="5526" y="1083"/>
                </a:lnTo>
                <a:lnTo>
                  <a:pt x="5553" y="1069"/>
                </a:lnTo>
                <a:lnTo>
                  <a:pt x="5581" y="1054"/>
                </a:lnTo>
                <a:lnTo>
                  <a:pt x="5608" y="1040"/>
                </a:lnTo>
                <a:lnTo>
                  <a:pt x="5636" y="1025"/>
                </a:lnTo>
                <a:lnTo>
                  <a:pt x="5663" y="1010"/>
                </a:lnTo>
                <a:lnTo>
                  <a:pt x="5691" y="995"/>
                </a:lnTo>
                <a:lnTo>
                  <a:pt x="5718" y="980"/>
                </a:lnTo>
                <a:lnTo>
                  <a:pt x="5745" y="965"/>
                </a:lnTo>
                <a:lnTo>
                  <a:pt x="5773" y="949"/>
                </a:lnTo>
                <a:lnTo>
                  <a:pt x="5800" y="933"/>
                </a:lnTo>
                <a:lnTo>
                  <a:pt x="5828" y="918"/>
                </a:lnTo>
                <a:lnTo>
                  <a:pt x="5855" y="902"/>
                </a:lnTo>
                <a:lnTo>
                  <a:pt x="5883" y="885"/>
                </a:lnTo>
                <a:lnTo>
                  <a:pt x="5910" y="869"/>
                </a:lnTo>
                <a:lnTo>
                  <a:pt x="5938" y="853"/>
                </a:lnTo>
                <a:lnTo>
                  <a:pt x="5965" y="836"/>
                </a:lnTo>
                <a:lnTo>
                  <a:pt x="5993" y="819"/>
                </a:lnTo>
                <a:lnTo>
                  <a:pt x="6020" y="803"/>
                </a:lnTo>
                <a:lnTo>
                  <a:pt x="6048" y="786"/>
                </a:lnTo>
                <a:lnTo>
                  <a:pt x="6075" y="768"/>
                </a:lnTo>
                <a:lnTo>
                  <a:pt x="6103" y="751"/>
                </a:lnTo>
                <a:lnTo>
                  <a:pt x="6130" y="734"/>
                </a:lnTo>
                <a:lnTo>
                  <a:pt x="6158" y="716"/>
                </a:lnTo>
                <a:lnTo>
                  <a:pt x="6185" y="698"/>
                </a:lnTo>
                <a:lnTo>
                  <a:pt x="6213" y="680"/>
                </a:lnTo>
                <a:lnTo>
                  <a:pt x="6240" y="662"/>
                </a:lnTo>
                <a:lnTo>
                  <a:pt x="6268" y="644"/>
                </a:lnTo>
                <a:lnTo>
                  <a:pt x="6295" y="625"/>
                </a:lnTo>
                <a:lnTo>
                  <a:pt x="6323" y="607"/>
                </a:lnTo>
                <a:lnTo>
                  <a:pt x="6350" y="588"/>
                </a:lnTo>
                <a:lnTo>
                  <a:pt x="6378" y="569"/>
                </a:lnTo>
                <a:lnTo>
                  <a:pt x="6405" y="550"/>
                </a:lnTo>
                <a:lnTo>
                  <a:pt x="6433" y="531"/>
                </a:lnTo>
                <a:lnTo>
                  <a:pt x="6460" y="511"/>
                </a:lnTo>
                <a:lnTo>
                  <a:pt x="6488" y="492"/>
                </a:lnTo>
                <a:lnTo>
                  <a:pt x="6515" y="472"/>
                </a:lnTo>
                <a:lnTo>
                  <a:pt x="6543" y="452"/>
                </a:lnTo>
                <a:lnTo>
                  <a:pt x="6570" y="432"/>
                </a:lnTo>
                <a:lnTo>
                  <a:pt x="6598" y="412"/>
                </a:lnTo>
                <a:lnTo>
                  <a:pt x="6625" y="392"/>
                </a:lnTo>
                <a:lnTo>
                  <a:pt x="6653" y="371"/>
                </a:lnTo>
                <a:lnTo>
                  <a:pt x="6680" y="351"/>
                </a:lnTo>
                <a:lnTo>
                  <a:pt x="6708" y="330"/>
                </a:lnTo>
                <a:lnTo>
                  <a:pt x="6735" y="309"/>
                </a:lnTo>
                <a:lnTo>
                  <a:pt x="6763" y="288"/>
                </a:lnTo>
                <a:lnTo>
                  <a:pt x="6790" y="267"/>
                </a:lnTo>
                <a:lnTo>
                  <a:pt x="6818" y="245"/>
                </a:lnTo>
                <a:lnTo>
                  <a:pt x="6845" y="224"/>
                </a:lnTo>
                <a:lnTo>
                  <a:pt x="6873" y="202"/>
                </a:lnTo>
                <a:lnTo>
                  <a:pt x="6900" y="180"/>
                </a:lnTo>
                <a:lnTo>
                  <a:pt x="6928" y="158"/>
                </a:lnTo>
                <a:lnTo>
                  <a:pt x="6955" y="136"/>
                </a:lnTo>
                <a:lnTo>
                  <a:pt x="6983" y="114"/>
                </a:lnTo>
                <a:lnTo>
                  <a:pt x="7010" y="91"/>
                </a:lnTo>
                <a:lnTo>
                  <a:pt x="7038" y="69"/>
                </a:lnTo>
                <a:lnTo>
                  <a:pt x="7065" y="46"/>
                </a:lnTo>
                <a:lnTo>
                  <a:pt x="7093" y="23"/>
                </a:lnTo>
                <a:lnTo>
                  <a:pt x="7120" y="0"/>
                </a:lnTo>
              </a:path>
            </a:pathLst>
          </a:custGeom>
          <a:noFill/>
          <a:ln w="25400">
            <a:solidFill>
              <a:srgbClr val="7963AF"/>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Freeform 9"/>
          <p:cNvSpPr/>
          <p:nvPr/>
        </p:nvSpPr>
        <p:spPr>
          <a:xfrm>
            <a:off x="896112" y="3816706"/>
            <a:ext cx="6510528" cy="743407"/>
          </a:xfrm>
          <a:custGeom>
            <a:avLst/>
            <a:gdLst/>
            <a:ahLst/>
            <a:cxnLst/>
            <a:rect l="l" t="t" r="r" b="b"/>
            <a:pathLst>
              <a:path w="7120" h="813">
                <a:moveTo>
                  <a:pt x="0" y="813"/>
                </a:moveTo>
                <a:lnTo>
                  <a:pt x="27" y="810"/>
                </a:lnTo>
                <a:lnTo>
                  <a:pt x="55" y="807"/>
                </a:lnTo>
                <a:lnTo>
                  <a:pt x="82" y="804"/>
                </a:lnTo>
                <a:lnTo>
                  <a:pt x="110" y="801"/>
                </a:lnTo>
                <a:lnTo>
                  <a:pt x="137" y="797"/>
                </a:lnTo>
                <a:lnTo>
                  <a:pt x="165" y="794"/>
                </a:lnTo>
                <a:lnTo>
                  <a:pt x="192" y="791"/>
                </a:lnTo>
                <a:lnTo>
                  <a:pt x="220" y="788"/>
                </a:lnTo>
                <a:lnTo>
                  <a:pt x="247" y="785"/>
                </a:lnTo>
                <a:lnTo>
                  <a:pt x="275" y="782"/>
                </a:lnTo>
                <a:lnTo>
                  <a:pt x="302" y="779"/>
                </a:lnTo>
                <a:lnTo>
                  <a:pt x="330" y="775"/>
                </a:lnTo>
                <a:lnTo>
                  <a:pt x="357" y="772"/>
                </a:lnTo>
                <a:lnTo>
                  <a:pt x="385" y="769"/>
                </a:lnTo>
                <a:lnTo>
                  <a:pt x="412" y="766"/>
                </a:lnTo>
                <a:lnTo>
                  <a:pt x="440" y="763"/>
                </a:lnTo>
                <a:lnTo>
                  <a:pt x="467" y="760"/>
                </a:lnTo>
                <a:lnTo>
                  <a:pt x="495" y="757"/>
                </a:lnTo>
                <a:lnTo>
                  <a:pt x="522" y="753"/>
                </a:lnTo>
                <a:lnTo>
                  <a:pt x="550" y="750"/>
                </a:lnTo>
                <a:lnTo>
                  <a:pt x="577" y="747"/>
                </a:lnTo>
                <a:lnTo>
                  <a:pt x="605" y="744"/>
                </a:lnTo>
                <a:lnTo>
                  <a:pt x="632" y="741"/>
                </a:lnTo>
                <a:lnTo>
                  <a:pt x="660" y="738"/>
                </a:lnTo>
                <a:lnTo>
                  <a:pt x="687" y="735"/>
                </a:lnTo>
                <a:lnTo>
                  <a:pt x="715" y="731"/>
                </a:lnTo>
                <a:lnTo>
                  <a:pt x="742" y="728"/>
                </a:lnTo>
                <a:lnTo>
                  <a:pt x="770" y="725"/>
                </a:lnTo>
                <a:lnTo>
                  <a:pt x="797" y="722"/>
                </a:lnTo>
                <a:lnTo>
                  <a:pt x="825" y="719"/>
                </a:lnTo>
                <a:lnTo>
                  <a:pt x="852" y="716"/>
                </a:lnTo>
                <a:lnTo>
                  <a:pt x="880" y="713"/>
                </a:lnTo>
                <a:lnTo>
                  <a:pt x="907" y="710"/>
                </a:lnTo>
                <a:lnTo>
                  <a:pt x="935" y="706"/>
                </a:lnTo>
                <a:lnTo>
                  <a:pt x="962" y="703"/>
                </a:lnTo>
                <a:lnTo>
                  <a:pt x="990" y="700"/>
                </a:lnTo>
                <a:lnTo>
                  <a:pt x="1017" y="697"/>
                </a:lnTo>
                <a:lnTo>
                  <a:pt x="1045" y="694"/>
                </a:lnTo>
                <a:lnTo>
                  <a:pt x="1072" y="691"/>
                </a:lnTo>
                <a:lnTo>
                  <a:pt x="1100" y="688"/>
                </a:lnTo>
                <a:lnTo>
                  <a:pt x="1127" y="684"/>
                </a:lnTo>
                <a:lnTo>
                  <a:pt x="1155" y="681"/>
                </a:lnTo>
                <a:lnTo>
                  <a:pt x="1182" y="678"/>
                </a:lnTo>
                <a:lnTo>
                  <a:pt x="1210" y="675"/>
                </a:lnTo>
                <a:lnTo>
                  <a:pt x="1237" y="672"/>
                </a:lnTo>
                <a:lnTo>
                  <a:pt x="1265" y="669"/>
                </a:lnTo>
                <a:lnTo>
                  <a:pt x="1292" y="666"/>
                </a:lnTo>
                <a:lnTo>
                  <a:pt x="1320" y="662"/>
                </a:lnTo>
                <a:lnTo>
                  <a:pt x="1347" y="659"/>
                </a:lnTo>
                <a:lnTo>
                  <a:pt x="1375" y="656"/>
                </a:lnTo>
                <a:lnTo>
                  <a:pt x="1402" y="653"/>
                </a:lnTo>
                <a:lnTo>
                  <a:pt x="1429" y="650"/>
                </a:lnTo>
                <a:lnTo>
                  <a:pt x="1457" y="647"/>
                </a:lnTo>
                <a:lnTo>
                  <a:pt x="1484" y="644"/>
                </a:lnTo>
                <a:lnTo>
                  <a:pt x="1512" y="640"/>
                </a:lnTo>
                <a:lnTo>
                  <a:pt x="1539" y="637"/>
                </a:lnTo>
                <a:lnTo>
                  <a:pt x="1567" y="634"/>
                </a:lnTo>
                <a:lnTo>
                  <a:pt x="1594" y="631"/>
                </a:lnTo>
                <a:lnTo>
                  <a:pt x="1622" y="628"/>
                </a:lnTo>
                <a:lnTo>
                  <a:pt x="1649" y="625"/>
                </a:lnTo>
                <a:lnTo>
                  <a:pt x="1677" y="622"/>
                </a:lnTo>
                <a:lnTo>
                  <a:pt x="1704" y="618"/>
                </a:lnTo>
                <a:lnTo>
                  <a:pt x="1732" y="615"/>
                </a:lnTo>
                <a:lnTo>
                  <a:pt x="1759" y="612"/>
                </a:lnTo>
                <a:lnTo>
                  <a:pt x="1787" y="609"/>
                </a:lnTo>
                <a:lnTo>
                  <a:pt x="1814" y="606"/>
                </a:lnTo>
                <a:lnTo>
                  <a:pt x="1842" y="603"/>
                </a:lnTo>
                <a:lnTo>
                  <a:pt x="1869" y="600"/>
                </a:lnTo>
                <a:lnTo>
                  <a:pt x="1897" y="596"/>
                </a:lnTo>
                <a:lnTo>
                  <a:pt x="1924" y="593"/>
                </a:lnTo>
                <a:lnTo>
                  <a:pt x="1952" y="590"/>
                </a:lnTo>
                <a:lnTo>
                  <a:pt x="1979" y="587"/>
                </a:lnTo>
                <a:lnTo>
                  <a:pt x="2007" y="584"/>
                </a:lnTo>
                <a:lnTo>
                  <a:pt x="2034" y="581"/>
                </a:lnTo>
                <a:lnTo>
                  <a:pt x="2062" y="578"/>
                </a:lnTo>
                <a:lnTo>
                  <a:pt x="2089" y="574"/>
                </a:lnTo>
                <a:lnTo>
                  <a:pt x="2117" y="571"/>
                </a:lnTo>
                <a:lnTo>
                  <a:pt x="2144" y="568"/>
                </a:lnTo>
                <a:lnTo>
                  <a:pt x="2172" y="565"/>
                </a:lnTo>
                <a:lnTo>
                  <a:pt x="2199" y="562"/>
                </a:lnTo>
                <a:lnTo>
                  <a:pt x="2227" y="559"/>
                </a:lnTo>
                <a:lnTo>
                  <a:pt x="2254" y="556"/>
                </a:lnTo>
                <a:lnTo>
                  <a:pt x="2282" y="552"/>
                </a:lnTo>
                <a:lnTo>
                  <a:pt x="2309" y="549"/>
                </a:lnTo>
                <a:lnTo>
                  <a:pt x="2337" y="546"/>
                </a:lnTo>
                <a:lnTo>
                  <a:pt x="2364" y="543"/>
                </a:lnTo>
                <a:lnTo>
                  <a:pt x="2392" y="540"/>
                </a:lnTo>
                <a:lnTo>
                  <a:pt x="2419" y="537"/>
                </a:lnTo>
                <a:lnTo>
                  <a:pt x="2447" y="534"/>
                </a:lnTo>
                <a:lnTo>
                  <a:pt x="2474" y="530"/>
                </a:lnTo>
                <a:lnTo>
                  <a:pt x="2502" y="527"/>
                </a:lnTo>
                <a:lnTo>
                  <a:pt x="2529" y="524"/>
                </a:lnTo>
                <a:lnTo>
                  <a:pt x="2557" y="521"/>
                </a:lnTo>
                <a:lnTo>
                  <a:pt x="2584" y="518"/>
                </a:lnTo>
                <a:lnTo>
                  <a:pt x="2612" y="515"/>
                </a:lnTo>
                <a:lnTo>
                  <a:pt x="2639" y="512"/>
                </a:lnTo>
                <a:lnTo>
                  <a:pt x="2667" y="508"/>
                </a:lnTo>
                <a:lnTo>
                  <a:pt x="2694" y="505"/>
                </a:lnTo>
                <a:lnTo>
                  <a:pt x="2722" y="502"/>
                </a:lnTo>
                <a:lnTo>
                  <a:pt x="2749" y="499"/>
                </a:lnTo>
                <a:lnTo>
                  <a:pt x="2777" y="496"/>
                </a:lnTo>
                <a:lnTo>
                  <a:pt x="2804" y="493"/>
                </a:lnTo>
                <a:lnTo>
                  <a:pt x="2832" y="490"/>
                </a:lnTo>
                <a:lnTo>
                  <a:pt x="2859" y="486"/>
                </a:lnTo>
                <a:lnTo>
                  <a:pt x="2886" y="483"/>
                </a:lnTo>
                <a:lnTo>
                  <a:pt x="2914" y="480"/>
                </a:lnTo>
                <a:lnTo>
                  <a:pt x="2941" y="477"/>
                </a:lnTo>
                <a:lnTo>
                  <a:pt x="2969" y="474"/>
                </a:lnTo>
                <a:lnTo>
                  <a:pt x="2996" y="471"/>
                </a:lnTo>
                <a:lnTo>
                  <a:pt x="3024" y="468"/>
                </a:lnTo>
                <a:lnTo>
                  <a:pt x="3051" y="465"/>
                </a:lnTo>
                <a:lnTo>
                  <a:pt x="3079" y="461"/>
                </a:lnTo>
                <a:lnTo>
                  <a:pt x="3106" y="458"/>
                </a:lnTo>
                <a:lnTo>
                  <a:pt x="3134" y="455"/>
                </a:lnTo>
                <a:lnTo>
                  <a:pt x="3161" y="452"/>
                </a:lnTo>
                <a:lnTo>
                  <a:pt x="3189" y="449"/>
                </a:lnTo>
                <a:lnTo>
                  <a:pt x="3216" y="446"/>
                </a:lnTo>
                <a:lnTo>
                  <a:pt x="3244" y="443"/>
                </a:lnTo>
                <a:lnTo>
                  <a:pt x="3271" y="439"/>
                </a:lnTo>
                <a:lnTo>
                  <a:pt x="3299" y="436"/>
                </a:lnTo>
                <a:lnTo>
                  <a:pt x="3326" y="433"/>
                </a:lnTo>
                <a:lnTo>
                  <a:pt x="3354" y="430"/>
                </a:lnTo>
                <a:lnTo>
                  <a:pt x="3381" y="427"/>
                </a:lnTo>
                <a:lnTo>
                  <a:pt x="3409" y="424"/>
                </a:lnTo>
                <a:lnTo>
                  <a:pt x="3436" y="421"/>
                </a:lnTo>
                <a:lnTo>
                  <a:pt x="3464" y="417"/>
                </a:lnTo>
                <a:lnTo>
                  <a:pt x="3491" y="414"/>
                </a:lnTo>
                <a:lnTo>
                  <a:pt x="3519" y="411"/>
                </a:lnTo>
                <a:lnTo>
                  <a:pt x="3546" y="408"/>
                </a:lnTo>
                <a:lnTo>
                  <a:pt x="3574" y="405"/>
                </a:lnTo>
                <a:lnTo>
                  <a:pt x="3601" y="402"/>
                </a:lnTo>
                <a:lnTo>
                  <a:pt x="3629" y="399"/>
                </a:lnTo>
                <a:lnTo>
                  <a:pt x="3656" y="395"/>
                </a:lnTo>
                <a:lnTo>
                  <a:pt x="3684" y="392"/>
                </a:lnTo>
                <a:lnTo>
                  <a:pt x="3711" y="389"/>
                </a:lnTo>
                <a:lnTo>
                  <a:pt x="3739" y="386"/>
                </a:lnTo>
                <a:lnTo>
                  <a:pt x="3766" y="383"/>
                </a:lnTo>
                <a:lnTo>
                  <a:pt x="3794" y="380"/>
                </a:lnTo>
                <a:lnTo>
                  <a:pt x="3821" y="377"/>
                </a:lnTo>
                <a:lnTo>
                  <a:pt x="3849" y="373"/>
                </a:lnTo>
                <a:lnTo>
                  <a:pt x="3876" y="370"/>
                </a:lnTo>
                <a:lnTo>
                  <a:pt x="3904" y="367"/>
                </a:lnTo>
                <a:lnTo>
                  <a:pt x="3931" y="364"/>
                </a:lnTo>
                <a:lnTo>
                  <a:pt x="3959" y="361"/>
                </a:lnTo>
                <a:lnTo>
                  <a:pt x="3986" y="358"/>
                </a:lnTo>
                <a:lnTo>
                  <a:pt x="4014" y="355"/>
                </a:lnTo>
                <a:lnTo>
                  <a:pt x="4041" y="351"/>
                </a:lnTo>
                <a:lnTo>
                  <a:pt x="4069" y="348"/>
                </a:lnTo>
                <a:lnTo>
                  <a:pt x="4096" y="345"/>
                </a:lnTo>
                <a:lnTo>
                  <a:pt x="4124" y="342"/>
                </a:lnTo>
                <a:lnTo>
                  <a:pt x="4151" y="339"/>
                </a:lnTo>
                <a:lnTo>
                  <a:pt x="4179" y="336"/>
                </a:lnTo>
                <a:lnTo>
                  <a:pt x="4206" y="333"/>
                </a:lnTo>
                <a:lnTo>
                  <a:pt x="4234" y="329"/>
                </a:lnTo>
                <a:lnTo>
                  <a:pt x="4261" y="326"/>
                </a:lnTo>
                <a:lnTo>
                  <a:pt x="4288" y="323"/>
                </a:lnTo>
                <a:lnTo>
                  <a:pt x="4316" y="320"/>
                </a:lnTo>
                <a:lnTo>
                  <a:pt x="4343" y="317"/>
                </a:lnTo>
                <a:lnTo>
                  <a:pt x="4371" y="314"/>
                </a:lnTo>
                <a:lnTo>
                  <a:pt x="4398" y="311"/>
                </a:lnTo>
                <a:lnTo>
                  <a:pt x="4426" y="307"/>
                </a:lnTo>
                <a:lnTo>
                  <a:pt x="4453" y="304"/>
                </a:lnTo>
                <a:lnTo>
                  <a:pt x="4481" y="301"/>
                </a:lnTo>
                <a:lnTo>
                  <a:pt x="4508" y="298"/>
                </a:lnTo>
                <a:lnTo>
                  <a:pt x="4536" y="295"/>
                </a:lnTo>
                <a:lnTo>
                  <a:pt x="4563" y="292"/>
                </a:lnTo>
                <a:lnTo>
                  <a:pt x="4591" y="289"/>
                </a:lnTo>
                <a:lnTo>
                  <a:pt x="4618" y="285"/>
                </a:lnTo>
                <a:lnTo>
                  <a:pt x="4646" y="282"/>
                </a:lnTo>
                <a:lnTo>
                  <a:pt x="4673" y="279"/>
                </a:lnTo>
                <a:lnTo>
                  <a:pt x="4701" y="276"/>
                </a:lnTo>
                <a:lnTo>
                  <a:pt x="4728" y="273"/>
                </a:lnTo>
                <a:lnTo>
                  <a:pt x="4756" y="270"/>
                </a:lnTo>
                <a:lnTo>
                  <a:pt x="4783" y="267"/>
                </a:lnTo>
                <a:lnTo>
                  <a:pt x="4811" y="263"/>
                </a:lnTo>
                <a:lnTo>
                  <a:pt x="4838" y="260"/>
                </a:lnTo>
                <a:lnTo>
                  <a:pt x="4866" y="257"/>
                </a:lnTo>
                <a:lnTo>
                  <a:pt x="4893" y="254"/>
                </a:lnTo>
                <a:lnTo>
                  <a:pt x="4921" y="251"/>
                </a:lnTo>
                <a:lnTo>
                  <a:pt x="4948" y="248"/>
                </a:lnTo>
                <a:lnTo>
                  <a:pt x="4976" y="245"/>
                </a:lnTo>
                <a:lnTo>
                  <a:pt x="5003" y="242"/>
                </a:lnTo>
                <a:lnTo>
                  <a:pt x="5031" y="238"/>
                </a:lnTo>
                <a:lnTo>
                  <a:pt x="5058" y="235"/>
                </a:lnTo>
                <a:lnTo>
                  <a:pt x="5086" y="232"/>
                </a:lnTo>
                <a:lnTo>
                  <a:pt x="5113" y="229"/>
                </a:lnTo>
                <a:lnTo>
                  <a:pt x="5141" y="226"/>
                </a:lnTo>
                <a:lnTo>
                  <a:pt x="5168" y="223"/>
                </a:lnTo>
                <a:lnTo>
                  <a:pt x="5196" y="220"/>
                </a:lnTo>
                <a:lnTo>
                  <a:pt x="5223" y="216"/>
                </a:lnTo>
                <a:lnTo>
                  <a:pt x="5251" y="213"/>
                </a:lnTo>
                <a:lnTo>
                  <a:pt x="5278" y="210"/>
                </a:lnTo>
                <a:lnTo>
                  <a:pt x="5306" y="207"/>
                </a:lnTo>
                <a:lnTo>
                  <a:pt x="5333" y="204"/>
                </a:lnTo>
                <a:lnTo>
                  <a:pt x="5361" y="201"/>
                </a:lnTo>
                <a:lnTo>
                  <a:pt x="5388" y="198"/>
                </a:lnTo>
                <a:lnTo>
                  <a:pt x="5416" y="194"/>
                </a:lnTo>
                <a:lnTo>
                  <a:pt x="5443" y="191"/>
                </a:lnTo>
                <a:lnTo>
                  <a:pt x="5471" y="188"/>
                </a:lnTo>
                <a:lnTo>
                  <a:pt x="5498" y="185"/>
                </a:lnTo>
                <a:lnTo>
                  <a:pt x="5526" y="182"/>
                </a:lnTo>
                <a:lnTo>
                  <a:pt x="5553" y="179"/>
                </a:lnTo>
                <a:lnTo>
                  <a:pt x="5581" y="176"/>
                </a:lnTo>
                <a:lnTo>
                  <a:pt x="5608" y="172"/>
                </a:lnTo>
                <a:lnTo>
                  <a:pt x="5636" y="169"/>
                </a:lnTo>
                <a:lnTo>
                  <a:pt x="5663" y="166"/>
                </a:lnTo>
                <a:lnTo>
                  <a:pt x="5691" y="163"/>
                </a:lnTo>
                <a:lnTo>
                  <a:pt x="5718" y="160"/>
                </a:lnTo>
                <a:lnTo>
                  <a:pt x="5745" y="157"/>
                </a:lnTo>
                <a:lnTo>
                  <a:pt x="5773" y="154"/>
                </a:lnTo>
                <a:lnTo>
                  <a:pt x="5800" y="150"/>
                </a:lnTo>
                <a:lnTo>
                  <a:pt x="5828" y="147"/>
                </a:lnTo>
                <a:lnTo>
                  <a:pt x="5855" y="144"/>
                </a:lnTo>
                <a:lnTo>
                  <a:pt x="5883" y="141"/>
                </a:lnTo>
                <a:lnTo>
                  <a:pt x="5910" y="138"/>
                </a:lnTo>
                <a:lnTo>
                  <a:pt x="5938" y="135"/>
                </a:lnTo>
                <a:lnTo>
                  <a:pt x="5965" y="132"/>
                </a:lnTo>
                <a:lnTo>
                  <a:pt x="5993" y="128"/>
                </a:lnTo>
                <a:lnTo>
                  <a:pt x="6020" y="125"/>
                </a:lnTo>
                <a:lnTo>
                  <a:pt x="6048" y="122"/>
                </a:lnTo>
                <a:lnTo>
                  <a:pt x="6075" y="119"/>
                </a:lnTo>
                <a:lnTo>
                  <a:pt x="6103" y="116"/>
                </a:lnTo>
                <a:lnTo>
                  <a:pt x="6130" y="113"/>
                </a:lnTo>
                <a:lnTo>
                  <a:pt x="6158" y="110"/>
                </a:lnTo>
                <a:lnTo>
                  <a:pt x="6185" y="106"/>
                </a:lnTo>
                <a:lnTo>
                  <a:pt x="6213" y="103"/>
                </a:lnTo>
                <a:lnTo>
                  <a:pt x="6240" y="100"/>
                </a:lnTo>
                <a:lnTo>
                  <a:pt x="6268" y="97"/>
                </a:lnTo>
                <a:lnTo>
                  <a:pt x="6295" y="94"/>
                </a:lnTo>
                <a:lnTo>
                  <a:pt x="6323" y="91"/>
                </a:lnTo>
                <a:lnTo>
                  <a:pt x="6350" y="88"/>
                </a:lnTo>
                <a:lnTo>
                  <a:pt x="6378" y="84"/>
                </a:lnTo>
                <a:lnTo>
                  <a:pt x="6405" y="81"/>
                </a:lnTo>
                <a:lnTo>
                  <a:pt x="6433" y="78"/>
                </a:lnTo>
                <a:lnTo>
                  <a:pt x="6460" y="75"/>
                </a:lnTo>
                <a:lnTo>
                  <a:pt x="6488" y="72"/>
                </a:lnTo>
                <a:lnTo>
                  <a:pt x="6515" y="69"/>
                </a:lnTo>
                <a:lnTo>
                  <a:pt x="6543" y="66"/>
                </a:lnTo>
                <a:lnTo>
                  <a:pt x="6570" y="62"/>
                </a:lnTo>
                <a:lnTo>
                  <a:pt x="6598" y="59"/>
                </a:lnTo>
                <a:lnTo>
                  <a:pt x="6625" y="56"/>
                </a:lnTo>
                <a:lnTo>
                  <a:pt x="6653" y="53"/>
                </a:lnTo>
                <a:lnTo>
                  <a:pt x="6680" y="50"/>
                </a:lnTo>
                <a:lnTo>
                  <a:pt x="6708" y="47"/>
                </a:lnTo>
                <a:lnTo>
                  <a:pt x="6735" y="44"/>
                </a:lnTo>
                <a:lnTo>
                  <a:pt x="6763" y="40"/>
                </a:lnTo>
                <a:lnTo>
                  <a:pt x="6790" y="37"/>
                </a:lnTo>
                <a:lnTo>
                  <a:pt x="6818" y="34"/>
                </a:lnTo>
                <a:lnTo>
                  <a:pt x="6845" y="31"/>
                </a:lnTo>
                <a:lnTo>
                  <a:pt x="6873" y="28"/>
                </a:lnTo>
                <a:lnTo>
                  <a:pt x="6900" y="25"/>
                </a:lnTo>
                <a:lnTo>
                  <a:pt x="6928" y="22"/>
                </a:lnTo>
                <a:lnTo>
                  <a:pt x="6955" y="18"/>
                </a:lnTo>
                <a:lnTo>
                  <a:pt x="6983" y="15"/>
                </a:lnTo>
                <a:lnTo>
                  <a:pt x="7010" y="12"/>
                </a:lnTo>
                <a:lnTo>
                  <a:pt x="7038" y="9"/>
                </a:lnTo>
                <a:lnTo>
                  <a:pt x="7065" y="6"/>
                </a:lnTo>
                <a:lnTo>
                  <a:pt x="7093" y="3"/>
                </a:lnTo>
                <a:lnTo>
                  <a:pt x="712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854964" y="379118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1197623" y="383571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1540282" y="405251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1882942" y="420099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2225601" y="418963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2568260" y="469605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2910920" y="467827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3253579" y="482029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3596238" y="465702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3938898" y="448298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4281557" y="459381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4624217" y="445321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4966876" y="471412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5309535" y="429552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5652195" y="430586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5994854" y="374321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6337513" y="367664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6680173" y="344460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7022832" y="334271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7365492" y="29690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7982712" y="3218688"/>
            <a:ext cx="3474720" cy="640080"/>
          </a:xfrm>
          <a:prstGeom prst="rect">
            <a:avLst/>
          </a:prstGeom>
          <a:noFill/>
        </p:spPr>
        <p:txBody>
          <a:bodyPr wrap="square" lIns="0" rIns="0" tIns="0" bIns="0">
            <a:spAutoFit/>
          </a:bodyPr>
          <a:lstStyle/>
          <a:p>
            <a:pPr>
              <a:spcAft>
                <a:spcPts val="0"/>
              </a:spcAft>
              <a:defRPr sz="3000" b="0">
                <a:solidFill>
                  <a:srgbClr val="C65326"/>
                </a:solidFill>
                <a:latin typeface="Arial"/>
              </a:defRPr>
            </a:pPr>
            <a:r>
              <a:t>High bias</a:t>
            </a:r>
          </a:p>
        </p:txBody>
      </p:sp>
      <p:sp>
        <p:nvSpPr>
          <p:cNvPr id="32" name="TextBox 31"/>
          <p:cNvSpPr txBox="1"/>
          <p:nvPr/>
        </p:nvSpPr>
        <p:spPr>
          <a:xfrm>
            <a:off x="8001000" y="3950208"/>
            <a:ext cx="3337560" cy="1097280"/>
          </a:xfrm>
          <a:prstGeom prst="rect">
            <a:avLst/>
          </a:prstGeom>
          <a:noFill/>
        </p:spPr>
        <p:txBody>
          <a:bodyPr wrap="square" lIns="0" rIns="0" tIns="0" bIns="0">
            <a:spAutoFit/>
          </a:bodyPr>
          <a:lstStyle/>
          <a:p>
            <a:pPr>
              <a:spcAft>
                <a:spcPts val="0"/>
              </a:spcAft>
              <a:defRPr sz="2300" b="0">
                <a:solidFill>
                  <a:srgbClr val="181D16"/>
                </a:solidFill>
                <a:latin typeface="Arial"/>
              </a:defRPr>
            </a:pPr>
            <a:r>
              <a:t>A straight line cannot</a:t>
            </a:r>
          </a:p>
          <a:p>
            <a:pPr>
              <a:spcAft>
                <a:spcPts val="0"/>
              </a:spcAft>
              <a:defRPr sz="2300" b="0">
                <a:solidFill>
                  <a:srgbClr val="181D16"/>
                </a:solidFill>
                <a:latin typeface="Arial"/>
              </a:defRPr>
            </a:pPr>
            <a:r>
              <a:t>learn this curve.</a:t>
            </a:r>
          </a:p>
        </p:txBody>
      </p:sp>
      <p:sp>
        <p:nvSpPr>
          <p:cNvPr id="33" name="Oval 32"/>
          <p:cNvSpPr/>
          <p:nvPr/>
        </p:nvSpPr>
        <p:spPr>
          <a:xfrm>
            <a:off x="864108" y="594817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training data</a:t>
            </a:r>
          </a:p>
        </p:txBody>
      </p:sp>
      <p:cxnSp>
        <p:nvCxnSpPr>
          <p:cNvPr id="35" name="Connector 34"/>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36" name="TextBox 35"/>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linear fit</a:t>
            </a:r>
          </a:p>
        </p:txBody>
      </p:sp>
      <p:cxnSp>
        <p:nvCxnSpPr>
          <p:cNvPr id="37" name="Connector 36"/>
          <p:cNvCxnSpPr/>
          <p:nvPr/>
        </p:nvCxnSpPr>
        <p:spPr>
          <a:xfrm>
            <a:off x="6400800" y="5989320"/>
            <a:ext cx="256032" cy="0"/>
          </a:xfrm>
          <a:prstGeom prst="line">
            <a:avLst/>
          </a:prstGeom>
          <a:ln w="254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38" name="TextBox 37"/>
          <p:cNvSpPr txBox="1"/>
          <p:nvPr/>
        </p:nvSpPr>
        <p:spPr>
          <a:xfrm>
            <a:off x="6757416"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true pattern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sp>
        <p:nvSpPr>
          <p:cNvPr id="2" name="TextBox 1"/>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Flexible enough to learn the noise.</a:t>
            </a:r>
          </a:p>
        </p:txBody>
      </p:sp>
      <p:cxnSp>
        <p:nvCxnSpPr>
          <p:cNvPr id="3" name="Connector 2"/>
          <p:cNvCxnSpPr/>
          <p:nvPr/>
        </p:nvCxnSpPr>
        <p:spPr>
          <a:xfrm>
            <a:off x="594360" y="6419088"/>
            <a:ext cx="109728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03/08</a:t>
            </a:r>
          </a:p>
        </p:txBody>
      </p:sp>
      <p:cxnSp>
        <p:nvCxnSpPr>
          <p:cNvPr id="5" name="Connector 4"/>
          <p:cNvCxnSpPr/>
          <p:nvPr/>
        </p:nvCxnSpPr>
        <p:spPr>
          <a:xfrm>
            <a:off x="896112" y="5522976"/>
            <a:ext cx="6510528"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896112" y="2688336"/>
            <a:ext cx="0" cy="28346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315200" y="5614416"/>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8" name="TextBox 7"/>
          <p:cNvSpPr txBox="1"/>
          <p:nvPr/>
        </p:nvSpPr>
        <p:spPr>
          <a:xfrm>
            <a:off x="621792" y="2505456"/>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 name="Freeform 8"/>
          <p:cNvSpPr/>
          <p:nvPr/>
        </p:nvSpPr>
        <p:spPr>
          <a:xfrm>
            <a:off x="896112" y="3739896"/>
            <a:ext cx="6510528" cy="1188720"/>
          </a:xfrm>
          <a:custGeom>
            <a:avLst/>
            <a:gdLst/>
            <a:ahLst/>
            <a:cxnLst/>
            <a:rect l="l" t="t" r="r" b="b"/>
            <a:pathLst>
              <a:path w="7120" h="1300">
                <a:moveTo>
                  <a:pt x="0" y="1300"/>
                </a:moveTo>
                <a:lnTo>
                  <a:pt x="27" y="1295"/>
                </a:lnTo>
                <a:lnTo>
                  <a:pt x="55" y="1290"/>
                </a:lnTo>
                <a:lnTo>
                  <a:pt x="82" y="1285"/>
                </a:lnTo>
                <a:lnTo>
                  <a:pt x="110" y="1280"/>
                </a:lnTo>
                <a:lnTo>
                  <a:pt x="137" y="1275"/>
                </a:lnTo>
                <a:lnTo>
                  <a:pt x="165" y="1270"/>
                </a:lnTo>
                <a:lnTo>
                  <a:pt x="192" y="1265"/>
                </a:lnTo>
                <a:lnTo>
                  <a:pt x="220" y="1260"/>
                </a:lnTo>
                <a:lnTo>
                  <a:pt x="247" y="1255"/>
                </a:lnTo>
                <a:lnTo>
                  <a:pt x="275" y="1250"/>
                </a:lnTo>
                <a:lnTo>
                  <a:pt x="302" y="1245"/>
                </a:lnTo>
                <a:lnTo>
                  <a:pt x="330" y="1240"/>
                </a:lnTo>
                <a:lnTo>
                  <a:pt x="357" y="1235"/>
                </a:lnTo>
                <a:lnTo>
                  <a:pt x="385" y="1230"/>
                </a:lnTo>
                <a:lnTo>
                  <a:pt x="412" y="1225"/>
                </a:lnTo>
                <a:lnTo>
                  <a:pt x="440" y="1220"/>
                </a:lnTo>
                <a:lnTo>
                  <a:pt x="467" y="1215"/>
                </a:lnTo>
                <a:lnTo>
                  <a:pt x="495" y="1210"/>
                </a:lnTo>
                <a:lnTo>
                  <a:pt x="522" y="1205"/>
                </a:lnTo>
                <a:lnTo>
                  <a:pt x="550" y="1200"/>
                </a:lnTo>
                <a:lnTo>
                  <a:pt x="577" y="1195"/>
                </a:lnTo>
                <a:lnTo>
                  <a:pt x="605" y="1190"/>
                </a:lnTo>
                <a:lnTo>
                  <a:pt x="632" y="1185"/>
                </a:lnTo>
                <a:lnTo>
                  <a:pt x="660" y="1180"/>
                </a:lnTo>
                <a:lnTo>
                  <a:pt x="687" y="1175"/>
                </a:lnTo>
                <a:lnTo>
                  <a:pt x="715" y="1169"/>
                </a:lnTo>
                <a:lnTo>
                  <a:pt x="742" y="1164"/>
                </a:lnTo>
                <a:lnTo>
                  <a:pt x="770" y="1159"/>
                </a:lnTo>
                <a:lnTo>
                  <a:pt x="797" y="1154"/>
                </a:lnTo>
                <a:lnTo>
                  <a:pt x="825" y="1149"/>
                </a:lnTo>
                <a:lnTo>
                  <a:pt x="852" y="1144"/>
                </a:lnTo>
                <a:lnTo>
                  <a:pt x="880" y="1139"/>
                </a:lnTo>
                <a:lnTo>
                  <a:pt x="907" y="1134"/>
                </a:lnTo>
                <a:lnTo>
                  <a:pt x="935" y="1129"/>
                </a:lnTo>
                <a:lnTo>
                  <a:pt x="962" y="1124"/>
                </a:lnTo>
                <a:lnTo>
                  <a:pt x="990" y="1119"/>
                </a:lnTo>
                <a:lnTo>
                  <a:pt x="1017" y="1114"/>
                </a:lnTo>
                <a:lnTo>
                  <a:pt x="1045" y="1109"/>
                </a:lnTo>
                <a:lnTo>
                  <a:pt x="1072" y="1104"/>
                </a:lnTo>
                <a:lnTo>
                  <a:pt x="1100" y="1099"/>
                </a:lnTo>
                <a:lnTo>
                  <a:pt x="1127" y="1094"/>
                </a:lnTo>
                <a:lnTo>
                  <a:pt x="1155" y="1089"/>
                </a:lnTo>
                <a:lnTo>
                  <a:pt x="1182" y="1084"/>
                </a:lnTo>
                <a:lnTo>
                  <a:pt x="1210" y="1079"/>
                </a:lnTo>
                <a:lnTo>
                  <a:pt x="1237" y="1074"/>
                </a:lnTo>
                <a:lnTo>
                  <a:pt x="1265" y="1069"/>
                </a:lnTo>
                <a:lnTo>
                  <a:pt x="1292" y="1064"/>
                </a:lnTo>
                <a:lnTo>
                  <a:pt x="1320" y="1059"/>
                </a:lnTo>
                <a:lnTo>
                  <a:pt x="1347" y="1054"/>
                </a:lnTo>
                <a:lnTo>
                  <a:pt x="1375" y="1049"/>
                </a:lnTo>
                <a:lnTo>
                  <a:pt x="1402" y="1044"/>
                </a:lnTo>
                <a:lnTo>
                  <a:pt x="1429" y="1039"/>
                </a:lnTo>
                <a:lnTo>
                  <a:pt x="1457" y="1034"/>
                </a:lnTo>
                <a:lnTo>
                  <a:pt x="1484" y="1029"/>
                </a:lnTo>
                <a:lnTo>
                  <a:pt x="1512" y="1024"/>
                </a:lnTo>
                <a:lnTo>
                  <a:pt x="1539" y="1019"/>
                </a:lnTo>
                <a:lnTo>
                  <a:pt x="1567" y="1014"/>
                </a:lnTo>
                <a:lnTo>
                  <a:pt x="1594" y="1009"/>
                </a:lnTo>
                <a:lnTo>
                  <a:pt x="1622" y="1004"/>
                </a:lnTo>
                <a:lnTo>
                  <a:pt x="1649" y="999"/>
                </a:lnTo>
                <a:lnTo>
                  <a:pt x="1677" y="994"/>
                </a:lnTo>
                <a:lnTo>
                  <a:pt x="1704" y="989"/>
                </a:lnTo>
                <a:lnTo>
                  <a:pt x="1732" y="984"/>
                </a:lnTo>
                <a:lnTo>
                  <a:pt x="1759" y="979"/>
                </a:lnTo>
                <a:lnTo>
                  <a:pt x="1787" y="974"/>
                </a:lnTo>
                <a:lnTo>
                  <a:pt x="1814" y="969"/>
                </a:lnTo>
                <a:lnTo>
                  <a:pt x="1842" y="964"/>
                </a:lnTo>
                <a:lnTo>
                  <a:pt x="1869" y="959"/>
                </a:lnTo>
                <a:lnTo>
                  <a:pt x="1897" y="954"/>
                </a:lnTo>
                <a:lnTo>
                  <a:pt x="1924" y="949"/>
                </a:lnTo>
                <a:lnTo>
                  <a:pt x="1952" y="944"/>
                </a:lnTo>
                <a:lnTo>
                  <a:pt x="1979" y="939"/>
                </a:lnTo>
                <a:lnTo>
                  <a:pt x="2007" y="934"/>
                </a:lnTo>
                <a:lnTo>
                  <a:pt x="2034" y="929"/>
                </a:lnTo>
                <a:lnTo>
                  <a:pt x="2062" y="924"/>
                </a:lnTo>
                <a:lnTo>
                  <a:pt x="2089" y="919"/>
                </a:lnTo>
                <a:lnTo>
                  <a:pt x="2117" y="914"/>
                </a:lnTo>
                <a:lnTo>
                  <a:pt x="2144" y="908"/>
                </a:lnTo>
                <a:lnTo>
                  <a:pt x="2172" y="903"/>
                </a:lnTo>
                <a:lnTo>
                  <a:pt x="2199" y="898"/>
                </a:lnTo>
                <a:lnTo>
                  <a:pt x="2227" y="893"/>
                </a:lnTo>
                <a:lnTo>
                  <a:pt x="2254" y="888"/>
                </a:lnTo>
                <a:lnTo>
                  <a:pt x="2282" y="883"/>
                </a:lnTo>
                <a:lnTo>
                  <a:pt x="2309" y="878"/>
                </a:lnTo>
                <a:lnTo>
                  <a:pt x="2337" y="873"/>
                </a:lnTo>
                <a:lnTo>
                  <a:pt x="2364" y="868"/>
                </a:lnTo>
                <a:lnTo>
                  <a:pt x="2392" y="863"/>
                </a:lnTo>
                <a:lnTo>
                  <a:pt x="2419" y="858"/>
                </a:lnTo>
                <a:lnTo>
                  <a:pt x="2447" y="853"/>
                </a:lnTo>
                <a:lnTo>
                  <a:pt x="2474" y="848"/>
                </a:lnTo>
                <a:lnTo>
                  <a:pt x="2502" y="843"/>
                </a:lnTo>
                <a:lnTo>
                  <a:pt x="2529" y="838"/>
                </a:lnTo>
                <a:lnTo>
                  <a:pt x="2557" y="833"/>
                </a:lnTo>
                <a:lnTo>
                  <a:pt x="2584" y="828"/>
                </a:lnTo>
                <a:lnTo>
                  <a:pt x="2612" y="823"/>
                </a:lnTo>
                <a:lnTo>
                  <a:pt x="2639" y="818"/>
                </a:lnTo>
                <a:lnTo>
                  <a:pt x="2667" y="813"/>
                </a:lnTo>
                <a:lnTo>
                  <a:pt x="2694" y="808"/>
                </a:lnTo>
                <a:lnTo>
                  <a:pt x="2722" y="803"/>
                </a:lnTo>
                <a:lnTo>
                  <a:pt x="2749" y="798"/>
                </a:lnTo>
                <a:lnTo>
                  <a:pt x="2777" y="793"/>
                </a:lnTo>
                <a:lnTo>
                  <a:pt x="2804" y="788"/>
                </a:lnTo>
                <a:lnTo>
                  <a:pt x="2832" y="783"/>
                </a:lnTo>
                <a:lnTo>
                  <a:pt x="2859" y="778"/>
                </a:lnTo>
                <a:lnTo>
                  <a:pt x="2886" y="773"/>
                </a:lnTo>
                <a:lnTo>
                  <a:pt x="2914" y="768"/>
                </a:lnTo>
                <a:lnTo>
                  <a:pt x="2941" y="763"/>
                </a:lnTo>
                <a:lnTo>
                  <a:pt x="2969" y="758"/>
                </a:lnTo>
                <a:lnTo>
                  <a:pt x="2996" y="753"/>
                </a:lnTo>
                <a:lnTo>
                  <a:pt x="3024" y="748"/>
                </a:lnTo>
                <a:lnTo>
                  <a:pt x="3051" y="743"/>
                </a:lnTo>
                <a:lnTo>
                  <a:pt x="3079" y="738"/>
                </a:lnTo>
                <a:lnTo>
                  <a:pt x="3106" y="733"/>
                </a:lnTo>
                <a:lnTo>
                  <a:pt x="3134" y="728"/>
                </a:lnTo>
                <a:lnTo>
                  <a:pt x="3161" y="723"/>
                </a:lnTo>
                <a:lnTo>
                  <a:pt x="3189" y="718"/>
                </a:lnTo>
                <a:lnTo>
                  <a:pt x="3216" y="713"/>
                </a:lnTo>
                <a:lnTo>
                  <a:pt x="3244" y="708"/>
                </a:lnTo>
                <a:lnTo>
                  <a:pt x="3271" y="703"/>
                </a:lnTo>
                <a:lnTo>
                  <a:pt x="3299" y="698"/>
                </a:lnTo>
                <a:lnTo>
                  <a:pt x="3326" y="693"/>
                </a:lnTo>
                <a:lnTo>
                  <a:pt x="3354" y="688"/>
                </a:lnTo>
                <a:lnTo>
                  <a:pt x="3381" y="683"/>
                </a:lnTo>
                <a:lnTo>
                  <a:pt x="3409" y="678"/>
                </a:lnTo>
                <a:lnTo>
                  <a:pt x="3436" y="673"/>
                </a:lnTo>
                <a:lnTo>
                  <a:pt x="3464" y="668"/>
                </a:lnTo>
                <a:lnTo>
                  <a:pt x="3491" y="663"/>
                </a:lnTo>
                <a:lnTo>
                  <a:pt x="3519" y="658"/>
                </a:lnTo>
                <a:lnTo>
                  <a:pt x="3546" y="653"/>
                </a:lnTo>
                <a:lnTo>
                  <a:pt x="3574" y="647"/>
                </a:lnTo>
                <a:lnTo>
                  <a:pt x="3601" y="642"/>
                </a:lnTo>
                <a:lnTo>
                  <a:pt x="3629" y="637"/>
                </a:lnTo>
                <a:lnTo>
                  <a:pt x="3656" y="632"/>
                </a:lnTo>
                <a:lnTo>
                  <a:pt x="3684" y="627"/>
                </a:lnTo>
                <a:lnTo>
                  <a:pt x="3711" y="622"/>
                </a:lnTo>
                <a:lnTo>
                  <a:pt x="3739" y="617"/>
                </a:lnTo>
                <a:lnTo>
                  <a:pt x="3766" y="612"/>
                </a:lnTo>
                <a:lnTo>
                  <a:pt x="3794" y="607"/>
                </a:lnTo>
                <a:lnTo>
                  <a:pt x="3821" y="602"/>
                </a:lnTo>
                <a:lnTo>
                  <a:pt x="3849" y="597"/>
                </a:lnTo>
                <a:lnTo>
                  <a:pt x="3876" y="592"/>
                </a:lnTo>
                <a:lnTo>
                  <a:pt x="3904" y="587"/>
                </a:lnTo>
                <a:lnTo>
                  <a:pt x="3931" y="582"/>
                </a:lnTo>
                <a:lnTo>
                  <a:pt x="3959" y="577"/>
                </a:lnTo>
                <a:lnTo>
                  <a:pt x="3986" y="572"/>
                </a:lnTo>
                <a:lnTo>
                  <a:pt x="4014" y="567"/>
                </a:lnTo>
                <a:lnTo>
                  <a:pt x="4041" y="562"/>
                </a:lnTo>
                <a:lnTo>
                  <a:pt x="4069" y="557"/>
                </a:lnTo>
                <a:lnTo>
                  <a:pt x="4096" y="552"/>
                </a:lnTo>
                <a:lnTo>
                  <a:pt x="4124" y="547"/>
                </a:lnTo>
                <a:lnTo>
                  <a:pt x="4151" y="542"/>
                </a:lnTo>
                <a:lnTo>
                  <a:pt x="4179" y="537"/>
                </a:lnTo>
                <a:lnTo>
                  <a:pt x="4206" y="532"/>
                </a:lnTo>
                <a:lnTo>
                  <a:pt x="4234" y="527"/>
                </a:lnTo>
                <a:lnTo>
                  <a:pt x="4261" y="522"/>
                </a:lnTo>
                <a:lnTo>
                  <a:pt x="4288" y="517"/>
                </a:lnTo>
                <a:lnTo>
                  <a:pt x="4316" y="512"/>
                </a:lnTo>
                <a:lnTo>
                  <a:pt x="4343" y="507"/>
                </a:lnTo>
                <a:lnTo>
                  <a:pt x="4371" y="502"/>
                </a:lnTo>
                <a:lnTo>
                  <a:pt x="4398" y="497"/>
                </a:lnTo>
                <a:lnTo>
                  <a:pt x="4426" y="492"/>
                </a:lnTo>
                <a:lnTo>
                  <a:pt x="4453" y="487"/>
                </a:lnTo>
                <a:lnTo>
                  <a:pt x="4481" y="482"/>
                </a:lnTo>
                <a:lnTo>
                  <a:pt x="4508" y="477"/>
                </a:lnTo>
                <a:lnTo>
                  <a:pt x="4536" y="472"/>
                </a:lnTo>
                <a:lnTo>
                  <a:pt x="4563" y="467"/>
                </a:lnTo>
                <a:lnTo>
                  <a:pt x="4591" y="462"/>
                </a:lnTo>
                <a:lnTo>
                  <a:pt x="4618" y="457"/>
                </a:lnTo>
                <a:lnTo>
                  <a:pt x="4646" y="452"/>
                </a:lnTo>
                <a:lnTo>
                  <a:pt x="4673" y="447"/>
                </a:lnTo>
                <a:lnTo>
                  <a:pt x="4701" y="442"/>
                </a:lnTo>
                <a:lnTo>
                  <a:pt x="4728" y="437"/>
                </a:lnTo>
                <a:lnTo>
                  <a:pt x="4756" y="432"/>
                </a:lnTo>
                <a:lnTo>
                  <a:pt x="4783" y="427"/>
                </a:lnTo>
                <a:lnTo>
                  <a:pt x="4811" y="422"/>
                </a:lnTo>
                <a:lnTo>
                  <a:pt x="4838" y="417"/>
                </a:lnTo>
                <a:lnTo>
                  <a:pt x="4866" y="412"/>
                </a:lnTo>
                <a:lnTo>
                  <a:pt x="4893" y="407"/>
                </a:lnTo>
                <a:lnTo>
                  <a:pt x="4921" y="402"/>
                </a:lnTo>
                <a:lnTo>
                  <a:pt x="4948" y="397"/>
                </a:lnTo>
                <a:lnTo>
                  <a:pt x="4976" y="392"/>
                </a:lnTo>
                <a:lnTo>
                  <a:pt x="5003" y="386"/>
                </a:lnTo>
                <a:lnTo>
                  <a:pt x="5031" y="381"/>
                </a:lnTo>
                <a:lnTo>
                  <a:pt x="5058" y="376"/>
                </a:lnTo>
                <a:lnTo>
                  <a:pt x="5086" y="371"/>
                </a:lnTo>
                <a:lnTo>
                  <a:pt x="5113" y="366"/>
                </a:lnTo>
                <a:lnTo>
                  <a:pt x="5141" y="361"/>
                </a:lnTo>
                <a:lnTo>
                  <a:pt x="5168" y="356"/>
                </a:lnTo>
                <a:lnTo>
                  <a:pt x="5196" y="351"/>
                </a:lnTo>
                <a:lnTo>
                  <a:pt x="5223" y="346"/>
                </a:lnTo>
                <a:lnTo>
                  <a:pt x="5251" y="341"/>
                </a:lnTo>
                <a:lnTo>
                  <a:pt x="5278" y="336"/>
                </a:lnTo>
                <a:lnTo>
                  <a:pt x="5306" y="331"/>
                </a:lnTo>
                <a:lnTo>
                  <a:pt x="5333" y="326"/>
                </a:lnTo>
                <a:lnTo>
                  <a:pt x="5361" y="321"/>
                </a:lnTo>
                <a:lnTo>
                  <a:pt x="5388" y="316"/>
                </a:lnTo>
                <a:lnTo>
                  <a:pt x="5416" y="311"/>
                </a:lnTo>
                <a:lnTo>
                  <a:pt x="5443" y="306"/>
                </a:lnTo>
                <a:lnTo>
                  <a:pt x="5471" y="301"/>
                </a:lnTo>
                <a:lnTo>
                  <a:pt x="5498" y="296"/>
                </a:lnTo>
                <a:lnTo>
                  <a:pt x="5526" y="291"/>
                </a:lnTo>
                <a:lnTo>
                  <a:pt x="5553" y="286"/>
                </a:lnTo>
                <a:lnTo>
                  <a:pt x="5581" y="281"/>
                </a:lnTo>
                <a:lnTo>
                  <a:pt x="5608" y="276"/>
                </a:lnTo>
                <a:lnTo>
                  <a:pt x="5636" y="271"/>
                </a:lnTo>
                <a:lnTo>
                  <a:pt x="5663" y="266"/>
                </a:lnTo>
                <a:lnTo>
                  <a:pt x="5691" y="261"/>
                </a:lnTo>
                <a:lnTo>
                  <a:pt x="5718" y="256"/>
                </a:lnTo>
                <a:lnTo>
                  <a:pt x="5745" y="251"/>
                </a:lnTo>
                <a:lnTo>
                  <a:pt x="5773" y="246"/>
                </a:lnTo>
                <a:lnTo>
                  <a:pt x="5800" y="241"/>
                </a:lnTo>
                <a:lnTo>
                  <a:pt x="5828" y="236"/>
                </a:lnTo>
                <a:lnTo>
                  <a:pt x="5855" y="231"/>
                </a:lnTo>
                <a:lnTo>
                  <a:pt x="5883" y="226"/>
                </a:lnTo>
                <a:lnTo>
                  <a:pt x="5910" y="221"/>
                </a:lnTo>
                <a:lnTo>
                  <a:pt x="5938" y="216"/>
                </a:lnTo>
                <a:lnTo>
                  <a:pt x="5965" y="211"/>
                </a:lnTo>
                <a:lnTo>
                  <a:pt x="5993" y="206"/>
                </a:lnTo>
                <a:lnTo>
                  <a:pt x="6020" y="201"/>
                </a:lnTo>
                <a:lnTo>
                  <a:pt x="6048" y="196"/>
                </a:lnTo>
                <a:lnTo>
                  <a:pt x="6075" y="191"/>
                </a:lnTo>
                <a:lnTo>
                  <a:pt x="6103" y="186"/>
                </a:lnTo>
                <a:lnTo>
                  <a:pt x="6130" y="181"/>
                </a:lnTo>
                <a:lnTo>
                  <a:pt x="6158" y="176"/>
                </a:lnTo>
                <a:lnTo>
                  <a:pt x="6185" y="171"/>
                </a:lnTo>
                <a:lnTo>
                  <a:pt x="6213" y="166"/>
                </a:lnTo>
                <a:lnTo>
                  <a:pt x="6240" y="161"/>
                </a:lnTo>
                <a:lnTo>
                  <a:pt x="6268" y="156"/>
                </a:lnTo>
                <a:lnTo>
                  <a:pt x="6295" y="151"/>
                </a:lnTo>
                <a:lnTo>
                  <a:pt x="6323" y="146"/>
                </a:lnTo>
                <a:lnTo>
                  <a:pt x="6350" y="141"/>
                </a:lnTo>
                <a:lnTo>
                  <a:pt x="6378" y="136"/>
                </a:lnTo>
                <a:lnTo>
                  <a:pt x="6405" y="131"/>
                </a:lnTo>
                <a:lnTo>
                  <a:pt x="6433" y="125"/>
                </a:lnTo>
                <a:lnTo>
                  <a:pt x="6460" y="120"/>
                </a:lnTo>
                <a:lnTo>
                  <a:pt x="6488" y="115"/>
                </a:lnTo>
                <a:lnTo>
                  <a:pt x="6515" y="110"/>
                </a:lnTo>
                <a:lnTo>
                  <a:pt x="6543" y="105"/>
                </a:lnTo>
                <a:lnTo>
                  <a:pt x="6570" y="100"/>
                </a:lnTo>
                <a:lnTo>
                  <a:pt x="6598" y="95"/>
                </a:lnTo>
                <a:lnTo>
                  <a:pt x="6625" y="90"/>
                </a:lnTo>
                <a:lnTo>
                  <a:pt x="6653" y="85"/>
                </a:lnTo>
                <a:lnTo>
                  <a:pt x="6680" y="80"/>
                </a:lnTo>
                <a:lnTo>
                  <a:pt x="6708" y="75"/>
                </a:lnTo>
                <a:lnTo>
                  <a:pt x="6735" y="70"/>
                </a:lnTo>
                <a:lnTo>
                  <a:pt x="6763" y="65"/>
                </a:lnTo>
                <a:lnTo>
                  <a:pt x="6790" y="60"/>
                </a:lnTo>
                <a:lnTo>
                  <a:pt x="6818" y="55"/>
                </a:lnTo>
                <a:lnTo>
                  <a:pt x="6845" y="50"/>
                </a:lnTo>
                <a:lnTo>
                  <a:pt x="6873" y="45"/>
                </a:lnTo>
                <a:lnTo>
                  <a:pt x="6900" y="40"/>
                </a:lnTo>
                <a:lnTo>
                  <a:pt x="6928" y="35"/>
                </a:lnTo>
                <a:lnTo>
                  <a:pt x="6955" y="30"/>
                </a:lnTo>
                <a:lnTo>
                  <a:pt x="6983" y="25"/>
                </a:lnTo>
                <a:lnTo>
                  <a:pt x="7010" y="20"/>
                </a:lnTo>
                <a:lnTo>
                  <a:pt x="7038" y="15"/>
                </a:lnTo>
                <a:lnTo>
                  <a:pt x="7065" y="10"/>
                </a:lnTo>
                <a:lnTo>
                  <a:pt x="7093" y="5"/>
                </a:lnTo>
                <a:lnTo>
                  <a:pt x="7120" y="0"/>
                </a:lnTo>
              </a:path>
            </a:pathLst>
          </a:custGeom>
          <a:noFill/>
          <a:ln w="25400">
            <a:solidFill>
              <a:srgbClr val="7963AF"/>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Freeform 9"/>
          <p:cNvSpPr/>
          <p:nvPr/>
        </p:nvSpPr>
        <p:spPr>
          <a:xfrm>
            <a:off x="896112" y="3052267"/>
            <a:ext cx="6510528" cy="2213762"/>
          </a:xfrm>
          <a:custGeom>
            <a:avLst/>
            <a:gdLst/>
            <a:ahLst/>
            <a:cxnLst/>
            <a:rect l="l" t="t" r="r" b="b"/>
            <a:pathLst>
              <a:path w="7120" h="2421">
                <a:moveTo>
                  <a:pt x="0" y="2052"/>
                </a:moveTo>
                <a:lnTo>
                  <a:pt x="27" y="2195"/>
                </a:lnTo>
                <a:lnTo>
                  <a:pt x="55" y="2297"/>
                </a:lnTo>
                <a:lnTo>
                  <a:pt x="82" y="2365"/>
                </a:lnTo>
                <a:lnTo>
                  <a:pt x="110" y="2404"/>
                </a:lnTo>
                <a:lnTo>
                  <a:pt x="137" y="2421"/>
                </a:lnTo>
                <a:lnTo>
                  <a:pt x="165" y="2419"/>
                </a:lnTo>
                <a:lnTo>
                  <a:pt x="192" y="2402"/>
                </a:lnTo>
                <a:lnTo>
                  <a:pt x="220" y="2374"/>
                </a:lnTo>
                <a:lnTo>
                  <a:pt x="247" y="2339"/>
                </a:lnTo>
                <a:lnTo>
                  <a:pt x="275" y="2297"/>
                </a:lnTo>
                <a:lnTo>
                  <a:pt x="302" y="2253"/>
                </a:lnTo>
                <a:lnTo>
                  <a:pt x="330" y="2206"/>
                </a:lnTo>
                <a:lnTo>
                  <a:pt x="357" y="2160"/>
                </a:lnTo>
                <a:lnTo>
                  <a:pt x="385" y="2114"/>
                </a:lnTo>
                <a:lnTo>
                  <a:pt x="412" y="2071"/>
                </a:lnTo>
                <a:lnTo>
                  <a:pt x="440" y="2030"/>
                </a:lnTo>
                <a:lnTo>
                  <a:pt x="467" y="1992"/>
                </a:lnTo>
                <a:lnTo>
                  <a:pt x="495" y="1958"/>
                </a:lnTo>
                <a:lnTo>
                  <a:pt x="522" y="1927"/>
                </a:lnTo>
                <a:lnTo>
                  <a:pt x="550" y="1901"/>
                </a:lnTo>
                <a:lnTo>
                  <a:pt x="577" y="1878"/>
                </a:lnTo>
                <a:lnTo>
                  <a:pt x="605" y="1860"/>
                </a:lnTo>
                <a:lnTo>
                  <a:pt x="632" y="1845"/>
                </a:lnTo>
                <a:lnTo>
                  <a:pt x="660" y="1833"/>
                </a:lnTo>
                <a:lnTo>
                  <a:pt x="687" y="1825"/>
                </a:lnTo>
                <a:lnTo>
                  <a:pt x="715" y="1820"/>
                </a:lnTo>
                <a:lnTo>
                  <a:pt x="742" y="1818"/>
                </a:lnTo>
                <a:lnTo>
                  <a:pt x="770" y="1818"/>
                </a:lnTo>
                <a:lnTo>
                  <a:pt x="797" y="1820"/>
                </a:lnTo>
                <a:lnTo>
                  <a:pt x="825" y="1825"/>
                </a:lnTo>
                <a:lnTo>
                  <a:pt x="852" y="1830"/>
                </a:lnTo>
                <a:lnTo>
                  <a:pt x="880" y="1837"/>
                </a:lnTo>
                <a:lnTo>
                  <a:pt x="907" y="1845"/>
                </a:lnTo>
                <a:lnTo>
                  <a:pt x="935" y="1853"/>
                </a:lnTo>
                <a:lnTo>
                  <a:pt x="962" y="1862"/>
                </a:lnTo>
                <a:lnTo>
                  <a:pt x="990" y="1871"/>
                </a:lnTo>
                <a:lnTo>
                  <a:pt x="1017" y="1879"/>
                </a:lnTo>
                <a:lnTo>
                  <a:pt x="1045" y="1888"/>
                </a:lnTo>
                <a:lnTo>
                  <a:pt x="1072" y="1896"/>
                </a:lnTo>
                <a:lnTo>
                  <a:pt x="1100" y="1904"/>
                </a:lnTo>
                <a:lnTo>
                  <a:pt x="1127" y="1911"/>
                </a:lnTo>
                <a:lnTo>
                  <a:pt x="1155" y="1917"/>
                </a:lnTo>
                <a:lnTo>
                  <a:pt x="1182" y="1922"/>
                </a:lnTo>
                <a:lnTo>
                  <a:pt x="1210" y="1926"/>
                </a:lnTo>
                <a:lnTo>
                  <a:pt x="1237" y="1930"/>
                </a:lnTo>
                <a:lnTo>
                  <a:pt x="1265" y="1932"/>
                </a:lnTo>
                <a:lnTo>
                  <a:pt x="1292" y="1933"/>
                </a:lnTo>
                <a:lnTo>
                  <a:pt x="1320" y="1933"/>
                </a:lnTo>
                <a:lnTo>
                  <a:pt x="1347" y="1933"/>
                </a:lnTo>
                <a:lnTo>
                  <a:pt x="1375" y="1931"/>
                </a:lnTo>
                <a:lnTo>
                  <a:pt x="1402" y="1928"/>
                </a:lnTo>
                <a:lnTo>
                  <a:pt x="1429" y="1925"/>
                </a:lnTo>
                <a:lnTo>
                  <a:pt x="1457" y="1920"/>
                </a:lnTo>
                <a:lnTo>
                  <a:pt x="1484" y="1915"/>
                </a:lnTo>
                <a:lnTo>
                  <a:pt x="1512" y="1910"/>
                </a:lnTo>
                <a:lnTo>
                  <a:pt x="1539" y="1904"/>
                </a:lnTo>
                <a:lnTo>
                  <a:pt x="1567" y="1897"/>
                </a:lnTo>
                <a:lnTo>
                  <a:pt x="1594" y="1890"/>
                </a:lnTo>
                <a:lnTo>
                  <a:pt x="1622" y="1882"/>
                </a:lnTo>
                <a:lnTo>
                  <a:pt x="1649" y="1874"/>
                </a:lnTo>
                <a:lnTo>
                  <a:pt x="1677" y="1866"/>
                </a:lnTo>
                <a:lnTo>
                  <a:pt x="1704" y="1858"/>
                </a:lnTo>
                <a:lnTo>
                  <a:pt x="1732" y="1850"/>
                </a:lnTo>
                <a:lnTo>
                  <a:pt x="1759" y="1842"/>
                </a:lnTo>
                <a:lnTo>
                  <a:pt x="1787" y="1834"/>
                </a:lnTo>
                <a:lnTo>
                  <a:pt x="1814" y="1827"/>
                </a:lnTo>
                <a:lnTo>
                  <a:pt x="1842" y="1819"/>
                </a:lnTo>
                <a:lnTo>
                  <a:pt x="1869" y="1812"/>
                </a:lnTo>
                <a:lnTo>
                  <a:pt x="1897" y="1805"/>
                </a:lnTo>
                <a:lnTo>
                  <a:pt x="1924" y="1798"/>
                </a:lnTo>
                <a:lnTo>
                  <a:pt x="1952" y="1792"/>
                </a:lnTo>
                <a:lnTo>
                  <a:pt x="1979" y="1786"/>
                </a:lnTo>
                <a:lnTo>
                  <a:pt x="2007" y="1781"/>
                </a:lnTo>
                <a:lnTo>
                  <a:pt x="2034" y="1776"/>
                </a:lnTo>
                <a:lnTo>
                  <a:pt x="2062" y="1771"/>
                </a:lnTo>
                <a:lnTo>
                  <a:pt x="2089" y="1767"/>
                </a:lnTo>
                <a:lnTo>
                  <a:pt x="2117" y="1763"/>
                </a:lnTo>
                <a:lnTo>
                  <a:pt x="2144" y="1759"/>
                </a:lnTo>
                <a:lnTo>
                  <a:pt x="2172" y="1756"/>
                </a:lnTo>
                <a:lnTo>
                  <a:pt x="2199" y="1753"/>
                </a:lnTo>
                <a:lnTo>
                  <a:pt x="2227" y="1751"/>
                </a:lnTo>
                <a:lnTo>
                  <a:pt x="2254" y="1748"/>
                </a:lnTo>
                <a:lnTo>
                  <a:pt x="2282" y="1746"/>
                </a:lnTo>
                <a:lnTo>
                  <a:pt x="2309" y="1744"/>
                </a:lnTo>
                <a:lnTo>
                  <a:pt x="2337" y="1742"/>
                </a:lnTo>
                <a:lnTo>
                  <a:pt x="2364" y="1739"/>
                </a:lnTo>
                <a:lnTo>
                  <a:pt x="2392" y="1737"/>
                </a:lnTo>
                <a:lnTo>
                  <a:pt x="2419" y="1735"/>
                </a:lnTo>
                <a:lnTo>
                  <a:pt x="2447" y="1733"/>
                </a:lnTo>
                <a:lnTo>
                  <a:pt x="2474" y="1730"/>
                </a:lnTo>
                <a:lnTo>
                  <a:pt x="2502" y="1728"/>
                </a:lnTo>
                <a:lnTo>
                  <a:pt x="2529" y="1725"/>
                </a:lnTo>
                <a:lnTo>
                  <a:pt x="2557" y="1721"/>
                </a:lnTo>
                <a:lnTo>
                  <a:pt x="2584" y="1718"/>
                </a:lnTo>
                <a:lnTo>
                  <a:pt x="2612" y="1714"/>
                </a:lnTo>
                <a:lnTo>
                  <a:pt x="2639" y="1709"/>
                </a:lnTo>
                <a:lnTo>
                  <a:pt x="2667" y="1704"/>
                </a:lnTo>
                <a:lnTo>
                  <a:pt x="2694" y="1698"/>
                </a:lnTo>
                <a:lnTo>
                  <a:pt x="2722" y="1692"/>
                </a:lnTo>
                <a:lnTo>
                  <a:pt x="2749" y="1685"/>
                </a:lnTo>
                <a:lnTo>
                  <a:pt x="2777" y="1677"/>
                </a:lnTo>
                <a:lnTo>
                  <a:pt x="2804" y="1669"/>
                </a:lnTo>
                <a:lnTo>
                  <a:pt x="2832" y="1660"/>
                </a:lnTo>
                <a:lnTo>
                  <a:pt x="2859" y="1651"/>
                </a:lnTo>
                <a:lnTo>
                  <a:pt x="2886" y="1641"/>
                </a:lnTo>
                <a:lnTo>
                  <a:pt x="2914" y="1630"/>
                </a:lnTo>
                <a:lnTo>
                  <a:pt x="2941" y="1619"/>
                </a:lnTo>
                <a:lnTo>
                  <a:pt x="2969" y="1607"/>
                </a:lnTo>
                <a:lnTo>
                  <a:pt x="2996" y="1594"/>
                </a:lnTo>
                <a:lnTo>
                  <a:pt x="3024" y="1581"/>
                </a:lnTo>
                <a:lnTo>
                  <a:pt x="3051" y="1567"/>
                </a:lnTo>
                <a:lnTo>
                  <a:pt x="3079" y="1553"/>
                </a:lnTo>
                <a:lnTo>
                  <a:pt x="3106" y="1538"/>
                </a:lnTo>
                <a:lnTo>
                  <a:pt x="3134" y="1523"/>
                </a:lnTo>
                <a:lnTo>
                  <a:pt x="3161" y="1507"/>
                </a:lnTo>
                <a:lnTo>
                  <a:pt x="3189" y="1491"/>
                </a:lnTo>
                <a:lnTo>
                  <a:pt x="3216" y="1475"/>
                </a:lnTo>
                <a:lnTo>
                  <a:pt x="3244" y="1459"/>
                </a:lnTo>
                <a:lnTo>
                  <a:pt x="3271" y="1442"/>
                </a:lnTo>
                <a:lnTo>
                  <a:pt x="3299" y="1426"/>
                </a:lnTo>
                <a:lnTo>
                  <a:pt x="3326" y="1409"/>
                </a:lnTo>
                <a:lnTo>
                  <a:pt x="3354" y="1393"/>
                </a:lnTo>
                <a:lnTo>
                  <a:pt x="3381" y="1376"/>
                </a:lnTo>
                <a:lnTo>
                  <a:pt x="3409" y="1360"/>
                </a:lnTo>
                <a:lnTo>
                  <a:pt x="3436" y="1345"/>
                </a:lnTo>
                <a:lnTo>
                  <a:pt x="3464" y="1329"/>
                </a:lnTo>
                <a:lnTo>
                  <a:pt x="3491" y="1314"/>
                </a:lnTo>
                <a:lnTo>
                  <a:pt x="3519" y="1300"/>
                </a:lnTo>
                <a:lnTo>
                  <a:pt x="3546" y="1286"/>
                </a:lnTo>
                <a:lnTo>
                  <a:pt x="3574" y="1272"/>
                </a:lnTo>
                <a:lnTo>
                  <a:pt x="3601" y="1260"/>
                </a:lnTo>
                <a:lnTo>
                  <a:pt x="3629" y="1248"/>
                </a:lnTo>
                <a:lnTo>
                  <a:pt x="3656" y="1236"/>
                </a:lnTo>
                <a:lnTo>
                  <a:pt x="3684" y="1226"/>
                </a:lnTo>
                <a:lnTo>
                  <a:pt x="3711" y="1217"/>
                </a:lnTo>
                <a:lnTo>
                  <a:pt x="3739" y="1208"/>
                </a:lnTo>
                <a:lnTo>
                  <a:pt x="3766" y="1201"/>
                </a:lnTo>
                <a:lnTo>
                  <a:pt x="3794" y="1194"/>
                </a:lnTo>
                <a:lnTo>
                  <a:pt x="3821" y="1188"/>
                </a:lnTo>
                <a:lnTo>
                  <a:pt x="3849" y="1184"/>
                </a:lnTo>
                <a:lnTo>
                  <a:pt x="3876" y="1180"/>
                </a:lnTo>
                <a:lnTo>
                  <a:pt x="3904" y="1178"/>
                </a:lnTo>
                <a:lnTo>
                  <a:pt x="3931" y="1176"/>
                </a:lnTo>
                <a:lnTo>
                  <a:pt x="3959" y="1176"/>
                </a:lnTo>
                <a:lnTo>
                  <a:pt x="3986" y="1176"/>
                </a:lnTo>
                <a:lnTo>
                  <a:pt x="4014" y="1178"/>
                </a:lnTo>
                <a:lnTo>
                  <a:pt x="4041" y="1180"/>
                </a:lnTo>
                <a:lnTo>
                  <a:pt x="4069" y="1184"/>
                </a:lnTo>
                <a:lnTo>
                  <a:pt x="4096" y="1188"/>
                </a:lnTo>
                <a:lnTo>
                  <a:pt x="4124" y="1193"/>
                </a:lnTo>
                <a:lnTo>
                  <a:pt x="4151" y="1198"/>
                </a:lnTo>
                <a:lnTo>
                  <a:pt x="4179" y="1205"/>
                </a:lnTo>
                <a:lnTo>
                  <a:pt x="4206" y="1212"/>
                </a:lnTo>
                <a:lnTo>
                  <a:pt x="4234" y="1219"/>
                </a:lnTo>
                <a:lnTo>
                  <a:pt x="4261" y="1227"/>
                </a:lnTo>
                <a:lnTo>
                  <a:pt x="4288" y="1235"/>
                </a:lnTo>
                <a:lnTo>
                  <a:pt x="4316" y="1244"/>
                </a:lnTo>
                <a:lnTo>
                  <a:pt x="4343" y="1252"/>
                </a:lnTo>
                <a:lnTo>
                  <a:pt x="4371" y="1261"/>
                </a:lnTo>
                <a:lnTo>
                  <a:pt x="4398" y="1270"/>
                </a:lnTo>
                <a:lnTo>
                  <a:pt x="4426" y="1278"/>
                </a:lnTo>
                <a:lnTo>
                  <a:pt x="4453" y="1287"/>
                </a:lnTo>
                <a:lnTo>
                  <a:pt x="4481" y="1295"/>
                </a:lnTo>
                <a:lnTo>
                  <a:pt x="4508" y="1302"/>
                </a:lnTo>
                <a:lnTo>
                  <a:pt x="4536" y="1310"/>
                </a:lnTo>
                <a:lnTo>
                  <a:pt x="4563" y="1316"/>
                </a:lnTo>
                <a:lnTo>
                  <a:pt x="4591" y="1322"/>
                </a:lnTo>
                <a:lnTo>
                  <a:pt x="4618" y="1327"/>
                </a:lnTo>
                <a:lnTo>
                  <a:pt x="4646" y="1331"/>
                </a:lnTo>
                <a:lnTo>
                  <a:pt x="4673" y="1334"/>
                </a:lnTo>
                <a:lnTo>
                  <a:pt x="4701" y="1336"/>
                </a:lnTo>
                <a:lnTo>
                  <a:pt x="4728" y="1337"/>
                </a:lnTo>
                <a:lnTo>
                  <a:pt x="4756" y="1336"/>
                </a:lnTo>
                <a:lnTo>
                  <a:pt x="4783" y="1335"/>
                </a:lnTo>
                <a:lnTo>
                  <a:pt x="4811" y="1332"/>
                </a:lnTo>
                <a:lnTo>
                  <a:pt x="4838" y="1328"/>
                </a:lnTo>
                <a:lnTo>
                  <a:pt x="4866" y="1322"/>
                </a:lnTo>
                <a:lnTo>
                  <a:pt x="4893" y="1316"/>
                </a:lnTo>
                <a:lnTo>
                  <a:pt x="4921" y="1307"/>
                </a:lnTo>
                <a:lnTo>
                  <a:pt x="4948" y="1298"/>
                </a:lnTo>
                <a:lnTo>
                  <a:pt x="4976" y="1287"/>
                </a:lnTo>
                <a:lnTo>
                  <a:pt x="5003" y="1275"/>
                </a:lnTo>
                <a:lnTo>
                  <a:pt x="5031" y="1261"/>
                </a:lnTo>
                <a:lnTo>
                  <a:pt x="5058" y="1247"/>
                </a:lnTo>
                <a:lnTo>
                  <a:pt x="5086" y="1231"/>
                </a:lnTo>
                <a:lnTo>
                  <a:pt x="5113" y="1214"/>
                </a:lnTo>
                <a:lnTo>
                  <a:pt x="5141" y="1196"/>
                </a:lnTo>
                <a:lnTo>
                  <a:pt x="5168" y="1177"/>
                </a:lnTo>
                <a:lnTo>
                  <a:pt x="5196" y="1158"/>
                </a:lnTo>
                <a:lnTo>
                  <a:pt x="5223" y="1138"/>
                </a:lnTo>
                <a:lnTo>
                  <a:pt x="5251" y="1117"/>
                </a:lnTo>
                <a:lnTo>
                  <a:pt x="5278" y="1096"/>
                </a:lnTo>
                <a:lnTo>
                  <a:pt x="5306" y="1074"/>
                </a:lnTo>
                <a:lnTo>
                  <a:pt x="5333" y="1053"/>
                </a:lnTo>
                <a:lnTo>
                  <a:pt x="5361" y="1031"/>
                </a:lnTo>
                <a:lnTo>
                  <a:pt x="5388" y="1010"/>
                </a:lnTo>
                <a:lnTo>
                  <a:pt x="5416" y="990"/>
                </a:lnTo>
                <a:lnTo>
                  <a:pt x="5443" y="969"/>
                </a:lnTo>
                <a:lnTo>
                  <a:pt x="5471" y="950"/>
                </a:lnTo>
                <a:lnTo>
                  <a:pt x="5498" y="932"/>
                </a:lnTo>
                <a:lnTo>
                  <a:pt x="5526" y="914"/>
                </a:lnTo>
                <a:lnTo>
                  <a:pt x="5553" y="898"/>
                </a:lnTo>
                <a:lnTo>
                  <a:pt x="5581" y="883"/>
                </a:lnTo>
                <a:lnTo>
                  <a:pt x="5608" y="870"/>
                </a:lnTo>
                <a:lnTo>
                  <a:pt x="5636" y="858"/>
                </a:lnTo>
                <a:lnTo>
                  <a:pt x="5663" y="849"/>
                </a:lnTo>
                <a:lnTo>
                  <a:pt x="5691" y="841"/>
                </a:lnTo>
                <a:lnTo>
                  <a:pt x="5718" y="835"/>
                </a:lnTo>
                <a:lnTo>
                  <a:pt x="5745" y="831"/>
                </a:lnTo>
                <a:lnTo>
                  <a:pt x="5773" y="829"/>
                </a:lnTo>
                <a:lnTo>
                  <a:pt x="5800" y="830"/>
                </a:lnTo>
                <a:lnTo>
                  <a:pt x="5828" y="832"/>
                </a:lnTo>
                <a:lnTo>
                  <a:pt x="5855" y="837"/>
                </a:lnTo>
                <a:lnTo>
                  <a:pt x="5883" y="843"/>
                </a:lnTo>
                <a:lnTo>
                  <a:pt x="5910" y="852"/>
                </a:lnTo>
                <a:lnTo>
                  <a:pt x="5938" y="862"/>
                </a:lnTo>
                <a:lnTo>
                  <a:pt x="5965" y="874"/>
                </a:lnTo>
                <a:lnTo>
                  <a:pt x="5993" y="887"/>
                </a:lnTo>
                <a:lnTo>
                  <a:pt x="6020" y="902"/>
                </a:lnTo>
                <a:lnTo>
                  <a:pt x="6048" y="918"/>
                </a:lnTo>
                <a:lnTo>
                  <a:pt x="6075" y="934"/>
                </a:lnTo>
                <a:lnTo>
                  <a:pt x="6103" y="950"/>
                </a:lnTo>
                <a:lnTo>
                  <a:pt x="6130" y="966"/>
                </a:lnTo>
                <a:lnTo>
                  <a:pt x="6158" y="982"/>
                </a:lnTo>
                <a:lnTo>
                  <a:pt x="6185" y="997"/>
                </a:lnTo>
                <a:lnTo>
                  <a:pt x="6213" y="1011"/>
                </a:lnTo>
                <a:lnTo>
                  <a:pt x="6240" y="1022"/>
                </a:lnTo>
                <a:lnTo>
                  <a:pt x="6268" y="1032"/>
                </a:lnTo>
                <a:lnTo>
                  <a:pt x="6295" y="1038"/>
                </a:lnTo>
                <a:lnTo>
                  <a:pt x="6323" y="1041"/>
                </a:lnTo>
                <a:lnTo>
                  <a:pt x="6350" y="1040"/>
                </a:lnTo>
                <a:lnTo>
                  <a:pt x="6378" y="1035"/>
                </a:lnTo>
                <a:lnTo>
                  <a:pt x="6405" y="1024"/>
                </a:lnTo>
                <a:lnTo>
                  <a:pt x="6433" y="1008"/>
                </a:lnTo>
                <a:lnTo>
                  <a:pt x="6460" y="987"/>
                </a:lnTo>
                <a:lnTo>
                  <a:pt x="6488" y="959"/>
                </a:lnTo>
                <a:lnTo>
                  <a:pt x="6515" y="925"/>
                </a:lnTo>
                <a:lnTo>
                  <a:pt x="6543" y="884"/>
                </a:lnTo>
                <a:lnTo>
                  <a:pt x="6570" y="837"/>
                </a:lnTo>
                <a:lnTo>
                  <a:pt x="6598" y="783"/>
                </a:lnTo>
                <a:lnTo>
                  <a:pt x="6625" y="723"/>
                </a:lnTo>
                <a:lnTo>
                  <a:pt x="6653" y="658"/>
                </a:lnTo>
                <a:lnTo>
                  <a:pt x="6680" y="587"/>
                </a:lnTo>
                <a:lnTo>
                  <a:pt x="6708" y="512"/>
                </a:lnTo>
                <a:lnTo>
                  <a:pt x="6735" y="435"/>
                </a:lnTo>
                <a:lnTo>
                  <a:pt x="6763" y="356"/>
                </a:lnTo>
                <a:lnTo>
                  <a:pt x="6790" y="278"/>
                </a:lnTo>
                <a:lnTo>
                  <a:pt x="6818" y="203"/>
                </a:lnTo>
                <a:lnTo>
                  <a:pt x="6845" y="135"/>
                </a:lnTo>
                <a:lnTo>
                  <a:pt x="6873" y="76"/>
                </a:lnTo>
                <a:lnTo>
                  <a:pt x="6900" y="30"/>
                </a:lnTo>
                <a:lnTo>
                  <a:pt x="6928" y="3"/>
                </a:lnTo>
                <a:lnTo>
                  <a:pt x="6955" y="0"/>
                </a:lnTo>
                <a:lnTo>
                  <a:pt x="6983" y="27"/>
                </a:lnTo>
                <a:lnTo>
                  <a:pt x="7010" y="92"/>
                </a:lnTo>
                <a:lnTo>
                  <a:pt x="7038" y="202"/>
                </a:lnTo>
                <a:lnTo>
                  <a:pt x="7065" y="366"/>
                </a:lnTo>
                <a:lnTo>
                  <a:pt x="7093" y="595"/>
                </a:lnTo>
                <a:lnTo>
                  <a:pt x="7120" y="901"/>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854964" y="488728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1355773" y="47523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1856583" y="474469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2357393" y="474344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2858203" y="458822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3359013" y="457534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3859823" y="433002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4360632" y="405130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4861442" y="422795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5362252" y="415528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5863062" y="390140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6363872" y="382941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6864682" y="377476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7365492" y="383487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7982712" y="3218688"/>
            <a:ext cx="3657600" cy="640080"/>
          </a:xfrm>
          <a:prstGeom prst="rect">
            <a:avLst/>
          </a:prstGeom>
          <a:noFill/>
        </p:spPr>
        <p:txBody>
          <a:bodyPr wrap="square" lIns="0" rIns="0" tIns="0" bIns="0">
            <a:spAutoFit/>
          </a:bodyPr>
          <a:lstStyle/>
          <a:p>
            <a:pPr>
              <a:spcAft>
                <a:spcPts val="0"/>
              </a:spcAft>
              <a:defRPr sz="3000" b="0">
                <a:solidFill>
                  <a:srgbClr val="C65326"/>
                </a:solidFill>
                <a:latin typeface="Arial"/>
              </a:defRPr>
            </a:pPr>
            <a:r>
              <a:t>High variance</a:t>
            </a:r>
          </a:p>
        </p:txBody>
      </p:sp>
      <p:sp>
        <p:nvSpPr>
          <p:cNvPr id="26" name="TextBox 25"/>
          <p:cNvSpPr txBox="1"/>
          <p:nvPr/>
        </p:nvSpPr>
        <p:spPr>
          <a:xfrm>
            <a:off x="8001000" y="3950208"/>
            <a:ext cx="3474720" cy="1097280"/>
          </a:xfrm>
          <a:prstGeom prst="rect">
            <a:avLst/>
          </a:prstGeom>
          <a:noFill/>
        </p:spPr>
        <p:txBody>
          <a:bodyPr wrap="square" lIns="0" rIns="0" tIns="0" bIns="0">
            <a:spAutoFit/>
          </a:bodyPr>
          <a:lstStyle/>
          <a:p>
            <a:pPr>
              <a:spcAft>
                <a:spcPts val="0"/>
              </a:spcAft>
              <a:defRPr sz="2300" b="0">
                <a:solidFill>
                  <a:srgbClr val="181D16"/>
                </a:solidFill>
                <a:latin typeface="Arial"/>
              </a:defRPr>
            </a:pPr>
            <a:r>
              <a:t>Small changes in data.</a:t>
            </a:r>
          </a:p>
          <a:p>
            <a:pPr>
              <a:spcAft>
                <a:spcPts val="0"/>
              </a:spcAft>
              <a:defRPr sz="2300" b="0">
                <a:solidFill>
                  <a:srgbClr val="181D16"/>
                </a:solidFill>
                <a:latin typeface="Arial"/>
              </a:defRPr>
            </a:pPr>
            <a:r>
              <a:t>Big changes in the fit.</a:t>
            </a:r>
          </a:p>
        </p:txBody>
      </p:sp>
      <p:sp>
        <p:nvSpPr>
          <p:cNvPr id="27" name="Oval 26"/>
          <p:cNvSpPr/>
          <p:nvPr/>
        </p:nvSpPr>
        <p:spPr>
          <a:xfrm>
            <a:off x="864108" y="594817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training data</a:t>
            </a:r>
          </a:p>
        </p:txBody>
      </p:sp>
      <p:cxnSp>
        <p:nvCxnSpPr>
          <p:cNvPr id="29" name="Connector 28"/>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30" name="TextBox 29"/>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degree-11 fit</a:t>
            </a:r>
          </a:p>
        </p:txBody>
      </p:sp>
      <p:cxnSp>
        <p:nvCxnSpPr>
          <p:cNvPr id="31" name="Connector 30"/>
          <p:cNvCxnSpPr/>
          <p:nvPr/>
        </p:nvCxnSpPr>
        <p:spPr>
          <a:xfrm>
            <a:off x="6400800" y="5989320"/>
            <a:ext cx="256032" cy="0"/>
          </a:xfrm>
          <a:prstGeom prst="line">
            <a:avLst/>
          </a:prstGeom>
          <a:ln w="254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32" name="TextBox 31"/>
          <p:cNvSpPr txBox="1"/>
          <p:nvPr/>
        </p:nvSpPr>
        <p:spPr>
          <a:xfrm>
            <a:off x="6757416"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true pattern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sp>
        <p:nvSpPr>
          <p:cNvPr id="2" name="TextBox 1"/>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New data does not repeat the noise.</a:t>
            </a:r>
          </a:p>
        </p:txBody>
      </p:sp>
      <p:cxnSp>
        <p:nvCxnSpPr>
          <p:cNvPr id="3" name="Connector 2"/>
          <p:cNvCxnSpPr/>
          <p:nvPr/>
        </p:nvCxnSpPr>
        <p:spPr>
          <a:xfrm>
            <a:off x="594360" y="6419088"/>
            <a:ext cx="109728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04/08</a:t>
            </a:r>
          </a:p>
        </p:txBody>
      </p:sp>
      <p:sp>
        <p:nvSpPr>
          <p:cNvPr id="5" name="TextBox 4"/>
          <p:cNvSpPr txBox="1"/>
          <p:nvPr/>
        </p:nvSpPr>
        <p:spPr>
          <a:xfrm>
            <a:off x="932688" y="2734056"/>
            <a:ext cx="521208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A   /   Still misses the curve</a:t>
            </a:r>
          </a:p>
        </p:txBody>
      </p:sp>
      <p:sp>
        <p:nvSpPr>
          <p:cNvPr id="6" name="TextBox 5"/>
          <p:cNvSpPr txBox="1"/>
          <p:nvPr/>
        </p:nvSpPr>
        <p:spPr>
          <a:xfrm>
            <a:off x="6510528" y="2734056"/>
            <a:ext cx="512064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B   /   The wiggles do not travel</a:t>
            </a:r>
          </a:p>
        </p:txBody>
      </p:sp>
      <p:cxnSp>
        <p:nvCxnSpPr>
          <p:cNvPr id="7" name="Connector 6"/>
          <p:cNvCxnSpPr/>
          <p:nvPr/>
        </p:nvCxnSpPr>
        <p:spPr>
          <a:xfrm>
            <a:off x="932688" y="5422392"/>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8" name="Connector 7"/>
          <p:cNvCxnSpPr/>
          <p:nvPr/>
        </p:nvCxnSpPr>
        <p:spPr>
          <a:xfrm>
            <a:off x="932688" y="3072384"/>
            <a:ext cx="0" cy="2350008"/>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5413248" y="5513831"/>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10" name="TextBox 9"/>
          <p:cNvSpPr txBox="1"/>
          <p:nvPr/>
        </p:nvSpPr>
        <p:spPr>
          <a:xfrm>
            <a:off x="658368" y="2889503"/>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1" name="Freeform 10"/>
          <p:cNvSpPr/>
          <p:nvPr/>
        </p:nvSpPr>
        <p:spPr>
          <a:xfrm>
            <a:off x="932688" y="4007815"/>
            <a:ext cx="4572000" cy="616306"/>
          </a:xfrm>
          <a:custGeom>
            <a:avLst/>
            <a:gdLst/>
            <a:ahLst/>
            <a:cxnLst/>
            <a:rect l="l" t="t" r="r" b="b"/>
            <a:pathLst>
              <a:path w="5000" h="674">
                <a:moveTo>
                  <a:pt x="0" y="674"/>
                </a:moveTo>
                <a:lnTo>
                  <a:pt x="19" y="672"/>
                </a:lnTo>
                <a:lnTo>
                  <a:pt x="39" y="669"/>
                </a:lnTo>
                <a:lnTo>
                  <a:pt x="58" y="666"/>
                </a:lnTo>
                <a:lnTo>
                  <a:pt x="77" y="664"/>
                </a:lnTo>
                <a:lnTo>
                  <a:pt x="97" y="661"/>
                </a:lnTo>
                <a:lnTo>
                  <a:pt x="116" y="659"/>
                </a:lnTo>
                <a:lnTo>
                  <a:pt x="135" y="656"/>
                </a:lnTo>
                <a:lnTo>
                  <a:pt x="154" y="653"/>
                </a:lnTo>
                <a:lnTo>
                  <a:pt x="174" y="651"/>
                </a:lnTo>
                <a:lnTo>
                  <a:pt x="193" y="648"/>
                </a:lnTo>
                <a:lnTo>
                  <a:pt x="212" y="646"/>
                </a:lnTo>
                <a:lnTo>
                  <a:pt x="232" y="643"/>
                </a:lnTo>
                <a:lnTo>
                  <a:pt x="251" y="640"/>
                </a:lnTo>
                <a:lnTo>
                  <a:pt x="270" y="638"/>
                </a:lnTo>
                <a:lnTo>
                  <a:pt x="290" y="635"/>
                </a:lnTo>
                <a:lnTo>
                  <a:pt x="309" y="632"/>
                </a:lnTo>
                <a:lnTo>
                  <a:pt x="328" y="630"/>
                </a:lnTo>
                <a:lnTo>
                  <a:pt x="347" y="627"/>
                </a:lnTo>
                <a:lnTo>
                  <a:pt x="367" y="625"/>
                </a:lnTo>
                <a:lnTo>
                  <a:pt x="386" y="622"/>
                </a:lnTo>
                <a:lnTo>
                  <a:pt x="405" y="619"/>
                </a:lnTo>
                <a:lnTo>
                  <a:pt x="425" y="617"/>
                </a:lnTo>
                <a:lnTo>
                  <a:pt x="444" y="614"/>
                </a:lnTo>
                <a:lnTo>
                  <a:pt x="463" y="612"/>
                </a:lnTo>
                <a:lnTo>
                  <a:pt x="483" y="609"/>
                </a:lnTo>
                <a:lnTo>
                  <a:pt x="502" y="606"/>
                </a:lnTo>
                <a:lnTo>
                  <a:pt x="521" y="604"/>
                </a:lnTo>
                <a:lnTo>
                  <a:pt x="541" y="601"/>
                </a:lnTo>
                <a:lnTo>
                  <a:pt x="560" y="599"/>
                </a:lnTo>
                <a:lnTo>
                  <a:pt x="579" y="596"/>
                </a:lnTo>
                <a:lnTo>
                  <a:pt x="598" y="593"/>
                </a:lnTo>
                <a:lnTo>
                  <a:pt x="618" y="591"/>
                </a:lnTo>
                <a:lnTo>
                  <a:pt x="637" y="588"/>
                </a:lnTo>
                <a:lnTo>
                  <a:pt x="656" y="586"/>
                </a:lnTo>
                <a:lnTo>
                  <a:pt x="676" y="583"/>
                </a:lnTo>
                <a:lnTo>
                  <a:pt x="695" y="580"/>
                </a:lnTo>
                <a:lnTo>
                  <a:pt x="714" y="578"/>
                </a:lnTo>
                <a:lnTo>
                  <a:pt x="734" y="575"/>
                </a:lnTo>
                <a:lnTo>
                  <a:pt x="753" y="573"/>
                </a:lnTo>
                <a:lnTo>
                  <a:pt x="772" y="570"/>
                </a:lnTo>
                <a:lnTo>
                  <a:pt x="792" y="567"/>
                </a:lnTo>
                <a:lnTo>
                  <a:pt x="811" y="565"/>
                </a:lnTo>
                <a:lnTo>
                  <a:pt x="830" y="562"/>
                </a:lnTo>
                <a:lnTo>
                  <a:pt x="849" y="560"/>
                </a:lnTo>
                <a:lnTo>
                  <a:pt x="869" y="557"/>
                </a:lnTo>
                <a:lnTo>
                  <a:pt x="888" y="554"/>
                </a:lnTo>
                <a:lnTo>
                  <a:pt x="907" y="552"/>
                </a:lnTo>
                <a:lnTo>
                  <a:pt x="927" y="549"/>
                </a:lnTo>
                <a:lnTo>
                  <a:pt x="946" y="547"/>
                </a:lnTo>
                <a:lnTo>
                  <a:pt x="965" y="544"/>
                </a:lnTo>
                <a:lnTo>
                  <a:pt x="985" y="541"/>
                </a:lnTo>
                <a:lnTo>
                  <a:pt x="1004" y="539"/>
                </a:lnTo>
                <a:lnTo>
                  <a:pt x="1023" y="536"/>
                </a:lnTo>
                <a:lnTo>
                  <a:pt x="1042" y="534"/>
                </a:lnTo>
                <a:lnTo>
                  <a:pt x="1062" y="531"/>
                </a:lnTo>
                <a:lnTo>
                  <a:pt x="1081" y="528"/>
                </a:lnTo>
                <a:lnTo>
                  <a:pt x="1100" y="526"/>
                </a:lnTo>
                <a:lnTo>
                  <a:pt x="1120" y="523"/>
                </a:lnTo>
                <a:lnTo>
                  <a:pt x="1139" y="521"/>
                </a:lnTo>
                <a:lnTo>
                  <a:pt x="1158" y="518"/>
                </a:lnTo>
                <a:lnTo>
                  <a:pt x="1178" y="515"/>
                </a:lnTo>
                <a:lnTo>
                  <a:pt x="1197" y="513"/>
                </a:lnTo>
                <a:lnTo>
                  <a:pt x="1216" y="510"/>
                </a:lnTo>
                <a:lnTo>
                  <a:pt x="1236" y="508"/>
                </a:lnTo>
                <a:lnTo>
                  <a:pt x="1255" y="505"/>
                </a:lnTo>
                <a:lnTo>
                  <a:pt x="1274" y="502"/>
                </a:lnTo>
                <a:lnTo>
                  <a:pt x="1293" y="500"/>
                </a:lnTo>
                <a:lnTo>
                  <a:pt x="1313" y="497"/>
                </a:lnTo>
                <a:lnTo>
                  <a:pt x="1332" y="494"/>
                </a:lnTo>
                <a:lnTo>
                  <a:pt x="1351" y="492"/>
                </a:lnTo>
                <a:lnTo>
                  <a:pt x="1371" y="489"/>
                </a:lnTo>
                <a:lnTo>
                  <a:pt x="1390" y="487"/>
                </a:lnTo>
                <a:lnTo>
                  <a:pt x="1409" y="484"/>
                </a:lnTo>
                <a:lnTo>
                  <a:pt x="1429" y="481"/>
                </a:lnTo>
                <a:lnTo>
                  <a:pt x="1448" y="479"/>
                </a:lnTo>
                <a:lnTo>
                  <a:pt x="1467" y="476"/>
                </a:lnTo>
                <a:lnTo>
                  <a:pt x="1486" y="474"/>
                </a:lnTo>
                <a:lnTo>
                  <a:pt x="1506" y="471"/>
                </a:lnTo>
                <a:lnTo>
                  <a:pt x="1525" y="468"/>
                </a:lnTo>
                <a:lnTo>
                  <a:pt x="1544" y="466"/>
                </a:lnTo>
                <a:lnTo>
                  <a:pt x="1564" y="463"/>
                </a:lnTo>
                <a:lnTo>
                  <a:pt x="1583" y="461"/>
                </a:lnTo>
                <a:lnTo>
                  <a:pt x="1602" y="458"/>
                </a:lnTo>
                <a:lnTo>
                  <a:pt x="1622" y="455"/>
                </a:lnTo>
                <a:lnTo>
                  <a:pt x="1641" y="453"/>
                </a:lnTo>
                <a:lnTo>
                  <a:pt x="1660" y="450"/>
                </a:lnTo>
                <a:lnTo>
                  <a:pt x="1680" y="448"/>
                </a:lnTo>
                <a:lnTo>
                  <a:pt x="1699" y="445"/>
                </a:lnTo>
                <a:lnTo>
                  <a:pt x="1718" y="442"/>
                </a:lnTo>
                <a:lnTo>
                  <a:pt x="1737" y="440"/>
                </a:lnTo>
                <a:lnTo>
                  <a:pt x="1757" y="437"/>
                </a:lnTo>
                <a:lnTo>
                  <a:pt x="1776" y="435"/>
                </a:lnTo>
                <a:lnTo>
                  <a:pt x="1795" y="432"/>
                </a:lnTo>
                <a:lnTo>
                  <a:pt x="1815" y="429"/>
                </a:lnTo>
                <a:lnTo>
                  <a:pt x="1834" y="427"/>
                </a:lnTo>
                <a:lnTo>
                  <a:pt x="1853" y="424"/>
                </a:lnTo>
                <a:lnTo>
                  <a:pt x="1873" y="422"/>
                </a:lnTo>
                <a:lnTo>
                  <a:pt x="1892" y="419"/>
                </a:lnTo>
                <a:lnTo>
                  <a:pt x="1911" y="416"/>
                </a:lnTo>
                <a:lnTo>
                  <a:pt x="1931" y="414"/>
                </a:lnTo>
                <a:lnTo>
                  <a:pt x="1950" y="411"/>
                </a:lnTo>
                <a:lnTo>
                  <a:pt x="1969" y="409"/>
                </a:lnTo>
                <a:lnTo>
                  <a:pt x="1988" y="406"/>
                </a:lnTo>
                <a:lnTo>
                  <a:pt x="2008" y="403"/>
                </a:lnTo>
                <a:lnTo>
                  <a:pt x="2027" y="401"/>
                </a:lnTo>
                <a:lnTo>
                  <a:pt x="2046" y="398"/>
                </a:lnTo>
                <a:lnTo>
                  <a:pt x="2066" y="396"/>
                </a:lnTo>
                <a:lnTo>
                  <a:pt x="2085" y="393"/>
                </a:lnTo>
                <a:lnTo>
                  <a:pt x="2104" y="390"/>
                </a:lnTo>
                <a:lnTo>
                  <a:pt x="2124" y="388"/>
                </a:lnTo>
                <a:lnTo>
                  <a:pt x="2143" y="385"/>
                </a:lnTo>
                <a:lnTo>
                  <a:pt x="2162" y="383"/>
                </a:lnTo>
                <a:lnTo>
                  <a:pt x="2181" y="380"/>
                </a:lnTo>
                <a:lnTo>
                  <a:pt x="2201" y="377"/>
                </a:lnTo>
                <a:lnTo>
                  <a:pt x="2220" y="375"/>
                </a:lnTo>
                <a:lnTo>
                  <a:pt x="2239" y="372"/>
                </a:lnTo>
                <a:lnTo>
                  <a:pt x="2259" y="369"/>
                </a:lnTo>
                <a:lnTo>
                  <a:pt x="2278" y="367"/>
                </a:lnTo>
                <a:lnTo>
                  <a:pt x="2297" y="364"/>
                </a:lnTo>
                <a:lnTo>
                  <a:pt x="2317" y="362"/>
                </a:lnTo>
                <a:lnTo>
                  <a:pt x="2336" y="359"/>
                </a:lnTo>
                <a:lnTo>
                  <a:pt x="2355" y="356"/>
                </a:lnTo>
                <a:lnTo>
                  <a:pt x="2375" y="354"/>
                </a:lnTo>
                <a:lnTo>
                  <a:pt x="2394" y="351"/>
                </a:lnTo>
                <a:lnTo>
                  <a:pt x="2413" y="349"/>
                </a:lnTo>
                <a:lnTo>
                  <a:pt x="2432" y="346"/>
                </a:lnTo>
                <a:lnTo>
                  <a:pt x="2452" y="343"/>
                </a:lnTo>
                <a:lnTo>
                  <a:pt x="2471" y="341"/>
                </a:lnTo>
                <a:lnTo>
                  <a:pt x="2490" y="338"/>
                </a:lnTo>
                <a:lnTo>
                  <a:pt x="2510" y="336"/>
                </a:lnTo>
                <a:lnTo>
                  <a:pt x="2529" y="333"/>
                </a:lnTo>
                <a:lnTo>
                  <a:pt x="2548" y="330"/>
                </a:lnTo>
                <a:lnTo>
                  <a:pt x="2568" y="328"/>
                </a:lnTo>
                <a:lnTo>
                  <a:pt x="2587" y="325"/>
                </a:lnTo>
                <a:lnTo>
                  <a:pt x="2606" y="323"/>
                </a:lnTo>
                <a:lnTo>
                  <a:pt x="2625" y="320"/>
                </a:lnTo>
                <a:lnTo>
                  <a:pt x="2645" y="317"/>
                </a:lnTo>
                <a:lnTo>
                  <a:pt x="2664" y="315"/>
                </a:lnTo>
                <a:lnTo>
                  <a:pt x="2683" y="312"/>
                </a:lnTo>
                <a:lnTo>
                  <a:pt x="2703" y="310"/>
                </a:lnTo>
                <a:lnTo>
                  <a:pt x="2722" y="307"/>
                </a:lnTo>
                <a:lnTo>
                  <a:pt x="2741" y="304"/>
                </a:lnTo>
                <a:lnTo>
                  <a:pt x="2761" y="302"/>
                </a:lnTo>
                <a:lnTo>
                  <a:pt x="2780" y="299"/>
                </a:lnTo>
                <a:lnTo>
                  <a:pt x="2799" y="297"/>
                </a:lnTo>
                <a:lnTo>
                  <a:pt x="2819" y="294"/>
                </a:lnTo>
                <a:lnTo>
                  <a:pt x="2838" y="291"/>
                </a:lnTo>
                <a:lnTo>
                  <a:pt x="2857" y="289"/>
                </a:lnTo>
                <a:lnTo>
                  <a:pt x="2876" y="286"/>
                </a:lnTo>
                <a:lnTo>
                  <a:pt x="2896" y="284"/>
                </a:lnTo>
                <a:lnTo>
                  <a:pt x="2915" y="281"/>
                </a:lnTo>
                <a:lnTo>
                  <a:pt x="2934" y="278"/>
                </a:lnTo>
                <a:lnTo>
                  <a:pt x="2954" y="276"/>
                </a:lnTo>
                <a:lnTo>
                  <a:pt x="2973" y="273"/>
                </a:lnTo>
                <a:lnTo>
                  <a:pt x="2992" y="271"/>
                </a:lnTo>
                <a:lnTo>
                  <a:pt x="3012" y="268"/>
                </a:lnTo>
                <a:lnTo>
                  <a:pt x="3031" y="265"/>
                </a:lnTo>
                <a:lnTo>
                  <a:pt x="3050" y="263"/>
                </a:lnTo>
                <a:lnTo>
                  <a:pt x="3069" y="260"/>
                </a:lnTo>
                <a:lnTo>
                  <a:pt x="3089" y="258"/>
                </a:lnTo>
                <a:lnTo>
                  <a:pt x="3108" y="255"/>
                </a:lnTo>
                <a:lnTo>
                  <a:pt x="3127" y="252"/>
                </a:lnTo>
                <a:lnTo>
                  <a:pt x="3147" y="250"/>
                </a:lnTo>
                <a:lnTo>
                  <a:pt x="3166" y="247"/>
                </a:lnTo>
                <a:lnTo>
                  <a:pt x="3185" y="245"/>
                </a:lnTo>
                <a:lnTo>
                  <a:pt x="3205" y="242"/>
                </a:lnTo>
                <a:lnTo>
                  <a:pt x="3224" y="239"/>
                </a:lnTo>
                <a:lnTo>
                  <a:pt x="3243" y="237"/>
                </a:lnTo>
                <a:lnTo>
                  <a:pt x="3263" y="234"/>
                </a:lnTo>
                <a:lnTo>
                  <a:pt x="3282" y="231"/>
                </a:lnTo>
                <a:lnTo>
                  <a:pt x="3301" y="229"/>
                </a:lnTo>
                <a:lnTo>
                  <a:pt x="3320" y="226"/>
                </a:lnTo>
                <a:lnTo>
                  <a:pt x="3340" y="224"/>
                </a:lnTo>
                <a:lnTo>
                  <a:pt x="3359" y="221"/>
                </a:lnTo>
                <a:lnTo>
                  <a:pt x="3378" y="218"/>
                </a:lnTo>
                <a:lnTo>
                  <a:pt x="3398" y="216"/>
                </a:lnTo>
                <a:lnTo>
                  <a:pt x="3417" y="213"/>
                </a:lnTo>
                <a:lnTo>
                  <a:pt x="3436" y="211"/>
                </a:lnTo>
                <a:lnTo>
                  <a:pt x="3456" y="208"/>
                </a:lnTo>
                <a:lnTo>
                  <a:pt x="3475" y="205"/>
                </a:lnTo>
                <a:lnTo>
                  <a:pt x="3494" y="203"/>
                </a:lnTo>
                <a:lnTo>
                  <a:pt x="3514" y="200"/>
                </a:lnTo>
                <a:lnTo>
                  <a:pt x="3533" y="198"/>
                </a:lnTo>
                <a:lnTo>
                  <a:pt x="3552" y="195"/>
                </a:lnTo>
                <a:lnTo>
                  <a:pt x="3571" y="192"/>
                </a:lnTo>
                <a:lnTo>
                  <a:pt x="3591" y="190"/>
                </a:lnTo>
                <a:lnTo>
                  <a:pt x="3610" y="187"/>
                </a:lnTo>
                <a:lnTo>
                  <a:pt x="3629" y="185"/>
                </a:lnTo>
                <a:lnTo>
                  <a:pt x="3649" y="182"/>
                </a:lnTo>
                <a:lnTo>
                  <a:pt x="3668" y="179"/>
                </a:lnTo>
                <a:lnTo>
                  <a:pt x="3687" y="177"/>
                </a:lnTo>
                <a:lnTo>
                  <a:pt x="3707" y="174"/>
                </a:lnTo>
                <a:lnTo>
                  <a:pt x="3726" y="172"/>
                </a:lnTo>
                <a:lnTo>
                  <a:pt x="3745" y="169"/>
                </a:lnTo>
                <a:lnTo>
                  <a:pt x="3764" y="166"/>
                </a:lnTo>
                <a:lnTo>
                  <a:pt x="3784" y="164"/>
                </a:lnTo>
                <a:lnTo>
                  <a:pt x="3803" y="161"/>
                </a:lnTo>
                <a:lnTo>
                  <a:pt x="3822" y="159"/>
                </a:lnTo>
                <a:lnTo>
                  <a:pt x="3842" y="156"/>
                </a:lnTo>
                <a:lnTo>
                  <a:pt x="3861" y="153"/>
                </a:lnTo>
                <a:lnTo>
                  <a:pt x="3880" y="151"/>
                </a:lnTo>
                <a:lnTo>
                  <a:pt x="3900" y="148"/>
                </a:lnTo>
                <a:lnTo>
                  <a:pt x="3919" y="146"/>
                </a:lnTo>
                <a:lnTo>
                  <a:pt x="3938" y="143"/>
                </a:lnTo>
                <a:lnTo>
                  <a:pt x="3958" y="140"/>
                </a:lnTo>
                <a:lnTo>
                  <a:pt x="3977" y="138"/>
                </a:lnTo>
                <a:lnTo>
                  <a:pt x="3996" y="135"/>
                </a:lnTo>
                <a:lnTo>
                  <a:pt x="4015" y="133"/>
                </a:lnTo>
                <a:lnTo>
                  <a:pt x="4035" y="130"/>
                </a:lnTo>
                <a:lnTo>
                  <a:pt x="4054" y="127"/>
                </a:lnTo>
                <a:lnTo>
                  <a:pt x="4073" y="125"/>
                </a:lnTo>
                <a:lnTo>
                  <a:pt x="4093" y="122"/>
                </a:lnTo>
                <a:lnTo>
                  <a:pt x="4112" y="120"/>
                </a:lnTo>
                <a:lnTo>
                  <a:pt x="4131" y="117"/>
                </a:lnTo>
                <a:lnTo>
                  <a:pt x="4151" y="114"/>
                </a:lnTo>
                <a:lnTo>
                  <a:pt x="4170" y="112"/>
                </a:lnTo>
                <a:lnTo>
                  <a:pt x="4189" y="109"/>
                </a:lnTo>
                <a:lnTo>
                  <a:pt x="4208" y="106"/>
                </a:lnTo>
                <a:lnTo>
                  <a:pt x="4228" y="104"/>
                </a:lnTo>
                <a:lnTo>
                  <a:pt x="4247" y="101"/>
                </a:lnTo>
                <a:lnTo>
                  <a:pt x="4266" y="99"/>
                </a:lnTo>
                <a:lnTo>
                  <a:pt x="4286" y="96"/>
                </a:lnTo>
                <a:lnTo>
                  <a:pt x="4305" y="93"/>
                </a:lnTo>
                <a:lnTo>
                  <a:pt x="4324" y="91"/>
                </a:lnTo>
                <a:lnTo>
                  <a:pt x="4344" y="88"/>
                </a:lnTo>
                <a:lnTo>
                  <a:pt x="4363" y="86"/>
                </a:lnTo>
                <a:lnTo>
                  <a:pt x="4382" y="83"/>
                </a:lnTo>
                <a:lnTo>
                  <a:pt x="4402" y="80"/>
                </a:lnTo>
                <a:lnTo>
                  <a:pt x="4421" y="78"/>
                </a:lnTo>
                <a:lnTo>
                  <a:pt x="4440" y="75"/>
                </a:lnTo>
                <a:lnTo>
                  <a:pt x="4459" y="73"/>
                </a:lnTo>
                <a:lnTo>
                  <a:pt x="4479" y="70"/>
                </a:lnTo>
                <a:lnTo>
                  <a:pt x="4498" y="67"/>
                </a:lnTo>
                <a:lnTo>
                  <a:pt x="4517" y="65"/>
                </a:lnTo>
                <a:lnTo>
                  <a:pt x="4537" y="62"/>
                </a:lnTo>
                <a:lnTo>
                  <a:pt x="4556" y="60"/>
                </a:lnTo>
                <a:lnTo>
                  <a:pt x="4575" y="57"/>
                </a:lnTo>
                <a:lnTo>
                  <a:pt x="4595" y="54"/>
                </a:lnTo>
                <a:lnTo>
                  <a:pt x="4614" y="52"/>
                </a:lnTo>
                <a:lnTo>
                  <a:pt x="4633" y="49"/>
                </a:lnTo>
                <a:lnTo>
                  <a:pt x="4653" y="47"/>
                </a:lnTo>
                <a:lnTo>
                  <a:pt x="4672" y="44"/>
                </a:lnTo>
                <a:lnTo>
                  <a:pt x="4691" y="41"/>
                </a:lnTo>
                <a:lnTo>
                  <a:pt x="4710" y="39"/>
                </a:lnTo>
                <a:lnTo>
                  <a:pt x="4730" y="36"/>
                </a:lnTo>
                <a:lnTo>
                  <a:pt x="4749" y="34"/>
                </a:lnTo>
                <a:lnTo>
                  <a:pt x="4768" y="31"/>
                </a:lnTo>
                <a:lnTo>
                  <a:pt x="4788" y="28"/>
                </a:lnTo>
                <a:lnTo>
                  <a:pt x="4807" y="26"/>
                </a:lnTo>
                <a:lnTo>
                  <a:pt x="4826" y="23"/>
                </a:lnTo>
                <a:lnTo>
                  <a:pt x="4846" y="21"/>
                </a:lnTo>
                <a:lnTo>
                  <a:pt x="4865" y="18"/>
                </a:lnTo>
                <a:lnTo>
                  <a:pt x="4884" y="15"/>
                </a:lnTo>
                <a:lnTo>
                  <a:pt x="4903" y="13"/>
                </a:lnTo>
                <a:lnTo>
                  <a:pt x="4923" y="10"/>
                </a:lnTo>
                <a:lnTo>
                  <a:pt x="4942" y="8"/>
                </a:lnTo>
                <a:lnTo>
                  <a:pt x="4961" y="5"/>
                </a:lnTo>
                <a:lnTo>
                  <a:pt x="4981" y="2"/>
                </a:lnTo>
                <a:lnTo>
                  <a:pt x="50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982980" y="397528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1165860" y="4070757"/>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1348740" y="436016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1531620" y="430771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1714500" y="430223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1897380" y="4516407"/>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2080260" y="441699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2263140" y="448535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2446020" y="468722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2628900" y="459602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2811780" y="461310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2994660" y="451243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3177540" y="4622197"/>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3360420" y="485107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3543300" y="453820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3726180" y="444712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3909060" y="4441481"/>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4091940" y="431325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4274820" y="442476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Oval 30"/>
          <p:cNvSpPr/>
          <p:nvPr/>
        </p:nvSpPr>
        <p:spPr>
          <a:xfrm>
            <a:off x="4457700" y="401894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Oval 31"/>
          <p:cNvSpPr/>
          <p:nvPr/>
        </p:nvSpPr>
        <p:spPr>
          <a:xfrm>
            <a:off x="4640580" y="403975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Oval 32"/>
          <p:cNvSpPr/>
          <p:nvPr/>
        </p:nvSpPr>
        <p:spPr>
          <a:xfrm>
            <a:off x="4823460" y="4072351"/>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Oval 33"/>
          <p:cNvSpPr/>
          <p:nvPr/>
        </p:nvSpPr>
        <p:spPr>
          <a:xfrm>
            <a:off x="5006340" y="3853111"/>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Oval 34"/>
          <p:cNvSpPr/>
          <p:nvPr/>
        </p:nvSpPr>
        <p:spPr>
          <a:xfrm>
            <a:off x="5189220" y="363634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Oval 35"/>
          <p:cNvSpPr/>
          <p:nvPr/>
        </p:nvSpPr>
        <p:spPr>
          <a:xfrm>
            <a:off x="5372100" y="339359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7" name="Connector 36"/>
          <p:cNvCxnSpPr/>
          <p:nvPr/>
        </p:nvCxnSpPr>
        <p:spPr>
          <a:xfrm>
            <a:off x="6510528" y="5422392"/>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8" name="Connector 37"/>
          <p:cNvCxnSpPr/>
          <p:nvPr/>
        </p:nvCxnSpPr>
        <p:spPr>
          <a:xfrm>
            <a:off x="6510528" y="3072384"/>
            <a:ext cx="0" cy="2350008"/>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9" name="TextBox 38"/>
          <p:cNvSpPr txBox="1"/>
          <p:nvPr/>
        </p:nvSpPr>
        <p:spPr>
          <a:xfrm>
            <a:off x="10991088" y="5513831"/>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40" name="TextBox 39"/>
          <p:cNvSpPr txBox="1"/>
          <p:nvPr/>
        </p:nvSpPr>
        <p:spPr>
          <a:xfrm>
            <a:off x="6236208" y="2889503"/>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41" name="Freeform 40"/>
          <p:cNvSpPr/>
          <p:nvPr/>
        </p:nvSpPr>
        <p:spPr>
          <a:xfrm>
            <a:off x="6510528" y="3374136"/>
            <a:ext cx="4572000" cy="1835201"/>
          </a:xfrm>
          <a:custGeom>
            <a:avLst/>
            <a:gdLst/>
            <a:ahLst/>
            <a:cxnLst/>
            <a:rect l="l" t="t" r="r" b="b"/>
            <a:pathLst>
              <a:path w="5000" h="2007">
                <a:moveTo>
                  <a:pt x="0" y="1701"/>
                </a:moveTo>
                <a:lnTo>
                  <a:pt x="19" y="1820"/>
                </a:lnTo>
                <a:lnTo>
                  <a:pt x="39" y="1904"/>
                </a:lnTo>
                <a:lnTo>
                  <a:pt x="58" y="1961"/>
                </a:lnTo>
                <a:lnTo>
                  <a:pt x="77" y="1993"/>
                </a:lnTo>
                <a:lnTo>
                  <a:pt x="97" y="2007"/>
                </a:lnTo>
                <a:lnTo>
                  <a:pt x="116" y="2005"/>
                </a:lnTo>
                <a:lnTo>
                  <a:pt x="135" y="1991"/>
                </a:lnTo>
                <a:lnTo>
                  <a:pt x="154" y="1968"/>
                </a:lnTo>
                <a:lnTo>
                  <a:pt x="174" y="1939"/>
                </a:lnTo>
                <a:lnTo>
                  <a:pt x="193" y="1904"/>
                </a:lnTo>
                <a:lnTo>
                  <a:pt x="212" y="1867"/>
                </a:lnTo>
                <a:lnTo>
                  <a:pt x="232" y="1829"/>
                </a:lnTo>
                <a:lnTo>
                  <a:pt x="251" y="1790"/>
                </a:lnTo>
                <a:lnTo>
                  <a:pt x="270" y="1753"/>
                </a:lnTo>
                <a:lnTo>
                  <a:pt x="290" y="1717"/>
                </a:lnTo>
                <a:lnTo>
                  <a:pt x="309" y="1683"/>
                </a:lnTo>
                <a:lnTo>
                  <a:pt x="328" y="1651"/>
                </a:lnTo>
                <a:lnTo>
                  <a:pt x="347" y="1623"/>
                </a:lnTo>
                <a:lnTo>
                  <a:pt x="367" y="1598"/>
                </a:lnTo>
                <a:lnTo>
                  <a:pt x="386" y="1576"/>
                </a:lnTo>
                <a:lnTo>
                  <a:pt x="405" y="1557"/>
                </a:lnTo>
                <a:lnTo>
                  <a:pt x="425" y="1542"/>
                </a:lnTo>
                <a:lnTo>
                  <a:pt x="444" y="1529"/>
                </a:lnTo>
                <a:lnTo>
                  <a:pt x="463" y="1520"/>
                </a:lnTo>
                <a:lnTo>
                  <a:pt x="483" y="1513"/>
                </a:lnTo>
                <a:lnTo>
                  <a:pt x="502" y="1509"/>
                </a:lnTo>
                <a:lnTo>
                  <a:pt x="521" y="1507"/>
                </a:lnTo>
                <a:lnTo>
                  <a:pt x="541" y="1507"/>
                </a:lnTo>
                <a:lnTo>
                  <a:pt x="560" y="1509"/>
                </a:lnTo>
                <a:lnTo>
                  <a:pt x="579" y="1513"/>
                </a:lnTo>
                <a:lnTo>
                  <a:pt x="598" y="1517"/>
                </a:lnTo>
                <a:lnTo>
                  <a:pt x="618" y="1523"/>
                </a:lnTo>
                <a:lnTo>
                  <a:pt x="637" y="1529"/>
                </a:lnTo>
                <a:lnTo>
                  <a:pt x="656" y="1536"/>
                </a:lnTo>
                <a:lnTo>
                  <a:pt x="676" y="1543"/>
                </a:lnTo>
                <a:lnTo>
                  <a:pt x="695" y="1551"/>
                </a:lnTo>
                <a:lnTo>
                  <a:pt x="714" y="1558"/>
                </a:lnTo>
                <a:lnTo>
                  <a:pt x="734" y="1565"/>
                </a:lnTo>
                <a:lnTo>
                  <a:pt x="753" y="1572"/>
                </a:lnTo>
                <a:lnTo>
                  <a:pt x="772" y="1578"/>
                </a:lnTo>
                <a:lnTo>
                  <a:pt x="792" y="1584"/>
                </a:lnTo>
                <a:lnTo>
                  <a:pt x="811" y="1589"/>
                </a:lnTo>
                <a:lnTo>
                  <a:pt x="830" y="1593"/>
                </a:lnTo>
                <a:lnTo>
                  <a:pt x="849" y="1597"/>
                </a:lnTo>
                <a:lnTo>
                  <a:pt x="869" y="1600"/>
                </a:lnTo>
                <a:lnTo>
                  <a:pt x="888" y="1601"/>
                </a:lnTo>
                <a:lnTo>
                  <a:pt x="907" y="1603"/>
                </a:lnTo>
                <a:lnTo>
                  <a:pt x="927" y="1603"/>
                </a:lnTo>
                <a:lnTo>
                  <a:pt x="946" y="1602"/>
                </a:lnTo>
                <a:lnTo>
                  <a:pt x="965" y="1601"/>
                </a:lnTo>
                <a:lnTo>
                  <a:pt x="985" y="1599"/>
                </a:lnTo>
                <a:lnTo>
                  <a:pt x="1004" y="1596"/>
                </a:lnTo>
                <a:lnTo>
                  <a:pt x="1023" y="1592"/>
                </a:lnTo>
                <a:lnTo>
                  <a:pt x="1042" y="1588"/>
                </a:lnTo>
                <a:lnTo>
                  <a:pt x="1062" y="1583"/>
                </a:lnTo>
                <a:lnTo>
                  <a:pt x="1081" y="1578"/>
                </a:lnTo>
                <a:lnTo>
                  <a:pt x="1100" y="1572"/>
                </a:lnTo>
                <a:lnTo>
                  <a:pt x="1120" y="1566"/>
                </a:lnTo>
                <a:lnTo>
                  <a:pt x="1139" y="1560"/>
                </a:lnTo>
                <a:lnTo>
                  <a:pt x="1158" y="1554"/>
                </a:lnTo>
                <a:lnTo>
                  <a:pt x="1178" y="1547"/>
                </a:lnTo>
                <a:lnTo>
                  <a:pt x="1197" y="1541"/>
                </a:lnTo>
                <a:lnTo>
                  <a:pt x="1216" y="1534"/>
                </a:lnTo>
                <a:lnTo>
                  <a:pt x="1236" y="1527"/>
                </a:lnTo>
                <a:lnTo>
                  <a:pt x="1255" y="1521"/>
                </a:lnTo>
                <a:lnTo>
                  <a:pt x="1274" y="1514"/>
                </a:lnTo>
                <a:lnTo>
                  <a:pt x="1293" y="1508"/>
                </a:lnTo>
                <a:lnTo>
                  <a:pt x="1313" y="1502"/>
                </a:lnTo>
                <a:lnTo>
                  <a:pt x="1332" y="1496"/>
                </a:lnTo>
                <a:lnTo>
                  <a:pt x="1351" y="1491"/>
                </a:lnTo>
                <a:lnTo>
                  <a:pt x="1371" y="1486"/>
                </a:lnTo>
                <a:lnTo>
                  <a:pt x="1390" y="1481"/>
                </a:lnTo>
                <a:lnTo>
                  <a:pt x="1409" y="1476"/>
                </a:lnTo>
                <a:lnTo>
                  <a:pt x="1429" y="1472"/>
                </a:lnTo>
                <a:lnTo>
                  <a:pt x="1448" y="1468"/>
                </a:lnTo>
                <a:lnTo>
                  <a:pt x="1467" y="1465"/>
                </a:lnTo>
                <a:lnTo>
                  <a:pt x="1486" y="1461"/>
                </a:lnTo>
                <a:lnTo>
                  <a:pt x="1506" y="1459"/>
                </a:lnTo>
                <a:lnTo>
                  <a:pt x="1525" y="1456"/>
                </a:lnTo>
                <a:lnTo>
                  <a:pt x="1544" y="1453"/>
                </a:lnTo>
                <a:lnTo>
                  <a:pt x="1564" y="1451"/>
                </a:lnTo>
                <a:lnTo>
                  <a:pt x="1583" y="1449"/>
                </a:lnTo>
                <a:lnTo>
                  <a:pt x="1602" y="1447"/>
                </a:lnTo>
                <a:lnTo>
                  <a:pt x="1622" y="1445"/>
                </a:lnTo>
                <a:lnTo>
                  <a:pt x="1641" y="1444"/>
                </a:lnTo>
                <a:lnTo>
                  <a:pt x="1660" y="1442"/>
                </a:lnTo>
                <a:lnTo>
                  <a:pt x="1680" y="1440"/>
                </a:lnTo>
                <a:lnTo>
                  <a:pt x="1699" y="1439"/>
                </a:lnTo>
                <a:lnTo>
                  <a:pt x="1718" y="1437"/>
                </a:lnTo>
                <a:lnTo>
                  <a:pt x="1737" y="1435"/>
                </a:lnTo>
                <a:lnTo>
                  <a:pt x="1757" y="1432"/>
                </a:lnTo>
                <a:lnTo>
                  <a:pt x="1776" y="1430"/>
                </a:lnTo>
                <a:lnTo>
                  <a:pt x="1795" y="1427"/>
                </a:lnTo>
                <a:lnTo>
                  <a:pt x="1815" y="1424"/>
                </a:lnTo>
                <a:lnTo>
                  <a:pt x="1834" y="1421"/>
                </a:lnTo>
                <a:lnTo>
                  <a:pt x="1853" y="1417"/>
                </a:lnTo>
                <a:lnTo>
                  <a:pt x="1873" y="1412"/>
                </a:lnTo>
                <a:lnTo>
                  <a:pt x="1892" y="1408"/>
                </a:lnTo>
                <a:lnTo>
                  <a:pt x="1911" y="1403"/>
                </a:lnTo>
                <a:lnTo>
                  <a:pt x="1931" y="1397"/>
                </a:lnTo>
                <a:lnTo>
                  <a:pt x="1950" y="1391"/>
                </a:lnTo>
                <a:lnTo>
                  <a:pt x="1969" y="1384"/>
                </a:lnTo>
                <a:lnTo>
                  <a:pt x="1988" y="1377"/>
                </a:lnTo>
                <a:lnTo>
                  <a:pt x="2008" y="1369"/>
                </a:lnTo>
                <a:lnTo>
                  <a:pt x="2027" y="1360"/>
                </a:lnTo>
                <a:lnTo>
                  <a:pt x="2046" y="1351"/>
                </a:lnTo>
                <a:lnTo>
                  <a:pt x="2066" y="1342"/>
                </a:lnTo>
                <a:lnTo>
                  <a:pt x="2085" y="1332"/>
                </a:lnTo>
                <a:lnTo>
                  <a:pt x="2104" y="1321"/>
                </a:lnTo>
                <a:lnTo>
                  <a:pt x="2124" y="1310"/>
                </a:lnTo>
                <a:lnTo>
                  <a:pt x="2143" y="1299"/>
                </a:lnTo>
                <a:lnTo>
                  <a:pt x="2162" y="1287"/>
                </a:lnTo>
                <a:lnTo>
                  <a:pt x="2181" y="1275"/>
                </a:lnTo>
                <a:lnTo>
                  <a:pt x="2201" y="1262"/>
                </a:lnTo>
                <a:lnTo>
                  <a:pt x="2220" y="1249"/>
                </a:lnTo>
                <a:lnTo>
                  <a:pt x="2239" y="1236"/>
                </a:lnTo>
                <a:lnTo>
                  <a:pt x="2259" y="1223"/>
                </a:lnTo>
                <a:lnTo>
                  <a:pt x="2278" y="1209"/>
                </a:lnTo>
                <a:lnTo>
                  <a:pt x="2297" y="1196"/>
                </a:lnTo>
                <a:lnTo>
                  <a:pt x="2317" y="1182"/>
                </a:lnTo>
                <a:lnTo>
                  <a:pt x="2336" y="1168"/>
                </a:lnTo>
                <a:lnTo>
                  <a:pt x="2355" y="1155"/>
                </a:lnTo>
                <a:lnTo>
                  <a:pt x="2375" y="1141"/>
                </a:lnTo>
                <a:lnTo>
                  <a:pt x="2394" y="1128"/>
                </a:lnTo>
                <a:lnTo>
                  <a:pt x="2413" y="1115"/>
                </a:lnTo>
                <a:lnTo>
                  <a:pt x="2432" y="1102"/>
                </a:lnTo>
                <a:lnTo>
                  <a:pt x="2452" y="1089"/>
                </a:lnTo>
                <a:lnTo>
                  <a:pt x="2471" y="1077"/>
                </a:lnTo>
                <a:lnTo>
                  <a:pt x="2490" y="1066"/>
                </a:lnTo>
                <a:lnTo>
                  <a:pt x="2510" y="1055"/>
                </a:lnTo>
                <a:lnTo>
                  <a:pt x="2529" y="1044"/>
                </a:lnTo>
                <a:lnTo>
                  <a:pt x="2548" y="1034"/>
                </a:lnTo>
                <a:lnTo>
                  <a:pt x="2568" y="1025"/>
                </a:lnTo>
                <a:lnTo>
                  <a:pt x="2587" y="1016"/>
                </a:lnTo>
                <a:lnTo>
                  <a:pt x="2606" y="1009"/>
                </a:lnTo>
                <a:lnTo>
                  <a:pt x="2625" y="1002"/>
                </a:lnTo>
                <a:lnTo>
                  <a:pt x="2645" y="995"/>
                </a:lnTo>
                <a:lnTo>
                  <a:pt x="2664" y="990"/>
                </a:lnTo>
                <a:lnTo>
                  <a:pt x="2683" y="985"/>
                </a:lnTo>
                <a:lnTo>
                  <a:pt x="2703" y="981"/>
                </a:lnTo>
                <a:lnTo>
                  <a:pt x="2722" y="979"/>
                </a:lnTo>
                <a:lnTo>
                  <a:pt x="2741" y="976"/>
                </a:lnTo>
                <a:lnTo>
                  <a:pt x="2761" y="975"/>
                </a:lnTo>
                <a:lnTo>
                  <a:pt x="2780" y="975"/>
                </a:lnTo>
                <a:lnTo>
                  <a:pt x="2799" y="975"/>
                </a:lnTo>
                <a:lnTo>
                  <a:pt x="2819" y="976"/>
                </a:lnTo>
                <a:lnTo>
                  <a:pt x="2838" y="978"/>
                </a:lnTo>
                <a:lnTo>
                  <a:pt x="2857" y="981"/>
                </a:lnTo>
                <a:lnTo>
                  <a:pt x="2876" y="985"/>
                </a:lnTo>
                <a:lnTo>
                  <a:pt x="2896" y="989"/>
                </a:lnTo>
                <a:lnTo>
                  <a:pt x="2915" y="993"/>
                </a:lnTo>
                <a:lnTo>
                  <a:pt x="2934" y="999"/>
                </a:lnTo>
                <a:lnTo>
                  <a:pt x="2954" y="1004"/>
                </a:lnTo>
                <a:lnTo>
                  <a:pt x="2973" y="1011"/>
                </a:lnTo>
                <a:lnTo>
                  <a:pt x="2992" y="1017"/>
                </a:lnTo>
                <a:lnTo>
                  <a:pt x="3012" y="1024"/>
                </a:lnTo>
                <a:lnTo>
                  <a:pt x="3031" y="1031"/>
                </a:lnTo>
                <a:lnTo>
                  <a:pt x="3050" y="1038"/>
                </a:lnTo>
                <a:lnTo>
                  <a:pt x="3069" y="1045"/>
                </a:lnTo>
                <a:lnTo>
                  <a:pt x="3089" y="1053"/>
                </a:lnTo>
                <a:lnTo>
                  <a:pt x="3108" y="1060"/>
                </a:lnTo>
                <a:lnTo>
                  <a:pt x="3127" y="1067"/>
                </a:lnTo>
                <a:lnTo>
                  <a:pt x="3147" y="1073"/>
                </a:lnTo>
                <a:lnTo>
                  <a:pt x="3166" y="1080"/>
                </a:lnTo>
                <a:lnTo>
                  <a:pt x="3185" y="1086"/>
                </a:lnTo>
                <a:lnTo>
                  <a:pt x="3205" y="1091"/>
                </a:lnTo>
                <a:lnTo>
                  <a:pt x="3224" y="1096"/>
                </a:lnTo>
                <a:lnTo>
                  <a:pt x="3243" y="1100"/>
                </a:lnTo>
                <a:lnTo>
                  <a:pt x="3263" y="1103"/>
                </a:lnTo>
                <a:lnTo>
                  <a:pt x="3282" y="1106"/>
                </a:lnTo>
                <a:lnTo>
                  <a:pt x="3301" y="1107"/>
                </a:lnTo>
                <a:lnTo>
                  <a:pt x="3320" y="1108"/>
                </a:lnTo>
                <a:lnTo>
                  <a:pt x="3340" y="1108"/>
                </a:lnTo>
                <a:lnTo>
                  <a:pt x="3359" y="1107"/>
                </a:lnTo>
                <a:lnTo>
                  <a:pt x="3378" y="1104"/>
                </a:lnTo>
                <a:lnTo>
                  <a:pt x="3398" y="1101"/>
                </a:lnTo>
                <a:lnTo>
                  <a:pt x="3417" y="1096"/>
                </a:lnTo>
                <a:lnTo>
                  <a:pt x="3436" y="1091"/>
                </a:lnTo>
                <a:lnTo>
                  <a:pt x="3456" y="1084"/>
                </a:lnTo>
                <a:lnTo>
                  <a:pt x="3475" y="1076"/>
                </a:lnTo>
                <a:lnTo>
                  <a:pt x="3494" y="1067"/>
                </a:lnTo>
                <a:lnTo>
                  <a:pt x="3514" y="1057"/>
                </a:lnTo>
                <a:lnTo>
                  <a:pt x="3533" y="1046"/>
                </a:lnTo>
                <a:lnTo>
                  <a:pt x="3552" y="1033"/>
                </a:lnTo>
                <a:lnTo>
                  <a:pt x="3571" y="1020"/>
                </a:lnTo>
                <a:lnTo>
                  <a:pt x="3591" y="1006"/>
                </a:lnTo>
                <a:lnTo>
                  <a:pt x="3610" y="992"/>
                </a:lnTo>
                <a:lnTo>
                  <a:pt x="3629" y="976"/>
                </a:lnTo>
                <a:lnTo>
                  <a:pt x="3649" y="960"/>
                </a:lnTo>
                <a:lnTo>
                  <a:pt x="3668" y="943"/>
                </a:lnTo>
                <a:lnTo>
                  <a:pt x="3687" y="926"/>
                </a:lnTo>
                <a:lnTo>
                  <a:pt x="3707" y="908"/>
                </a:lnTo>
                <a:lnTo>
                  <a:pt x="3726" y="891"/>
                </a:lnTo>
                <a:lnTo>
                  <a:pt x="3745" y="873"/>
                </a:lnTo>
                <a:lnTo>
                  <a:pt x="3764" y="855"/>
                </a:lnTo>
                <a:lnTo>
                  <a:pt x="3784" y="838"/>
                </a:lnTo>
                <a:lnTo>
                  <a:pt x="3803" y="820"/>
                </a:lnTo>
                <a:lnTo>
                  <a:pt x="3822" y="804"/>
                </a:lnTo>
                <a:lnTo>
                  <a:pt x="3842" y="788"/>
                </a:lnTo>
                <a:lnTo>
                  <a:pt x="3861" y="772"/>
                </a:lnTo>
                <a:lnTo>
                  <a:pt x="3880" y="758"/>
                </a:lnTo>
                <a:lnTo>
                  <a:pt x="3900" y="744"/>
                </a:lnTo>
                <a:lnTo>
                  <a:pt x="3919" y="732"/>
                </a:lnTo>
                <a:lnTo>
                  <a:pt x="3938" y="721"/>
                </a:lnTo>
                <a:lnTo>
                  <a:pt x="3958" y="712"/>
                </a:lnTo>
                <a:lnTo>
                  <a:pt x="3977" y="703"/>
                </a:lnTo>
                <a:lnTo>
                  <a:pt x="3996" y="697"/>
                </a:lnTo>
                <a:lnTo>
                  <a:pt x="4015" y="692"/>
                </a:lnTo>
                <a:lnTo>
                  <a:pt x="4035" y="689"/>
                </a:lnTo>
                <a:lnTo>
                  <a:pt x="4054" y="687"/>
                </a:lnTo>
                <a:lnTo>
                  <a:pt x="4073" y="688"/>
                </a:lnTo>
                <a:lnTo>
                  <a:pt x="4093" y="690"/>
                </a:lnTo>
                <a:lnTo>
                  <a:pt x="4112" y="694"/>
                </a:lnTo>
                <a:lnTo>
                  <a:pt x="4131" y="699"/>
                </a:lnTo>
                <a:lnTo>
                  <a:pt x="4151" y="706"/>
                </a:lnTo>
                <a:lnTo>
                  <a:pt x="4170" y="715"/>
                </a:lnTo>
                <a:lnTo>
                  <a:pt x="4189" y="725"/>
                </a:lnTo>
                <a:lnTo>
                  <a:pt x="4208" y="736"/>
                </a:lnTo>
                <a:lnTo>
                  <a:pt x="4228" y="748"/>
                </a:lnTo>
                <a:lnTo>
                  <a:pt x="4247" y="761"/>
                </a:lnTo>
                <a:lnTo>
                  <a:pt x="4266" y="774"/>
                </a:lnTo>
                <a:lnTo>
                  <a:pt x="4286" y="788"/>
                </a:lnTo>
                <a:lnTo>
                  <a:pt x="4305" y="801"/>
                </a:lnTo>
                <a:lnTo>
                  <a:pt x="4324" y="814"/>
                </a:lnTo>
                <a:lnTo>
                  <a:pt x="4344" y="827"/>
                </a:lnTo>
                <a:lnTo>
                  <a:pt x="4363" y="838"/>
                </a:lnTo>
                <a:lnTo>
                  <a:pt x="4382" y="848"/>
                </a:lnTo>
                <a:lnTo>
                  <a:pt x="4402" y="855"/>
                </a:lnTo>
                <a:lnTo>
                  <a:pt x="4421" y="861"/>
                </a:lnTo>
                <a:lnTo>
                  <a:pt x="4440" y="863"/>
                </a:lnTo>
                <a:lnTo>
                  <a:pt x="4459" y="862"/>
                </a:lnTo>
                <a:lnTo>
                  <a:pt x="4479" y="858"/>
                </a:lnTo>
                <a:lnTo>
                  <a:pt x="4498" y="849"/>
                </a:lnTo>
                <a:lnTo>
                  <a:pt x="4517" y="836"/>
                </a:lnTo>
                <a:lnTo>
                  <a:pt x="4537" y="818"/>
                </a:lnTo>
                <a:lnTo>
                  <a:pt x="4556" y="795"/>
                </a:lnTo>
                <a:lnTo>
                  <a:pt x="4575" y="767"/>
                </a:lnTo>
                <a:lnTo>
                  <a:pt x="4595" y="733"/>
                </a:lnTo>
                <a:lnTo>
                  <a:pt x="4614" y="694"/>
                </a:lnTo>
                <a:lnTo>
                  <a:pt x="4633" y="649"/>
                </a:lnTo>
                <a:lnTo>
                  <a:pt x="4653" y="600"/>
                </a:lnTo>
                <a:lnTo>
                  <a:pt x="4672" y="545"/>
                </a:lnTo>
                <a:lnTo>
                  <a:pt x="4691" y="487"/>
                </a:lnTo>
                <a:lnTo>
                  <a:pt x="4710" y="425"/>
                </a:lnTo>
                <a:lnTo>
                  <a:pt x="4730" y="360"/>
                </a:lnTo>
                <a:lnTo>
                  <a:pt x="4749" y="295"/>
                </a:lnTo>
                <a:lnTo>
                  <a:pt x="4768" y="230"/>
                </a:lnTo>
                <a:lnTo>
                  <a:pt x="4788" y="168"/>
                </a:lnTo>
                <a:lnTo>
                  <a:pt x="4807" y="112"/>
                </a:lnTo>
                <a:lnTo>
                  <a:pt x="4826" y="63"/>
                </a:lnTo>
                <a:lnTo>
                  <a:pt x="4846" y="25"/>
                </a:lnTo>
                <a:lnTo>
                  <a:pt x="4865" y="3"/>
                </a:lnTo>
                <a:lnTo>
                  <a:pt x="4884" y="0"/>
                </a:lnTo>
                <a:lnTo>
                  <a:pt x="4903" y="23"/>
                </a:lnTo>
                <a:lnTo>
                  <a:pt x="4923" y="76"/>
                </a:lnTo>
                <a:lnTo>
                  <a:pt x="4942" y="167"/>
                </a:lnTo>
                <a:lnTo>
                  <a:pt x="4961" y="303"/>
                </a:lnTo>
                <a:lnTo>
                  <a:pt x="4981" y="493"/>
                </a:lnTo>
                <a:lnTo>
                  <a:pt x="5000" y="747"/>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Oval 41"/>
          <p:cNvSpPr/>
          <p:nvPr/>
        </p:nvSpPr>
        <p:spPr>
          <a:xfrm>
            <a:off x="6560820" y="465918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p:cNvSpPr/>
          <p:nvPr/>
        </p:nvSpPr>
        <p:spPr>
          <a:xfrm>
            <a:off x="6743700" y="470480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Oval 43"/>
          <p:cNvSpPr/>
          <p:nvPr/>
        </p:nvSpPr>
        <p:spPr>
          <a:xfrm>
            <a:off x="6926580" y="465551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Oval 44"/>
          <p:cNvSpPr/>
          <p:nvPr/>
        </p:nvSpPr>
        <p:spPr>
          <a:xfrm>
            <a:off x="7109460" y="486832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Oval 45"/>
          <p:cNvSpPr/>
          <p:nvPr/>
        </p:nvSpPr>
        <p:spPr>
          <a:xfrm>
            <a:off x="7292340" y="478435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Oval 46"/>
          <p:cNvSpPr/>
          <p:nvPr/>
        </p:nvSpPr>
        <p:spPr>
          <a:xfrm>
            <a:off x="7475220" y="476379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Oval 47"/>
          <p:cNvSpPr/>
          <p:nvPr/>
        </p:nvSpPr>
        <p:spPr>
          <a:xfrm>
            <a:off x="7658100" y="483930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Oval 48"/>
          <p:cNvSpPr/>
          <p:nvPr/>
        </p:nvSpPr>
        <p:spPr>
          <a:xfrm>
            <a:off x="7840980" y="464313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Oval 49"/>
          <p:cNvSpPr/>
          <p:nvPr/>
        </p:nvSpPr>
        <p:spPr>
          <a:xfrm>
            <a:off x="8023860" y="444851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Oval 50"/>
          <p:cNvSpPr/>
          <p:nvPr/>
        </p:nvSpPr>
        <p:spPr>
          <a:xfrm>
            <a:off x="8206740" y="449087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Oval 51"/>
          <p:cNvSpPr/>
          <p:nvPr/>
        </p:nvSpPr>
        <p:spPr>
          <a:xfrm>
            <a:off x="8389620" y="450116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Oval 52"/>
          <p:cNvSpPr/>
          <p:nvPr/>
        </p:nvSpPr>
        <p:spPr>
          <a:xfrm>
            <a:off x="8572500" y="462240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Oval 53"/>
          <p:cNvSpPr/>
          <p:nvPr/>
        </p:nvSpPr>
        <p:spPr>
          <a:xfrm>
            <a:off x="8755380" y="4172247"/>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Oval 54"/>
          <p:cNvSpPr/>
          <p:nvPr/>
        </p:nvSpPr>
        <p:spPr>
          <a:xfrm>
            <a:off x="8938260" y="4535441"/>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Oval 55"/>
          <p:cNvSpPr/>
          <p:nvPr/>
        </p:nvSpPr>
        <p:spPr>
          <a:xfrm>
            <a:off x="9121140" y="4179561"/>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Oval 56"/>
          <p:cNvSpPr/>
          <p:nvPr/>
        </p:nvSpPr>
        <p:spPr>
          <a:xfrm>
            <a:off x="9304020" y="437661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Oval 57"/>
          <p:cNvSpPr/>
          <p:nvPr/>
        </p:nvSpPr>
        <p:spPr>
          <a:xfrm>
            <a:off x="9486900" y="421835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9" name="Oval 58"/>
          <p:cNvSpPr/>
          <p:nvPr/>
        </p:nvSpPr>
        <p:spPr>
          <a:xfrm>
            <a:off x="9669780" y="418630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0" name="Oval 59"/>
          <p:cNvSpPr/>
          <p:nvPr/>
        </p:nvSpPr>
        <p:spPr>
          <a:xfrm>
            <a:off x="9852660" y="426200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1" name="Oval 60"/>
          <p:cNvSpPr/>
          <p:nvPr/>
        </p:nvSpPr>
        <p:spPr>
          <a:xfrm>
            <a:off x="10035540" y="420287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2" name="Oval 61"/>
          <p:cNvSpPr/>
          <p:nvPr/>
        </p:nvSpPr>
        <p:spPr>
          <a:xfrm>
            <a:off x="10218420" y="427200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Oval 62"/>
          <p:cNvSpPr/>
          <p:nvPr/>
        </p:nvSpPr>
        <p:spPr>
          <a:xfrm>
            <a:off x="10401300" y="416378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4" name="Oval 63"/>
          <p:cNvSpPr/>
          <p:nvPr/>
        </p:nvSpPr>
        <p:spPr>
          <a:xfrm>
            <a:off x="10584180" y="401530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5" name="Oval 64"/>
          <p:cNvSpPr/>
          <p:nvPr/>
        </p:nvSpPr>
        <p:spPr>
          <a:xfrm>
            <a:off x="10767060" y="3958581"/>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6" name="Oval 65"/>
          <p:cNvSpPr/>
          <p:nvPr/>
        </p:nvSpPr>
        <p:spPr>
          <a:xfrm>
            <a:off x="10949940" y="3840547"/>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7" name="Oval 66"/>
          <p:cNvSpPr/>
          <p:nvPr/>
        </p:nvSpPr>
        <p:spPr>
          <a:xfrm>
            <a:off x="864108" y="594817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8" name="TextBox 67"/>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unseen observations</a:t>
            </a:r>
          </a:p>
        </p:txBody>
      </p:sp>
      <p:cxnSp>
        <p:nvCxnSpPr>
          <p:cNvPr id="69" name="Connector 68"/>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70" name="TextBox 69"/>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unchanged model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sp>
        <p:nvSpPr>
          <p:cNvPr id="2" name="TextBox 1"/>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Change the sample. Fit again.</a:t>
            </a:r>
          </a:p>
        </p:txBody>
      </p:sp>
      <p:cxnSp>
        <p:nvCxnSpPr>
          <p:cNvPr id="3" name="Connector 2"/>
          <p:cNvCxnSpPr/>
          <p:nvPr/>
        </p:nvCxnSpPr>
        <p:spPr>
          <a:xfrm>
            <a:off x="594360" y="6419088"/>
            <a:ext cx="109728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05/08</a:t>
            </a:r>
          </a:p>
        </p:txBody>
      </p:sp>
      <p:sp>
        <p:nvSpPr>
          <p:cNvPr id="5" name="TextBox 4"/>
          <p:cNvSpPr txBox="1"/>
          <p:nvPr/>
        </p:nvSpPr>
        <p:spPr>
          <a:xfrm>
            <a:off x="932688" y="2734056"/>
            <a:ext cx="457200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A   /   Consistently wrong</a:t>
            </a:r>
          </a:p>
        </p:txBody>
      </p:sp>
      <p:sp>
        <p:nvSpPr>
          <p:cNvPr id="6" name="TextBox 5"/>
          <p:cNvSpPr txBox="1"/>
          <p:nvPr/>
        </p:nvSpPr>
        <p:spPr>
          <a:xfrm>
            <a:off x="6510528" y="2734056"/>
            <a:ext cx="530352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B   /   Sensitive to the sample</a:t>
            </a:r>
          </a:p>
        </p:txBody>
      </p:sp>
      <p:cxnSp>
        <p:nvCxnSpPr>
          <p:cNvPr id="7" name="Connector 6"/>
          <p:cNvCxnSpPr/>
          <p:nvPr/>
        </p:nvCxnSpPr>
        <p:spPr>
          <a:xfrm>
            <a:off x="932688" y="5422392"/>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8" name="Connector 7"/>
          <p:cNvCxnSpPr/>
          <p:nvPr/>
        </p:nvCxnSpPr>
        <p:spPr>
          <a:xfrm>
            <a:off x="932688" y="3072384"/>
            <a:ext cx="0" cy="2350008"/>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5413248" y="5513831"/>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10" name="TextBox 9"/>
          <p:cNvSpPr txBox="1"/>
          <p:nvPr/>
        </p:nvSpPr>
        <p:spPr>
          <a:xfrm>
            <a:off x="658368" y="2889503"/>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1" name="Freeform 10"/>
          <p:cNvSpPr/>
          <p:nvPr/>
        </p:nvSpPr>
        <p:spPr>
          <a:xfrm>
            <a:off x="932688" y="4107485"/>
            <a:ext cx="4572000" cy="502006"/>
          </a:xfrm>
          <a:custGeom>
            <a:avLst/>
            <a:gdLst/>
            <a:ahLst/>
            <a:cxnLst/>
            <a:rect l="l" t="t" r="r" b="b"/>
            <a:pathLst>
              <a:path w="5000" h="549">
                <a:moveTo>
                  <a:pt x="0" y="549"/>
                </a:moveTo>
                <a:lnTo>
                  <a:pt x="19" y="546"/>
                </a:lnTo>
                <a:lnTo>
                  <a:pt x="39" y="544"/>
                </a:lnTo>
                <a:lnTo>
                  <a:pt x="58" y="542"/>
                </a:lnTo>
                <a:lnTo>
                  <a:pt x="77" y="540"/>
                </a:lnTo>
                <a:lnTo>
                  <a:pt x="97" y="538"/>
                </a:lnTo>
                <a:lnTo>
                  <a:pt x="116" y="536"/>
                </a:lnTo>
                <a:lnTo>
                  <a:pt x="135" y="534"/>
                </a:lnTo>
                <a:lnTo>
                  <a:pt x="154" y="532"/>
                </a:lnTo>
                <a:lnTo>
                  <a:pt x="174" y="529"/>
                </a:lnTo>
                <a:lnTo>
                  <a:pt x="193" y="527"/>
                </a:lnTo>
                <a:lnTo>
                  <a:pt x="212" y="525"/>
                </a:lnTo>
                <a:lnTo>
                  <a:pt x="232" y="523"/>
                </a:lnTo>
                <a:lnTo>
                  <a:pt x="251" y="521"/>
                </a:lnTo>
                <a:lnTo>
                  <a:pt x="270" y="519"/>
                </a:lnTo>
                <a:lnTo>
                  <a:pt x="290" y="517"/>
                </a:lnTo>
                <a:lnTo>
                  <a:pt x="309" y="515"/>
                </a:lnTo>
                <a:lnTo>
                  <a:pt x="328" y="513"/>
                </a:lnTo>
                <a:lnTo>
                  <a:pt x="347" y="510"/>
                </a:lnTo>
                <a:lnTo>
                  <a:pt x="367" y="508"/>
                </a:lnTo>
                <a:lnTo>
                  <a:pt x="386" y="506"/>
                </a:lnTo>
                <a:lnTo>
                  <a:pt x="405" y="504"/>
                </a:lnTo>
                <a:lnTo>
                  <a:pt x="425" y="502"/>
                </a:lnTo>
                <a:lnTo>
                  <a:pt x="444" y="500"/>
                </a:lnTo>
                <a:lnTo>
                  <a:pt x="463" y="498"/>
                </a:lnTo>
                <a:lnTo>
                  <a:pt x="483" y="496"/>
                </a:lnTo>
                <a:lnTo>
                  <a:pt x="502" y="494"/>
                </a:lnTo>
                <a:lnTo>
                  <a:pt x="521" y="491"/>
                </a:lnTo>
                <a:lnTo>
                  <a:pt x="541" y="489"/>
                </a:lnTo>
                <a:lnTo>
                  <a:pt x="560" y="487"/>
                </a:lnTo>
                <a:lnTo>
                  <a:pt x="579" y="485"/>
                </a:lnTo>
                <a:lnTo>
                  <a:pt x="598" y="483"/>
                </a:lnTo>
                <a:lnTo>
                  <a:pt x="618" y="481"/>
                </a:lnTo>
                <a:lnTo>
                  <a:pt x="637" y="479"/>
                </a:lnTo>
                <a:lnTo>
                  <a:pt x="656" y="477"/>
                </a:lnTo>
                <a:lnTo>
                  <a:pt x="676" y="474"/>
                </a:lnTo>
                <a:lnTo>
                  <a:pt x="695" y="472"/>
                </a:lnTo>
                <a:lnTo>
                  <a:pt x="714" y="470"/>
                </a:lnTo>
                <a:lnTo>
                  <a:pt x="734" y="468"/>
                </a:lnTo>
                <a:lnTo>
                  <a:pt x="753" y="466"/>
                </a:lnTo>
                <a:lnTo>
                  <a:pt x="772" y="464"/>
                </a:lnTo>
                <a:lnTo>
                  <a:pt x="792" y="462"/>
                </a:lnTo>
                <a:lnTo>
                  <a:pt x="811" y="460"/>
                </a:lnTo>
                <a:lnTo>
                  <a:pt x="830" y="458"/>
                </a:lnTo>
                <a:lnTo>
                  <a:pt x="849" y="455"/>
                </a:lnTo>
                <a:lnTo>
                  <a:pt x="869" y="453"/>
                </a:lnTo>
                <a:lnTo>
                  <a:pt x="888" y="451"/>
                </a:lnTo>
                <a:lnTo>
                  <a:pt x="907" y="449"/>
                </a:lnTo>
                <a:lnTo>
                  <a:pt x="927" y="447"/>
                </a:lnTo>
                <a:lnTo>
                  <a:pt x="946" y="445"/>
                </a:lnTo>
                <a:lnTo>
                  <a:pt x="965" y="443"/>
                </a:lnTo>
                <a:lnTo>
                  <a:pt x="985" y="441"/>
                </a:lnTo>
                <a:lnTo>
                  <a:pt x="1004" y="438"/>
                </a:lnTo>
                <a:lnTo>
                  <a:pt x="1023" y="436"/>
                </a:lnTo>
                <a:lnTo>
                  <a:pt x="1042" y="434"/>
                </a:lnTo>
                <a:lnTo>
                  <a:pt x="1062" y="432"/>
                </a:lnTo>
                <a:lnTo>
                  <a:pt x="1081" y="430"/>
                </a:lnTo>
                <a:lnTo>
                  <a:pt x="1100" y="428"/>
                </a:lnTo>
                <a:lnTo>
                  <a:pt x="1120" y="426"/>
                </a:lnTo>
                <a:lnTo>
                  <a:pt x="1139" y="424"/>
                </a:lnTo>
                <a:lnTo>
                  <a:pt x="1158" y="422"/>
                </a:lnTo>
                <a:lnTo>
                  <a:pt x="1178" y="419"/>
                </a:lnTo>
                <a:lnTo>
                  <a:pt x="1197" y="417"/>
                </a:lnTo>
                <a:lnTo>
                  <a:pt x="1216" y="415"/>
                </a:lnTo>
                <a:lnTo>
                  <a:pt x="1236" y="413"/>
                </a:lnTo>
                <a:lnTo>
                  <a:pt x="1255" y="411"/>
                </a:lnTo>
                <a:lnTo>
                  <a:pt x="1274" y="409"/>
                </a:lnTo>
                <a:lnTo>
                  <a:pt x="1293" y="407"/>
                </a:lnTo>
                <a:lnTo>
                  <a:pt x="1313" y="405"/>
                </a:lnTo>
                <a:lnTo>
                  <a:pt x="1332" y="402"/>
                </a:lnTo>
                <a:lnTo>
                  <a:pt x="1351" y="400"/>
                </a:lnTo>
                <a:lnTo>
                  <a:pt x="1371" y="398"/>
                </a:lnTo>
                <a:lnTo>
                  <a:pt x="1390" y="396"/>
                </a:lnTo>
                <a:lnTo>
                  <a:pt x="1409" y="394"/>
                </a:lnTo>
                <a:lnTo>
                  <a:pt x="1429" y="392"/>
                </a:lnTo>
                <a:lnTo>
                  <a:pt x="1448" y="390"/>
                </a:lnTo>
                <a:lnTo>
                  <a:pt x="1467" y="388"/>
                </a:lnTo>
                <a:lnTo>
                  <a:pt x="1486" y="386"/>
                </a:lnTo>
                <a:lnTo>
                  <a:pt x="1506" y="383"/>
                </a:lnTo>
                <a:lnTo>
                  <a:pt x="1525" y="381"/>
                </a:lnTo>
                <a:lnTo>
                  <a:pt x="1544" y="379"/>
                </a:lnTo>
                <a:lnTo>
                  <a:pt x="1564" y="377"/>
                </a:lnTo>
                <a:lnTo>
                  <a:pt x="1583" y="375"/>
                </a:lnTo>
                <a:lnTo>
                  <a:pt x="1602" y="373"/>
                </a:lnTo>
                <a:lnTo>
                  <a:pt x="1622" y="371"/>
                </a:lnTo>
                <a:lnTo>
                  <a:pt x="1641" y="369"/>
                </a:lnTo>
                <a:lnTo>
                  <a:pt x="1660" y="367"/>
                </a:lnTo>
                <a:lnTo>
                  <a:pt x="1680" y="364"/>
                </a:lnTo>
                <a:lnTo>
                  <a:pt x="1699" y="362"/>
                </a:lnTo>
                <a:lnTo>
                  <a:pt x="1718" y="360"/>
                </a:lnTo>
                <a:lnTo>
                  <a:pt x="1737" y="358"/>
                </a:lnTo>
                <a:lnTo>
                  <a:pt x="1757" y="356"/>
                </a:lnTo>
                <a:lnTo>
                  <a:pt x="1776" y="354"/>
                </a:lnTo>
                <a:lnTo>
                  <a:pt x="1795" y="352"/>
                </a:lnTo>
                <a:lnTo>
                  <a:pt x="1815" y="350"/>
                </a:lnTo>
                <a:lnTo>
                  <a:pt x="1834" y="347"/>
                </a:lnTo>
                <a:lnTo>
                  <a:pt x="1853" y="345"/>
                </a:lnTo>
                <a:lnTo>
                  <a:pt x="1873" y="343"/>
                </a:lnTo>
                <a:lnTo>
                  <a:pt x="1892" y="341"/>
                </a:lnTo>
                <a:lnTo>
                  <a:pt x="1911" y="339"/>
                </a:lnTo>
                <a:lnTo>
                  <a:pt x="1931" y="337"/>
                </a:lnTo>
                <a:lnTo>
                  <a:pt x="1950" y="335"/>
                </a:lnTo>
                <a:lnTo>
                  <a:pt x="1969" y="333"/>
                </a:lnTo>
                <a:lnTo>
                  <a:pt x="1988" y="331"/>
                </a:lnTo>
                <a:lnTo>
                  <a:pt x="2008" y="328"/>
                </a:lnTo>
                <a:lnTo>
                  <a:pt x="2027" y="326"/>
                </a:lnTo>
                <a:lnTo>
                  <a:pt x="2046" y="324"/>
                </a:lnTo>
                <a:lnTo>
                  <a:pt x="2066" y="322"/>
                </a:lnTo>
                <a:lnTo>
                  <a:pt x="2085" y="320"/>
                </a:lnTo>
                <a:lnTo>
                  <a:pt x="2104" y="318"/>
                </a:lnTo>
                <a:lnTo>
                  <a:pt x="2124" y="316"/>
                </a:lnTo>
                <a:lnTo>
                  <a:pt x="2143" y="314"/>
                </a:lnTo>
                <a:lnTo>
                  <a:pt x="2162" y="311"/>
                </a:lnTo>
                <a:lnTo>
                  <a:pt x="2181" y="309"/>
                </a:lnTo>
                <a:lnTo>
                  <a:pt x="2201" y="307"/>
                </a:lnTo>
                <a:lnTo>
                  <a:pt x="2220" y="305"/>
                </a:lnTo>
                <a:lnTo>
                  <a:pt x="2239" y="303"/>
                </a:lnTo>
                <a:lnTo>
                  <a:pt x="2259" y="301"/>
                </a:lnTo>
                <a:lnTo>
                  <a:pt x="2278" y="299"/>
                </a:lnTo>
                <a:lnTo>
                  <a:pt x="2297" y="297"/>
                </a:lnTo>
                <a:lnTo>
                  <a:pt x="2317" y="295"/>
                </a:lnTo>
                <a:lnTo>
                  <a:pt x="2336" y="292"/>
                </a:lnTo>
                <a:lnTo>
                  <a:pt x="2355" y="290"/>
                </a:lnTo>
                <a:lnTo>
                  <a:pt x="2375" y="288"/>
                </a:lnTo>
                <a:lnTo>
                  <a:pt x="2394" y="286"/>
                </a:lnTo>
                <a:lnTo>
                  <a:pt x="2413" y="284"/>
                </a:lnTo>
                <a:lnTo>
                  <a:pt x="2432" y="282"/>
                </a:lnTo>
                <a:lnTo>
                  <a:pt x="2452" y="280"/>
                </a:lnTo>
                <a:lnTo>
                  <a:pt x="2471" y="278"/>
                </a:lnTo>
                <a:lnTo>
                  <a:pt x="2490" y="275"/>
                </a:lnTo>
                <a:lnTo>
                  <a:pt x="2510" y="273"/>
                </a:lnTo>
                <a:lnTo>
                  <a:pt x="2529" y="271"/>
                </a:lnTo>
                <a:lnTo>
                  <a:pt x="2548" y="269"/>
                </a:lnTo>
                <a:lnTo>
                  <a:pt x="2568" y="267"/>
                </a:lnTo>
                <a:lnTo>
                  <a:pt x="2587" y="265"/>
                </a:lnTo>
                <a:lnTo>
                  <a:pt x="2606" y="263"/>
                </a:lnTo>
                <a:lnTo>
                  <a:pt x="2625" y="261"/>
                </a:lnTo>
                <a:lnTo>
                  <a:pt x="2645" y="259"/>
                </a:lnTo>
                <a:lnTo>
                  <a:pt x="2664" y="256"/>
                </a:lnTo>
                <a:lnTo>
                  <a:pt x="2683" y="254"/>
                </a:lnTo>
                <a:lnTo>
                  <a:pt x="2703" y="252"/>
                </a:lnTo>
                <a:lnTo>
                  <a:pt x="2722" y="250"/>
                </a:lnTo>
                <a:lnTo>
                  <a:pt x="2741" y="248"/>
                </a:lnTo>
                <a:lnTo>
                  <a:pt x="2761" y="246"/>
                </a:lnTo>
                <a:lnTo>
                  <a:pt x="2780" y="244"/>
                </a:lnTo>
                <a:lnTo>
                  <a:pt x="2799" y="242"/>
                </a:lnTo>
                <a:lnTo>
                  <a:pt x="2819" y="240"/>
                </a:lnTo>
                <a:lnTo>
                  <a:pt x="2838" y="237"/>
                </a:lnTo>
                <a:lnTo>
                  <a:pt x="2857" y="235"/>
                </a:lnTo>
                <a:lnTo>
                  <a:pt x="2876" y="233"/>
                </a:lnTo>
                <a:lnTo>
                  <a:pt x="2896" y="231"/>
                </a:lnTo>
                <a:lnTo>
                  <a:pt x="2915" y="229"/>
                </a:lnTo>
                <a:lnTo>
                  <a:pt x="2934" y="227"/>
                </a:lnTo>
                <a:lnTo>
                  <a:pt x="2954" y="225"/>
                </a:lnTo>
                <a:lnTo>
                  <a:pt x="2973" y="223"/>
                </a:lnTo>
                <a:lnTo>
                  <a:pt x="2992" y="220"/>
                </a:lnTo>
                <a:lnTo>
                  <a:pt x="3012" y="218"/>
                </a:lnTo>
                <a:lnTo>
                  <a:pt x="3031" y="216"/>
                </a:lnTo>
                <a:lnTo>
                  <a:pt x="3050" y="214"/>
                </a:lnTo>
                <a:lnTo>
                  <a:pt x="3069" y="212"/>
                </a:lnTo>
                <a:lnTo>
                  <a:pt x="3089" y="210"/>
                </a:lnTo>
                <a:lnTo>
                  <a:pt x="3108" y="208"/>
                </a:lnTo>
                <a:lnTo>
                  <a:pt x="3127" y="206"/>
                </a:lnTo>
                <a:lnTo>
                  <a:pt x="3147" y="204"/>
                </a:lnTo>
                <a:lnTo>
                  <a:pt x="3166" y="201"/>
                </a:lnTo>
                <a:lnTo>
                  <a:pt x="3185" y="199"/>
                </a:lnTo>
                <a:lnTo>
                  <a:pt x="3205" y="197"/>
                </a:lnTo>
                <a:lnTo>
                  <a:pt x="3224" y="195"/>
                </a:lnTo>
                <a:lnTo>
                  <a:pt x="3243" y="193"/>
                </a:lnTo>
                <a:lnTo>
                  <a:pt x="3263" y="191"/>
                </a:lnTo>
                <a:lnTo>
                  <a:pt x="3282" y="189"/>
                </a:lnTo>
                <a:lnTo>
                  <a:pt x="3301" y="187"/>
                </a:lnTo>
                <a:lnTo>
                  <a:pt x="3320" y="184"/>
                </a:lnTo>
                <a:lnTo>
                  <a:pt x="3340" y="182"/>
                </a:lnTo>
                <a:lnTo>
                  <a:pt x="3359" y="180"/>
                </a:lnTo>
                <a:lnTo>
                  <a:pt x="3378" y="178"/>
                </a:lnTo>
                <a:lnTo>
                  <a:pt x="3398" y="176"/>
                </a:lnTo>
                <a:lnTo>
                  <a:pt x="3417" y="174"/>
                </a:lnTo>
                <a:lnTo>
                  <a:pt x="3436" y="172"/>
                </a:lnTo>
                <a:lnTo>
                  <a:pt x="3456" y="170"/>
                </a:lnTo>
                <a:lnTo>
                  <a:pt x="3475" y="168"/>
                </a:lnTo>
                <a:lnTo>
                  <a:pt x="3494" y="165"/>
                </a:lnTo>
                <a:lnTo>
                  <a:pt x="3514" y="163"/>
                </a:lnTo>
                <a:lnTo>
                  <a:pt x="3533" y="161"/>
                </a:lnTo>
                <a:lnTo>
                  <a:pt x="3552" y="159"/>
                </a:lnTo>
                <a:lnTo>
                  <a:pt x="3571" y="157"/>
                </a:lnTo>
                <a:lnTo>
                  <a:pt x="3591" y="155"/>
                </a:lnTo>
                <a:lnTo>
                  <a:pt x="3610" y="153"/>
                </a:lnTo>
                <a:lnTo>
                  <a:pt x="3629" y="151"/>
                </a:lnTo>
                <a:lnTo>
                  <a:pt x="3649" y="148"/>
                </a:lnTo>
                <a:lnTo>
                  <a:pt x="3668" y="146"/>
                </a:lnTo>
                <a:lnTo>
                  <a:pt x="3687" y="144"/>
                </a:lnTo>
                <a:lnTo>
                  <a:pt x="3707" y="142"/>
                </a:lnTo>
                <a:lnTo>
                  <a:pt x="3726" y="140"/>
                </a:lnTo>
                <a:lnTo>
                  <a:pt x="3745" y="138"/>
                </a:lnTo>
                <a:lnTo>
                  <a:pt x="3764" y="136"/>
                </a:lnTo>
                <a:lnTo>
                  <a:pt x="3784" y="134"/>
                </a:lnTo>
                <a:lnTo>
                  <a:pt x="3803" y="132"/>
                </a:lnTo>
                <a:lnTo>
                  <a:pt x="3822" y="129"/>
                </a:lnTo>
                <a:lnTo>
                  <a:pt x="3842" y="127"/>
                </a:lnTo>
                <a:lnTo>
                  <a:pt x="3861" y="125"/>
                </a:lnTo>
                <a:lnTo>
                  <a:pt x="3880" y="123"/>
                </a:lnTo>
                <a:lnTo>
                  <a:pt x="3900" y="121"/>
                </a:lnTo>
                <a:lnTo>
                  <a:pt x="3919" y="119"/>
                </a:lnTo>
                <a:lnTo>
                  <a:pt x="3938" y="117"/>
                </a:lnTo>
                <a:lnTo>
                  <a:pt x="3958" y="115"/>
                </a:lnTo>
                <a:lnTo>
                  <a:pt x="3977" y="113"/>
                </a:lnTo>
                <a:lnTo>
                  <a:pt x="3996" y="110"/>
                </a:lnTo>
                <a:lnTo>
                  <a:pt x="4015" y="108"/>
                </a:lnTo>
                <a:lnTo>
                  <a:pt x="4035" y="106"/>
                </a:lnTo>
                <a:lnTo>
                  <a:pt x="4054" y="104"/>
                </a:lnTo>
                <a:lnTo>
                  <a:pt x="4073" y="102"/>
                </a:lnTo>
                <a:lnTo>
                  <a:pt x="4093" y="100"/>
                </a:lnTo>
                <a:lnTo>
                  <a:pt x="4112" y="98"/>
                </a:lnTo>
                <a:lnTo>
                  <a:pt x="4131" y="96"/>
                </a:lnTo>
                <a:lnTo>
                  <a:pt x="4151" y="93"/>
                </a:lnTo>
                <a:lnTo>
                  <a:pt x="4170" y="91"/>
                </a:lnTo>
                <a:lnTo>
                  <a:pt x="4189" y="89"/>
                </a:lnTo>
                <a:lnTo>
                  <a:pt x="4208" y="87"/>
                </a:lnTo>
                <a:lnTo>
                  <a:pt x="4228" y="85"/>
                </a:lnTo>
                <a:lnTo>
                  <a:pt x="4247" y="83"/>
                </a:lnTo>
                <a:lnTo>
                  <a:pt x="4266" y="81"/>
                </a:lnTo>
                <a:lnTo>
                  <a:pt x="4286" y="79"/>
                </a:lnTo>
                <a:lnTo>
                  <a:pt x="4305" y="77"/>
                </a:lnTo>
                <a:lnTo>
                  <a:pt x="4324" y="74"/>
                </a:lnTo>
                <a:lnTo>
                  <a:pt x="4344" y="72"/>
                </a:lnTo>
                <a:lnTo>
                  <a:pt x="4363" y="70"/>
                </a:lnTo>
                <a:lnTo>
                  <a:pt x="4382" y="68"/>
                </a:lnTo>
                <a:lnTo>
                  <a:pt x="4402" y="66"/>
                </a:lnTo>
                <a:lnTo>
                  <a:pt x="4421" y="64"/>
                </a:lnTo>
                <a:lnTo>
                  <a:pt x="4440" y="62"/>
                </a:lnTo>
                <a:lnTo>
                  <a:pt x="4459" y="60"/>
                </a:lnTo>
                <a:lnTo>
                  <a:pt x="4479" y="57"/>
                </a:lnTo>
                <a:lnTo>
                  <a:pt x="4498" y="55"/>
                </a:lnTo>
                <a:lnTo>
                  <a:pt x="4517" y="53"/>
                </a:lnTo>
                <a:lnTo>
                  <a:pt x="4537" y="51"/>
                </a:lnTo>
                <a:lnTo>
                  <a:pt x="4556" y="49"/>
                </a:lnTo>
                <a:lnTo>
                  <a:pt x="4575" y="47"/>
                </a:lnTo>
                <a:lnTo>
                  <a:pt x="4595" y="45"/>
                </a:lnTo>
                <a:lnTo>
                  <a:pt x="4614" y="43"/>
                </a:lnTo>
                <a:lnTo>
                  <a:pt x="4633" y="41"/>
                </a:lnTo>
                <a:lnTo>
                  <a:pt x="4653" y="38"/>
                </a:lnTo>
                <a:lnTo>
                  <a:pt x="4672" y="36"/>
                </a:lnTo>
                <a:lnTo>
                  <a:pt x="4691" y="34"/>
                </a:lnTo>
                <a:lnTo>
                  <a:pt x="4710" y="32"/>
                </a:lnTo>
                <a:lnTo>
                  <a:pt x="4730" y="30"/>
                </a:lnTo>
                <a:lnTo>
                  <a:pt x="4749" y="28"/>
                </a:lnTo>
                <a:lnTo>
                  <a:pt x="4768" y="26"/>
                </a:lnTo>
                <a:lnTo>
                  <a:pt x="4788" y="24"/>
                </a:lnTo>
                <a:lnTo>
                  <a:pt x="4807" y="21"/>
                </a:lnTo>
                <a:lnTo>
                  <a:pt x="4826" y="19"/>
                </a:lnTo>
                <a:lnTo>
                  <a:pt x="4846" y="17"/>
                </a:lnTo>
                <a:lnTo>
                  <a:pt x="4865" y="15"/>
                </a:lnTo>
                <a:lnTo>
                  <a:pt x="4884" y="13"/>
                </a:lnTo>
                <a:lnTo>
                  <a:pt x="4903" y="11"/>
                </a:lnTo>
                <a:lnTo>
                  <a:pt x="4923" y="9"/>
                </a:lnTo>
                <a:lnTo>
                  <a:pt x="4942" y="7"/>
                </a:lnTo>
                <a:lnTo>
                  <a:pt x="4961" y="5"/>
                </a:lnTo>
                <a:lnTo>
                  <a:pt x="4981" y="2"/>
                </a:lnTo>
                <a:lnTo>
                  <a:pt x="500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reeform 11"/>
          <p:cNvSpPr/>
          <p:nvPr/>
        </p:nvSpPr>
        <p:spPr>
          <a:xfrm>
            <a:off x="932688" y="3967582"/>
            <a:ext cx="4572000" cy="696773"/>
          </a:xfrm>
          <a:custGeom>
            <a:avLst/>
            <a:gdLst/>
            <a:ahLst/>
            <a:cxnLst/>
            <a:rect l="l" t="t" r="r" b="b"/>
            <a:pathLst>
              <a:path w="5000" h="762">
                <a:moveTo>
                  <a:pt x="0" y="762"/>
                </a:moveTo>
                <a:lnTo>
                  <a:pt x="19" y="759"/>
                </a:lnTo>
                <a:lnTo>
                  <a:pt x="39" y="756"/>
                </a:lnTo>
                <a:lnTo>
                  <a:pt x="58" y="753"/>
                </a:lnTo>
                <a:lnTo>
                  <a:pt x="77" y="751"/>
                </a:lnTo>
                <a:lnTo>
                  <a:pt x="97" y="748"/>
                </a:lnTo>
                <a:lnTo>
                  <a:pt x="116" y="745"/>
                </a:lnTo>
                <a:lnTo>
                  <a:pt x="135" y="742"/>
                </a:lnTo>
                <a:lnTo>
                  <a:pt x="154" y="739"/>
                </a:lnTo>
                <a:lnTo>
                  <a:pt x="174" y="736"/>
                </a:lnTo>
                <a:lnTo>
                  <a:pt x="193" y="733"/>
                </a:lnTo>
                <a:lnTo>
                  <a:pt x="212" y="730"/>
                </a:lnTo>
                <a:lnTo>
                  <a:pt x="232" y="727"/>
                </a:lnTo>
                <a:lnTo>
                  <a:pt x="251" y="724"/>
                </a:lnTo>
                <a:lnTo>
                  <a:pt x="270" y="721"/>
                </a:lnTo>
                <a:lnTo>
                  <a:pt x="290" y="718"/>
                </a:lnTo>
                <a:lnTo>
                  <a:pt x="309" y="715"/>
                </a:lnTo>
                <a:lnTo>
                  <a:pt x="328" y="712"/>
                </a:lnTo>
                <a:lnTo>
                  <a:pt x="347" y="709"/>
                </a:lnTo>
                <a:lnTo>
                  <a:pt x="367" y="706"/>
                </a:lnTo>
                <a:lnTo>
                  <a:pt x="386" y="703"/>
                </a:lnTo>
                <a:lnTo>
                  <a:pt x="405" y="701"/>
                </a:lnTo>
                <a:lnTo>
                  <a:pt x="425" y="698"/>
                </a:lnTo>
                <a:lnTo>
                  <a:pt x="444" y="695"/>
                </a:lnTo>
                <a:lnTo>
                  <a:pt x="463" y="692"/>
                </a:lnTo>
                <a:lnTo>
                  <a:pt x="483" y="689"/>
                </a:lnTo>
                <a:lnTo>
                  <a:pt x="502" y="686"/>
                </a:lnTo>
                <a:lnTo>
                  <a:pt x="521" y="683"/>
                </a:lnTo>
                <a:lnTo>
                  <a:pt x="541" y="680"/>
                </a:lnTo>
                <a:lnTo>
                  <a:pt x="560" y="677"/>
                </a:lnTo>
                <a:lnTo>
                  <a:pt x="579" y="674"/>
                </a:lnTo>
                <a:lnTo>
                  <a:pt x="598" y="671"/>
                </a:lnTo>
                <a:lnTo>
                  <a:pt x="618" y="668"/>
                </a:lnTo>
                <a:lnTo>
                  <a:pt x="637" y="665"/>
                </a:lnTo>
                <a:lnTo>
                  <a:pt x="656" y="662"/>
                </a:lnTo>
                <a:lnTo>
                  <a:pt x="676" y="659"/>
                </a:lnTo>
                <a:lnTo>
                  <a:pt x="695" y="656"/>
                </a:lnTo>
                <a:lnTo>
                  <a:pt x="714" y="653"/>
                </a:lnTo>
                <a:lnTo>
                  <a:pt x="734" y="651"/>
                </a:lnTo>
                <a:lnTo>
                  <a:pt x="753" y="648"/>
                </a:lnTo>
                <a:lnTo>
                  <a:pt x="772" y="645"/>
                </a:lnTo>
                <a:lnTo>
                  <a:pt x="792" y="642"/>
                </a:lnTo>
                <a:lnTo>
                  <a:pt x="811" y="639"/>
                </a:lnTo>
                <a:lnTo>
                  <a:pt x="830" y="636"/>
                </a:lnTo>
                <a:lnTo>
                  <a:pt x="849" y="633"/>
                </a:lnTo>
                <a:lnTo>
                  <a:pt x="869" y="630"/>
                </a:lnTo>
                <a:lnTo>
                  <a:pt x="888" y="627"/>
                </a:lnTo>
                <a:lnTo>
                  <a:pt x="907" y="624"/>
                </a:lnTo>
                <a:lnTo>
                  <a:pt x="927" y="621"/>
                </a:lnTo>
                <a:lnTo>
                  <a:pt x="946" y="618"/>
                </a:lnTo>
                <a:lnTo>
                  <a:pt x="965" y="615"/>
                </a:lnTo>
                <a:lnTo>
                  <a:pt x="985" y="612"/>
                </a:lnTo>
                <a:lnTo>
                  <a:pt x="1004" y="609"/>
                </a:lnTo>
                <a:lnTo>
                  <a:pt x="1023" y="606"/>
                </a:lnTo>
                <a:lnTo>
                  <a:pt x="1042" y="603"/>
                </a:lnTo>
                <a:lnTo>
                  <a:pt x="1062" y="600"/>
                </a:lnTo>
                <a:lnTo>
                  <a:pt x="1081" y="598"/>
                </a:lnTo>
                <a:lnTo>
                  <a:pt x="1100" y="595"/>
                </a:lnTo>
                <a:lnTo>
                  <a:pt x="1120" y="592"/>
                </a:lnTo>
                <a:lnTo>
                  <a:pt x="1139" y="589"/>
                </a:lnTo>
                <a:lnTo>
                  <a:pt x="1158" y="586"/>
                </a:lnTo>
                <a:lnTo>
                  <a:pt x="1178" y="583"/>
                </a:lnTo>
                <a:lnTo>
                  <a:pt x="1197" y="580"/>
                </a:lnTo>
                <a:lnTo>
                  <a:pt x="1216" y="577"/>
                </a:lnTo>
                <a:lnTo>
                  <a:pt x="1236" y="574"/>
                </a:lnTo>
                <a:lnTo>
                  <a:pt x="1255" y="571"/>
                </a:lnTo>
                <a:lnTo>
                  <a:pt x="1274" y="568"/>
                </a:lnTo>
                <a:lnTo>
                  <a:pt x="1293" y="565"/>
                </a:lnTo>
                <a:lnTo>
                  <a:pt x="1313" y="562"/>
                </a:lnTo>
                <a:lnTo>
                  <a:pt x="1332" y="559"/>
                </a:lnTo>
                <a:lnTo>
                  <a:pt x="1351" y="556"/>
                </a:lnTo>
                <a:lnTo>
                  <a:pt x="1371" y="553"/>
                </a:lnTo>
                <a:lnTo>
                  <a:pt x="1390" y="550"/>
                </a:lnTo>
                <a:lnTo>
                  <a:pt x="1409" y="548"/>
                </a:lnTo>
                <a:lnTo>
                  <a:pt x="1429" y="545"/>
                </a:lnTo>
                <a:lnTo>
                  <a:pt x="1448" y="542"/>
                </a:lnTo>
                <a:lnTo>
                  <a:pt x="1467" y="539"/>
                </a:lnTo>
                <a:lnTo>
                  <a:pt x="1486" y="536"/>
                </a:lnTo>
                <a:lnTo>
                  <a:pt x="1506" y="533"/>
                </a:lnTo>
                <a:lnTo>
                  <a:pt x="1525" y="530"/>
                </a:lnTo>
                <a:lnTo>
                  <a:pt x="1544" y="527"/>
                </a:lnTo>
                <a:lnTo>
                  <a:pt x="1564" y="524"/>
                </a:lnTo>
                <a:lnTo>
                  <a:pt x="1583" y="521"/>
                </a:lnTo>
                <a:lnTo>
                  <a:pt x="1602" y="518"/>
                </a:lnTo>
                <a:lnTo>
                  <a:pt x="1622" y="515"/>
                </a:lnTo>
                <a:lnTo>
                  <a:pt x="1641" y="512"/>
                </a:lnTo>
                <a:lnTo>
                  <a:pt x="1660" y="509"/>
                </a:lnTo>
                <a:lnTo>
                  <a:pt x="1680" y="506"/>
                </a:lnTo>
                <a:lnTo>
                  <a:pt x="1699" y="503"/>
                </a:lnTo>
                <a:lnTo>
                  <a:pt x="1718" y="500"/>
                </a:lnTo>
                <a:lnTo>
                  <a:pt x="1737" y="498"/>
                </a:lnTo>
                <a:lnTo>
                  <a:pt x="1757" y="495"/>
                </a:lnTo>
                <a:lnTo>
                  <a:pt x="1776" y="492"/>
                </a:lnTo>
                <a:lnTo>
                  <a:pt x="1795" y="489"/>
                </a:lnTo>
                <a:lnTo>
                  <a:pt x="1815" y="486"/>
                </a:lnTo>
                <a:lnTo>
                  <a:pt x="1834" y="483"/>
                </a:lnTo>
                <a:lnTo>
                  <a:pt x="1853" y="480"/>
                </a:lnTo>
                <a:lnTo>
                  <a:pt x="1873" y="477"/>
                </a:lnTo>
                <a:lnTo>
                  <a:pt x="1892" y="474"/>
                </a:lnTo>
                <a:lnTo>
                  <a:pt x="1911" y="471"/>
                </a:lnTo>
                <a:lnTo>
                  <a:pt x="1931" y="468"/>
                </a:lnTo>
                <a:lnTo>
                  <a:pt x="1950" y="465"/>
                </a:lnTo>
                <a:lnTo>
                  <a:pt x="1969" y="462"/>
                </a:lnTo>
                <a:lnTo>
                  <a:pt x="1988" y="459"/>
                </a:lnTo>
                <a:lnTo>
                  <a:pt x="2008" y="456"/>
                </a:lnTo>
                <a:lnTo>
                  <a:pt x="2027" y="453"/>
                </a:lnTo>
                <a:lnTo>
                  <a:pt x="2046" y="450"/>
                </a:lnTo>
                <a:lnTo>
                  <a:pt x="2066" y="447"/>
                </a:lnTo>
                <a:lnTo>
                  <a:pt x="2085" y="445"/>
                </a:lnTo>
                <a:lnTo>
                  <a:pt x="2104" y="442"/>
                </a:lnTo>
                <a:lnTo>
                  <a:pt x="2124" y="439"/>
                </a:lnTo>
                <a:lnTo>
                  <a:pt x="2143" y="436"/>
                </a:lnTo>
                <a:lnTo>
                  <a:pt x="2162" y="433"/>
                </a:lnTo>
                <a:lnTo>
                  <a:pt x="2181" y="430"/>
                </a:lnTo>
                <a:lnTo>
                  <a:pt x="2201" y="427"/>
                </a:lnTo>
                <a:lnTo>
                  <a:pt x="2220" y="424"/>
                </a:lnTo>
                <a:lnTo>
                  <a:pt x="2239" y="421"/>
                </a:lnTo>
                <a:lnTo>
                  <a:pt x="2259" y="418"/>
                </a:lnTo>
                <a:lnTo>
                  <a:pt x="2278" y="415"/>
                </a:lnTo>
                <a:lnTo>
                  <a:pt x="2297" y="412"/>
                </a:lnTo>
                <a:lnTo>
                  <a:pt x="2317" y="409"/>
                </a:lnTo>
                <a:lnTo>
                  <a:pt x="2336" y="406"/>
                </a:lnTo>
                <a:lnTo>
                  <a:pt x="2355" y="403"/>
                </a:lnTo>
                <a:lnTo>
                  <a:pt x="2375" y="400"/>
                </a:lnTo>
                <a:lnTo>
                  <a:pt x="2394" y="397"/>
                </a:lnTo>
                <a:lnTo>
                  <a:pt x="2413" y="395"/>
                </a:lnTo>
                <a:lnTo>
                  <a:pt x="2432" y="392"/>
                </a:lnTo>
                <a:lnTo>
                  <a:pt x="2452" y="389"/>
                </a:lnTo>
                <a:lnTo>
                  <a:pt x="2471" y="386"/>
                </a:lnTo>
                <a:lnTo>
                  <a:pt x="2490" y="383"/>
                </a:lnTo>
                <a:lnTo>
                  <a:pt x="2510" y="380"/>
                </a:lnTo>
                <a:lnTo>
                  <a:pt x="2529" y="377"/>
                </a:lnTo>
                <a:lnTo>
                  <a:pt x="2548" y="374"/>
                </a:lnTo>
                <a:lnTo>
                  <a:pt x="2568" y="371"/>
                </a:lnTo>
                <a:lnTo>
                  <a:pt x="2587" y="368"/>
                </a:lnTo>
                <a:lnTo>
                  <a:pt x="2606" y="365"/>
                </a:lnTo>
                <a:lnTo>
                  <a:pt x="2625" y="362"/>
                </a:lnTo>
                <a:lnTo>
                  <a:pt x="2645" y="359"/>
                </a:lnTo>
                <a:lnTo>
                  <a:pt x="2664" y="356"/>
                </a:lnTo>
                <a:lnTo>
                  <a:pt x="2683" y="353"/>
                </a:lnTo>
                <a:lnTo>
                  <a:pt x="2703" y="350"/>
                </a:lnTo>
                <a:lnTo>
                  <a:pt x="2722" y="347"/>
                </a:lnTo>
                <a:lnTo>
                  <a:pt x="2741" y="345"/>
                </a:lnTo>
                <a:lnTo>
                  <a:pt x="2761" y="342"/>
                </a:lnTo>
                <a:lnTo>
                  <a:pt x="2780" y="339"/>
                </a:lnTo>
                <a:lnTo>
                  <a:pt x="2799" y="336"/>
                </a:lnTo>
                <a:lnTo>
                  <a:pt x="2819" y="333"/>
                </a:lnTo>
                <a:lnTo>
                  <a:pt x="2838" y="330"/>
                </a:lnTo>
                <a:lnTo>
                  <a:pt x="2857" y="327"/>
                </a:lnTo>
                <a:lnTo>
                  <a:pt x="2876" y="324"/>
                </a:lnTo>
                <a:lnTo>
                  <a:pt x="2896" y="321"/>
                </a:lnTo>
                <a:lnTo>
                  <a:pt x="2915" y="318"/>
                </a:lnTo>
                <a:lnTo>
                  <a:pt x="2934" y="315"/>
                </a:lnTo>
                <a:lnTo>
                  <a:pt x="2954" y="312"/>
                </a:lnTo>
                <a:lnTo>
                  <a:pt x="2973" y="309"/>
                </a:lnTo>
                <a:lnTo>
                  <a:pt x="2992" y="306"/>
                </a:lnTo>
                <a:lnTo>
                  <a:pt x="3012" y="303"/>
                </a:lnTo>
                <a:lnTo>
                  <a:pt x="3031" y="300"/>
                </a:lnTo>
                <a:lnTo>
                  <a:pt x="3050" y="297"/>
                </a:lnTo>
                <a:lnTo>
                  <a:pt x="3069" y="294"/>
                </a:lnTo>
                <a:lnTo>
                  <a:pt x="3089" y="292"/>
                </a:lnTo>
                <a:lnTo>
                  <a:pt x="3108" y="289"/>
                </a:lnTo>
                <a:lnTo>
                  <a:pt x="3127" y="286"/>
                </a:lnTo>
                <a:lnTo>
                  <a:pt x="3147" y="283"/>
                </a:lnTo>
                <a:lnTo>
                  <a:pt x="3166" y="280"/>
                </a:lnTo>
                <a:lnTo>
                  <a:pt x="3185" y="277"/>
                </a:lnTo>
                <a:lnTo>
                  <a:pt x="3205" y="274"/>
                </a:lnTo>
                <a:lnTo>
                  <a:pt x="3224" y="271"/>
                </a:lnTo>
                <a:lnTo>
                  <a:pt x="3243" y="268"/>
                </a:lnTo>
                <a:lnTo>
                  <a:pt x="3263" y="265"/>
                </a:lnTo>
                <a:lnTo>
                  <a:pt x="3282" y="262"/>
                </a:lnTo>
                <a:lnTo>
                  <a:pt x="3301" y="259"/>
                </a:lnTo>
                <a:lnTo>
                  <a:pt x="3320" y="256"/>
                </a:lnTo>
                <a:lnTo>
                  <a:pt x="3340" y="253"/>
                </a:lnTo>
                <a:lnTo>
                  <a:pt x="3359" y="250"/>
                </a:lnTo>
                <a:lnTo>
                  <a:pt x="3378" y="247"/>
                </a:lnTo>
                <a:lnTo>
                  <a:pt x="3398" y="244"/>
                </a:lnTo>
                <a:lnTo>
                  <a:pt x="3417" y="242"/>
                </a:lnTo>
                <a:lnTo>
                  <a:pt x="3436" y="239"/>
                </a:lnTo>
                <a:lnTo>
                  <a:pt x="3456" y="236"/>
                </a:lnTo>
                <a:lnTo>
                  <a:pt x="3475" y="233"/>
                </a:lnTo>
                <a:lnTo>
                  <a:pt x="3494" y="230"/>
                </a:lnTo>
                <a:lnTo>
                  <a:pt x="3514" y="227"/>
                </a:lnTo>
                <a:lnTo>
                  <a:pt x="3533" y="224"/>
                </a:lnTo>
                <a:lnTo>
                  <a:pt x="3552" y="221"/>
                </a:lnTo>
                <a:lnTo>
                  <a:pt x="3571" y="218"/>
                </a:lnTo>
                <a:lnTo>
                  <a:pt x="3591" y="215"/>
                </a:lnTo>
                <a:lnTo>
                  <a:pt x="3610" y="212"/>
                </a:lnTo>
                <a:lnTo>
                  <a:pt x="3629" y="209"/>
                </a:lnTo>
                <a:lnTo>
                  <a:pt x="3649" y="206"/>
                </a:lnTo>
                <a:lnTo>
                  <a:pt x="3668" y="203"/>
                </a:lnTo>
                <a:lnTo>
                  <a:pt x="3687" y="200"/>
                </a:lnTo>
                <a:lnTo>
                  <a:pt x="3707" y="197"/>
                </a:lnTo>
                <a:lnTo>
                  <a:pt x="3726" y="194"/>
                </a:lnTo>
                <a:lnTo>
                  <a:pt x="3745" y="192"/>
                </a:lnTo>
                <a:lnTo>
                  <a:pt x="3764" y="189"/>
                </a:lnTo>
                <a:lnTo>
                  <a:pt x="3784" y="186"/>
                </a:lnTo>
                <a:lnTo>
                  <a:pt x="3803" y="183"/>
                </a:lnTo>
                <a:lnTo>
                  <a:pt x="3822" y="180"/>
                </a:lnTo>
                <a:lnTo>
                  <a:pt x="3842" y="177"/>
                </a:lnTo>
                <a:lnTo>
                  <a:pt x="3861" y="174"/>
                </a:lnTo>
                <a:lnTo>
                  <a:pt x="3880" y="171"/>
                </a:lnTo>
                <a:lnTo>
                  <a:pt x="3900" y="168"/>
                </a:lnTo>
                <a:lnTo>
                  <a:pt x="3919" y="165"/>
                </a:lnTo>
                <a:lnTo>
                  <a:pt x="3938" y="162"/>
                </a:lnTo>
                <a:lnTo>
                  <a:pt x="3958" y="159"/>
                </a:lnTo>
                <a:lnTo>
                  <a:pt x="3977" y="156"/>
                </a:lnTo>
                <a:lnTo>
                  <a:pt x="3996" y="153"/>
                </a:lnTo>
                <a:lnTo>
                  <a:pt x="4015" y="150"/>
                </a:lnTo>
                <a:lnTo>
                  <a:pt x="4035" y="147"/>
                </a:lnTo>
                <a:lnTo>
                  <a:pt x="4054" y="144"/>
                </a:lnTo>
                <a:lnTo>
                  <a:pt x="4073" y="141"/>
                </a:lnTo>
                <a:lnTo>
                  <a:pt x="4093" y="139"/>
                </a:lnTo>
                <a:lnTo>
                  <a:pt x="4112" y="136"/>
                </a:lnTo>
                <a:lnTo>
                  <a:pt x="4131" y="133"/>
                </a:lnTo>
                <a:lnTo>
                  <a:pt x="4151" y="130"/>
                </a:lnTo>
                <a:lnTo>
                  <a:pt x="4170" y="127"/>
                </a:lnTo>
                <a:lnTo>
                  <a:pt x="4189" y="124"/>
                </a:lnTo>
                <a:lnTo>
                  <a:pt x="4208" y="121"/>
                </a:lnTo>
                <a:lnTo>
                  <a:pt x="4228" y="118"/>
                </a:lnTo>
                <a:lnTo>
                  <a:pt x="4247" y="115"/>
                </a:lnTo>
                <a:lnTo>
                  <a:pt x="4266" y="112"/>
                </a:lnTo>
                <a:lnTo>
                  <a:pt x="4286" y="109"/>
                </a:lnTo>
                <a:lnTo>
                  <a:pt x="4305" y="106"/>
                </a:lnTo>
                <a:lnTo>
                  <a:pt x="4324" y="103"/>
                </a:lnTo>
                <a:lnTo>
                  <a:pt x="4344" y="100"/>
                </a:lnTo>
                <a:lnTo>
                  <a:pt x="4363" y="97"/>
                </a:lnTo>
                <a:lnTo>
                  <a:pt x="4382" y="94"/>
                </a:lnTo>
                <a:lnTo>
                  <a:pt x="4402" y="91"/>
                </a:lnTo>
                <a:lnTo>
                  <a:pt x="4421" y="89"/>
                </a:lnTo>
                <a:lnTo>
                  <a:pt x="4440" y="86"/>
                </a:lnTo>
                <a:lnTo>
                  <a:pt x="4459" y="83"/>
                </a:lnTo>
                <a:lnTo>
                  <a:pt x="4479" y="80"/>
                </a:lnTo>
                <a:lnTo>
                  <a:pt x="4498" y="77"/>
                </a:lnTo>
                <a:lnTo>
                  <a:pt x="4517" y="74"/>
                </a:lnTo>
                <a:lnTo>
                  <a:pt x="4537" y="71"/>
                </a:lnTo>
                <a:lnTo>
                  <a:pt x="4556" y="68"/>
                </a:lnTo>
                <a:lnTo>
                  <a:pt x="4575" y="65"/>
                </a:lnTo>
                <a:lnTo>
                  <a:pt x="4595" y="62"/>
                </a:lnTo>
                <a:lnTo>
                  <a:pt x="4614" y="59"/>
                </a:lnTo>
                <a:lnTo>
                  <a:pt x="4633" y="56"/>
                </a:lnTo>
                <a:lnTo>
                  <a:pt x="4653" y="53"/>
                </a:lnTo>
                <a:lnTo>
                  <a:pt x="4672" y="50"/>
                </a:lnTo>
                <a:lnTo>
                  <a:pt x="4691" y="47"/>
                </a:lnTo>
                <a:lnTo>
                  <a:pt x="4710" y="44"/>
                </a:lnTo>
                <a:lnTo>
                  <a:pt x="4730" y="41"/>
                </a:lnTo>
                <a:lnTo>
                  <a:pt x="4749" y="38"/>
                </a:lnTo>
                <a:lnTo>
                  <a:pt x="4768" y="36"/>
                </a:lnTo>
                <a:lnTo>
                  <a:pt x="4788" y="33"/>
                </a:lnTo>
                <a:lnTo>
                  <a:pt x="4807" y="30"/>
                </a:lnTo>
                <a:lnTo>
                  <a:pt x="4826" y="27"/>
                </a:lnTo>
                <a:lnTo>
                  <a:pt x="4846" y="24"/>
                </a:lnTo>
                <a:lnTo>
                  <a:pt x="4865" y="21"/>
                </a:lnTo>
                <a:lnTo>
                  <a:pt x="4884" y="18"/>
                </a:lnTo>
                <a:lnTo>
                  <a:pt x="4903" y="15"/>
                </a:lnTo>
                <a:lnTo>
                  <a:pt x="4923" y="12"/>
                </a:lnTo>
                <a:lnTo>
                  <a:pt x="4942" y="9"/>
                </a:lnTo>
                <a:lnTo>
                  <a:pt x="4961" y="6"/>
                </a:lnTo>
                <a:lnTo>
                  <a:pt x="4981" y="3"/>
                </a:lnTo>
                <a:lnTo>
                  <a:pt x="500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932688" y="4021531"/>
            <a:ext cx="4572000" cy="656539"/>
          </a:xfrm>
          <a:custGeom>
            <a:avLst/>
            <a:gdLst/>
            <a:ahLst/>
            <a:cxnLst/>
            <a:rect l="l" t="t" r="r" b="b"/>
            <a:pathLst>
              <a:path w="5000" h="718">
                <a:moveTo>
                  <a:pt x="0" y="718"/>
                </a:moveTo>
                <a:lnTo>
                  <a:pt x="19" y="715"/>
                </a:lnTo>
                <a:lnTo>
                  <a:pt x="39" y="712"/>
                </a:lnTo>
                <a:lnTo>
                  <a:pt x="58" y="710"/>
                </a:lnTo>
                <a:lnTo>
                  <a:pt x="77" y="707"/>
                </a:lnTo>
                <a:lnTo>
                  <a:pt x="97" y="704"/>
                </a:lnTo>
                <a:lnTo>
                  <a:pt x="116" y="701"/>
                </a:lnTo>
                <a:lnTo>
                  <a:pt x="135" y="699"/>
                </a:lnTo>
                <a:lnTo>
                  <a:pt x="154" y="696"/>
                </a:lnTo>
                <a:lnTo>
                  <a:pt x="174" y="693"/>
                </a:lnTo>
                <a:lnTo>
                  <a:pt x="193" y="690"/>
                </a:lnTo>
                <a:lnTo>
                  <a:pt x="212" y="688"/>
                </a:lnTo>
                <a:lnTo>
                  <a:pt x="232" y="685"/>
                </a:lnTo>
                <a:lnTo>
                  <a:pt x="251" y="682"/>
                </a:lnTo>
                <a:lnTo>
                  <a:pt x="270" y="679"/>
                </a:lnTo>
                <a:lnTo>
                  <a:pt x="290" y="676"/>
                </a:lnTo>
                <a:lnTo>
                  <a:pt x="309" y="674"/>
                </a:lnTo>
                <a:lnTo>
                  <a:pt x="328" y="671"/>
                </a:lnTo>
                <a:lnTo>
                  <a:pt x="347" y="668"/>
                </a:lnTo>
                <a:lnTo>
                  <a:pt x="367" y="665"/>
                </a:lnTo>
                <a:lnTo>
                  <a:pt x="386" y="663"/>
                </a:lnTo>
                <a:lnTo>
                  <a:pt x="405" y="660"/>
                </a:lnTo>
                <a:lnTo>
                  <a:pt x="425" y="657"/>
                </a:lnTo>
                <a:lnTo>
                  <a:pt x="444" y="654"/>
                </a:lnTo>
                <a:lnTo>
                  <a:pt x="463" y="651"/>
                </a:lnTo>
                <a:lnTo>
                  <a:pt x="483" y="649"/>
                </a:lnTo>
                <a:lnTo>
                  <a:pt x="502" y="646"/>
                </a:lnTo>
                <a:lnTo>
                  <a:pt x="521" y="643"/>
                </a:lnTo>
                <a:lnTo>
                  <a:pt x="541" y="640"/>
                </a:lnTo>
                <a:lnTo>
                  <a:pt x="560" y="638"/>
                </a:lnTo>
                <a:lnTo>
                  <a:pt x="579" y="635"/>
                </a:lnTo>
                <a:lnTo>
                  <a:pt x="598" y="632"/>
                </a:lnTo>
                <a:lnTo>
                  <a:pt x="618" y="629"/>
                </a:lnTo>
                <a:lnTo>
                  <a:pt x="637" y="627"/>
                </a:lnTo>
                <a:lnTo>
                  <a:pt x="656" y="624"/>
                </a:lnTo>
                <a:lnTo>
                  <a:pt x="676" y="621"/>
                </a:lnTo>
                <a:lnTo>
                  <a:pt x="695" y="618"/>
                </a:lnTo>
                <a:lnTo>
                  <a:pt x="714" y="615"/>
                </a:lnTo>
                <a:lnTo>
                  <a:pt x="734" y="613"/>
                </a:lnTo>
                <a:lnTo>
                  <a:pt x="753" y="610"/>
                </a:lnTo>
                <a:lnTo>
                  <a:pt x="772" y="607"/>
                </a:lnTo>
                <a:lnTo>
                  <a:pt x="792" y="604"/>
                </a:lnTo>
                <a:lnTo>
                  <a:pt x="811" y="602"/>
                </a:lnTo>
                <a:lnTo>
                  <a:pt x="830" y="599"/>
                </a:lnTo>
                <a:lnTo>
                  <a:pt x="849" y="596"/>
                </a:lnTo>
                <a:lnTo>
                  <a:pt x="869" y="593"/>
                </a:lnTo>
                <a:lnTo>
                  <a:pt x="888" y="590"/>
                </a:lnTo>
                <a:lnTo>
                  <a:pt x="907" y="588"/>
                </a:lnTo>
                <a:lnTo>
                  <a:pt x="927" y="585"/>
                </a:lnTo>
                <a:lnTo>
                  <a:pt x="946" y="582"/>
                </a:lnTo>
                <a:lnTo>
                  <a:pt x="965" y="579"/>
                </a:lnTo>
                <a:lnTo>
                  <a:pt x="985" y="577"/>
                </a:lnTo>
                <a:lnTo>
                  <a:pt x="1004" y="574"/>
                </a:lnTo>
                <a:lnTo>
                  <a:pt x="1023" y="571"/>
                </a:lnTo>
                <a:lnTo>
                  <a:pt x="1042" y="568"/>
                </a:lnTo>
                <a:lnTo>
                  <a:pt x="1062" y="566"/>
                </a:lnTo>
                <a:lnTo>
                  <a:pt x="1081" y="563"/>
                </a:lnTo>
                <a:lnTo>
                  <a:pt x="1100" y="560"/>
                </a:lnTo>
                <a:lnTo>
                  <a:pt x="1120" y="557"/>
                </a:lnTo>
                <a:lnTo>
                  <a:pt x="1139" y="554"/>
                </a:lnTo>
                <a:lnTo>
                  <a:pt x="1158" y="552"/>
                </a:lnTo>
                <a:lnTo>
                  <a:pt x="1178" y="549"/>
                </a:lnTo>
                <a:lnTo>
                  <a:pt x="1197" y="546"/>
                </a:lnTo>
                <a:lnTo>
                  <a:pt x="1216" y="543"/>
                </a:lnTo>
                <a:lnTo>
                  <a:pt x="1236" y="541"/>
                </a:lnTo>
                <a:lnTo>
                  <a:pt x="1255" y="538"/>
                </a:lnTo>
                <a:lnTo>
                  <a:pt x="1274" y="535"/>
                </a:lnTo>
                <a:lnTo>
                  <a:pt x="1293" y="532"/>
                </a:lnTo>
                <a:lnTo>
                  <a:pt x="1313" y="530"/>
                </a:lnTo>
                <a:lnTo>
                  <a:pt x="1332" y="527"/>
                </a:lnTo>
                <a:lnTo>
                  <a:pt x="1351" y="524"/>
                </a:lnTo>
                <a:lnTo>
                  <a:pt x="1371" y="521"/>
                </a:lnTo>
                <a:lnTo>
                  <a:pt x="1390" y="518"/>
                </a:lnTo>
                <a:lnTo>
                  <a:pt x="1409" y="516"/>
                </a:lnTo>
                <a:lnTo>
                  <a:pt x="1429" y="513"/>
                </a:lnTo>
                <a:lnTo>
                  <a:pt x="1448" y="510"/>
                </a:lnTo>
                <a:lnTo>
                  <a:pt x="1467" y="507"/>
                </a:lnTo>
                <a:lnTo>
                  <a:pt x="1486" y="505"/>
                </a:lnTo>
                <a:lnTo>
                  <a:pt x="1506" y="502"/>
                </a:lnTo>
                <a:lnTo>
                  <a:pt x="1525" y="499"/>
                </a:lnTo>
                <a:lnTo>
                  <a:pt x="1544" y="496"/>
                </a:lnTo>
                <a:lnTo>
                  <a:pt x="1564" y="493"/>
                </a:lnTo>
                <a:lnTo>
                  <a:pt x="1583" y="491"/>
                </a:lnTo>
                <a:lnTo>
                  <a:pt x="1602" y="488"/>
                </a:lnTo>
                <a:lnTo>
                  <a:pt x="1622" y="485"/>
                </a:lnTo>
                <a:lnTo>
                  <a:pt x="1641" y="482"/>
                </a:lnTo>
                <a:lnTo>
                  <a:pt x="1660" y="480"/>
                </a:lnTo>
                <a:lnTo>
                  <a:pt x="1680" y="477"/>
                </a:lnTo>
                <a:lnTo>
                  <a:pt x="1699" y="474"/>
                </a:lnTo>
                <a:lnTo>
                  <a:pt x="1718" y="471"/>
                </a:lnTo>
                <a:lnTo>
                  <a:pt x="1737" y="469"/>
                </a:lnTo>
                <a:lnTo>
                  <a:pt x="1757" y="466"/>
                </a:lnTo>
                <a:lnTo>
                  <a:pt x="1776" y="463"/>
                </a:lnTo>
                <a:lnTo>
                  <a:pt x="1795" y="460"/>
                </a:lnTo>
                <a:lnTo>
                  <a:pt x="1815" y="457"/>
                </a:lnTo>
                <a:lnTo>
                  <a:pt x="1834" y="455"/>
                </a:lnTo>
                <a:lnTo>
                  <a:pt x="1853" y="452"/>
                </a:lnTo>
                <a:lnTo>
                  <a:pt x="1873" y="449"/>
                </a:lnTo>
                <a:lnTo>
                  <a:pt x="1892" y="446"/>
                </a:lnTo>
                <a:lnTo>
                  <a:pt x="1911" y="444"/>
                </a:lnTo>
                <a:lnTo>
                  <a:pt x="1931" y="441"/>
                </a:lnTo>
                <a:lnTo>
                  <a:pt x="1950" y="438"/>
                </a:lnTo>
                <a:lnTo>
                  <a:pt x="1969" y="435"/>
                </a:lnTo>
                <a:lnTo>
                  <a:pt x="1988" y="433"/>
                </a:lnTo>
                <a:lnTo>
                  <a:pt x="2008" y="430"/>
                </a:lnTo>
                <a:lnTo>
                  <a:pt x="2027" y="427"/>
                </a:lnTo>
                <a:lnTo>
                  <a:pt x="2046" y="424"/>
                </a:lnTo>
                <a:lnTo>
                  <a:pt x="2066" y="421"/>
                </a:lnTo>
                <a:lnTo>
                  <a:pt x="2085" y="419"/>
                </a:lnTo>
                <a:lnTo>
                  <a:pt x="2104" y="416"/>
                </a:lnTo>
                <a:lnTo>
                  <a:pt x="2124" y="413"/>
                </a:lnTo>
                <a:lnTo>
                  <a:pt x="2143" y="410"/>
                </a:lnTo>
                <a:lnTo>
                  <a:pt x="2162" y="408"/>
                </a:lnTo>
                <a:lnTo>
                  <a:pt x="2181" y="405"/>
                </a:lnTo>
                <a:lnTo>
                  <a:pt x="2201" y="402"/>
                </a:lnTo>
                <a:lnTo>
                  <a:pt x="2220" y="399"/>
                </a:lnTo>
                <a:lnTo>
                  <a:pt x="2239" y="396"/>
                </a:lnTo>
                <a:lnTo>
                  <a:pt x="2259" y="394"/>
                </a:lnTo>
                <a:lnTo>
                  <a:pt x="2278" y="391"/>
                </a:lnTo>
                <a:lnTo>
                  <a:pt x="2297" y="388"/>
                </a:lnTo>
                <a:lnTo>
                  <a:pt x="2317" y="385"/>
                </a:lnTo>
                <a:lnTo>
                  <a:pt x="2336" y="383"/>
                </a:lnTo>
                <a:lnTo>
                  <a:pt x="2355" y="380"/>
                </a:lnTo>
                <a:lnTo>
                  <a:pt x="2375" y="377"/>
                </a:lnTo>
                <a:lnTo>
                  <a:pt x="2394" y="374"/>
                </a:lnTo>
                <a:lnTo>
                  <a:pt x="2413" y="372"/>
                </a:lnTo>
                <a:lnTo>
                  <a:pt x="2432" y="369"/>
                </a:lnTo>
                <a:lnTo>
                  <a:pt x="2452" y="366"/>
                </a:lnTo>
                <a:lnTo>
                  <a:pt x="2471" y="363"/>
                </a:lnTo>
                <a:lnTo>
                  <a:pt x="2490" y="360"/>
                </a:lnTo>
                <a:lnTo>
                  <a:pt x="2510" y="358"/>
                </a:lnTo>
                <a:lnTo>
                  <a:pt x="2529" y="355"/>
                </a:lnTo>
                <a:lnTo>
                  <a:pt x="2548" y="352"/>
                </a:lnTo>
                <a:lnTo>
                  <a:pt x="2568" y="349"/>
                </a:lnTo>
                <a:lnTo>
                  <a:pt x="2587" y="347"/>
                </a:lnTo>
                <a:lnTo>
                  <a:pt x="2606" y="344"/>
                </a:lnTo>
                <a:lnTo>
                  <a:pt x="2625" y="341"/>
                </a:lnTo>
                <a:lnTo>
                  <a:pt x="2645" y="338"/>
                </a:lnTo>
                <a:lnTo>
                  <a:pt x="2664" y="335"/>
                </a:lnTo>
                <a:lnTo>
                  <a:pt x="2683" y="333"/>
                </a:lnTo>
                <a:lnTo>
                  <a:pt x="2703" y="330"/>
                </a:lnTo>
                <a:lnTo>
                  <a:pt x="2722" y="327"/>
                </a:lnTo>
                <a:lnTo>
                  <a:pt x="2741" y="324"/>
                </a:lnTo>
                <a:lnTo>
                  <a:pt x="2761" y="322"/>
                </a:lnTo>
                <a:lnTo>
                  <a:pt x="2780" y="319"/>
                </a:lnTo>
                <a:lnTo>
                  <a:pt x="2799" y="316"/>
                </a:lnTo>
                <a:lnTo>
                  <a:pt x="2819" y="313"/>
                </a:lnTo>
                <a:lnTo>
                  <a:pt x="2838" y="311"/>
                </a:lnTo>
                <a:lnTo>
                  <a:pt x="2857" y="308"/>
                </a:lnTo>
                <a:lnTo>
                  <a:pt x="2876" y="305"/>
                </a:lnTo>
                <a:lnTo>
                  <a:pt x="2896" y="302"/>
                </a:lnTo>
                <a:lnTo>
                  <a:pt x="2915" y="299"/>
                </a:lnTo>
                <a:lnTo>
                  <a:pt x="2934" y="297"/>
                </a:lnTo>
                <a:lnTo>
                  <a:pt x="2954" y="294"/>
                </a:lnTo>
                <a:lnTo>
                  <a:pt x="2973" y="291"/>
                </a:lnTo>
                <a:lnTo>
                  <a:pt x="2992" y="288"/>
                </a:lnTo>
                <a:lnTo>
                  <a:pt x="3012" y="286"/>
                </a:lnTo>
                <a:lnTo>
                  <a:pt x="3031" y="283"/>
                </a:lnTo>
                <a:lnTo>
                  <a:pt x="3050" y="280"/>
                </a:lnTo>
                <a:lnTo>
                  <a:pt x="3069" y="277"/>
                </a:lnTo>
                <a:lnTo>
                  <a:pt x="3089" y="275"/>
                </a:lnTo>
                <a:lnTo>
                  <a:pt x="3108" y="272"/>
                </a:lnTo>
                <a:lnTo>
                  <a:pt x="3127" y="269"/>
                </a:lnTo>
                <a:lnTo>
                  <a:pt x="3147" y="266"/>
                </a:lnTo>
                <a:lnTo>
                  <a:pt x="3166" y="263"/>
                </a:lnTo>
                <a:lnTo>
                  <a:pt x="3185" y="261"/>
                </a:lnTo>
                <a:lnTo>
                  <a:pt x="3205" y="258"/>
                </a:lnTo>
                <a:lnTo>
                  <a:pt x="3224" y="255"/>
                </a:lnTo>
                <a:lnTo>
                  <a:pt x="3243" y="252"/>
                </a:lnTo>
                <a:lnTo>
                  <a:pt x="3263" y="250"/>
                </a:lnTo>
                <a:lnTo>
                  <a:pt x="3282" y="247"/>
                </a:lnTo>
                <a:lnTo>
                  <a:pt x="3301" y="244"/>
                </a:lnTo>
                <a:lnTo>
                  <a:pt x="3320" y="241"/>
                </a:lnTo>
                <a:lnTo>
                  <a:pt x="3340" y="238"/>
                </a:lnTo>
                <a:lnTo>
                  <a:pt x="3359" y="236"/>
                </a:lnTo>
                <a:lnTo>
                  <a:pt x="3378" y="233"/>
                </a:lnTo>
                <a:lnTo>
                  <a:pt x="3398" y="230"/>
                </a:lnTo>
                <a:lnTo>
                  <a:pt x="3417" y="227"/>
                </a:lnTo>
                <a:lnTo>
                  <a:pt x="3436" y="225"/>
                </a:lnTo>
                <a:lnTo>
                  <a:pt x="3456" y="222"/>
                </a:lnTo>
                <a:lnTo>
                  <a:pt x="3475" y="219"/>
                </a:lnTo>
                <a:lnTo>
                  <a:pt x="3494" y="216"/>
                </a:lnTo>
                <a:lnTo>
                  <a:pt x="3514" y="214"/>
                </a:lnTo>
                <a:lnTo>
                  <a:pt x="3533" y="211"/>
                </a:lnTo>
                <a:lnTo>
                  <a:pt x="3552" y="208"/>
                </a:lnTo>
                <a:lnTo>
                  <a:pt x="3571" y="205"/>
                </a:lnTo>
                <a:lnTo>
                  <a:pt x="3591" y="202"/>
                </a:lnTo>
                <a:lnTo>
                  <a:pt x="3610" y="200"/>
                </a:lnTo>
                <a:lnTo>
                  <a:pt x="3629" y="197"/>
                </a:lnTo>
                <a:lnTo>
                  <a:pt x="3649" y="194"/>
                </a:lnTo>
                <a:lnTo>
                  <a:pt x="3668" y="191"/>
                </a:lnTo>
                <a:lnTo>
                  <a:pt x="3687" y="189"/>
                </a:lnTo>
                <a:lnTo>
                  <a:pt x="3707" y="186"/>
                </a:lnTo>
                <a:lnTo>
                  <a:pt x="3726" y="183"/>
                </a:lnTo>
                <a:lnTo>
                  <a:pt x="3745" y="180"/>
                </a:lnTo>
                <a:lnTo>
                  <a:pt x="3764" y="178"/>
                </a:lnTo>
                <a:lnTo>
                  <a:pt x="3784" y="175"/>
                </a:lnTo>
                <a:lnTo>
                  <a:pt x="3803" y="172"/>
                </a:lnTo>
                <a:lnTo>
                  <a:pt x="3822" y="169"/>
                </a:lnTo>
                <a:lnTo>
                  <a:pt x="3842" y="166"/>
                </a:lnTo>
                <a:lnTo>
                  <a:pt x="3861" y="164"/>
                </a:lnTo>
                <a:lnTo>
                  <a:pt x="3880" y="161"/>
                </a:lnTo>
                <a:lnTo>
                  <a:pt x="3900" y="158"/>
                </a:lnTo>
                <a:lnTo>
                  <a:pt x="3919" y="155"/>
                </a:lnTo>
                <a:lnTo>
                  <a:pt x="3938" y="153"/>
                </a:lnTo>
                <a:lnTo>
                  <a:pt x="3958" y="150"/>
                </a:lnTo>
                <a:lnTo>
                  <a:pt x="3977" y="147"/>
                </a:lnTo>
                <a:lnTo>
                  <a:pt x="3996" y="144"/>
                </a:lnTo>
                <a:lnTo>
                  <a:pt x="4015" y="141"/>
                </a:lnTo>
                <a:lnTo>
                  <a:pt x="4035" y="139"/>
                </a:lnTo>
                <a:lnTo>
                  <a:pt x="4054" y="136"/>
                </a:lnTo>
                <a:lnTo>
                  <a:pt x="4073" y="133"/>
                </a:lnTo>
                <a:lnTo>
                  <a:pt x="4093" y="130"/>
                </a:lnTo>
                <a:lnTo>
                  <a:pt x="4112" y="128"/>
                </a:lnTo>
                <a:lnTo>
                  <a:pt x="4131" y="125"/>
                </a:lnTo>
                <a:lnTo>
                  <a:pt x="4151" y="122"/>
                </a:lnTo>
                <a:lnTo>
                  <a:pt x="4170" y="119"/>
                </a:lnTo>
                <a:lnTo>
                  <a:pt x="4189" y="117"/>
                </a:lnTo>
                <a:lnTo>
                  <a:pt x="4208" y="114"/>
                </a:lnTo>
                <a:lnTo>
                  <a:pt x="4228" y="111"/>
                </a:lnTo>
                <a:lnTo>
                  <a:pt x="4247" y="108"/>
                </a:lnTo>
                <a:lnTo>
                  <a:pt x="4266" y="105"/>
                </a:lnTo>
                <a:lnTo>
                  <a:pt x="4286" y="103"/>
                </a:lnTo>
                <a:lnTo>
                  <a:pt x="4305" y="100"/>
                </a:lnTo>
                <a:lnTo>
                  <a:pt x="4324" y="97"/>
                </a:lnTo>
                <a:lnTo>
                  <a:pt x="4344" y="94"/>
                </a:lnTo>
                <a:lnTo>
                  <a:pt x="4363" y="92"/>
                </a:lnTo>
                <a:lnTo>
                  <a:pt x="4382" y="89"/>
                </a:lnTo>
                <a:lnTo>
                  <a:pt x="4402" y="86"/>
                </a:lnTo>
                <a:lnTo>
                  <a:pt x="4421" y="83"/>
                </a:lnTo>
                <a:lnTo>
                  <a:pt x="4440" y="80"/>
                </a:lnTo>
                <a:lnTo>
                  <a:pt x="4459" y="78"/>
                </a:lnTo>
                <a:lnTo>
                  <a:pt x="4479" y="75"/>
                </a:lnTo>
                <a:lnTo>
                  <a:pt x="4498" y="72"/>
                </a:lnTo>
                <a:lnTo>
                  <a:pt x="4517" y="69"/>
                </a:lnTo>
                <a:lnTo>
                  <a:pt x="4537" y="67"/>
                </a:lnTo>
                <a:lnTo>
                  <a:pt x="4556" y="64"/>
                </a:lnTo>
                <a:lnTo>
                  <a:pt x="4575" y="61"/>
                </a:lnTo>
                <a:lnTo>
                  <a:pt x="4595" y="58"/>
                </a:lnTo>
                <a:lnTo>
                  <a:pt x="4614" y="56"/>
                </a:lnTo>
                <a:lnTo>
                  <a:pt x="4633" y="53"/>
                </a:lnTo>
                <a:lnTo>
                  <a:pt x="4653" y="50"/>
                </a:lnTo>
                <a:lnTo>
                  <a:pt x="4672" y="47"/>
                </a:lnTo>
                <a:lnTo>
                  <a:pt x="4691" y="44"/>
                </a:lnTo>
                <a:lnTo>
                  <a:pt x="4710" y="42"/>
                </a:lnTo>
                <a:lnTo>
                  <a:pt x="4730" y="39"/>
                </a:lnTo>
                <a:lnTo>
                  <a:pt x="4749" y="36"/>
                </a:lnTo>
                <a:lnTo>
                  <a:pt x="4768" y="33"/>
                </a:lnTo>
                <a:lnTo>
                  <a:pt x="4788" y="31"/>
                </a:lnTo>
                <a:lnTo>
                  <a:pt x="4807" y="28"/>
                </a:lnTo>
                <a:lnTo>
                  <a:pt x="4826" y="25"/>
                </a:lnTo>
                <a:lnTo>
                  <a:pt x="4846" y="22"/>
                </a:lnTo>
                <a:lnTo>
                  <a:pt x="4865" y="20"/>
                </a:lnTo>
                <a:lnTo>
                  <a:pt x="4884" y="17"/>
                </a:lnTo>
                <a:lnTo>
                  <a:pt x="4903" y="14"/>
                </a:lnTo>
                <a:lnTo>
                  <a:pt x="4923" y="11"/>
                </a:lnTo>
                <a:lnTo>
                  <a:pt x="4942" y="8"/>
                </a:lnTo>
                <a:lnTo>
                  <a:pt x="4961" y="6"/>
                </a:lnTo>
                <a:lnTo>
                  <a:pt x="4981" y="3"/>
                </a:lnTo>
                <a:lnTo>
                  <a:pt x="500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932688" y="4042562"/>
            <a:ext cx="4572000" cy="608076"/>
          </a:xfrm>
          <a:custGeom>
            <a:avLst/>
            <a:gdLst/>
            <a:ahLst/>
            <a:cxnLst/>
            <a:rect l="l" t="t" r="r" b="b"/>
            <a:pathLst>
              <a:path w="5000" h="665">
                <a:moveTo>
                  <a:pt x="0" y="665"/>
                </a:moveTo>
                <a:lnTo>
                  <a:pt x="19" y="663"/>
                </a:lnTo>
                <a:lnTo>
                  <a:pt x="39" y="660"/>
                </a:lnTo>
                <a:lnTo>
                  <a:pt x="58" y="658"/>
                </a:lnTo>
                <a:lnTo>
                  <a:pt x="77" y="655"/>
                </a:lnTo>
                <a:lnTo>
                  <a:pt x="97" y="652"/>
                </a:lnTo>
                <a:lnTo>
                  <a:pt x="116" y="650"/>
                </a:lnTo>
                <a:lnTo>
                  <a:pt x="135" y="647"/>
                </a:lnTo>
                <a:lnTo>
                  <a:pt x="154" y="645"/>
                </a:lnTo>
                <a:lnTo>
                  <a:pt x="174" y="642"/>
                </a:lnTo>
                <a:lnTo>
                  <a:pt x="193" y="640"/>
                </a:lnTo>
                <a:lnTo>
                  <a:pt x="212" y="637"/>
                </a:lnTo>
                <a:lnTo>
                  <a:pt x="232" y="634"/>
                </a:lnTo>
                <a:lnTo>
                  <a:pt x="251" y="632"/>
                </a:lnTo>
                <a:lnTo>
                  <a:pt x="270" y="629"/>
                </a:lnTo>
                <a:lnTo>
                  <a:pt x="290" y="627"/>
                </a:lnTo>
                <a:lnTo>
                  <a:pt x="309" y="624"/>
                </a:lnTo>
                <a:lnTo>
                  <a:pt x="328" y="622"/>
                </a:lnTo>
                <a:lnTo>
                  <a:pt x="347" y="619"/>
                </a:lnTo>
                <a:lnTo>
                  <a:pt x="367" y="616"/>
                </a:lnTo>
                <a:lnTo>
                  <a:pt x="386" y="614"/>
                </a:lnTo>
                <a:lnTo>
                  <a:pt x="405" y="611"/>
                </a:lnTo>
                <a:lnTo>
                  <a:pt x="425" y="609"/>
                </a:lnTo>
                <a:lnTo>
                  <a:pt x="444" y="606"/>
                </a:lnTo>
                <a:lnTo>
                  <a:pt x="463" y="604"/>
                </a:lnTo>
                <a:lnTo>
                  <a:pt x="483" y="601"/>
                </a:lnTo>
                <a:lnTo>
                  <a:pt x="502" y="598"/>
                </a:lnTo>
                <a:lnTo>
                  <a:pt x="521" y="596"/>
                </a:lnTo>
                <a:lnTo>
                  <a:pt x="541" y="593"/>
                </a:lnTo>
                <a:lnTo>
                  <a:pt x="560" y="591"/>
                </a:lnTo>
                <a:lnTo>
                  <a:pt x="579" y="588"/>
                </a:lnTo>
                <a:lnTo>
                  <a:pt x="598" y="586"/>
                </a:lnTo>
                <a:lnTo>
                  <a:pt x="618" y="583"/>
                </a:lnTo>
                <a:lnTo>
                  <a:pt x="637" y="581"/>
                </a:lnTo>
                <a:lnTo>
                  <a:pt x="656" y="578"/>
                </a:lnTo>
                <a:lnTo>
                  <a:pt x="676" y="575"/>
                </a:lnTo>
                <a:lnTo>
                  <a:pt x="695" y="573"/>
                </a:lnTo>
                <a:lnTo>
                  <a:pt x="714" y="570"/>
                </a:lnTo>
                <a:lnTo>
                  <a:pt x="734" y="568"/>
                </a:lnTo>
                <a:lnTo>
                  <a:pt x="753" y="565"/>
                </a:lnTo>
                <a:lnTo>
                  <a:pt x="772" y="563"/>
                </a:lnTo>
                <a:lnTo>
                  <a:pt x="792" y="560"/>
                </a:lnTo>
                <a:lnTo>
                  <a:pt x="811" y="557"/>
                </a:lnTo>
                <a:lnTo>
                  <a:pt x="830" y="555"/>
                </a:lnTo>
                <a:lnTo>
                  <a:pt x="849" y="552"/>
                </a:lnTo>
                <a:lnTo>
                  <a:pt x="869" y="550"/>
                </a:lnTo>
                <a:lnTo>
                  <a:pt x="888" y="547"/>
                </a:lnTo>
                <a:lnTo>
                  <a:pt x="907" y="545"/>
                </a:lnTo>
                <a:lnTo>
                  <a:pt x="927" y="542"/>
                </a:lnTo>
                <a:lnTo>
                  <a:pt x="946" y="539"/>
                </a:lnTo>
                <a:lnTo>
                  <a:pt x="965" y="537"/>
                </a:lnTo>
                <a:lnTo>
                  <a:pt x="985" y="534"/>
                </a:lnTo>
                <a:lnTo>
                  <a:pt x="1004" y="532"/>
                </a:lnTo>
                <a:lnTo>
                  <a:pt x="1023" y="529"/>
                </a:lnTo>
                <a:lnTo>
                  <a:pt x="1042" y="527"/>
                </a:lnTo>
                <a:lnTo>
                  <a:pt x="1062" y="524"/>
                </a:lnTo>
                <a:lnTo>
                  <a:pt x="1081" y="521"/>
                </a:lnTo>
                <a:lnTo>
                  <a:pt x="1100" y="519"/>
                </a:lnTo>
                <a:lnTo>
                  <a:pt x="1120" y="516"/>
                </a:lnTo>
                <a:lnTo>
                  <a:pt x="1139" y="514"/>
                </a:lnTo>
                <a:lnTo>
                  <a:pt x="1158" y="511"/>
                </a:lnTo>
                <a:lnTo>
                  <a:pt x="1178" y="509"/>
                </a:lnTo>
                <a:lnTo>
                  <a:pt x="1197" y="506"/>
                </a:lnTo>
                <a:lnTo>
                  <a:pt x="1216" y="503"/>
                </a:lnTo>
                <a:lnTo>
                  <a:pt x="1236" y="501"/>
                </a:lnTo>
                <a:lnTo>
                  <a:pt x="1255" y="498"/>
                </a:lnTo>
                <a:lnTo>
                  <a:pt x="1274" y="496"/>
                </a:lnTo>
                <a:lnTo>
                  <a:pt x="1293" y="493"/>
                </a:lnTo>
                <a:lnTo>
                  <a:pt x="1313" y="491"/>
                </a:lnTo>
                <a:lnTo>
                  <a:pt x="1332" y="488"/>
                </a:lnTo>
                <a:lnTo>
                  <a:pt x="1351" y="486"/>
                </a:lnTo>
                <a:lnTo>
                  <a:pt x="1371" y="483"/>
                </a:lnTo>
                <a:lnTo>
                  <a:pt x="1390" y="480"/>
                </a:lnTo>
                <a:lnTo>
                  <a:pt x="1409" y="478"/>
                </a:lnTo>
                <a:lnTo>
                  <a:pt x="1429" y="475"/>
                </a:lnTo>
                <a:lnTo>
                  <a:pt x="1448" y="473"/>
                </a:lnTo>
                <a:lnTo>
                  <a:pt x="1467" y="470"/>
                </a:lnTo>
                <a:lnTo>
                  <a:pt x="1486" y="468"/>
                </a:lnTo>
                <a:lnTo>
                  <a:pt x="1506" y="465"/>
                </a:lnTo>
                <a:lnTo>
                  <a:pt x="1525" y="462"/>
                </a:lnTo>
                <a:lnTo>
                  <a:pt x="1544" y="460"/>
                </a:lnTo>
                <a:lnTo>
                  <a:pt x="1564" y="457"/>
                </a:lnTo>
                <a:lnTo>
                  <a:pt x="1583" y="455"/>
                </a:lnTo>
                <a:lnTo>
                  <a:pt x="1602" y="452"/>
                </a:lnTo>
                <a:lnTo>
                  <a:pt x="1622" y="450"/>
                </a:lnTo>
                <a:lnTo>
                  <a:pt x="1641" y="447"/>
                </a:lnTo>
                <a:lnTo>
                  <a:pt x="1660" y="444"/>
                </a:lnTo>
                <a:lnTo>
                  <a:pt x="1680" y="442"/>
                </a:lnTo>
                <a:lnTo>
                  <a:pt x="1699" y="439"/>
                </a:lnTo>
                <a:lnTo>
                  <a:pt x="1718" y="437"/>
                </a:lnTo>
                <a:lnTo>
                  <a:pt x="1737" y="434"/>
                </a:lnTo>
                <a:lnTo>
                  <a:pt x="1757" y="432"/>
                </a:lnTo>
                <a:lnTo>
                  <a:pt x="1776" y="429"/>
                </a:lnTo>
                <a:lnTo>
                  <a:pt x="1795" y="426"/>
                </a:lnTo>
                <a:lnTo>
                  <a:pt x="1815" y="424"/>
                </a:lnTo>
                <a:lnTo>
                  <a:pt x="1834" y="421"/>
                </a:lnTo>
                <a:lnTo>
                  <a:pt x="1853" y="419"/>
                </a:lnTo>
                <a:lnTo>
                  <a:pt x="1873" y="416"/>
                </a:lnTo>
                <a:lnTo>
                  <a:pt x="1892" y="414"/>
                </a:lnTo>
                <a:lnTo>
                  <a:pt x="1911" y="411"/>
                </a:lnTo>
                <a:lnTo>
                  <a:pt x="1931" y="408"/>
                </a:lnTo>
                <a:lnTo>
                  <a:pt x="1950" y="406"/>
                </a:lnTo>
                <a:lnTo>
                  <a:pt x="1969" y="403"/>
                </a:lnTo>
                <a:lnTo>
                  <a:pt x="1988" y="401"/>
                </a:lnTo>
                <a:lnTo>
                  <a:pt x="2008" y="398"/>
                </a:lnTo>
                <a:lnTo>
                  <a:pt x="2027" y="396"/>
                </a:lnTo>
                <a:lnTo>
                  <a:pt x="2046" y="393"/>
                </a:lnTo>
                <a:lnTo>
                  <a:pt x="2066" y="391"/>
                </a:lnTo>
                <a:lnTo>
                  <a:pt x="2085" y="388"/>
                </a:lnTo>
                <a:lnTo>
                  <a:pt x="2104" y="385"/>
                </a:lnTo>
                <a:lnTo>
                  <a:pt x="2124" y="383"/>
                </a:lnTo>
                <a:lnTo>
                  <a:pt x="2143" y="380"/>
                </a:lnTo>
                <a:lnTo>
                  <a:pt x="2162" y="378"/>
                </a:lnTo>
                <a:lnTo>
                  <a:pt x="2181" y="375"/>
                </a:lnTo>
                <a:lnTo>
                  <a:pt x="2201" y="373"/>
                </a:lnTo>
                <a:lnTo>
                  <a:pt x="2220" y="370"/>
                </a:lnTo>
                <a:lnTo>
                  <a:pt x="2239" y="367"/>
                </a:lnTo>
                <a:lnTo>
                  <a:pt x="2259" y="365"/>
                </a:lnTo>
                <a:lnTo>
                  <a:pt x="2278" y="362"/>
                </a:lnTo>
                <a:lnTo>
                  <a:pt x="2297" y="360"/>
                </a:lnTo>
                <a:lnTo>
                  <a:pt x="2317" y="357"/>
                </a:lnTo>
                <a:lnTo>
                  <a:pt x="2336" y="355"/>
                </a:lnTo>
                <a:lnTo>
                  <a:pt x="2355" y="352"/>
                </a:lnTo>
                <a:lnTo>
                  <a:pt x="2375" y="349"/>
                </a:lnTo>
                <a:lnTo>
                  <a:pt x="2394" y="347"/>
                </a:lnTo>
                <a:lnTo>
                  <a:pt x="2413" y="344"/>
                </a:lnTo>
                <a:lnTo>
                  <a:pt x="2432" y="342"/>
                </a:lnTo>
                <a:lnTo>
                  <a:pt x="2452" y="339"/>
                </a:lnTo>
                <a:lnTo>
                  <a:pt x="2471" y="337"/>
                </a:lnTo>
                <a:lnTo>
                  <a:pt x="2490" y="334"/>
                </a:lnTo>
                <a:lnTo>
                  <a:pt x="2510" y="331"/>
                </a:lnTo>
                <a:lnTo>
                  <a:pt x="2529" y="329"/>
                </a:lnTo>
                <a:lnTo>
                  <a:pt x="2548" y="326"/>
                </a:lnTo>
                <a:lnTo>
                  <a:pt x="2568" y="324"/>
                </a:lnTo>
                <a:lnTo>
                  <a:pt x="2587" y="321"/>
                </a:lnTo>
                <a:lnTo>
                  <a:pt x="2606" y="319"/>
                </a:lnTo>
                <a:lnTo>
                  <a:pt x="2625" y="316"/>
                </a:lnTo>
                <a:lnTo>
                  <a:pt x="2645" y="313"/>
                </a:lnTo>
                <a:lnTo>
                  <a:pt x="2664" y="311"/>
                </a:lnTo>
                <a:lnTo>
                  <a:pt x="2683" y="308"/>
                </a:lnTo>
                <a:lnTo>
                  <a:pt x="2703" y="306"/>
                </a:lnTo>
                <a:lnTo>
                  <a:pt x="2722" y="303"/>
                </a:lnTo>
                <a:lnTo>
                  <a:pt x="2741" y="301"/>
                </a:lnTo>
                <a:lnTo>
                  <a:pt x="2761" y="298"/>
                </a:lnTo>
                <a:lnTo>
                  <a:pt x="2780" y="296"/>
                </a:lnTo>
                <a:lnTo>
                  <a:pt x="2799" y="293"/>
                </a:lnTo>
                <a:lnTo>
                  <a:pt x="2819" y="290"/>
                </a:lnTo>
                <a:lnTo>
                  <a:pt x="2838" y="288"/>
                </a:lnTo>
                <a:lnTo>
                  <a:pt x="2857" y="285"/>
                </a:lnTo>
                <a:lnTo>
                  <a:pt x="2876" y="283"/>
                </a:lnTo>
                <a:lnTo>
                  <a:pt x="2896" y="280"/>
                </a:lnTo>
                <a:lnTo>
                  <a:pt x="2915" y="278"/>
                </a:lnTo>
                <a:lnTo>
                  <a:pt x="2934" y="275"/>
                </a:lnTo>
                <a:lnTo>
                  <a:pt x="2954" y="272"/>
                </a:lnTo>
                <a:lnTo>
                  <a:pt x="2973" y="270"/>
                </a:lnTo>
                <a:lnTo>
                  <a:pt x="2992" y="267"/>
                </a:lnTo>
                <a:lnTo>
                  <a:pt x="3012" y="265"/>
                </a:lnTo>
                <a:lnTo>
                  <a:pt x="3031" y="262"/>
                </a:lnTo>
                <a:lnTo>
                  <a:pt x="3050" y="260"/>
                </a:lnTo>
                <a:lnTo>
                  <a:pt x="3069" y="257"/>
                </a:lnTo>
                <a:lnTo>
                  <a:pt x="3089" y="254"/>
                </a:lnTo>
                <a:lnTo>
                  <a:pt x="3108" y="252"/>
                </a:lnTo>
                <a:lnTo>
                  <a:pt x="3127" y="249"/>
                </a:lnTo>
                <a:lnTo>
                  <a:pt x="3147" y="247"/>
                </a:lnTo>
                <a:lnTo>
                  <a:pt x="3166" y="244"/>
                </a:lnTo>
                <a:lnTo>
                  <a:pt x="3185" y="242"/>
                </a:lnTo>
                <a:lnTo>
                  <a:pt x="3205" y="239"/>
                </a:lnTo>
                <a:lnTo>
                  <a:pt x="3224" y="236"/>
                </a:lnTo>
                <a:lnTo>
                  <a:pt x="3243" y="234"/>
                </a:lnTo>
                <a:lnTo>
                  <a:pt x="3263" y="231"/>
                </a:lnTo>
                <a:lnTo>
                  <a:pt x="3282" y="229"/>
                </a:lnTo>
                <a:lnTo>
                  <a:pt x="3301" y="226"/>
                </a:lnTo>
                <a:lnTo>
                  <a:pt x="3320" y="224"/>
                </a:lnTo>
                <a:lnTo>
                  <a:pt x="3340" y="221"/>
                </a:lnTo>
                <a:lnTo>
                  <a:pt x="3359" y="218"/>
                </a:lnTo>
                <a:lnTo>
                  <a:pt x="3378" y="216"/>
                </a:lnTo>
                <a:lnTo>
                  <a:pt x="3398" y="213"/>
                </a:lnTo>
                <a:lnTo>
                  <a:pt x="3417" y="211"/>
                </a:lnTo>
                <a:lnTo>
                  <a:pt x="3436" y="208"/>
                </a:lnTo>
                <a:lnTo>
                  <a:pt x="3456" y="206"/>
                </a:lnTo>
                <a:lnTo>
                  <a:pt x="3475" y="203"/>
                </a:lnTo>
                <a:lnTo>
                  <a:pt x="3494" y="201"/>
                </a:lnTo>
                <a:lnTo>
                  <a:pt x="3514" y="198"/>
                </a:lnTo>
                <a:lnTo>
                  <a:pt x="3533" y="195"/>
                </a:lnTo>
                <a:lnTo>
                  <a:pt x="3552" y="193"/>
                </a:lnTo>
                <a:lnTo>
                  <a:pt x="3571" y="190"/>
                </a:lnTo>
                <a:lnTo>
                  <a:pt x="3591" y="188"/>
                </a:lnTo>
                <a:lnTo>
                  <a:pt x="3610" y="185"/>
                </a:lnTo>
                <a:lnTo>
                  <a:pt x="3629" y="183"/>
                </a:lnTo>
                <a:lnTo>
                  <a:pt x="3649" y="180"/>
                </a:lnTo>
                <a:lnTo>
                  <a:pt x="3668" y="177"/>
                </a:lnTo>
                <a:lnTo>
                  <a:pt x="3687" y="175"/>
                </a:lnTo>
                <a:lnTo>
                  <a:pt x="3707" y="172"/>
                </a:lnTo>
                <a:lnTo>
                  <a:pt x="3726" y="170"/>
                </a:lnTo>
                <a:lnTo>
                  <a:pt x="3745" y="167"/>
                </a:lnTo>
                <a:lnTo>
                  <a:pt x="3764" y="165"/>
                </a:lnTo>
                <a:lnTo>
                  <a:pt x="3784" y="162"/>
                </a:lnTo>
                <a:lnTo>
                  <a:pt x="3803" y="159"/>
                </a:lnTo>
                <a:lnTo>
                  <a:pt x="3822" y="157"/>
                </a:lnTo>
                <a:lnTo>
                  <a:pt x="3842" y="154"/>
                </a:lnTo>
                <a:lnTo>
                  <a:pt x="3861" y="152"/>
                </a:lnTo>
                <a:lnTo>
                  <a:pt x="3880" y="149"/>
                </a:lnTo>
                <a:lnTo>
                  <a:pt x="3900" y="147"/>
                </a:lnTo>
                <a:lnTo>
                  <a:pt x="3919" y="144"/>
                </a:lnTo>
                <a:lnTo>
                  <a:pt x="3938" y="141"/>
                </a:lnTo>
                <a:lnTo>
                  <a:pt x="3958" y="139"/>
                </a:lnTo>
                <a:lnTo>
                  <a:pt x="3977" y="136"/>
                </a:lnTo>
                <a:lnTo>
                  <a:pt x="3996" y="134"/>
                </a:lnTo>
                <a:lnTo>
                  <a:pt x="4015" y="131"/>
                </a:lnTo>
                <a:lnTo>
                  <a:pt x="4035" y="129"/>
                </a:lnTo>
                <a:lnTo>
                  <a:pt x="4054" y="126"/>
                </a:lnTo>
                <a:lnTo>
                  <a:pt x="4073" y="123"/>
                </a:lnTo>
                <a:lnTo>
                  <a:pt x="4093" y="121"/>
                </a:lnTo>
                <a:lnTo>
                  <a:pt x="4112" y="118"/>
                </a:lnTo>
                <a:lnTo>
                  <a:pt x="4131" y="116"/>
                </a:lnTo>
                <a:lnTo>
                  <a:pt x="4151" y="113"/>
                </a:lnTo>
                <a:lnTo>
                  <a:pt x="4170" y="111"/>
                </a:lnTo>
                <a:lnTo>
                  <a:pt x="4189" y="108"/>
                </a:lnTo>
                <a:lnTo>
                  <a:pt x="4208" y="106"/>
                </a:lnTo>
                <a:lnTo>
                  <a:pt x="4228" y="103"/>
                </a:lnTo>
                <a:lnTo>
                  <a:pt x="4247" y="100"/>
                </a:lnTo>
                <a:lnTo>
                  <a:pt x="4266" y="98"/>
                </a:lnTo>
                <a:lnTo>
                  <a:pt x="4286" y="95"/>
                </a:lnTo>
                <a:lnTo>
                  <a:pt x="4305" y="93"/>
                </a:lnTo>
                <a:lnTo>
                  <a:pt x="4324" y="90"/>
                </a:lnTo>
                <a:lnTo>
                  <a:pt x="4344" y="88"/>
                </a:lnTo>
                <a:lnTo>
                  <a:pt x="4363" y="85"/>
                </a:lnTo>
                <a:lnTo>
                  <a:pt x="4382" y="82"/>
                </a:lnTo>
                <a:lnTo>
                  <a:pt x="4402" y="80"/>
                </a:lnTo>
                <a:lnTo>
                  <a:pt x="4421" y="77"/>
                </a:lnTo>
                <a:lnTo>
                  <a:pt x="4440" y="75"/>
                </a:lnTo>
                <a:lnTo>
                  <a:pt x="4459" y="72"/>
                </a:lnTo>
                <a:lnTo>
                  <a:pt x="4479" y="70"/>
                </a:lnTo>
                <a:lnTo>
                  <a:pt x="4498" y="67"/>
                </a:lnTo>
                <a:lnTo>
                  <a:pt x="4517" y="64"/>
                </a:lnTo>
                <a:lnTo>
                  <a:pt x="4537" y="62"/>
                </a:lnTo>
                <a:lnTo>
                  <a:pt x="4556" y="59"/>
                </a:lnTo>
                <a:lnTo>
                  <a:pt x="4575" y="57"/>
                </a:lnTo>
                <a:lnTo>
                  <a:pt x="4595" y="54"/>
                </a:lnTo>
                <a:lnTo>
                  <a:pt x="4614" y="52"/>
                </a:lnTo>
                <a:lnTo>
                  <a:pt x="4633" y="49"/>
                </a:lnTo>
                <a:lnTo>
                  <a:pt x="4653" y="46"/>
                </a:lnTo>
                <a:lnTo>
                  <a:pt x="4672" y="44"/>
                </a:lnTo>
                <a:lnTo>
                  <a:pt x="4691" y="41"/>
                </a:lnTo>
                <a:lnTo>
                  <a:pt x="4710" y="39"/>
                </a:lnTo>
                <a:lnTo>
                  <a:pt x="4730" y="36"/>
                </a:lnTo>
                <a:lnTo>
                  <a:pt x="4749" y="34"/>
                </a:lnTo>
                <a:lnTo>
                  <a:pt x="4768" y="31"/>
                </a:lnTo>
                <a:lnTo>
                  <a:pt x="4788" y="28"/>
                </a:lnTo>
                <a:lnTo>
                  <a:pt x="4807" y="26"/>
                </a:lnTo>
                <a:lnTo>
                  <a:pt x="4826" y="23"/>
                </a:lnTo>
                <a:lnTo>
                  <a:pt x="4846" y="21"/>
                </a:lnTo>
                <a:lnTo>
                  <a:pt x="4865" y="18"/>
                </a:lnTo>
                <a:lnTo>
                  <a:pt x="4884" y="16"/>
                </a:lnTo>
                <a:lnTo>
                  <a:pt x="4903" y="13"/>
                </a:lnTo>
                <a:lnTo>
                  <a:pt x="4923" y="11"/>
                </a:lnTo>
                <a:lnTo>
                  <a:pt x="4942" y="8"/>
                </a:lnTo>
                <a:lnTo>
                  <a:pt x="4961" y="5"/>
                </a:lnTo>
                <a:lnTo>
                  <a:pt x="4981" y="3"/>
                </a:lnTo>
                <a:lnTo>
                  <a:pt x="500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932688" y="4035247"/>
            <a:ext cx="4572000" cy="602590"/>
          </a:xfrm>
          <a:custGeom>
            <a:avLst/>
            <a:gdLst/>
            <a:ahLst/>
            <a:cxnLst/>
            <a:rect l="l" t="t" r="r" b="b"/>
            <a:pathLst>
              <a:path w="5000" h="659">
                <a:moveTo>
                  <a:pt x="0" y="659"/>
                </a:moveTo>
                <a:lnTo>
                  <a:pt x="19" y="657"/>
                </a:lnTo>
                <a:lnTo>
                  <a:pt x="39" y="654"/>
                </a:lnTo>
                <a:lnTo>
                  <a:pt x="58" y="651"/>
                </a:lnTo>
                <a:lnTo>
                  <a:pt x="77" y="649"/>
                </a:lnTo>
                <a:lnTo>
                  <a:pt x="97" y="646"/>
                </a:lnTo>
                <a:lnTo>
                  <a:pt x="116" y="644"/>
                </a:lnTo>
                <a:lnTo>
                  <a:pt x="135" y="641"/>
                </a:lnTo>
                <a:lnTo>
                  <a:pt x="154" y="639"/>
                </a:lnTo>
                <a:lnTo>
                  <a:pt x="174" y="636"/>
                </a:lnTo>
                <a:lnTo>
                  <a:pt x="193" y="634"/>
                </a:lnTo>
                <a:lnTo>
                  <a:pt x="212" y="631"/>
                </a:lnTo>
                <a:lnTo>
                  <a:pt x="232" y="629"/>
                </a:lnTo>
                <a:lnTo>
                  <a:pt x="251" y="626"/>
                </a:lnTo>
                <a:lnTo>
                  <a:pt x="270" y="623"/>
                </a:lnTo>
                <a:lnTo>
                  <a:pt x="290" y="621"/>
                </a:lnTo>
                <a:lnTo>
                  <a:pt x="309" y="618"/>
                </a:lnTo>
                <a:lnTo>
                  <a:pt x="328" y="616"/>
                </a:lnTo>
                <a:lnTo>
                  <a:pt x="347" y="613"/>
                </a:lnTo>
                <a:lnTo>
                  <a:pt x="367" y="611"/>
                </a:lnTo>
                <a:lnTo>
                  <a:pt x="386" y="608"/>
                </a:lnTo>
                <a:lnTo>
                  <a:pt x="405" y="606"/>
                </a:lnTo>
                <a:lnTo>
                  <a:pt x="425" y="603"/>
                </a:lnTo>
                <a:lnTo>
                  <a:pt x="444" y="601"/>
                </a:lnTo>
                <a:lnTo>
                  <a:pt x="463" y="598"/>
                </a:lnTo>
                <a:lnTo>
                  <a:pt x="483" y="595"/>
                </a:lnTo>
                <a:lnTo>
                  <a:pt x="502" y="593"/>
                </a:lnTo>
                <a:lnTo>
                  <a:pt x="521" y="590"/>
                </a:lnTo>
                <a:lnTo>
                  <a:pt x="541" y="588"/>
                </a:lnTo>
                <a:lnTo>
                  <a:pt x="560" y="585"/>
                </a:lnTo>
                <a:lnTo>
                  <a:pt x="579" y="583"/>
                </a:lnTo>
                <a:lnTo>
                  <a:pt x="598" y="580"/>
                </a:lnTo>
                <a:lnTo>
                  <a:pt x="618" y="578"/>
                </a:lnTo>
                <a:lnTo>
                  <a:pt x="637" y="575"/>
                </a:lnTo>
                <a:lnTo>
                  <a:pt x="656" y="573"/>
                </a:lnTo>
                <a:lnTo>
                  <a:pt x="676" y="570"/>
                </a:lnTo>
                <a:lnTo>
                  <a:pt x="695" y="567"/>
                </a:lnTo>
                <a:lnTo>
                  <a:pt x="714" y="565"/>
                </a:lnTo>
                <a:lnTo>
                  <a:pt x="734" y="562"/>
                </a:lnTo>
                <a:lnTo>
                  <a:pt x="753" y="560"/>
                </a:lnTo>
                <a:lnTo>
                  <a:pt x="772" y="557"/>
                </a:lnTo>
                <a:lnTo>
                  <a:pt x="792" y="555"/>
                </a:lnTo>
                <a:lnTo>
                  <a:pt x="811" y="552"/>
                </a:lnTo>
                <a:lnTo>
                  <a:pt x="830" y="550"/>
                </a:lnTo>
                <a:lnTo>
                  <a:pt x="849" y="547"/>
                </a:lnTo>
                <a:lnTo>
                  <a:pt x="869" y="545"/>
                </a:lnTo>
                <a:lnTo>
                  <a:pt x="888" y="542"/>
                </a:lnTo>
                <a:lnTo>
                  <a:pt x="907" y="539"/>
                </a:lnTo>
                <a:lnTo>
                  <a:pt x="927" y="537"/>
                </a:lnTo>
                <a:lnTo>
                  <a:pt x="946" y="534"/>
                </a:lnTo>
                <a:lnTo>
                  <a:pt x="965" y="532"/>
                </a:lnTo>
                <a:lnTo>
                  <a:pt x="985" y="529"/>
                </a:lnTo>
                <a:lnTo>
                  <a:pt x="1004" y="527"/>
                </a:lnTo>
                <a:lnTo>
                  <a:pt x="1023" y="524"/>
                </a:lnTo>
                <a:lnTo>
                  <a:pt x="1042" y="522"/>
                </a:lnTo>
                <a:lnTo>
                  <a:pt x="1062" y="519"/>
                </a:lnTo>
                <a:lnTo>
                  <a:pt x="1081" y="517"/>
                </a:lnTo>
                <a:lnTo>
                  <a:pt x="1100" y="514"/>
                </a:lnTo>
                <a:lnTo>
                  <a:pt x="1120" y="511"/>
                </a:lnTo>
                <a:lnTo>
                  <a:pt x="1139" y="509"/>
                </a:lnTo>
                <a:lnTo>
                  <a:pt x="1158" y="506"/>
                </a:lnTo>
                <a:lnTo>
                  <a:pt x="1178" y="504"/>
                </a:lnTo>
                <a:lnTo>
                  <a:pt x="1197" y="501"/>
                </a:lnTo>
                <a:lnTo>
                  <a:pt x="1216" y="499"/>
                </a:lnTo>
                <a:lnTo>
                  <a:pt x="1236" y="496"/>
                </a:lnTo>
                <a:lnTo>
                  <a:pt x="1255" y="494"/>
                </a:lnTo>
                <a:lnTo>
                  <a:pt x="1274" y="491"/>
                </a:lnTo>
                <a:lnTo>
                  <a:pt x="1293" y="489"/>
                </a:lnTo>
                <a:lnTo>
                  <a:pt x="1313" y="486"/>
                </a:lnTo>
                <a:lnTo>
                  <a:pt x="1332" y="483"/>
                </a:lnTo>
                <a:lnTo>
                  <a:pt x="1351" y="481"/>
                </a:lnTo>
                <a:lnTo>
                  <a:pt x="1371" y="478"/>
                </a:lnTo>
                <a:lnTo>
                  <a:pt x="1390" y="476"/>
                </a:lnTo>
                <a:lnTo>
                  <a:pt x="1409" y="473"/>
                </a:lnTo>
                <a:lnTo>
                  <a:pt x="1429" y="471"/>
                </a:lnTo>
                <a:lnTo>
                  <a:pt x="1448" y="468"/>
                </a:lnTo>
                <a:lnTo>
                  <a:pt x="1467" y="466"/>
                </a:lnTo>
                <a:lnTo>
                  <a:pt x="1486" y="463"/>
                </a:lnTo>
                <a:lnTo>
                  <a:pt x="1506" y="461"/>
                </a:lnTo>
                <a:lnTo>
                  <a:pt x="1525" y="458"/>
                </a:lnTo>
                <a:lnTo>
                  <a:pt x="1544" y="455"/>
                </a:lnTo>
                <a:lnTo>
                  <a:pt x="1564" y="453"/>
                </a:lnTo>
                <a:lnTo>
                  <a:pt x="1583" y="450"/>
                </a:lnTo>
                <a:lnTo>
                  <a:pt x="1602" y="448"/>
                </a:lnTo>
                <a:lnTo>
                  <a:pt x="1622" y="445"/>
                </a:lnTo>
                <a:lnTo>
                  <a:pt x="1641" y="443"/>
                </a:lnTo>
                <a:lnTo>
                  <a:pt x="1660" y="440"/>
                </a:lnTo>
                <a:lnTo>
                  <a:pt x="1680" y="438"/>
                </a:lnTo>
                <a:lnTo>
                  <a:pt x="1699" y="435"/>
                </a:lnTo>
                <a:lnTo>
                  <a:pt x="1718" y="433"/>
                </a:lnTo>
                <a:lnTo>
                  <a:pt x="1737" y="430"/>
                </a:lnTo>
                <a:lnTo>
                  <a:pt x="1757" y="427"/>
                </a:lnTo>
                <a:lnTo>
                  <a:pt x="1776" y="425"/>
                </a:lnTo>
                <a:lnTo>
                  <a:pt x="1795" y="422"/>
                </a:lnTo>
                <a:lnTo>
                  <a:pt x="1815" y="420"/>
                </a:lnTo>
                <a:lnTo>
                  <a:pt x="1834" y="417"/>
                </a:lnTo>
                <a:lnTo>
                  <a:pt x="1853" y="415"/>
                </a:lnTo>
                <a:lnTo>
                  <a:pt x="1873" y="412"/>
                </a:lnTo>
                <a:lnTo>
                  <a:pt x="1892" y="410"/>
                </a:lnTo>
                <a:lnTo>
                  <a:pt x="1911" y="407"/>
                </a:lnTo>
                <a:lnTo>
                  <a:pt x="1931" y="405"/>
                </a:lnTo>
                <a:lnTo>
                  <a:pt x="1950" y="402"/>
                </a:lnTo>
                <a:lnTo>
                  <a:pt x="1969" y="399"/>
                </a:lnTo>
                <a:lnTo>
                  <a:pt x="1988" y="397"/>
                </a:lnTo>
                <a:lnTo>
                  <a:pt x="2008" y="394"/>
                </a:lnTo>
                <a:lnTo>
                  <a:pt x="2027" y="392"/>
                </a:lnTo>
                <a:lnTo>
                  <a:pt x="2046" y="389"/>
                </a:lnTo>
                <a:lnTo>
                  <a:pt x="2066" y="387"/>
                </a:lnTo>
                <a:lnTo>
                  <a:pt x="2085" y="384"/>
                </a:lnTo>
                <a:lnTo>
                  <a:pt x="2104" y="382"/>
                </a:lnTo>
                <a:lnTo>
                  <a:pt x="2124" y="379"/>
                </a:lnTo>
                <a:lnTo>
                  <a:pt x="2143" y="377"/>
                </a:lnTo>
                <a:lnTo>
                  <a:pt x="2162" y="374"/>
                </a:lnTo>
                <a:lnTo>
                  <a:pt x="2181" y="371"/>
                </a:lnTo>
                <a:lnTo>
                  <a:pt x="2201" y="369"/>
                </a:lnTo>
                <a:lnTo>
                  <a:pt x="2220" y="366"/>
                </a:lnTo>
                <a:lnTo>
                  <a:pt x="2239" y="364"/>
                </a:lnTo>
                <a:lnTo>
                  <a:pt x="2259" y="361"/>
                </a:lnTo>
                <a:lnTo>
                  <a:pt x="2278" y="359"/>
                </a:lnTo>
                <a:lnTo>
                  <a:pt x="2297" y="356"/>
                </a:lnTo>
                <a:lnTo>
                  <a:pt x="2317" y="354"/>
                </a:lnTo>
                <a:lnTo>
                  <a:pt x="2336" y="351"/>
                </a:lnTo>
                <a:lnTo>
                  <a:pt x="2355" y="349"/>
                </a:lnTo>
                <a:lnTo>
                  <a:pt x="2375" y="346"/>
                </a:lnTo>
                <a:lnTo>
                  <a:pt x="2394" y="344"/>
                </a:lnTo>
                <a:lnTo>
                  <a:pt x="2413" y="341"/>
                </a:lnTo>
                <a:lnTo>
                  <a:pt x="2432" y="338"/>
                </a:lnTo>
                <a:lnTo>
                  <a:pt x="2452" y="336"/>
                </a:lnTo>
                <a:lnTo>
                  <a:pt x="2471" y="333"/>
                </a:lnTo>
                <a:lnTo>
                  <a:pt x="2490" y="331"/>
                </a:lnTo>
                <a:lnTo>
                  <a:pt x="2510" y="328"/>
                </a:lnTo>
                <a:lnTo>
                  <a:pt x="2529" y="326"/>
                </a:lnTo>
                <a:lnTo>
                  <a:pt x="2548" y="323"/>
                </a:lnTo>
                <a:lnTo>
                  <a:pt x="2568" y="321"/>
                </a:lnTo>
                <a:lnTo>
                  <a:pt x="2587" y="318"/>
                </a:lnTo>
                <a:lnTo>
                  <a:pt x="2606" y="316"/>
                </a:lnTo>
                <a:lnTo>
                  <a:pt x="2625" y="313"/>
                </a:lnTo>
                <a:lnTo>
                  <a:pt x="2645" y="310"/>
                </a:lnTo>
                <a:lnTo>
                  <a:pt x="2664" y="308"/>
                </a:lnTo>
                <a:lnTo>
                  <a:pt x="2683" y="305"/>
                </a:lnTo>
                <a:lnTo>
                  <a:pt x="2703" y="303"/>
                </a:lnTo>
                <a:lnTo>
                  <a:pt x="2722" y="300"/>
                </a:lnTo>
                <a:lnTo>
                  <a:pt x="2741" y="298"/>
                </a:lnTo>
                <a:lnTo>
                  <a:pt x="2761" y="295"/>
                </a:lnTo>
                <a:lnTo>
                  <a:pt x="2780" y="293"/>
                </a:lnTo>
                <a:lnTo>
                  <a:pt x="2799" y="290"/>
                </a:lnTo>
                <a:lnTo>
                  <a:pt x="2819" y="288"/>
                </a:lnTo>
                <a:lnTo>
                  <a:pt x="2838" y="285"/>
                </a:lnTo>
                <a:lnTo>
                  <a:pt x="2857" y="282"/>
                </a:lnTo>
                <a:lnTo>
                  <a:pt x="2876" y="280"/>
                </a:lnTo>
                <a:lnTo>
                  <a:pt x="2896" y="277"/>
                </a:lnTo>
                <a:lnTo>
                  <a:pt x="2915" y="275"/>
                </a:lnTo>
                <a:lnTo>
                  <a:pt x="2934" y="272"/>
                </a:lnTo>
                <a:lnTo>
                  <a:pt x="2954" y="270"/>
                </a:lnTo>
                <a:lnTo>
                  <a:pt x="2973" y="267"/>
                </a:lnTo>
                <a:lnTo>
                  <a:pt x="2992" y="265"/>
                </a:lnTo>
                <a:lnTo>
                  <a:pt x="3012" y="262"/>
                </a:lnTo>
                <a:lnTo>
                  <a:pt x="3031" y="260"/>
                </a:lnTo>
                <a:lnTo>
                  <a:pt x="3050" y="257"/>
                </a:lnTo>
                <a:lnTo>
                  <a:pt x="3069" y="254"/>
                </a:lnTo>
                <a:lnTo>
                  <a:pt x="3089" y="252"/>
                </a:lnTo>
                <a:lnTo>
                  <a:pt x="3108" y="249"/>
                </a:lnTo>
                <a:lnTo>
                  <a:pt x="3127" y="247"/>
                </a:lnTo>
                <a:lnTo>
                  <a:pt x="3147" y="244"/>
                </a:lnTo>
                <a:lnTo>
                  <a:pt x="3166" y="242"/>
                </a:lnTo>
                <a:lnTo>
                  <a:pt x="3185" y="239"/>
                </a:lnTo>
                <a:lnTo>
                  <a:pt x="3205" y="237"/>
                </a:lnTo>
                <a:lnTo>
                  <a:pt x="3224" y="234"/>
                </a:lnTo>
                <a:lnTo>
                  <a:pt x="3243" y="232"/>
                </a:lnTo>
                <a:lnTo>
                  <a:pt x="3263" y="229"/>
                </a:lnTo>
                <a:lnTo>
                  <a:pt x="3282" y="226"/>
                </a:lnTo>
                <a:lnTo>
                  <a:pt x="3301" y="224"/>
                </a:lnTo>
                <a:lnTo>
                  <a:pt x="3320" y="221"/>
                </a:lnTo>
                <a:lnTo>
                  <a:pt x="3340" y="219"/>
                </a:lnTo>
                <a:lnTo>
                  <a:pt x="3359" y="216"/>
                </a:lnTo>
                <a:lnTo>
                  <a:pt x="3378" y="214"/>
                </a:lnTo>
                <a:lnTo>
                  <a:pt x="3398" y="211"/>
                </a:lnTo>
                <a:lnTo>
                  <a:pt x="3417" y="209"/>
                </a:lnTo>
                <a:lnTo>
                  <a:pt x="3436" y="206"/>
                </a:lnTo>
                <a:lnTo>
                  <a:pt x="3456" y="204"/>
                </a:lnTo>
                <a:lnTo>
                  <a:pt x="3475" y="201"/>
                </a:lnTo>
                <a:lnTo>
                  <a:pt x="3494" y="198"/>
                </a:lnTo>
                <a:lnTo>
                  <a:pt x="3514" y="196"/>
                </a:lnTo>
                <a:lnTo>
                  <a:pt x="3533" y="193"/>
                </a:lnTo>
                <a:lnTo>
                  <a:pt x="3552" y="191"/>
                </a:lnTo>
                <a:lnTo>
                  <a:pt x="3571" y="188"/>
                </a:lnTo>
                <a:lnTo>
                  <a:pt x="3591" y="186"/>
                </a:lnTo>
                <a:lnTo>
                  <a:pt x="3610" y="183"/>
                </a:lnTo>
                <a:lnTo>
                  <a:pt x="3629" y="181"/>
                </a:lnTo>
                <a:lnTo>
                  <a:pt x="3649" y="178"/>
                </a:lnTo>
                <a:lnTo>
                  <a:pt x="3668" y="176"/>
                </a:lnTo>
                <a:lnTo>
                  <a:pt x="3687" y="173"/>
                </a:lnTo>
                <a:lnTo>
                  <a:pt x="3707" y="170"/>
                </a:lnTo>
                <a:lnTo>
                  <a:pt x="3726" y="168"/>
                </a:lnTo>
                <a:lnTo>
                  <a:pt x="3745" y="165"/>
                </a:lnTo>
                <a:lnTo>
                  <a:pt x="3764" y="163"/>
                </a:lnTo>
                <a:lnTo>
                  <a:pt x="3784" y="160"/>
                </a:lnTo>
                <a:lnTo>
                  <a:pt x="3803" y="158"/>
                </a:lnTo>
                <a:lnTo>
                  <a:pt x="3822" y="155"/>
                </a:lnTo>
                <a:lnTo>
                  <a:pt x="3842" y="153"/>
                </a:lnTo>
                <a:lnTo>
                  <a:pt x="3861" y="150"/>
                </a:lnTo>
                <a:lnTo>
                  <a:pt x="3880" y="148"/>
                </a:lnTo>
                <a:lnTo>
                  <a:pt x="3900" y="145"/>
                </a:lnTo>
                <a:lnTo>
                  <a:pt x="3919" y="142"/>
                </a:lnTo>
                <a:lnTo>
                  <a:pt x="3938" y="140"/>
                </a:lnTo>
                <a:lnTo>
                  <a:pt x="3958" y="137"/>
                </a:lnTo>
                <a:lnTo>
                  <a:pt x="3977" y="135"/>
                </a:lnTo>
                <a:lnTo>
                  <a:pt x="3996" y="132"/>
                </a:lnTo>
                <a:lnTo>
                  <a:pt x="4015" y="130"/>
                </a:lnTo>
                <a:lnTo>
                  <a:pt x="4035" y="127"/>
                </a:lnTo>
                <a:lnTo>
                  <a:pt x="4054" y="125"/>
                </a:lnTo>
                <a:lnTo>
                  <a:pt x="4073" y="122"/>
                </a:lnTo>
                <a:lnTo>
                  <a:pt x="4093" y="120"/>
                </a:lnTo>
                <a:lnTo>
                  <a:pt x="4112" y="117"/>
                </a:lnTo>
                <a:lnTo>
                  <a:pt x="4131" y="114"/>
                </a:lnTo>
                <a:lnTo>
                  <a:pt x="4151" y="112"/>
                </a:lnTo>
                <a:lnTo>
                  <a:pt x="4170" y="109"/>
                </a:lnTo>
                <a:lnTo>
                  <a:pt x="4189" y="107"/>
                </a:lnTo>
                <a:lnTo>
                  <a:pt x="4208" y="104"/>
                </a:lnTo>
                <a:lnTo>
                  <a:pt x="4228" y="102"/>
                </a:lnTo>
                <a:lnTo>
                  <a:pt x="4247" y="99"/>
                </a:lnTo>
                <a:lnTo>
                  <a:pt x="4266" y="97"/>
                </a:lnTo>
                <a:lnTo>
                  <a:pt x="4286" y="94"/>
                </a:lnTo>
                <a:lnTo>
                  <a:pt x="4305" y="92"/>
                </a:lnTo>
                <a:lnTo>
                  <a:pt x="4324" y="89"/>
                </a:lnTo>
                <a:lnTo>
                  <a:pt x="4344" y="86"/>
                </a:lnTo>
                <a:lnTo>
                  <a:pt x="4363" y="84"/>
                </a:lnTo>
                <a:lnTo>
                  <a:pt x="4382" y="81"/>
                </a:lnTo>
                <a:lnTo>
                  <a:pt x="4402" y="79"/>
                </a:lnTo>
                <a:lnTo>
                  <a:pt x="4421" y="76"/>
                </a:lnTo>
                <a:lnTo>
                  <a:pt x="4440" y="74"/>
                </a:lnTo>
                <a:lnTo>
                  <a:pt x="4459" y="71"/>
                </a:lnTo>
                <a:lnTo>
                  <a:pt x="4479" y="69"/>
                </a:lnTo>
                <a:lnTo>
                  <a:pt x="4498" y="66"/>
                </a:lnTo>
                <a:lnTo>
                  <a:pt x="4517" y="64"/>
                </a:lnTo>
                <a:lnTo>
                  <a:pt x="4537" y="61"/>
                </a:lnTo>
                <a:lnTo>
                  <a:pt x="4556" y="58"/>
                </a:lnTo>
                <a:lnTo>
                  <a:pt x="4575" y="56"/>
                </a:lnTo>
                <a:lnTo>
                  <a:pt x="4595" y="53"/>
                </a:lnTo>
                <a:lnTo>
                  <a:pt x="4614" y="51"/>
                </a:lnTo>
                <a:lnTo>
                  <a:pt x="4633" y="48"/>
                </a:lnTo>
                <a:lnTo>
                  <a:pt x="4653" y="46"/>
                </a:lnTo>
                <a:lnTo>
                  <a:pt x="4672" y="43"/>
                </a:lnTo>
                <a:lnTo>
                  <a:pt x="4691" y="41"/>
                </a:lnTo>
                <a:lnTo>
                  <a:pt x="4710" y="38"/>
                </a:lnTo>
                <a:lnTo>
                  <a:pt x="4730" y="36"/>
                </a:lnTo>
                <a:lnTo>
                  <a:pt x="4749" y="33"/>
                </a:lnTo>
                <a:lnTo>
                  <a:pt x="4768" y="30"/>
                </a:lnTo>
                <a:lnTo>
                  <a:pt x="4788" y="28"/>
                </a:lnTo>
                <a:lnTo>
                  <a:pt x="4807" y="25"/>
                </a:lnTo>
                <a:lnTo>
                  <a:pt x="4826" y="23"/>
                </a:lnTo>
                <a:lnTo>
                  <a:pt x="4846" y="20"/>
                </a:lnTo>
                <a:lnTo>
                  <a:pt x="4865" y="18"/>
                </a:lnTo>
                <a:lnTo>
                  <a:pt x="4884" y="15"/>
                </a:lnTo>
                <a:lnTo>
                  <a:pt x="4903" y="13"/>
                </a:lnTo>
                <a:lnTo>
                  <a:pt x="4923" y="10"/>
                </a:lnTo>
                <a:lnTo>
                  <a:pt x="4942" y="8"/>
                </a:lnTo>
                <a:lnTo>
                  <a:pt x="4961" y="5"/>
                </a:lnTo>
                <a:lnTo>
                  <a:pt x="4981" y="2"/>
                </a:lnTo>
                <a:lnTo>
                  <a:pt x="500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932688" y="3994099"/>
            <a:ext cx="4572000" cy="634594"/>
          </a:xfrm>
          <a:custGeom>
            <a:avLst/>
            <a:gdLst/>
            <a:ahLst/>
            <a:cxnLst/>
            <a:rect l="l" t="t" r="r" b="b"/>
            <a:pathLst>
              <a:path w="5000" h="694">
                <a:moveTo>
                  <a:pt x="0" y="694"/>
                </a:moveTo>
                <a:lnTo>
                  <a:pt x="19" y="691"/>
                </a:lnTo>
                <a:lnTo>
                  <a:pt x="39" y="689"/>
                </a:lnTo>
                <a:lnTo>
                  <a:pt x="58" y="686"/>
                </a:lnTo>
                <a:lnTo>
                  <a:pt x="77" y="683"/>
                </a:lnTo>
                <a:lnTo>
                  <a:pt x="97" y="681"/>
                </a:lnTo>
                <a:lnTo>
                  <a:pt x="116" y="678"/>
                </a:lnTo>
                <a:lnTo>
                  <a:pt x="135" y="675"/>
                </a:lnTo>
                <a:lnTo>
                  <a:pt x="154" y="672"/>
                </a:lnTo>
                <a:lnTo>
                  <a:pt x="174" y="670"/>
                </a:lnTo>
                <a:lnTo>
                  <a:pt x="193" y="667"/>
                </a:lnTo>
                <a:lnTo>
                  <a:pt x="212" y="664"/>
                </a:lnTo>
                <a:lnTo>
                  <a:pt x="232" y="662"/>
                </a:lnTo>
                <a:lnTo>
                  <a:pt x="251" y="659"/>
                </a:lnTo>
                <a:lnTo>
                  <a:pt x="270" y="656"/>
                </a:lnTo>
                <a:lnTo>
                  <a:pt x="290" y="654"/>
                </a:lnTo>
                <a:lnTo>
                  <a:pt x="309" y="651"/>
                </a:lnTo>
                <a:lnTo>
                  <a:pt x="328" y="648"/>
                </a:lnTo>
                <a:lnTo>
                  <a:pt x="347" y="646"/>
                </a:lnTo>
                <a:lnTo>
                  <a:pt x="367" y="643"/>
                </a:lnTo>
                <a:lnTo>
                  <a:pt x="386" y="640"/>
                </a:lnTo>
                <a:lnTo>
                  <a:pt x="405" y="638"/>
                </a:lnTo>
                <a:lnTo>
                  <a:pt x="425" y="635"/>
                </a:lnTo>
                <a:lnTo>
                  <a:pt x="444" y="632"/>
                </a:lnTo>
                <a:lnTo>
                  <a:pt x="463" y="630"/>
                </a:lnTo>
                <a:lnTo>
                  <a:pt x="483" y="627"/>
                </a:lnTo>
                <a:lnTo>
                  <a:pt x="502" y="624"/>
                </a:lnTo>
                <a:lnTo>
                  <a:pt x="521" y="622"/>
                </a:lnTo>
                <a:lnTo>
                  <a:pt x="541" y="619"/>
                </a:lnTo>
                <a:lnTo>
                  <a:pt x="560" y="616"/>
                </a:lnTo>
                <a:lnTo>
                  <a:pt x="579" y="614"/>
                </a:lnTo>
                <a:lnTo>
                  <a:pt x="598" y="611"/>
                </a:lnTo>
                <a:lnTo>
                  <a:pt x="618" y="608"/>
                </a:lnTo>
                <a:lnTo>
                  <a:pt x="637" y="605"/>
                </a:lnTo>
                <a:lnTo>
                  <a:pt x="656" y="603"/>
                </a:lnTo>
                <a:lnTo>
                  <a:pt x="676" y="600"/>
                </a:lnTo>
                <a:lnTo>
                  <a:pt x="695" y="597"/>
                </a:lnTo>
                <a:lnTo>
                  <a:pt x="714" y="595"/>
                </a:lnTo>
                <a:lnTo>
                  <a:pt x="734" y="592"/>
                </a:lnTo>
                <a:lnTo>
                  <a:pt x="753" y="589"/>
                </a:lnTo>
                <a:lnTo>
                  <a:pt x="772" y="587"/>
                </a:lnTo>
                <a:lnTo>
                  <a:pt x="792" y="584"/>
                </a:lnTo>
                <a:lnTo>
                  <a:pt x="811" y="581"/>
                </a:lnTo>
                <a:lnTo>
                  <a:pt x="830" y="579"/>
                </a:lnTo>
                <a:lnTo>
                  <a:pt x="849" y="576"/>
                </a:lnTo>
                <a:lnTo>
                  <a:pt x="869" y="573"/>
                </a:lnTo>
                <a:lnTo>
                  <a:pt x="888" y="571"/>
                </a:lnTo>
                <a:lnTo>
                  <a:pt x="907" y="568"/>
                </a:lnTo>
                <a:lnTo>
                  <a:pt x="927" y="565"/>
                </a:lnTo>
                <a:lnTo>
                  <a:pt x="946" y="563"/>
                </a:lnTo>
                <a:lnTo>
                  <a:pt x="965" y="560"/>
                </a:lnTo>
                <a:lnTo>
                  <a:pt x="985" y="557"/>
                </a:lnTo>
                <a:lnTo>
                  <a:pt x="1004" y="555"/>
                </a:lnTo>
                <a:lnTo>
                  <a:pt x="1023" y="552"/>
                </a:lnTo>
                <a:lnTo>
                  <a:pt x="1042" y="549"/>
                </a:lnTo>
                <a:lnTo>
                  <a:pt x="1062" y="547"/>
                </a:lnTo>
                <a:lnTo>
                  <a:pt x="1081" y="544"/>
                </a:lnTo>
                <a:lnTo>
                  <a:pt x="1100" y="541"/>
                </a:lnTo>
                <a:lnTo>
                  <a:pt x="1120" y="539"/>
                </a:lnTo>
                <a:lnTo>
                  <a:pt x="1139" y="536"/>
                </a:lnTo>
                <a:lnTo>
                  <a:pt x="1158" y="533"/>
                </a:lnTo>
                <a:lnTo>
                  <a:pt x="1178" y="530"/>
                </a:lnTo>
                <a:lnTo>
                  <a:pt x="1197" y="528"/>
                </a:lnTo>
                <a:lnTo>
                  <a:pt x="1216" y="525"/>
                </a:lnTo>
                <a:lnTo>
                  <a:pt x="1236" y="522"/>
                </a:lnTo>
                <a:lnTo>
                  <a:pt x="1255" y="520"/>
                </a:lnTo>
                <a:lnTo>
                  <a:pt x="1274" y="517"/>
                </a:lnTo>
                <a:lnTo>
                  <a:pt x="1293" y="514"/>
                </a:lnTo>
                <a:lnTo>
                  <a:pt x="1313" y="512"/>
                </a:lnTo>
                <a:lnTo>
                  <a:pt x="1332" y="509"/>
                </a:lnTo>
                <a:lnTo>
                  <a:pt x="1351" y="506"/>
                </a:lnTo>
                <a:lnTo>
                  <a:pt x="1371" y="504"/>
                </a:lnTo>
                <a:lnTo>
                  <a:pt x="1390" y="501"/>
                </a:lnTo>
                <a:lnTo>
                  <a:pt x="1409" y="498"/>
                </a:lnTo>
                <a:lnTo>
                  <a:pt x="1429" y="496"/>
                </a:lnTo>
                <a:lnTo>
                  <a:pt x="1448" y="493"/>
                </a:lnTo>
                <a:lnTo>
                  <a:pt x="1467" y="490"/>
                </a:lnTo>
                <a:lnTo>
                  <a:pt x="1486" y="488"/>
                </a:lnTo>
                <a:lnTo>
                  <a:pt x="1506" y="485"/>
                </a:lnTo>
                <a:lnTo>
                  <a:pt x="1525" y="482"/>
                </a:lnTo>
                <a:lnTo>
                  <a:pt x="1544" y="480"/>
                </a:lnTo>
                <a:lnTo>
                  <a:pt x="1564" y="477"/>
                </a:lnTo>
                <a:lnTo>
                  <a:pt x="1583" y="474"/>
                </a:lnTo>
                <a:lnTo>
                  <a:pt x="1602" y="472"/>
                </a:lnTo>
                <a:lnTo>
                  <a:pt x="1622" y="469"/>
                </a:lnTo>
                <a:lnTo>
                  <a:pt x="1641" y="466"/>
                </a:lnTo>
                <a:lnTo>
                  <a:pt x="1660" y="463"/>
                </a:lnTo>
                <a:lnTo>
                  <a:pt x="1680" y="461"/>
                </a:lnTo>
                <a:lnTo>
                  <a:pt x="1699" y="458"/>
                </a:lnTo>
                <a:lnTo>
                  <a:pt x="1718" y="455"/>
                </a:lnTo>
                <a:lnTo>
                  <a:pt x="1737" y="453"/>
                </a:lnTo>
                <a:lnTo>
                  <a:pt x="1757" y="450"/>
                </a:lnTo>
                <a:lnTo>
                  <a:pt x="1776" y="447"/>
                </a:lnTo>
                <a:lnTo>
                  <a:pt x="1795" y="445"/>
                </a:lnTo>
                <a:lnTo>
                  <a:pt x="1815" y="442"/>
                </a:lnTo>
                <a:lnTo>
                  <a:pt x="1834" y="439"/>
                </a:lnTo>
                <a:lnTo>
                  <a:pt x="1853" y="437"/>
                </a:lnTo>
                <a:lnTo>
                  <a:pt x="1873" y="434"/>
                </a:lnTo>
                <a:lnTo>
                  <a:pt x="1892" y="431"/>
                </a:lnTo>
                <a:lnTo>
                  <a:pt x="1911" y="429"/>
                </a:lnTo>
                <a:lnTo>
                  <a:pt x="1931" y="426"/>
                </a:lnTo>
                <a:lnTo>
                  <a:pt x="1950" y="423"/>
                </a:lnTo>
                <a:lnTo>
                  <a:pt x="1969" y="421"/>
                </a:lnTo>
                <a:lnTo>
                  <a:pt x="1988" y="418"/>
                </a:lnTo>
                <a:lnTo>
                  <a:pt x="2008" y="415"/>
                </a:lnTo>
                <a:lnTo>
                  <a:pt x="2027" y="413"/>
                </a:lnTo>
                <a:lnTo>
                  <a:pt x="2046" y="410"/>
                </a:lnTo>
                <a:lnTo>
                  <a:pt x="2066" y="407"/>
                </a:lnTo>
                <a:lnTo>
                  <a:pt x="2085" y="405"/>
                </a:lnTo>
                <a:lnTo>
                  <a:pt x="2104" y="402"/>
                </a:lnTo>
                <a:lnTo>
                  <a:pt x="2124" y="399"/>
                </a:lnTo>
                <a:lnTo>
                  <a:pt x="2143" y="396"/>
                </a:lnTo>
                <a:lnTo>
                  <a:pt x="2162" y="394"/>
                </a:lnTo>
                <a:lnTo>
                  <a:pt x="2181" y="391"/>
                </a:lnTo>
                <a:lnTo>
                  <a:pt x="2201" y="388"/>
                </a:lnTo>
                <a:lnTo>
                  <a:pt x="2220" y="386"/>
                </a:lnTo>
                <a:lnTo>
                  <a:pt x="2239" y="383"/>
                </a:lnTo>
                <a:lnTo>
                  <a:pt x="2259" y="380"/>
                </a:lnTo>
                <a:lnTo>
                  <a:pt x="2278" y="378"/>
                </a:lnTo>
                <a:lnTo>
                  <a:pt x="2297" y="375"/>
                </a:lnTo>
                <a:lnTo>
                  <a:pt x="2317" y="372"/>
                </a:lnTo>
                <a:lnTo>
                  <a:pt x="2336" y="370"/>
                </a:lnTo>
                <a:lnTo>
                  <a:pt x="2355" y="367"/>
                </a:lnTo>
                <a:lnTo>
                  <a:pt x="2375" y="364"/>
                </a:lnTo>
                <a:lnTo>
                  <a:pt x="2394" y="362"/>
                </a:lnTo>
                <a:lnTo>
                  <a:pt x="2413" y="359"/>
                </a:lnTo>
                <a:lnTo>
                  <a:pt x="2432" y="356"/>
                </a:lnTo>
                <a:lnTo>
                  <a:pt x="2452" y="354"/>
                </a:lnTo>
                <a:lnTo>
                  <a:pt x="2471" y="351"/>
                </a:lnTo>
                <a:lnTo>
                  <a:pt x="2490" y="348"/>
                </a:lnTo>
                <a:lnTo>
                  <a:pt x="2510" y="346"/>
                </a:lnTo>
                <a:lnTo>
                  <a:pt x="2529" y="343"/>
                </a:lnTo>
                <a:lnTo>
                  <a:pt x="2548" y="340"/>
                </a:lnTo>
                <a:lnTo>
                  <a:pt x="2568" y="338"/>
                </a:lnTo>
                <a:lnTo>
                  <a:pt x="2587" y="335"/>
                </a:lnTo>
                <a:lnTo>
                  <a:pt x="2606" y="332"/>
                </a:lnTo>
                <a:lnTo>
                  <a:pt x="2625" y="330"/>
                </a:lnTo>
                <a:lnTo>
                  <a:pt x="2645" y="327"/>
                </a:lnTo>
                <a:lnTo>
                  <a:pt x="2664" y="324"/>
                </a:lnTo>
                <a:lnTo>
                  <a:pt x="2683" y="321"/>
                </a:lnTo>
                <a:lnTo>
                  <a:pt x="2703" y="319"/>
                </a:lnTo>
                <a:lnTo>
                  <a:pt x="2722" y="316"/>
                </a:lnTo>
                <a:lnTo>
                  <a:pt x="2741" y="313"/>
                </a:lnTo>
                <a:lnTo>
                  <a:pt x="2761" y="311"/>
                </a:lnTo>
                <a:lnTo>
                  <a:pt x="2780" y="308"/>
                </a:lnTo>
                <a:lnTo>
                  <a:pt x="2799" y="305"/>
                </a:lnTo>
                <a:lnTo>
                  <a:pt x="2819" y="303"/>
                </a:lnTo>
                <a:lnTo>
                  <a:pt x="2838" y="300"/>
                </a:lnTo>
                <a:lnTo>
                  <a:pt x="2857" y="297"/>
                </a:lnTo>
                <a:lnTo>
                  <a:pt x="2876" y="295"/>
                </a:lnTo>
                <a:lnTo>
                  <a:pt x="2896" y="292"/>
                </a:lnTo>
                <a:lnTo>
                  <a:pt x="2915" y="289"/>
                </a:lnTo>
                <a:lnTo>
                  <a:pt x="2934" y="287"/>
                </a:lnTo>
                <a:lnTo>
                  <a:pt x="2954" y="284"/>
                </a:lnTo>
                <a:lnTo>
                  <a:pt x="2973" y="281"/>
                </a:lnTo>
                <a:lnTo>
                  <a:pt x="2992" y="279"/>
                </a:lnTo>
                <a:lnTo>
                  <a:pt x="3012" y="276"/>
                </a:lnTo>
                <a:lnTo>
                  <a:pt x="3031" y="273"/>
                </a:lnTo>
                <a:lnTo>
                  <a:pt x="3050" y="271"/>
                </a:lnTo>
                <a:lnTo>
                  <a:pt x="3069" y="268"/>
                </a:lnTo>
                <a:lnTo>
                  <a:pt x="3089" y="265"/>
                </a:lnTo>
                <a:lnTo>
                  <a:pt x="3108" y="263"/>
                </a:lnTo>
                <a:lnTo>
                  <a:pt x="3127" y="260"/>
                </a:lnTo>
                <a:lnTo>
                  <a:pt x="3147" y="257"/>
                </a:lnTo>
                <a:lnTo>
                  <a:pt x="3166" y="254"/>
                </a:lnTo>
                <a:lnTo>
                  <a:pt x="3185" y="252"/>
                </a:lnTo>
                <a:lnTo>
                  <a:pt x="3205" y="249"/>
                </a:lnTo>
                <a:lnTo>
                  <a:pt x="3224" y="246"/>
                </a:lnTo>
                <a:lnTo>
                  <a:pt x="3243" y="244"/>
                </a:lnTo>
                <a:lnTo>
                  <a:pt x="3263" y="241"/>
                </a:lnTo>
                <a:lnTo>
                  <a:pt x="3282" y="238"/>
                </a:lnTo>
                <a:lnTo>
                  <a:pt x="3301" y="236"/>
                </a:lnTo>
                <a:lnTo>
                  <a:pt x="3320" y="233"/>
                </a:lnTo>
                <a:lnTo>
                  <a:pt x="3340" y="230"/>
                </a:lnTo>
                <a:lnTo>
                  <a:pt x="3359" y="228"/>
                </a:lnTo>
                <a:lnTo>
                  <a:pt x="3378" y="225"/>
                </a:lnTo>
                <a:lnTo>
                  <a:pt x="3398" y="222"/>
                </a:lnTo>
                <a:lnTo>
                  <a:pt x="3417" y="220"/>
                </a:lnTo>
                <a:lnTo>
                  <a:pt x="3436" y="217"/>
                </a:lnTo>
                <a:lnTo>
                  <a:pt x="3456" y="214"/>
                </a:lnTo>
                <a:lnTo>
                  <a:pt x="3475" y="212"/>
                </a:lnTo>
                <a:lnTo>
                  <a:pt x="3494" y="209"/>
                </a:lnTo>
                <a:lnTo>
                  <a:pt x="3514" y="206"/>
                </a:lnTo>
                <a:lnTo>
                  <a:pt x="3533" y="204"/>
                </a:lnTo>
                <a:lnTo>
                  <a:pt x="3552" y="201"/>
                </a:lnTo>
                <a:lnTo>
                  <a:pt x="3571" y="198"/>
                </a:lnTo>
                <a:lnTo>
                  <a:pt x="3591" y="196"/>
                </a:lnTo>
                <a:lnTo>
                  <a:pt x="3610" y="193"/>
                </a:lnTo>
                <a:lnTo>
                  <a:pt x="3629" y="190"/>
                </a:lnTo>
                <a:lnTo>
                  <a:pt x="3649" y="188"/>
                </a:lnTo>
                <a:lnTo>
                  <a:pt x="3668" y="185"/>
                </a:lnTo>
                <a:lnTo>
                  <a:pt x="3687" y="182"/>
                </a:lnTo>
                <a:lnTo>
                  <a:pt x="3707" y="179"/>
                </a:lnTo>
                <a:lnTo>
                  <a:pt x="3726" y="177"/>
                </a:lnTo>
                <a:lnTo>
                  <a:pt x="3745" y="174"/>
                </a:lnTo>
                <a:lnTo>
                  <a:pt x="3764" y="171"/>
                </a:lnTo>
                <a:lnTo>
                  <a:pt x="3784" y="169"/>
                </a:lnTo>
                <a:lnTo>
                  <a:pt x="3803" y="166"/>
                </a:lnTo>
                <a:lnTo>
                  <a:pt x="3822" y="163"/>
                </a:lnTo>
                <a:lnTo>
                  <a:pt x="3842" y="161"/>
                </a:lnTo>
                <a:lnTo>
                  <a:pt x="3861" y="158"/>
                </a:lnTo>
                <a:lnTo>
                  <a:pt x="3880" y="155"/>
                </a:lnTo>
                <a:lnTo>
                  <a:pt x="3900" y="153"/>
                </a:lnTo>
                <a:lnTo>
                  <a:pt x="3919" y="150"/>
                </a:lnTo>
                <a:lnTo>
                  <a:pt x="3938" y="147"/>
                </a:lnTo>
                <a:lnTo>
                  <a:pt x="3958" y="145"/>
                </a:lnTo>
                <a:lnTo>
                  <a:pt x="3977" y="142"/>
                </a:lnTo>
                <a:lnTo>
                  <a:pt x="3996" y="139"/>
                </a:lnTo>
                <a:lnTo>
                  <a:pt x="4015" y="137"/>
                </a:lnTo>
                <a:lnTo>
                  <a:pt x="4035" y="134"/>
                </a:lnTo>
                <a:lnTo>
                  <a:pt x="4054" y="131"/>
                </a:lnTo>
                <a:lnTo>
                  <a:pt x="4073" y="129"/>
                </a:lnTo>
                <a:lnTo>
                  <a:pt x="4093" y="126"/>
                </a:lnTo>
                <a:lnTo>
                  <a:pt x="4112" y="123"/>
                </a:lnTo>
                <a:lnTo>
                  <a:pt x="4131" y="121"/>
                </a:lnTo>
                <a:lnTo>
                  <a:pt x="4151" y="118"/>
                </a:lnTo>
                <a:lnTo>
                  <a:pt x="4170" y="115"/>
                </a:lnTo>
                <a:lnTo>
                  <a:pt x="4189" y="112"/>
                </a:lnTo>
                <a:lnTo>
                  <a:pt x="4208" y="110"/>
                </a:lnTo>
                <a:lnTo>
                  <a:pt x="4228" y="107"/>
                </a:lnTo>
                <a:lnTo>
                  <a:pt x="4247" y="104"/>
                </a:lnTo>
                <a:lnTo>
                  <a:pt x="4266" y="102"/>
                </a:lnTo>
                <a:lnTo>
                  <a:pt x="4286" y="99"/>
                </a:lnTo>
                <a:lnTo>
                  <a:pt x="4305" y="96"/>
                </a:lnTo>
                <a:lnTo>
                  <a:pt x="4324" y="94"/>
                </a:lnTo>
                <a:lnTo>
                  <a:pt x="4344" y="91"/>
                </a:lnTo>
                <a:lnTo>
                  <a:pt x="4363" y="88"/>
                </a:lnTo>
                <a:lnTo>
                  <a:pt x="4382" y="86"/>
                </a:lnTo>
                <a:lnTo>
                  <a:pt x="4402" y="83"/>
                </a:lnTo>
                <a:lnTo>
                  <a:pt x="4421" y="80"/>
                </a:lnTo>
                <a:lnTo>
                  <a:pt x="4440" y="78"/>
                </a:lnTo>
                <a:lnTo>
                  <a:pt x="4459" y="75"/>
                </a:lnTo>
                <a:lnTo>
                  <a:pt x="4479" y="72"/>
                </a:lnTo>
                <a:lnTo>
                  <a:pt x="4498" y="70"/>
                </a:lnTo>
                <a:lnTo>
                  <a:pt x="4517" y="67"/>
                </a:lnTo>
                <a:lnTo>
                  <a:pt x="4537" y="64"/>
                </a:lnTo>
                <a:lnTo>
                  <a:pt x="4556" y="62"/>
                </a:lnTo>
                <a:lnTo>
                  <a:pt x="4575" y="59"/>
                </a:lnTo>
                <a:lnTo>
                  <a:pt x="4595" y="56"/>
                </a:lnTo>
                <a:lnTo>
                  <a:pt x="4614" y="54"/>
                </a:lnTo>
                <a:lnTo>
                  <a:pt x="4633" y="51"/>
                </a:lnTo>
                <a:lnTo>
                  <a:pt x="4653" y="48"/>
                </a:lnTo>
                <a:lnTo>
                  <a:pt x="4672" y="45"/>
                </a:lnTo>
                <a:lnTo>
                  <a:pt x="4691" y="43"/>
                </a:lnTo>
                <a:lnTo>
                  <a:pt x="4710" y="40"/>
                </a:lnTo>
                <a:lnTo>
                  <a:pt x="4730" y="37"/>
                </a:lnTo>
                <a:lnTo>
                  <a:pt x="4749" y="35"/>
                </a:lnTo>
                <a:lnTo>
                  <a:pt x="4768" y="32"/>
                </a:lnTo>
                <a:lnTo>
                  <a:pt x="4788" y="29"/>
                </a:lnTo>
                <a:lnTo>
                  <a:pt x="4807" y="27"/>
                </a:lnTo>
                <a:lnTo>
                  <a:pt x="4826" y="24"/>
                </a:lnTo>
                <a:lnTo>
                  <a:pt x="4846" y="21"/>
                </a:lnTo>
                <a:lnTo>
                  <a:pt x="4865" y="19"/>
                </a:lnTo>
                <a:lnTo>
                  <a:pt x="4884" y="16"/>
                </a:lnTo>
                <a:lnTo>
                  <a:pt x="4903" y="13"/>
                </a:lnTo>
                <a:lnTo>
                  <a:pt x="4923" y="11"/>
                </a:lnTo>
                <a:lnTo>
                  <a:pt x="4942" y="8"/>
                </a:lnTo>
                <a:lnTo>
                  <a:pt x="4961" y="5"/>
                </a:lnTo>
                <a:lnTo>
                  <a:pt x="4981" y="3"/>
                </a:lnTo>
                <a:lnTo>
                  <a:pt x="500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932688" y="4069080"/>
            <a:ext cx="4572000" cy="565099"/>
          </a:xfrm>
          <a:custGeom>
            <a:avLst/>
            <a:gdLst/>
            <a:ahLst/>
            <a:cxnLst/>
            <a:rect l="l" t="t" r="r" b="b"/>
            <a:pathLst>
              <a:path w="5000" h="618">
                <a:moveTo>
                  <a:pt x="0" y="618"/>
                </a:moveTo>
                <a:lnTo>
                  <a:pt x="19" y="615"/>
                </a:lnTo>
                <a:lnTo>
                  <a:pt x="39" y="613"/>
                </a:lnTo>
                <a:lnTo>
                  <a:pt x="58" y="611"/>
                </a:lnTo>
                <a:lnTo>
                  <a:pt x="77" y="608"/>
                </a:lnTo>
                <a:lnTo>
                  <a:pt x="97" y="606"/>
                </a:lnTo>
                <a:lnTo>
                  <a:pt x="116" y="603"/>
                </a:lnTo>
                <a:lnTo>
                  <a:pt x="135" y="601"/>
                </a:lnTo>
                <a:lnTo>
                  <a:pt x="154" y="599"/>
                </a:lnTo>
                <a:lnTo>
                  <a:pt x="174" y="596"/>
                </a:lnTo>
                <a:lnTo>
                  <a:pt x="193" y="594"/>
                </a:lnTo>
                <a:lnTo>
                  <a:pt x="212" y="592"/>
                </a:lnTo>
                <a:lnTo>
                  <a:pt x="232" y="589"/>
                </a:lnTo>
                <a:lnTo>
                  <a:pt x="251" y="587"/>
                </a:lnTo>
                <a:lnTo>
                  <a:pt x="270" y="584"/>
                </a:lnTo>
                <a:lnTo>
                  <a:pt x="290" y="582"/>
                </a:lnTo>
                <a:lnTo>
                  <a:pt x="309" y="580"/>
                </a:lnTo>
                <a:lnTo>
                  <a:pt x="328" y="577"/>
                </a:lnTo>
                <a:lnTo>
                  <a:pt x="347" y="575"/>
                </a:lnTo>
                <a:lnTo>
                  <a:pt x="367" y="572"/>
                </a:lnTo>
                <a:lnTo>
                  <a:pt x="386" y="570"/>
                </a:lnTo>
                <a:lnTo>
                  <a:pt x="405" y="568"/>
                </a:lnTo>
                <a:lnTo>
                  <a:pt x="425" y="565"/>
                </a:lnTo>
                <a:lnTo>
                  <a:pt x="444" y="563"/>
                </a:lnTo>
                <a:lnTo>
                  <a:pt x="463" y="561"/>
                </a:lnTo>
                <a:lnTo>
                  <a:pt x="483" y="558"/>
                </a:lnTo>
                <a:lnTo>
                  <a:pt x="502" y="556"/>
                </a:lnTo>
                <a:lnTo>
                  <a:pt x="521" y="553"/>
                </a:lnTo>
                <a:lnTo>
                  <a:pt x="541" y="551"/>
                </a:lnTo>
                <a:lnTo>
                  <a:pt x="560" y="549"/>
                </a:lnTo>
                <a:lnTo>
                  <a:pt x="579" y="546"/>
                </a:lnTo>
                <a:lnTo>
                  <a:pt x="598" y="544"/>
                </a:lnTo>
                <a:lnTo>
                  <a:pt x="618" y="541"/>
                </a:lnTo>
                <a:lnTo>
                  <a:pt x="637" y="539"/>
                </a:lnTo>
                <a:lnTo>
                  <a:pt x="656" y="537"/>
                </a:lnTo>
                <a:lnTo>
                  <a:pt x="676" y="534"/>
                </a:lnTo>
                <a:lnTo>
                  <a:pt x="695" y="532"/>
                </a:lnTo>
                <a:lnTo>
                  <a:pt x="714" y="530"/>
                </a:lnTo>
                <a:lnTo>
                  <a:pt x="734" y="527"/>
                </a:lnTo>
                <a:lnTo>
                  <a:pt x="753" y="525"/>
                </a:lnTo>
                <a:lnTo>
                  <a:pt x="772" y="522"/>
                </a:lnTo>
                <a:lnTo>
                  <a:pt x="792" y="520"/>
                </a:lnTo>
                <a:lnTo>
                  <a:pt x="811" y="518"/>
                </a:lnTo>
                <a:lnTo>
                  <a:pt x="830" y="515"/>
                </a:lnTo>
                <a:lnTo>
                  <a:pt x="849" y="513"/>
                </a:lnTo>
                <a:lnTo>
                  <a:pt x="869" y="510"/>
                </a:lnTo>
                <a:lnTo>
                  <a:pt x="888" y="508"/>
                </a:lnTo>
                <a:lnTo>
                  <a:pt x="907" y="506"/>
                </a:lnTo>
                <a:lnTo>
                  <a:pt x="927" y="503"/>
                </a:lnTo>
                <a:lnTo>
                  <a:pt x="946" y="501"/>
                </a:lnTo>
                <a:lnTo>
                  <a:pt x="965" y="498"/>
                </a:lnTo>
                <a:lnTo>
                  <a:pt x="985" y="496"/>
                </a:lnTo>
                <a:lnTo>
                  <a:pt x="1004" y="494"/>
                </a:lnTo>
                <a:lnTo>
                  <a:pt x="1023" y="491"/>
                </a:lnTo>
                <a:lnTo>
                  <a:pt x="1042" y="489"/>
                </a:lnTo>
                <a:lnTo>
                  <a:pt x="1062" y="487"/>
                </a:lnTo>
                <a:lnTo>
                  <a:pt x="1081" y="484"/>
                </a:lnTo>
                <a:lnTo>
                  <a:pt x="1100" y="482"/>
                </a:lnTo>
                <a:lnTo>
                  <a:pt x="1120" y="479"/>
                </a:lnTo>
                <a:lnTo>
                  <a:pt x="1139" y="477"/>
                </a:lnTo>
                <a:lnTo>
                  <a:pt x="1158" y="475"/>
                </a:lnTo>
                <a:lnTo>
                  <a:pt x="1178" y="472"/>
                </a:lnTo>
                <a:lnTo>
                  <a:pt x="1197" y="470"/>
                </a:lnTo>
                <a:lnTo>
                  <a:pt x="1216" y="467"/>
                </a:lnTo>
                <a:lnTo>
                  <a:pt x="1236" y="465"/>
                </a:lnTo>
                <a:lnTo>
                  <a:pt x="1255" y="463"/>
                </a:lnTo>
                <a:lnTo>
                  <a:pt x="1274" y="460"/>
                </a:lnTo>
                <a:lnTo>
                  <a:pt x="1293" y="458"/>
                </a:lnTo>
                <a:lnTo>
                  <a:pt x="1313" y="456"/>
                </a:lnTo>
                <a:lnTo>
                  <a:pt x="1332" y="453"/>
                </a:lnTo>
                <a:lnTo>
                  <a:pt x="1351" y="451"/>
                </a:lnTo>
                <a:lnTo>
                  <a:pt x="1371" y="448"/>
                </a:lnTo>
                <a:lnTo>
                  <a:pt x="1390" y="446"/>
                </a:lnTo>
                <a:lnTo>
                  <a:pt x="1409" y="444"/>
                </a:lnTo>
                <a:lnTo>
                  <a:pt x="1429" y="441"/>
                </a:lnTo>
                <a:lnTo>
                  <a:pt x="1448" y="439"/>
                </a:lnTo>
                <a:lnTo>
                  <a:pt x="1467" y="436"/>
                </a:lnTo>
                <a:lnTo>
                  <a:pt x="1486" y="434"/>
                </a:lnTo>
                <a:lnTo>
                  <a:pt x="1506" y="432"/>
                </a:lnTo>
                <a:lnTo>
                  <a:pt x="1525" y="429"/>
                </a:lnTo>
                <a:lnTo>
                  <a:pt x="1544" y="427"/>
                </a:lnTo>
                <a:lnTo>
                  <a:pt x="1564" y="425"/>
                </a:lnTo>
                <a:lnTo>
                  <a:pt x="1583" y="422"/>
                </a:lnTo>
                <a:lnTo>
                  <a:pt x="1602" y="420"/>
                </a:lnTo>
                <a:lnTo>
                  <a:pt x="1622" y="417"/>
                </a:lnTo>
                <a:lnTo>
                  <a:pt x="1641" y="415"/>
                </a:lnTo>
                <a:lnTo>
                  <a:pt x="1660" y="413"/>
                </a:lnTo>
                <a:lnTo>
                  <a:pt x="1680" y="410"/>
                </a:lnTo>
                <a:lnTo>
                  <a:pt x="1699" y="408"/>
                </a:lnTo>
                <a:lnTo>
                  <a:pt x="1718" y="405"/>
                </a:lnTo>
                <a:lnTo>
                  <a:pt x="1737" y="403"/>
                </a:lnTo>
                <a:lnTo>
                  <a:pt x="1757" y="401"/>
                </a:lnTo>
                <a:lnTo>
                  <a:pt x="1776" y="398"/>
                </a:lnTo>
                <a:lnTo>
                  <a:pt x="1795" y="396"/>
                </a:lnTo>
                <a:lnTo>
                  <a:pt x="1815" y="393"/>
                </a:lnTo>
                <a:lnTo>
                  <a:pt x="1834" y="391"/>
                </a:lnTo>
                <a:lnTo>
                  <a:pt x="1853" y="389"/>
                </a:lnTo>
                <a:lnTo>
                  <a:pt x="1873" y="386"/>
                </a:lnTo>
                <a:lnTo>
                  <a:pt x="1892" y="384"/>
                </a:lnTo>
                <a:lnTo>
                  <a:pt x="1911" y="382"/>
                </a:lnTo>
                <a:lnTo>
                  <a:pt x="1931" y="379"/>
                </a:lnTo>
                <a:lnTo>
                  <a:pt x="1950" y="377"/>
                </a:lnTo>
                <a:lnTo>
                  <a:pt x="1969" y="374"/>
                </a:lnTo>
                <a:lnTo>
                  <a:pt x="1988" y="372"/>
                </a:lnTo>
                <a:lnTo>
                  <a:pt x="2008" y="370"/>
                </a:lnTo>
                <a:lnTo>
                  <a:pt x="2027" y="367"/>
                </a:lnTo>
                <a:lnTo>
                  <a:pt x="2046" y="365"/>
                </a:lnTo>
                <a:lnTo>
                  <a:pt x="2066" y="362"/>
                </a:lnTo>
                <a:lnTo>
                  <a:pt x="2085" y="360"/>
                </a:lnTo>
                <a:lnTo>
                  <a:pt x="2104" y="358"/>
                </a:lnTo>
                <a:lnTo>
                  <a:pt x="2124" y="355"/>
                </a:lnTo>
                <a:lnTo>
                  <a:pt x="2143" y="353"/>
                </a:lnTo>
                <a:lnTo>
                  <a:pt x="2162" y="351"/>
                </a:lnTo>
                <a:lnTo>
                  <a:pt x="2181" y="348"/>
                </a:lnTo>
                <a:lnTo>
                  <a:pt x="2201" y="346"/>
                </a:lnTo>
                <a:lnTo>
                  <a:pt x="2220" y="343"/>
                </a:lnTo>
                <a:lnTo>
                  <a:pt x="2239" y="341"/>
                </a:lnTo>
                <a:lnTo>
                  <a:pt x="2259" y="339"/>
                </a:lnTo>
                <a:lnTo>
                  <a:pt x="2278" y="336"/>
                </a:lnTo>
                <a:lnTo>
                  <a:pt x="2297" y="334"/>
                </a:lnTo>
                <a:lnTo>
                  <a:pt x="2317" y="331"/>
                </a:lnTo>
                <a:lnTo>
                  <a:pt x="2336" y="329"/>
                </a:lnTo>
                <a:lnTo>
                  <a:pt x="2355" y="327"/>
                </a:lnTo>
                <a:lnTo>
                  <a:pt x="2375" y="324"/>
                </a:lnTo>
                <a:lnTo>
                  <a:pt x="2394" y="322"/>
                </a:lnTo>
                <a:lnTo>
                  <a:pt x="2413" y="320"/>
                </a:lnTo>
                <a:lnTo>
                  <a:pt x="2432" y="317"/>
                </a:lnTo>
                <a:lnTo>
                  <a:pt x="2452" y="315"/>
                </a:lnTo>
                <a:lnTo>
                  <a:pt x="2471" y="312"/>
                </a:lnTo>
                <a:lnTo>
                  <a:pt x="2490" y="310"/>
                </a:lnTo>
                <a:lnTo>
                  <a:pt x="2510" y="308"/>
                </a:lnTo>
                <a:lnTo>
                  <a:pt x="2529" y="305"/>
                </a:lnTo>
                <a:lnTo>
                  <a:pt x="2548" y="303"/>
                </a:lnTo>
                <a:lnTo>
                  <a:pt x="2568" y="300"/>
                </a:lnTo>
                <a:lnTo>
                  <a:pt x="2587" y="298"/>
                </a:lnTo>
                <a:lnTo>
                  <a:pt x="2606" y="296"/>
                </a:lnTo>
                <a:lnTo>
                  <a:pt x="2625" y="293"/>
                </a:lnTo>
                <a:lnTo>
                  <a:pt x="2645" y="291"/>
                </a:lnTo>
                <a:lnTo>
                  <a:pt x="2664" y="289"/>
                </a:lnTo>
                <a:lnTo>
                  <a:pt x="2683" y="286"/>
                </a:lnTo>
                <a:lnTo>
                  <a:pt x="2703" y="284"/>
                </a:lnTo>
                <a:lnTo>
                  <a:pt x="2722" y="281"/>
                </a:lnTo>
                <a:lnTo>
                  <a:pt x="2741" y="279"/>
                </a:lnTo>
                <a:lnTo>
                  <a:pt x="2761" y="277"/>
                </a:lnTo>
                <a:lnTo>
                  <a:pt x="2780" y="274"/>
                </a:lnTo>
                <a:lnTo>
                  <a:pt x="2799" y="272"/>
                </a:lnTo>
                <a:lnTo>
                  <a:pt x="2819" y="269"/>
                </a:lnTo>
                <a:lnTo>
                  <a:pt x="2838" y="267"/>
                </a:lnTo>
                <a:lnTo>
                  <a:pt x="2857" y="265"/>
                </a:lnTo>
                <a:lnTo>
                  <a:pt x="2876" y="262"/>
                </a:lnTo>
                <a:lnTo>
                  <a:pt x="2896" y="260"/>
                </a:lnTo>
                <a:lnTo>
                  <a:pt x="2915" y="257"/>
                </a:lnTo>
                <a:lnTo>
                  <a:pt x="2934" y="255"/>
                </a:lnTo>
                <a:lnTo>
                  <a:pt x="2954" y="253"/>
                </a:lnTo>
                <a:lnTo>
                  <a:pt x="2973" y="250"/>
                </a:lnTo>
                <a:lnTo>
                  <a:pt x="2992" y="248"/>
                </a:lnTo>
                <a:lnTo>
                  <a:pt x="3012" y="246"/>
                </a:lnTo>
                <a:lnTo>
                  <a:pt x="3031" y="243"/>
                </a:lnTo>
                <a:lnTo>
                  <a:pt x="3050" y="241"/>
                </a:lnTo>
                <a:lnTo>
                  <a:pt x="3069" y="238"/>
                </a:lnTo>
                <a:lnTo>
                  <a:pt x="3089" y="236"/>
                </a:lnTo>
                <a:lnTo>
                  <a:pt x="3108" y="234"/>
                </a:lnTo>
                <a:lnTo>
                  <a:pt x="3127" y="231"/>
                </a:lnTo>
                <a:lnTo>
                  <a:pt x="3147" y="229"/>
                </a:lnTo>
                <a:lnTo>
                  <a:pt x="3166" y="226"/>
                </a:lnTo>
                <a:lnTo>
                  <a:pt x="3185" y="224"/>
                </a:lnTo>
                <a:lnTo>
                  <a:pt x="3205" y="222"/>
                </a:lnTo>
                <a:lnTo>
                  <a:pt x="3224" y="219"/>
                </a:lnTo>
                <a:lnTo>
                  <a:pt x="3243" y="217"/>
                </a:lnTo>
                <a:lnTo>
                  <a:pt x="3263" y="215"/>
                </a:lnTo>
                <a:lnTo>
                  <a:pt x="3282" y="212"/>
                </a:lnTo>
                <a:lnTo>
                  <a:pt x="3301" y="210"/>
                </a:lnTo>
                <a:lnTo>
                  <a:pt x="3320" y="207"/>
                </a:lnTo>
                <a:lnTo>
                  <a:pt x="3340" y="205"/>
                </a:lnTo>
                <a:lnTo>
                  <a:pt x="3359" y="203"/>
                </a:lnTo>
                <a:lnTo>
                  <a:pt x="3378" y="200"/>
                </a:lnTo>
                <a:lnTo>
                  <a:pt x="3398" y="198"/>
                </a:lnTo>
                <a:lnTo>
                  <a:pt x="3417" y="195"/>
                </a:lnTo>
                <a:lnTo>
                  <a:pt x="3436" y="193"/>
                </a:lnTo>
                <a:lnTo>
                  <a:pt x="3456" y="191"/>
                </a:lnTo>
                <a:lnTo>
                  <a:pt x="3475" y="188"/>
                </a:lnTo>
                <a:lnTo>
                  <a:pt x="3494" y="186"/>
                </a:lnTo>
                <a:lnTo>
                  <a:pt x="3514" y="184"/>
                </a:lnTo>
                <a:lnTo>
                  <a:pt x="3533" y="181"/>
                </a:lnTo>
                <a:lnTo>
                  <a:pt x="3552" y="179"/>
                </a:lnTo>
                <a:lnTo>
                  <a:pt x="3571" y="176"/>
                </a:lnTo>
                <a:lnTo>
                  <a:pt x="3591" y="174"/>
                </a:lnTo>
                <a:lnTo>
                  <a:pt x="3610" y="172"/>
                </a:lnTo>
                <a:lnTo>
                  <a:pt x="3629" y="169"/>
                </a:lnTo>
                <a:lnTo>
                  <a:pt x="3649" y="167"/>
                </a:lnTo>
                <a:lnTo>
                  <a:pt x="3668" y="164"/>
                </a:lnTo>
                <a:lnTo>
                  <a:pt x="3687" y="162"/>
                </a:lnTo>
                <a:lnTo>
                  <a:pt x="3707" y="160"/>
                </a:lnTo>
                <a:lnTo>
                  <a:pt x="3726" y="157"/>
                </a:lnTo>
                <a:lnTo>
                  <a:pt x="3745" y="155"/>
                </a:lnTo>
                <a:lnTo>
                  <a:pt x="3764" y="153"/>
                </a:lnTo>
                <a:lnTo>
                  <a:pt x="3784" y="150"/>
                </a:lnTo>
                <a:lnTo>
                  <a:pt x="3803" y="148"/>
                </a:lnTo>
                <a:lnTo>
                  <a:pt x="3822" y="145"/>
                </a:lnTo>
                <a:lnTo>
                  <a:pt x="3842" y="143"/>
                </a:lnTo>
                <a:lnTo>
                  <a:pt x="3861" y="141"/>
                </a:lnTo>
                <a:lnTo>
                  <a:pt x="3880" y="138"/>
                </a:lnTo>
                <a:lnTo>
                  <a:pt x="3900" y="136"/>
                </a:lnTo>
                <a:lnTo>
                  <a:pt x="3919" y="133"/>
                </a:lnTo>
                <a:lnTo>
                  <a:pt x="3938" y="131"/>
                </a:lnTo>
                <a:lnTo>
                  <a:pt x="3958" y="129"/>
                </a:lnTo>
                <a:lnTo>
                  <a:pt x="3977" y="126"/>
                </a:lnTo>
                <a:lnTo>
                  <a:pt x="3996" y="124"/>
                </a:lnTo>
                <a:lnTo>
                  <a:pt x="4015" y="121"/>
                </a:lnTo>
                <a:lnTo>
                  <a:pt x="4035" y="119"/>
                </a:lnTo>
                <a:lnTo>
                  <a:pt x="4054" y="117"/>
                </a:lnTo>
                <a:lnTo>
                  <a:pt x="4073" y="114"/>
                </a:lnTo>
                <a:lnTo>
                  <a:pt x="4093" y="112"/>
                </a:lnTo>
                <a:lnTo>
                  <a:pt x="4112" y="110"/>
                </a:lnTo>
                <a:lnTo>
                  <a:pt x="4131" y="107"/>
                </a:lnTo>
                <a:lnTo>
                  <a:pt x="4151" y="105"/>
                </a:lnTo>
                <a:lnTo>
                  <a:pt x="4170" y="102"/>
                </a:lnTo>
                <a:lnTo>
                  <a:pt x="4189" y="100"/>
                </a:lnTo>
                <a:lnTo>
                  <a:pt x="4208" y="98"/>
                </a:lnTo>
                <a:lnTo>
                  <a:pt x="4228" y="95"/>
                </a:lnTo>
                <a:lnTo>
                  <a:pt x="4247" y="93"/>
                </a:lnTo>
                <a:lnTo>
                  <a:pt x="4266" y="90"/>
                </a:lnTo>
                <a:lnTo>
                  <a:pt x="4286" y="88"/>
                </a:lnTo>
                <a:lnTo>
                  <a:pt x="4305" y="86"/>
                </a:lnTo>
                <a:lnTo>
                  <a:pt x="4324" y="83"/>
                </a:lnTo>
                <a:lnTo>
                  <a:pt x="4344" y="81"/>
                </a:lnTo>
                <a:lnTo>
                  <a:pt x="4363" y="79"/>
                </a:lnTo>
                <a:lnTo>
                  <a:pt x="4382" y="76"/>
                </a:lnTo>
                <a:lnTo>
                  <a:pt x="4402" y="74"/>
                </a:lnTo>
                <a:lnTo>
                  <a:pt x="4421" y="71"/>
                </a:lnTo>
                <a:lnTo>
                  <a:pt x="4440" y="69"/>
                </a:lnTo>
                <a:lnTo>
                  <a:pt x="4459" y="67"/>
                </a:lnTo>
                <a:lnTo>
                  <a:pt x="4479" y="64"/>
                </a:lnTo>
                <a:lnTo>
                  <a:pt x="4498" y="62"/>
                </a:lnTo>
                <a:lnTo>
                  <a:pt x="4517" y="59"/>
                </a:lnTo>
                <a:lnTo>
                  <a:pt x="4537" y="57"/>
                </a:lnTo>
                <a:lnTo>
                  <a:pt x="4556" y="55"/>
                </a:lnTo>
                <a:lnTo>
                  <a:pt x="4575" y="52"/>
                </a:lnTo>
                <a:lnTo>
                  <a:pt x="4595" y="50"/>
                </a:lnTo>
                <a:lnTo>
                  <a:pt x="4614" y="48"/>
                </a:lnTo>
                <a:lnTo>
                  <a:pt x="4633" y="45"/>
                </a:lnTo>
                <a:lnTo>
                  <a:pt x="4653" y="43"/>
                </a:lnTo>
                <a:lnTo>
                  <a:pt x="4672" y="40"/>
                </a:lnTo>
                <a:lnTo>
                  <a:pt x="4691" y="38"/>
                </a:lnTo>
                <a:lnTo>
                  <a:pt x="4710" y="36"/>
                </a:lnTo>
                <a:lnTo>
                  <a:pt x="4730" y="33"/>
                </a:lnTo>
                <a:lnTo>
                  <a:pt x="4749" y="31"/>
                </a:lnTo>
                <a:lnTo>
                  <a:pt x="4768" y="28"/>
                </a:lnTo>
                <a:lnTo>
                  <a:pt x="4788" y="26"/>
                </a:lnTo>
                <a:lnTo>
                  <a:pt x="4807" y="24"/>
                </a:lnTo>
                <a:lnTo>
                  <a:pt x="4826" y="21"/>
                </a:lnTo>
                <a:lnTo>
                  <a:pt x="4846" y="19"/>
                </a:lnTo>
                <a:lnTo>
                  <a:pt x="4865" y="16"/>
                </a:lnTo>
                <a:lnTo>
                  <a:pt x="4884" y="14"/>
                </a:lnTo>
                <a:lnTo>
                  <a:pt x="4903" y="12"/>
                </a:lnTo>
                <a:lnTo>
                  <a:pt x="4923" y="9"/>
                </a:lnTo>
                <a:lnTo>
                  <a:pt x="4942" y="7"/>
                </a:lnTo>
                <a:lnTo>
                  <a:pt x="4961" y="5"/>
                </a:lnTo>
                <a:lnTo>
                  <a:pt x="4981" y="2"/>
                </a:lnTo>
                <a:lnTo>
                  <a:pt x="500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932688" y="4148633"/>
            <a:ext cx="4572000" cy="435254"/>
          </a:xfrm>
          <a:custGeom>
            <a:avLst/>
            <a:gdLst/>
            <a:ahLst/>
            <a:cxnLst/>
            <a:rect l="l" t="t" r="r" b="b"/>
            <a:pathLst>
              <a:path w="5000" h="476">
                <a:moveTo>
                  <a:pt x="0" y="476"/>
                </a:moveTo>
                <a:lnTo>
                  <a:pt x="19" y="474"/>
                </a:lnTo>
                <a:lnTo>
                  <a:pt x="39" y="472"/>
                </a:lnTo>
                <a:lnTo>
                  <a:pt x="58" y="470"/>
                </a:lnTo>
                <a:lnTo>
                  <a:pt x="77" y="468"/>
                </a:lnTo>
                <a:lnTo>
                  <a:pt x="97" y="466"/>
                </a:lnTo>
                <a:lnTo>
                  <a:pt x="116" y="465"/>
                </a:lnTo>
                <a:lnTo>
                  <a:pt x="135" y="463"/>
                </a:lnTo>
                <a:lnTo>
                  <a:pt x="154" y="461"/>
                </a:lnTo>
                <a:lnTo>
                  <a:pt x="174" y="459"/>
                </a:lnTo>
                <a:lnTo>
                  <a:pt x="193" y="457"/>
                </a:lnTo>
                <a:lnTo>
                  <a:pt x="212" y="455"/>
                </a:lnTo>
                <a:lnTo>
                  <a:pt x="232" y="454"/>
                </a:lnTo>
                <a:lnTo>
                  <a:pt x="251" y="452"/>
                </a:lnTo>
                <a:lnTo>
                  <a:pt x="270" y="450"/>
                </a:lnTo>
                <a:lnTo>
                  <a:pt x="290" y="448"/>
                </a:lnTo>
                <a:lnTo>
                  <a:pt x="309" y="446"/>
                </a:lnTo>
                <a:lnTo>
                  <a:pt x="328" y="444"/>
                </a:lnTo>
                <a:lnTo>
                  <a:pt x="347" y="443"/>
                </a:lnTo>
                <a:lnTo>
                  <a:pt x="367" y="441"/>
                </a:lnTo>
                <a:lnTo>
                  <a:pt x="386" y="439"/>
                </a:lnTo>
                <a:lnTo>
                  <a:pt x="405" y="437"/>
                </a:lnTo>
                <a:lnTo>
                  <a:pt x="425" y="435"/>
                </a:lnTo>
                <a:lnTo>
                  <a:pt x="444" y="433"/>
                </a:lnTo>
                <a:lnTo>
                  <a:pt x="463" y="432"/>
                </a:lnTo>
                <a:lnTo>
                  <a:pt x="483" y="430"/>
                </a:lnTo>
                <a:lnTo>
                  <a:pt x="502" y="428"/>
                </a:lnTo>
                <a:lnTo>
                  <a:pt x="521" y="426"/>
                </a:lnTo>
                <a:lnTo>
                  <a:pt x="541" y="424"/>
                </a:lnTo>
                <a:lnTo>
                  <a:pt x="560" y="422"/>
                </a:lnTo>
                <a:lnTo>
                  <a:pt x="579" y="421"/>
                </a:lnTo>
                <a:lnTo>
                  <a:pt x="598" y="419"/>
                </a:lnTo>
                <a:lnTo>
                  <a:pt x="618" y="417"/>
                </a:lnTo>
                <a:lnTo>
                  <a:pt x="637" y="415"/>
                </a:lnTo>
                <a:lnTo>
                  <a:pt x="656" y="413"/>
                </a:lnTo>
                <a:lnTo>
                  <a:pt x="676" y="411"/>
                </a:lnTo>
                <a:lnTo>
                  <a:pt x="695" y="409"/>
                </a:lnTo>
                <a:lnTo>
                  <a:pt x="714" y="408"/>
                </a:lnTo>
                <a:lnTo>
                  <a:pt x="734" y="406"/>
                </a:lnTo>
                <a:lnTo>
                  <a:pt x="753" y="404"/>
                </a:lnTo>
                <a:lnTo>
                  <a:pt x="772" y="402"/>
                </a:lnTo>
                <a:lnTo>
                  <a:pt x="792" y="400"/>
                </a:lnTo>
                <a:lnTo>
                  <a:pt x="811" y="398"/>
                </a:lnTo>
                <a:lnTo>
                  <a:pt x="830" y="397"/>
                </a:lnTo>
                <a:lnTo>
                  <a:pt x="849" y="395"/>
                </a:lnTo>
                <a:lnTo>
                  <a:pt x="869" y="393"/>
                </a:lnTo>
                <a:lnTo>
                  <a:pt x="888" y="391"/>
                </a:lnTo>
                <a:lnTo>
                  <a:pt x="907" y="389"/>
                </a:lnTo>
                <a:lnTo>
                  <a:pt x="927" y="387"/>
                </a:lnTo>
                <a:lnTo>
                  <a:pt x="946" y="386"/>
                </a:lnTo>
                <a:lnTo>
                  <a:pt x="965" y="384"/>
                </a:lnTo>
                <a:lnTo>
                  <a:pt x="985" y="382"/>
                </a:lnTo>
                <a:lnTo>
                  <a:pt x="1004" y="380"/>
                </a:lnTo>
                <a:lnTo>
                  <a:pt x="1023" y="378"/>
                </a:lnTo>
                <a:lnTo>
                  <a:pt x="1042" y="376"/>
                </a:lnTo>
                <a:lnTo>
                  <a:pt x="1062" y="375"/>
                </a:lnTo>
                <a:lnTo>
                  <a:pt x="1081" y="373"/>
                </a:lnTo>
                <a:lnTo>
                  <a:pt x="1100" y="371"/>
                </a:lnTo>
                <a:lnTo>
                  <a:pt x="1120" y="369"/>
                </a:lnTo>
                <a:lnTo>
                  <a:pt x="1139" y="367"/>
                </a:lnTo>
                <a:lnTo>
                  <a:pt x="1158" y="365"/>
                </a:lnTo>
                <a:lnTo>
                  <a:pt x="1178" y="364"/>
                </a:lnTo>
                <a:lnTo>
                  <a:pt x="1197" y="362"/>
                </a:lnTo>
                <a:lnTo>
                  <a:pt x="1216" y="360"/>
                </a:lnTo>
                <a:lnTo>
                  <a:pt x="1236" y="358"/>
                </a:lnTo>
                <a:lnTo>
                  <a:pt x="1255" y="356"/>
                </a:lnTo>
                <a:lnTo>
                  <a:pt x="1274" y="354"/>
                </a:lnTo>
                <a:lnTo>
                  <a:pt x="1293" y="353"/>
                </a:lnTo>
                <a:lnTo>
                  <a:pt x="1313" y="351"/>
                </a:lnTo>
                <a:lnTo>
                  <a:pt x="1332" y="349"/>
                </a:lnTo>
                <a:lnTo>
                  <a:pt x="1351" y="347"/>
                </a:lnTo>
                <a:lnTo>
                  <a:pt x="1371" y="345"/>
                </a:lnTo>
                <a:lnTo>
                  <a:pt x="1390" y="343"/>
                </a:lnTo>
                <a:lnTo>
                  <a:pt x="1409" y="341"/>
                </a:lnTo>
                <a:lnTo>
                  <a:pt x="1429" y="340"/>
                </a:lnTo>
                <a:lnTo>
                  <a:pt x="1448" y="338"/>
                </a:lnTo>
                <a:lnTo>
                  <a:pt x="1467" y="336"/>
                </a:lnTo>
                <a:lnTo>
                  <a:pt x="1486" y="334"/>
                </a:lnTo>
                <a:lnTo>
                  <a:pt x="1506" y="332"/>
                </a:lnTo>
                <a:lnTo>
                  <a:pt x="1525" y="330"/>
                </a:lnTo>
                <a:lnTo>
                  <a:pt x="1544" y="329"/>
                </a:lnTo>
                <a:lnTo>
                  <a:pt x="1564" y="327"/>
                </a:lnTo>
                <a:lnTo>
                  <a:pt x="1583" y="325"/>
                </a:lnTo>
                <a:lnTo>
                  <a:pt x="1602" y="323"/>
                </a:lnTo>
                <a:lnTo>
                  <a:pt x="1622" y="321"/>
                </a:lnTo>
                <a:lnTo>
                  <a:pt x="1641" y="319"/>
                </a:lnTo>
                <a:lnTo>
                  <a:pt x="1660" y="318"/>
                </a:lnTo>
                <a:lnTo>
                  <a:pt x="1680" y="316"/>
                </a:lnTo>
                <a:lnTo>
                  <a:pt x="1699" y="314"/>
                </a:lnTo>
                <a:lnTo>
                  <a:pt x="1718" y="312"/>
                </a:lnTo>
                <a:lnTo>
                  <a:pt x="1737" y="310"/>
                </a:lnTo>
                <a:lnTo>
                  <a:pt x="1757" y="308"/>
                </a:lnTo>
                <a:lnTo>
                  <a:pt x="1776" y="307"/>
                </a:lnTo>
                <a:lnTo>
                  <a:pt x="1795" y="305"/>
                </a:lnTo>
                <a:lnTo>
                  <a:pt x="1815" y="303"/>
                </a:lnTo>
                <a:lnTo>
                  <a:pt x="1834" y="301"/>
                </a:lnTo>
                <a:lnTo>
                  <a:pt x="1853" y="299"/>
                </a:lnTo>
                <a:lnTo>
                  <a:pt x="1873" y="297"/>
                </a:lnTo>
                <a:lnTo>
                  <a:pt x="1892" y="296"/>
                </a:lnTo>
                <a:lnTo>
                  <a:pt x="1911" y="294"/>
                </a:lnTo>
                <a:lnTo>
                  <a:pt x="1931" y="292"/>
                </a:lnTo>
                <a:lnTo>
                  <a:pt x="1950" y="290"/>
                </a:lnTo>
                <a:lnTo>
                  <a:pt x="1969" y="288"/>
                </a:lnTo>
                <a:lnTo>
                  <a:pt x="1988" y="286"/>
                </a:lnTo>
                <a:lnTo>
                  <a:pt x="2008" y="285"/>
                </a:lnTo>
                <a:lnTo>
                  <a:pt x="2027" y="283"/>
                </a:lnTo>
                <a:lnTo>
                  <a:pt x="2046" y="281"/>
                </a:lnTo>
                <a:lnTo>
                  <a:pt x="2066" y="279"/>
                </a:lnTo>
                <a:lnTo>
                  <a:pt x="2085" y="277"/>
                </a:lnTo>
                <a:lnTo>
                  <a:pt x="2104" y="275"/>
                </a:lnTo>
                <a:lnTo>
                  <a:pt x="2124" y="273"/>
                </a:lnTo>
                <a:lnTo>
                  <a:pt x="2143" y="272"/>
                </a:lnTo>
                <a:lnTo>
                  <a:pt x="2162" y="270"/>
                </a:lnTo>
                <a:lnTo>
                  <a:pt x="2181" y="268"/>
                </a:lnTo>
                <a:lnTo>
                  <a:pt x="2201" y="266"/>
                </a:lnTo>
                <a:lnTo>
                  <a:pt x="2220" y="264"/>
                </a:lnTo>
                <a:lnTo>
                  <a:pt x="2239" y="262"/>
                </a:lnTo>
                <a:lnTo>
                  <a:pt x="2259" y="261"/>
                </a:lnTo>
                <a:lnTo>
                  <a:pt x="2278" y="259"/>
                </a:lnTo>
                <a:lnTo>
                  <a:pt x="2297" y="257"/>
                </a:lnTo>
                <a:lnTo>
                  <a:pt x="2317" y="255"/>
                </a:lnTo>
                <a:lnTo>
                  <a:pt x="2336" y="253"/>
                </a:lnTo>
                <a:lnTo>
                  <a:pt x="2355" y="251"/>
                </a:lnTo>
                <a:lnTo>
                  <a:pt x="2375" y="250"/>
                </a:lnTo>
                <a:lnTo>
                  <a:pt x="2394" y="248"/>
                </a:lnTo>
                <a:lnTo>
                  <a:pt x="2413" y="246"/>
                </a:lnTo>
                <a:lnTo>
                  <a:pt x="2432" y="244"/>
                </a:lnTo>
                <a:lnTo>
                  <a:pt x="2452" y="242"/>
                </a:lnTo>
                <a:lnTo>
                  <a:pt x="2471" y="240"/>
                </a:lnTo>
                <a:lnTo>
                  <a:pt x="2490" y="239"/>
                </a:lnTo>
                <a:lnTo>
                  <a:pt x="2510" y="237"/>
                </a:lnTo>
                <a:lnTo>
                  <a:pt x="2529" y="235"/>
                </a:lnTo>
                <a:lnTo>
                  <a:pt x="2548" y="233"/>
                </a:lnTo>
                <a:lnTo>
                  <a:pt x="2568" y="231"/>
                </a:lnTo>
                <a:lnTo>
                  <a:pt x="2587" y="229"/>
                </a:lnTo>
                <a:lnTo>
                  <a:pt x="2606" y="228"/>
                </a:lnTo>
                <a:lnTo>
                  <a:pt x="2625" y="226"/>
                </a:lnTo>
                <a:lnTo>
                  <a:pt x="2645" y="224"/>
                </a:lnTo>
                <a:lnTo>
                  <a:pt x="2664" y="222"/>
                </a:lnTo>
                <a:lnTo>
                  <a:pt x="2683" y="220"/>
                </a:lnTo>
                <a:lnTo>
                  <a:pt x="2703" y="218"/>
                </a:lnTo>
                <a:lnTo>
                  <a:pt x="2722" y="217"/>
                </a:lnTo>
                <a:lnTo>
                  <a:pt x="2741" y="215"/>
                </a:lnTo>
                <a:lnTo>
                  <a:pt x="2761" y="213"/>
                </a:lnTo>
                <a:lnTo>
                  <a:pt x="2780" y="211"/>
                </a:lnTo>
                <a:lnTo>
                  <a:pt x="2799" y="209"/>
                </a:lnTo>
                <a:lnTo>
                  <a:pt x="2819" y="207"/>
                </a:lnTo>
                <a:lnTo>
                  <a:pt x="2838" y="205"/>
                </a:lnTo>
                <a:lnTo>
                  <a:pt x="2857" y="204"/>
                </a:lnTo>
                <a:lnTo>
                  <a:pt x="2876" y="202"/>
                </a:lnTo>
                <a:lnTo>
                  <a:pt x="2896" y="200"/>
                </a:lnTo>
                <a:lnTo>
                  <a:pt x="2915" y="198"/>
                </a:lnTo>
                <a:lnTo>
                  <a:pt x="2934" y="196"/>
                </a:lnTo>
                <a:lnTo>
                  <a:pt x="2954" y="194"/>
                </a:lnTo>
                <a:lnTo>
                  <a:pt x="2973" y="193"/>
                </a:lnTo>
                <a:lnTo>
                  <a:pt x="2992" y="191"/>
                </a:lnTo>
                <a:lnTo>
                  <a:pt x="3012" y="189"/>
                </a:lnTo>
                <a:lnTo>
                  <a:pt x="3031" y="187"/>
                </a:lnTo>
                <a:lnTo>
                  <a:pt x="3050" y="185"/>
                </a:lnTo>
                <a:lnTo>
                  <a:pt x="3069" y="183"/>
                </a:lnTo>
                <a:lnTo>
                  <a:pt x="3089" y="182"/>
                </a:lnTo>
                <a:lnTo>
                  <a:pt x="3108" y="180"/>
                </a:lnTo>
                <a:lnTo>
                  <a:pt x="3127" y="178"/>
                </a:lnTo>
                <a:lnTo>
                  <a:pt x="3147" y="176"/>
                </a:lnTo>
                <a:lnTo>
                  <a:pt x="3166" y="174"/>
                </a:lnTo>
                <a:lnTo>
                  <a:pt x="3185" y="172"/>
                </a:lnTo>
                <a:lnTo>
                  <a:pt x="3205" y="171"/>
                </a:lnTo>
                <a:lnTo>
                  <a:pt x="3224" y="169"/>
                </a:lnTo>
                <a:lnTo>
                  <a:pt x="3243" y="167"/>
                </a:lnTo>
                <a:lnTo>
                  <a:pt x="3263" y="165"/>
                </a:lnTo>
                <a:lnTo>
                  <a:pt x="3282" y="163"/>
                </a:lnTo>
                <a:lnTo>
                  <a:pt x="3301" y="161"/>
                </a:lnTo>
                <a:lnTo>
                  <a:pt x="3320" y="160"/>
                </a:lnTo>
                <a:lnTo>
                  <a:pt x="3340" y="158"/>
                </a:lnTo>
                <a:lnTo>
                  <a:pt x="3359" y="156"/>
                </a:lnTo>
                <a:lnTo>
                  <a:pt x="3378" y="154"/>
                </a:lnTo>
                <a:lnTo>
                  <a:pt x="3398" y="152"/>
                </a:lnTo>
                <a:lnTo>
                  <a:pt x="3417" y="150"/>
                </a:lnTo>
                <a:lnTo>
                  <a:pt x="3436" y="149"/>
                </a:lnTo>
                <a:lnTo>
                  <a:pt x="3456" y="147"/>
                </a:lnTo>
                <a:lnTo>
                  <a:pt x="3475" y="145"/>
                </a:lnTo>
                <a:lnTo>
                  <a:pt x="3494" y="143"/>
                </a:lnTo>
                <a:lnTo>
                  <a:pt x="3514" y="141"/>
                </a:lnTo>
                <a:lnTo>
                  <a:pt x="3533" y="139"/>
                </a:lnTo>
                <a:lnTo>
                  <a:pt x="3552" y="137"/>
                </a:lnTo>
                <a:lnTo>
                  <a:pt x="3571" y="136"/>
                </a:lnTo>
                <a:lnTo>
                  <a:pt x="3591" y="134"/>
                </a:lnTo>
                <a:lnTo>
                  <a:pt x="3610" y="132"/>
                </a:lnTo>
                <a:lnTo>
                  <a:pt x="3629" y="130"/>
                </a:lnTo>
                <a:lnTo>
                  <a:pt x="3649" y="128"/>
                </a:lnTo>
                <a:lnTo>
                  <a:pt x="3668" y="126"/>
                </a:lnTo>
                <a:lnTo>
                  <a:pt x="3687" y="125"/>
                </a:lnTo>
                <a:lnTo>
                  <a:pt x="3707" y="123"/>
                </a:lnTo>
                <a:lnTo>
                  <a:pt x="3726" y="121"/>
                </a:lnTo>
                <a:lnTo>
                  <a:pt x="3745" y="119"/>
                </a:lnTo>
                <a:lnTo>
                  <a:pt x="3764" y="117"/>
                </a:lnTo>
                <a:lnTo>
                  <a:pt x="3784" y="115"/>
                </a:lnTo>
                <a:lnTo>
                  <a:pt x="3803" y="114"/>
                </a:lnTo>
                <a:lnTo>
                  <a:pt x="3822" y="112"/>
                </a:lnTo>
                <a:lnTo>
                  <a:pt x="3842" y="110"/>
                </a:lnTo>
                <a:lnTo>
                  <a:pt x="3861" y="108"/>
                </a:lnTo>
                <a:lnTo>
                  <a:pt x="3880" y="106"/>
                </a:lnTo>
                <a:lnTo>
                  <a:pt x="3900" y="104"/>
                </a:lnTo>
                <a:lnTo>
                  <a:pt x="3919" y="103"/>
                </a:lnTo>
                <a:lnTo>
                  <a:pt x="3938" y="101"/>
                </a:lnTo>
                <a:lnTo>
                  <a:pt x="3958" y="99"/>
                </a:lnTo>
                <a:lnTo>
                  <a:pt x="3977" y="97"/>
                </a:lnTo>
                <a:lnTo>
                  <a:pt x="3996" y="95"/>
                </a:lnTo>
                <a:lnTo>
                  <a:pt x="4015" y="93"/>
                </a:lnTo>
                <a:lnTo>
                  <a:pt x="4035" y="92"/>
                </a:lnTo>
                <a:lnTo>
                  <a:pt x="4054" y="90"/>
                </a:lnTo>
                <a:lnTo>
                  <a:pt x="4073" y="88"/>
                </a:lnTo>
                <a:lnTo>
                  <a:pt x="4093" y="86"/>
                </a:lnTo>
                <a:lnTo>
                  <a:pt x="4112" y="84"/>
                </a:lnTo>
                <a:lnTo>
                  <a:pt x="4131" y="82"/>
                </a:lnTo>
                <a:lnTo>
                  <a:pt x="4151" y="81"/>
                </a:lnTo>
                <a:lnTo>
                  <a:pt x="4170" y="79"/>
                </a:lnTo>
                <a:lnTo>
                  <a:pt x="4189" y="77"/>
                </a:lnTo>
                <a:lnTo>
                  <a:pt x="4208" y="75"/>
                </a:lnTo>
                <a:lnTo>
                  <a:pt x="4228" y="73"/>
                </a:lnTo>
                <a:lnTo>
                  <a:pt x="4247" y="71"/>
                </a:lnTo>
                <a:lnTo>
                  <a:pt x="4266" y="69"/>
                </a:lnTo>
                <a:lnTo>
                  <a:pt x="4286" y="68"/>
                </a:lnTo>
                <a:lnTo>
                  <a:pt x="4305" y="66"/>
                </a:lnTo>
                <a:lnTo>
                  <a:pt x="4324" y="64"/>
                </a:lnTo>
                <a:lnTo>
                  <a:pt x="4344" y="62"/>
                </a:lnTo>
                <a:lnTo>
                  <a:pt x="4363" y="60"/>
                </a:lnTo>
                <a:lnTo>
                  <a:pt x="4382" y="58"/>
                </a:lnTo>
                <a:lnTo>
                  <a:pt x="4402" y="57"/>
                </a:lnTo>
                <a:lnTo>
                  <a:pt x="4421" y="55"/>
                </a:lnTo>
                <a:lnTo>
                  <a:pt x="4440" y="53"/>
                </a:lnTo>
                <a:lnTo>
                  <a:pt x="4459" y="51"/>
                </a:lnTo>
                <a:lnTo>
                  <a:pt x="4479" y="49"/>
                </a:lnTo>
                <a:lnTo>
                  <a:pt x="4498" y="47"/>
                </a:lnTo>
                <a:lnTo>
                  <a:pt x="4517" y="46"/>
                </a:lnTo>
                <a:lnTo>
                  <a:pt x="4537" y="44"/>
                </a:lnTo>
                <a:lnTo>
                  <a:pt x="4556" y="42"/>
                </a:lnTo>
                <a:lnTo>
                  <a:pt x="4575" y="40"/>
                </a:lnTo>
                <a:lnTo>
                  <a:pt x="4595" y="38"/>
                </a:lnTo>
                <a:lnTo>
                  <a:pt x="4614" y="36"/>
                </a:lnTo>
                <a:lnTo>
                  <a:pt x="4633" y="35"/>
                </a:lnTo>
                <a:lnTo>
                  <a:pt x="4653" y="33"/>
                </a:lnTo>
                <a:lnTo>
                  <a:pt x="4672" y="31"/>
                </a:lnTo>
                <a:lnTo>
                  <a:pt x="4691" y="29"/>
                </a:lnTo>
                <a:lnTo>
                  <a:pt x="4710" y="27"/>
                </a:lnTo>
                <a:lnTo>
                  <a:pt x="4730" y="25"/>
                </a:lnTo>
                <a:lnTo>
                  <a:pt x="4749" y="24"/>
                </a:lnTo>
                <a:lnTo>
                  <a:pt x="4768" y="22"/>
                </a:lnTo>
                <a:lnTo>
                  <a:pt x="4788" y="20"/>
                </a:lnTo>
                <a:lnTo>
                  <a:pt x="4807" y="18"/>
                </a:lnTo>
                <a:lnTo>
                  <a:pt x="4826" y="16"/>
                </a:lnTo>
                <a:lnTo>
                  <a:pt x="4846" y="14"/>
                </a:lnTo>
                <a:lnTo>
                  <a:pt x="4865" y="13"/>
                </a:lnTo>
                <a:lnTo>
                  <a:pt x="4884" y="11"/>
                </a:lnTo>
                <a:lnTo>
                  <a:pt x="4903" y="9"/>
                </a:lnTo>
                <a:lnTo>
                  <a:pt x="4923" y="7"/>
                </a:lnTo>
                <a:lnTo>
                  <a:pt x="4942" y="5"/>
                </a:lnTo>
                <a:lnTo>
                  <a:pt x="4961" y="3"/>
                </a:lnTo>
                <a:lnTo>
                  <a:pt x="4981" y="1"/>
                </a:lnTo>
                <a:lnTo>
                  <a:pt x="500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Freeform 18"/>
          <p:cNvSpPr/>
          <p:nvPr/>
        </p:nvSpPr>
        <p:spPr>
          <a:xfrm>
            <a:off x="932688" y="3413455"/>
            <a:ext cx="4572000" cy="1312164"/>
          </a:xfrm>
          <a:custGeom>
            <a:avLst/>
            <a:gdLst/>
            <a:ahLst/>
            <a:cxnLst/>
            <a:rect l="l" t="t" r="r" b="b"/>
            <a:pathLst>
              <a:path w="5000" h="1435">
                <a:moveTo>
                  <a:pt x="0" y="663"/>
                </a:moveTo>
                <a:lnTo>
                  <a:pt x="19" y="677"/>
                </a:lnTo>
                <a:lnTo>
                  <a:pt x="39" y="691"/>
                </a:lnTo>
                <a:lnTo>
                  <a:pt x="58" y="705"/>
                </a:lnTo>
                <a:lnTo>
                  <a:pt x="77" y="719"/>
                </a:lnTo>
                <a:lnTo>
                  <a:pt x="97" y="732"/>
                </a:lnTo>
                <a:lnTo>
                  <a:pt x="116" y="745"/>
                </a:lnTo>
                <a:lnTo>
                  <a:pt x="135" y="759"/>
                </a:lnTo>
                <a:lnTo>
                  <a:pt x="154" y="772"/>
                </a:lnTo>
                <a:lnTo>
                  <a:pt x="174" y="785"/>
                </a:lnTo>
                <a:lnTo>
                  <a:pt x="193" y="798"/>
                </a:lnTo>
                <a:lnTo>
                  <a:pt x="212" y="810"/>
                </a:lnTo>
                <a:lnTo>
                  <a:pt x="232" y="823"/>
                </a:lnTo>
                <a:lnTo>
                  <a:pt x="251" y="836"/>
                </a:lnTo>
                <a:lnTo>
                  <a:pt x="270" y="848"/>
                </a:lnTo>
                <a:lnTo>
                  <a:pt x="290" y="860"/>
                </a:lnTo>
                <a:lnTo>
                  <a:pt x="309" y="872"/>
                </a:lnTo>
                <a:lnTo>
                  <a:pt x="328" y="884"/>
                </a:lnTo>
                <a:lnTo>
                  <a:pt x="347" y="896"/>
                </a:lnTo>
                <a:lnTo>
                  <a:pt x="367" y="908"/>
                </a:lnTo>
                <a:lnTo>
                  <a:pt x="386" y="919"/>
                </a:lnTo>
                <a:lnTo>
                  <a:pt x="405" y="931"/>
                </a:lnTo>
                <a:lnTo>
                  <a:pt x="425" y="942"/>
                </a:lnTo>
                <a:lnTo>
                  <a:pt x="444" y="953"/>
                </a:lnTo>
                <a:lnTo>
                  <a:pt x="463" y="964"/>
                </a:lnTo>
                <a:lnTo>
                  <a:pt x="483" y="975"/>
                </a:lnTo>
                <a:lnTo>
                  <a:pt x="502" y="986"/>
                </a:lnTo>
                <a:lnTo>
                  <a:pt x="521" y="997"/>
                </a:lnTo>
                <a:lnTo>
                  <a:pt x="541" y="1007"/>
                </a:lnTo>
                <a:lnTo>
                  <a:pt x="560" y="1018"/>
                </a:lnTo>
                <a:lnTo>
                  <a:pt x="579" y="1028"/>
                </a:lnTo>
                <a:lnTo>
                  <a:pt x="598" y="1038"/>
                </a:lnTo>
                <a:lnTo>
                  <a:pt x="618" y="1048"/>
                </a:lnTo>
                <a:lnTo>
                  <a:pt x="637" y="1058"/>
                </a:lnTo>
                <a:lnTo>
                  <a:pt x="656" y="1068"/>
                </a:lnTo>
                <a:lnTo>
                  <a:pt x="676" y="1078"/>
                </a:lnTo>
                <a:lnTo>
                  <a:pt x="695" y="1087"/>
                </a:lnTo>
                <a:lnTo>
                  <a:pt x="714" y="1096"/>
                </a:lnTo>
                <a:lnTo>
                  <a:pt x="734" y="1106"/>
                </a:lnTo>
                <a:lnTo>
                  <a:pt x="753" y="1115"/>
                </a:lnTo>
                <a:lnTo>
                  <a:pt x="772" y="1124"/>
                </a:lnTo>
                <a:lnTo>
                  <a:pt x="792" y="1133"/>
                </a:lnTo>
                <a:lnTo>
                  <a:pt x="811" y="1141"/>
                </a:lnTo>
                <a:lnTo>
                  <a:pt x="830" y="1150"/>
                </a:lnTo>
                <a:lnTo>
                  <a:pt x="849" y="1159"/>
                </a:lnTo>
                <a:lnTo>
                  <a:pt x="869" y="1167"/>
                </a:lnTo>
                <a:lnTo>
                  <a:pt x="888" y="1175"/>
                </a:lnTo>
                <a:lnTo>
                  <a:pt x="907" y="1183"/>
                </a:lnTo>
                <a:lnTo>
                  <a:pt x="927" y="1191"/>
                </a:lnTo>
                <a:lnTo>
                  <a:pt x="946" y="1199"/>
                </a:lnTo>
                <a:lnTo>
                  <a:pt x="965" y="1207"/>
                </a:lnTo>
                <a:lnTo>
                  <a:pt x="985" y="1214"/>
                </a:lnTo>
                <a:lnTo>
                  <a:pt x="1004" y="1222"/>
                </a:lnTo>
                <a:lnTo>
                  <a:pt x="1023" y="1229"/>
                </a:lnTo>
                <a:lnTo>
                  <a:pt x="1042" y="1236"/>
                </a:lnTo>
                <a:lnTo>
                  <a:pt x="1062" y="1244"/>
                </a:lnTo>
                <a:lnTo>
                  <a:pt x="1081" y="1250"/>
                </a:lnTo>
                <a:lnTo>
                  <a:pt x="1100" y="1257"/>
                </a:lnTo>
                <a:lnTo>
                  <a:pt x="1120" y="1264"/>
                </a:lnTo>
                <a:lnTo>
                  <a:pt x="1139" y="1271"/>
                </a:lnTo>
                <a:lnTo>
                  <a:pt x="1158" y="1277"/>
                </a:lnTo>
                <a:lnTo>
                  <a:pt x="1178" y="1283"/>
                </a:lnTo>
                <a:lnTo>
                  <a:pt x="1197" y="1289"/>
                </a:lnTo>
                <a:lnTo>
                  <a:pt x="1216" y="1296"/>
                </a:lnTo>
                <a:lnTo>
                  <a:pt x="1236" y="1301"/>
                </a:lnTo>
                <a:lnTo>
                  <a:pt x="1255" y="1307"/>
                </a:lnTo>
                <a:lnTo>
                  <a:pt x="1274" y="1313"/>
                </a:lnTo>
                <a:lnTo>
                  <a:pt x="1293" y="1318"/>
                </a:lnTo>
                <a:lnTo>
                  <a:pt x="1313" y="1324"/>
                </a:lnTo>
                <a:lnTo>
                  <a:pt x="1332" y="1329"/>
                </a:lnTo>
                <a:lnTo>
                  <a:pt x="1351" y="1334"/>
                </a:lnTo>
                <a:lnTo>
                  <a:pt x="1371" y="1339"/>
                </a:lnTo>
                <a:lnTo>
                  <a:pt x="1390" y="1344"/>
                </a:lnTo>
                <a:lnTo>
                  <a:pt x="1409" y="1349"/>
                </a:lnTo>
                <a:lnTo>
                  <a:pt x="1429" y="1354"/>
                </a:lnTo>
                <a:lnTo>
                  <a:pt x="1448" y="1358"/>
                </a:lnTo>
                <a:lnTo>
                  <a:pt x="1467" y="1362"/>
                </a:lnTo>
                <a:lnTo>
                  <a:pt x="1486" y="1367"/>
                </a:lnTo>
                <a:lnTo>
                  <a:pt x="1506" y="1371"/>
                </a:lnTo>
                <a:lnTo>
                  <a:pt x="1525" y="1375"/>
                </a:lnTo>
                <a:lnTo>
                  <a:pt x="1544" y="1379"/>
                </a:lnTo>
                <a:lnTo>
                  <a:pt x="1564" y="1382"/>
                </a:lnTo>
                <a:lnTo>
                  <a:pt x="1583" y="1386"/>
                </a:lnTo>
                <a:lnTo>
                  <a:pt x="1602" y="1390"/>
                </a:lnTo>
                <a:lnTo>
                  <a:pt x="1622" y="1393"/>
                </a:lnTo>
                <a:lnTo>
                  <a:pt x="1641" y="1396"/>
                </a:lnTo>
                <a:lnTo>
                  <a:pt x="1660" y="1399"/>
                </a:lnTo>
                <a:lnTo>
                  <a:pt x="1680" y="1402"/>
                </a:lnTo>
                <a:lnTo>
                  <a:pt x="1699" y="1405"/>
                </a:lnTo>
                <a:lnTo>
                  <a:pt x="1718" y="1408"/>
                </a:lnTo>
                <a:lnTo>
                  <a:pt x="1737" y="1410"/>
                </a:lnTo>
                <a:lnTo>
                  <a:pt x="1757" y="1413"/>
                </a:lnTo>
                <a:lnTo>
                  <a:pt x="1776" y="1415"/>
                </a:lnTo>
                <a:lnTo>
                  <a:pt x="1795" y="1417"/>
                </a:lnTo>
                <a:lnTo>
                  <a:pt x="1815" y="1419"/>
                </a:lnTo>
                <a:lnTo>
                  <a:pt x="1834" y="1421"/>
                </a:lnTo>
                <a:lnTo>
                  <a:pt x="1853" y="1423"/>
                </a:lnTo>
                <a:lnTo>
                  <a:pt x="1873" y="1425"/>
                </a:lnTo>
                <a:lnTo>
                  <a:pt x="1892" y="1426"/>
                </a:lnTo>
                <a:lnTo>
                  <a:pt x="1911" y="1428"/>
                </a:lnTo>
                <a:lnTo>
                  <a:pt x="1931" y="1429"/>
                </a:lnTo>
                <a:lnTo>
                  <a:pt x="1950" y="1430"/>
                </a:lnTo>
                <a:lnTo>
                  <a:pt x="1969" y="1431"/>
                </a:lnTo>
                <a:lnTo>
                  <a:pt x="1988" y="1432"/>
                </a:lnTo>
                <a:lnTo>
                  <a:pt x="2008" y="1433"/>
                </a:lnTo>
                <a:lnTo>
                  <a:pt x="2027" y="1434"/>
                </a:lnTo>
                <a:lnTo>
                  <a:pt x="2046" y="1434"/>
                </a:lnTo>
                <a:lnTo>
                  <a:pt x="2066" y="1435"/>
                </a:lnTo>
                <a:lnTo>
                  <a:pt x="2085" y="1435"/>
                </a:lnTo>
                <a:lnTo>
                  <a:pt x="2104" y="1435"/>
                </a:lnTo>
                <a:lnTo>
                  <a:pt x="2124" y="1435"/>
                </a:lnTo>
                <a:lnTo>
                  <a:pt x="2143" y="1435"/>
                </a:lnTo>
                <a:lnTo>
                  <a:pt x="2162" y="1435"/>
                </a:lnTo>
                <a:lnTo>
                  <a:pt x="2181" y="1434"/>
                </a:lnTo>
                <a:lnTo>
                  <a:pt x="2201" y="1434"/>
                </a:lnTo>
                <a:lnTo>
                  <a:pt x="2220" y="1433"/>
                </a:lnTo>
                <a:lnTo>
                  <a:pt x="2239" y="1432"/>
                </a:lnTo>
                <a:lnTo>
                  <a:pt x="2259" y="1431"/>
                </a:lnTo>
                <a:lnTo>
                  <a:pt x="2278" y="1430"/>
                </a:lnTo>
                <a:lnTo>
                  <a:pt x="2297" y="1429"/>
                </a:lnTo>
                <a:lnTo>
                  <a:pt x="2317" y="1428"/>
                </a:lnTo>
                <a:lnTo>
                  <a:pt x="2336" y="1427"/>
                </a:lnTo>
                <a:lnTo>
                  <a:pt x="2355" y="1425"/>
                </a:lnTo>
                <a:lnTo>
                  <a:pt x="2375" y="1423"/>
                </a:lnTo>
                <a:lnTo>
                  <a:pt x="2394" y="1422"/>
                </a:lnTo>
                <a:lnTo>
                  <a:pt x="2413" y="1420"/>
                </a:lnTo>
                <a:lnTo>
                  <a:pt x="2432" y="1418"/>
                </a:lnTo>
                <a:lnTo>
                  <a:pt x="2452" y="1415"/>
                </a:lnTo>
                <a:lnTo>
                  <a:pt x="2471" y="1413"/>
                </a:lnTo>
                <a:lnTo>
                  <a:pt x="2490" y="1411"/>
                </a:lnTo>
                <a:lnTo>
                  <a:pt x="2510" y="1408"/>
                </a:lnTo>
                <a:lnTo>
                  <a:pt x="2529" y="1405"/>
                </a:lnTo>
                <a:lnTo>
                  <a:pt x="2548" y="1403"/>
                </a:lnTo>
                <a:lnTo>
                  <a:pt x="2568" y="1400"/>
                </a:lnTo>
                <a:lnTo>
                  <a:pt x="2587" y="1397"/>
                </a:lnTo>
                <a:lnTo>
                  <a:pt x="2606" y="1393"/>
                </a:lnTo>
                <a:lnTo>
                  <a:pt x="2625" y="1390"/>
                </a:lnTo>
                <a:lnTo>
                  <a:pt x="2645" y="1387"/>
                </a:lnTo>
                <a:lnTo>
                  <a:pt x="2664" y="1383"/>
                </a:lnTo>
                <a:lnTo>
                  <a:pt x="2683" y="1379"/>
                </a:lnTo>
                <a:lnTo>
                  <a:pt x="2703" y="1375"/>
                </a:lnTo>
                <a:lnTo>
                  <a:pt x="2722" y="1371"/>
                </a:lnTo>
                <a:lnTo>
                  <a:pt x="2741" y="1367"/>
                </a:lnTo>
                <a:lnTo>
                  <a:pt x="2761" y="1363"/>
                </a:lnTo>
                <a:lnTo>
                  <a:pt x="2780" y="1359"/>
                </a:lnTo>
                <a:lnTo>
                  <a:pt x="2799" y="1354"/>
                </a:lnTo>
                <a:lnTo>
                  <a:pt x="2819" y="1350"/>
                </a:lnTo>
                <a:lnTo>
                  <a:pt x="2838" y="1345"/>
                </a:lnTo>
                <a:lnTo>
                  <a:pt x="2857" y="1340"/>
                </a:lnTo>
                <a:lnTo>
                  <a:pt x="2876" y="1335"/>
                </a:lnTo>
                <a:lnTo>
                  <a:pt x="2896" y="1330"/>
                </a:lnTo>
                <a:lnTo>
                  <a:pt x="2915" y="1325"/>
                </a:lnTo>
                <a:lnTo>
                  <a:pt x="2934" y="1319"/>
                </a:lnTo>
                <a:lnTo>
                  <a:pt x="2954" y="1314"/>
                </a:lnTo>
                <a:lnTo>
                  <a:pt x="2973" y="1308"/>
                </a:lnTo>
                <a:lnTo>
                  <a:pt x="2992" y="1302"/>
                </a:lnTo>
                <a:lnTo>
                  <a:pt x="3012" y="1296"/>
                </a:lnTo>
                <a:lnTo>
                  <a:pt x="3031" y="1290"/>
                </a:lnTo>
                <a:lnTo>
                  <a:pt x="3050" y="1284"/>
                </a:lnTo>
                <a:lnTo>
                  <a:pt x="3069" y="1278"/>
                </a:lnTo>
                <a:lnTo>
                  <a:pt x="3089" y="1272"/>
                </a:lnTo>
                <a:lnTo>
                  <a:pt x="3108" y="1265"/>
                </a:lnTo>
                <a:lnTo>
                  <a:pt x="3127" y="1258"/>
                </a:lnTo>
                <a:lnTo>
                  <a:pt x="3147" y="1252"/>
                </a:lnTo>
                <a:lnTo>
                  <a:pt x="3166" y="1245"/>
                </a:lnTo>
                <a:lnTo>
                  <a:pt x="3185" y="1238"/>
                </a:lnTo>
                <a:lnTo>
                  <a:pt x="3205" y="1230"/>
                </a:lnTo>
                <a:lnTo>
                  <a:pt x="3224" y="1223"/>
                </a:lnTo>
                <a:lnTo>
                  <a:pt x="3243" y="1216"/>
                </a:lnTo>
                <a:lnTo>
                  <a:pt x="3263" y="1208"/>
                </a:lnTo>
                <a:lnTo>
                  <a:pt x="3282" y="1200"/>
                </a:lnTo>
                <a:lnTo>
                  <a:pt x="3301" y="1192"/>
                </a:lnTo>
                <a:lnTo>
                  <a:pt x="3320" y="1185"/>
                </a:lnTo>
                <a:lnTo>
                  <a:pt x="3340" y="1176"/>
                </a:lnTo>
                <a:lnTo>
                  <a:pt x="3359" y="1168"/>
                </a:lnTo>
                <a:lnTo>
                  <a:pt x="3378" y="1160"/>
                </a:lnTo>
                <a:lnTo>
                  <a:pt x="3398" y="1151"/>
                </a:lnTo>
                <a:lnTo>
                  <a:pt x="3417" y="1143"/>
                </a:lnTo>
                <a:lnTo>
                  <a:pt x="3436" y="1134"/>
                </a:lnTo>
                <a:lnTo>
                  <a:pt x="3456" y="1125"/>
                </a:lnTo>
                <a:lnTo>
                  <a:pt x="3475" y="1116"/>
                </a:lnTo>
                <a:lnTo>
                  <a:pt x="3494" y="1107"/>
                </a:lnTo>
                <a:lnTo>
                  <a:pt x="3514" y="1098"/>
                </a:lnTo>
                <a:lnTo>
                  <a:pt x="3533" y="1088"/>
                </a:lnTo>
                <a:lnTo>
                  <a:pt x="3552" y="1079"/>
                </a:lnTo>
                <a:lnTo>
                  <a:pt x="3571" y="1069"/>
                </a:lnTo>
                <a:lnTo>
                  <a:pt x="3591" y="1060"/>
                </a:lnTo>
                <a:lnTo>
                  <a:pt x="3610" y="1050"/>
                </a:lnTo>
                <a:lnTo>
                  <a:pt x="3629" y="1040"/>
                </a:lnTo>
                <a:lnTo>
                  <a:pt x="3649" y="1030"/>
                </a:lnTo>
                <a:lnTo>
                  <a:pt x="3668" y="1019"/>
                </a:lnTo>
                <a:lnTo>
                  <a:pt x="3687" y="1009"/>
                </a:lnTo>
                <a:lnTo>
                  <a:pt x="3707" y="998"/>
                </a:lnTo>
                <a:lnTo>
                  <a:pt x="3726" y="988"/>
                </a:lnTo>
                <a:lnTo>
                  <a:pt x="3745" y="977"/>
                </a:lnTo>
                <a:lnTo>
                  <a:pt x="3764" y="966"/>
                </a:lnTo>
                <a:lnTo>
                  <a:pt x="3784" y="955"/>
                </a:lnTo>
                <a:lnTo>
                  <a:pt x="3803" y="944"/>
                </a:lnTo>
                <a:lnTo>
                  <a:pt x="3822" y="932"/>
                </a:lnTo>
                <a:lnTo>
                  <a:pt x="3842" y="921"/>
                </a:lnTo>
                <a:lnTo>
                  <a:pt x="3861" y="909"/>
                </a:lnTo>
                <a:lnTo>
                  <a:pt x="3880" y="898"/>
                </a:lnTo>
                <a:lnTo>
                  <a:pt x="3900" y="886"/>
                </a:lnTo>
                <a:lnTo>
                  <a:pt x="3919" y="874"/>
                </a:lnTo>
                <a:lnTo>
                  <a:pt x="3938" y="862"/>
                </a:lnTo>
                <a:lnTo>
                  <a:pt x="3958" y="850"/>
                </a:lnTo>
                <a:lnTo>
                  <a:pt x="3977" y="837"/>
                </a:lnTo>
                <a:lnTo>
                  <a:pt x="3996" y="825"/>
                </a:lnTo>
                <a:lnTo>
                  <a:pt x="4015" y="812"/>
                </a:lnTo>
                <a:lnTo>
                  <a:pt x="4035" y="800"/>
                </a:lnTo>
                <a:lnTo>
                  <a:pt x="4054" y="787"/>
                </a:lnTo>
                <a:lnTo>
                  <a:pt x="4073" y="774"/>
                </a:lnTo>
                <a:lnTo>
                  <a:pt x="4093" y="761"/>
                </a:lnTo>
                <a:lnTo>
                  <a:pt x="4112" y="748"/>
                </a:lnTo>
                <a:lnTo>
                  <a:pt x="4131" y="734"/>
                </a:lnTo>
                <a:lnTo>
                  <a:pt x="4151" y="721"/>
                </a:lnTo>
                <a:lnTo>
                  <a:pt x="4170" y="707"/>
                </a:lnTo>
                <a:lnTo>
                  <a:pt x="4189" y="693"/>
                </a:lnTo>
                <a:lnTo>
                  <a:pt x="4208" y="679"/>
                </a:lnTo>
                <a:lnTo>
                  <a:pt x="4228" y="665"/>
                </a:lnTo>
                <a:lnTo>
                  <a:pt x="4247" y="651"/>
                </a:lnTo>
                <a:lnTo>
                  <a:pt x="4266" y="637"/>
                </a:lnTo>
                <a:lnTo>
                  <a:pt x="4286" y="623"/>
                </a:lnTo>
                <a:lnTo>
                  <a:pt x="4305" y="608"/>
                </a:lnTo>
                <a:lnTo>
                  <a:pt x="4324" y="594"/>
                </a:lnTo>
                <a:lnTo>
                  <a:pt x="4344" y="579"/>
                </a:lnTo>
                <a:lnTo>
                  <a:pt x="4363" y="564"/>
                </a:lnTo>
                <a:lnTo>
                  <a:pt x="4382" y="549"/>
                </a:lnTo>
                <a:lnTo>
                  <a:pt x="4402" y="534"/>
                </a:lnTo>
                <a:lnTo>
                  <a:pt x="4421" y="518"/>
                </a:lnTo>
                <a:lnTo>
                  <a:pt x="4440" y="503"/>
                </a:lnTo>
                <a:lnTo>
                  <a:pt x="4459" y="487"/>
                </a:lnTo>
                <a:lnTo>
                  <a:pt x="4479" y="472"/>
                </a:lnTo>
                <a:lnTo>
                  <a:pt x="4498" y="456"/>
                </a:lnTo>
                <a:lnTo>
                  <a:pt x="4517" y="440"/>
                </a:lnTo>
                <a:lnTo>
                  <a:pt x="4537" y="424"/>
                </a:lnTo>
                <a:lnTo>
                  <a:pt x="4556" y="408"/>
                </a:lnTo>
                <a:lnTo>
                  <a:pt x="4575" y="391"/>
                </a:lnTo>
                <a:lnTo>
                  <a:pt x="4595" y="375"/>
                </a:lnTo>
                <a:lnTo>
                  <a:pt x="4614" y="358"/>
                </a:lnTo>
                <a:lnTo>
                  <a:pt x="4633" y="342"/>
                </a:lnTo>
                <a:lnTo>
                  <a:pt x="4653" y="325"/>
                </a:lnTo>
                <a:lnTo>
                  <a:pt x="4672" y="308"/>
                </a:lnTo>
                <a:lnTo>
                  <a:pt x="4691" y="291"/>
                </a:lnTo>
                <a:lnTo>
                  <a:pt x="4710" y="274"/>
                </a:lnTo>
                <a:lnTo>
                  <a:pt x="4730" y="256"/>
                </a:lnTo>
                <a:lnTo>
                  <a:pt x="4749" y="239"/>
                </a:lnTo>
                <a:lnTo>
                  <a:pt x="4768" y="221"/>
                </a:lnTo>
                <a:lnTo>
                  <a:pt x="4788" y="204"/>
                </a:lnTo>
                <a:lnTo>
                  <a:pt x="4807" y="186"/>
                </a:lnTo>
                <a:lnTo>
                  <a:pt x="4826" y="168"/>
                </a:lnTo>
                <a:lnTo>
                  <a:pt x="4846" y="150"/>
                </a:lnTo>
                <a:lnTo>
                  <a:pt x="4865" y="131"/>
                </a:lnTo>
                <a:lnTo>
                  <a:pt x="4884" y="113"/>
                </a:lnTo>
                <a:lnTo>
                  <a:pt x="4903" y="94"/>
                </a:lnTo>
                <a:lnTo>
                  <a:pt x="4923" y="76"/>
                </a:lnTo>
                <a:lnTo>
                  <a:pt x="4942" y="57"/>
                </a:lnTo>
                <a:lnTo>
                  <a:pt x="4961" y="38"/>
                </a:lnTo>
                <a:lnTo>
                  <a:pt x="4981" y="19"/>
                </a:lnTo>
                <a:lnTo>
                  <a:pt x="500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0" name="Connector 19"/>
          <p:cNvCxnSpPr/>
          <p:nvPr/>
        </p:nvCxnSpPr>
        <p:spPr>
          <a:xfrm>
            <a:off x="6510528" y="5422392"/>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21" name="Connector 20"/>
          <p:cNvCxnSpPr/>
          <p:nvPr/>
        </p:nvCxnSpPr>
        <p:spPr>
          <a:xfrm>
            <a:off x="6510528" y="3072384"/>
            <a:ext cx="0" cy="2350008"/>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22" name="TextBox 21"/>
          <p:cNvSpPr txBox="1"/>
          <p:nvPr/>
        </p:nvSpPr>
        <p:spPr>
          <a:xfrm>
            <a:off x="10991088" y="5513831"/>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23" name="TextBox 22"/>
          <p:cNvSpPr txBox="1"/>
          <p:nvPr/>
        </p:nvSpPr>
        <p:spPr>
          <a:xfrm>
            <a:off x="6236208" y="2889503"/>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24" name="Freeform 23"/>
          <p:cNvSpPr/>
          <p:nvPr/>
        </p:nvSpPr>
        <p:spPr>
          <a:xfrm>
            <a:off x="6510528" y="3151937"/>
            <a:ext cx="4572000" cy="2196389"/>
          </a:xfrm>
          <a:custGeom>
            <a:avLst/>
            <a:gdLst/>
            <a:ahLst/>
            <a:cxnLst/>
            <a:rect l="l" t="t" r="r" b="b"/>
            <a:pathLst>
              <a:path w="5000" h="2402">
                <a:moveTo>
                  <a:pt x="0" y="2134"/>
                </a:moveTo>
                <a:lnTo>
                  <a:pt x="19" y="2266"/>
                </a:lnTo>
                <a:lnTo>
                  <a:pt x="39" y="2349"/>
                </a:lnTo>
                <a:lnTo>
                  <a:pt x="58" y="2391"/>
                </a:lnTo>
                <a:lnTo>
                  <a:pt x="77" y="2402"/>
                </a:lnTo>
                <a:lnTo>
                  <a:pt x="97" y="2387"/>
                </a:lnTo>
                <a:lnTo>
                  <a:pt x="116" y="2354"/>
                </a:lnTo>
                <a:lnTo>
                  <a:pt x="135" y="2307"/>
                </a:lnTo>
                <a:lnTo>
                  <a:pt x="154" y="2250"/>
                </a:lnTo>
                <a:lnTo>
                  <a:pt x="174" y="2188"/>
                </a:lnTo>
                <a:lnTo>
                  <a:pt x="193" y="2124"/>
                </a:lnTo>
                <a:lnTo>
                  <a:pt x="212" y="2060"/>
                </a:lnTo>
                <a:lnTo>
                  <a:pt x="232" y="1997"/>
                </a:lnTo>
                <a:lnTo>
                  <a:pt x="251" y="1939"/>
                </a:lnTo>
                <a:lnTo>
                  <a:pt x="270" y="1885"/>
                </a:lnTo>
                <a:lnTo>
                  <a:pt x="290" y="1837"/>
                </a:lnTo>
                <a:lnTo>
                  <a:pt x="309" y="1795"/>
                </a:lnTo>
                <a:lnTo>
                  <a:pt x="328" y="1760"/>
                </a:lnTo>
                <a:lnTo>
                  <a:pt x="347" y="1732"/>
                </a:lnTo>
                <a:lnTo>
                  <a:pt x="367" y="1710"/>
                </a:lnTo>
                <a:lnTo>
                  <a:pt x="386" y="1694"/>
                </a:lnTo>
                <a:lnTo>
                  <a:pt x="405" y="1685"/>
                </a:lnTo>
                <a:lnTo>
                  <a:pt x="425" y="1682"/>
                </a:lnTo>
                <a:lnTo>
                  <a:pt x="444" y="1683"/>
                </a:lnTo>
                <a:lnTo>
                  <a:pt x="463" y="1689"/>
                </a:lnTo>
                <a:lnTo>
                  <a:pt x="483" y="1700"/>
                </a:lnTo>
                <a:lnTo>
                  <a:pt x="502" y="1713"/>
                </a:lnTo>
                <a:lnTo>
                  <a:pt x="521" y="1729"/>
                </a:lnTo>
                <a:lnTo>
                  <a:pt x="541" y="1748"/>
                </a:lnTo>
                <a:lnTo>
                  <a:pt x="560" y="1768"/>
                </a:lnTo>
                <a:lnTo>
                  <a:pt x="579" y="1789"/>
                </a:lnTo>
                <a:lnTo>
                  <a:pt x="598" y="1811"/>
                </a:lnTo>
                <a:lnTo>
                  <a:pt x="618" y="1832"/>
                </a:lnTo>
                <a:lnTo>
                  <a:pt x="637" y="1853"/>
                </a:lnTo>
                <a:lnTo>
                  <a:pt x="656" y="1873"/>
                </a:lnTo>
                <a:lnTo>
                  <a:pt x="676" y="1892"/>
                </a:lnTo>
                <a:lnTo>
                  <a:pt x="695" y="1909"/>
                </a:lnTo>
                <a:lnTo>
                  <a:pt x="714" y="1924"/>
                </a:lnTo>
                <a:lnTo>
                  <a:pt x="734" y="1936"/>
                </a:lnTo>
                <a:lnTo>
                  <a:pt x="753" y="1946"/>
                </a:lnTo>
                <a:lnTo>
                  <a:pt x="772" y="1954"/>
                </a:lnTo>
                <a:lnTo>
                  <a:pt x="792" y="1959"/>
                </a:lnTo>
                <a:lnTo>
                  <a:pt x="811" y="1961"/>
                </a:lnTo>
                <a:lnTo>
                  <a:pt x="830" y="1961"/>
                </a:lnTo>
                <a:lnTo>
                  <a:pt x="849" y="1957"/>
                </a:lnTo>
                <a:lnTo>
                  <a:pt x="869" y="1951"/>
                </a:lnTo>
                <a:lnTo>
                  <a:pt x="888" y="1943"/>
                </a:lnTo>
                <a:lnTo>
                  <a:pt x="907" y="1931"/>
                </a:lnTo>
                <a:lnTo>
                  <a:pt x="927" y="1918"/>
                </a:lnTo>
                <a:lnTo>
                  <a:pt x="946" y="1902"/>
                </a:lnTo>
                <a:lnTo>
                  <a:pt x="965" y="1884"/>
                </a:lnTo>
                <a:lnTo>
                  <a:pt x="985" y="1864"/>
                </a:lnTo>
                <a:lnTo>
                  <a:pt x="1004" y="1843"/>
                </a:lnTo>
                <a:lnTo>
                  <a:pt x="1023" y="1820"/>
                </a:lnTo>
                <a:lnTo>
                  <a:pt x="1042" y="1796"/>
                </a:lnTo>
                <a:lnTo>
                  <a:pt x="1062" y="1771"/>
                </a:lnTo>
                <a:lnTo>
                  <a:pt x="1081" y="1746"/>
                </a:lnTo>
                <a:lnTo>
                  <a:pt x="1100" y="1720"/>
                </a:lnTo>
                <a:lnTo>
                  <a:pt x="1120" y="1694"/>
                </a:lnTo>
                <a:lnTo>
                  <a:pt x="1139" y="1668"/>
                </a:lnTo>
                <a:lnTo>
                  <a:pt x="1158" y="1642"/>
                </a:lnTo>
                <a:lnTo>
                  <a:pt x="1178" y="1616"/>
                </a:lnTo>
                <a:lnTo>
                  <a:pt x="1197" y="1591"/>
                </a:lnTo>
                <a:lnTo>
                  <a:pt x="1216" y="1568"/>
                </a:lnTo>
                <a:lnTo>
                  <a:pt x="1236" y="1545"/>
                </a:lnTo>
                <a:lnTo>
                  <a:pt x="1255" y="1523"/>
                </a:lnTo>
                <a:lnTo>
                  <a:pt x="1274" y="1503"/>
                </a:lnTo>
                <a:lnTo>
                  <a:pt x="1293" y="1485"/>
                </a:lnTo>
                <a:lnTo>
                  <a:pt x="1313" y="1468"/>
                </a:lnTo>
                <a:lnTo>
                  <a:pt x="1332" y="1453"/>
                </a:lnTo>
                <a:lnTo>
                  <a:pt x="1351" y="1440"/>
                </a:lnTo>
                <a:lnTo>
                  <a:pt x="1371" y="1429"/>
                </a:lnTo>
                <a:lnTo>
                  <a:pt x="1390" y="1419"/>
                </a:lnTo>
                <a:lnTo>
                  <a:pt x="1409" y="1412"/>
                </a:lnTo>
                <a:lnTo>
                  <a:pt x="1429" y="1407"/>
                </a:lnTo>
                <a:lnTo>
                  <a:pt x="1448" y="1404"/>
                </a:lnTo>
                <a:lnTo>
                  <a:pt x="1467" y="1403"/>
                </a:lnTo>
                <a:lnTo>
                  <a:pt x="1486" y="1404"/>
                </a:lnTo>
                <a:lnTo>
                  <a:pt x="1506" y="1407"/>
                </a:lnTo>
                <a:lnTo>
                  <a:pt x="1525" y="1412"/>
                </a:lnTo>
                <a:lnTo>
                  <a:pt x="1544" y="1419"/>
                </a:lnTo>
                <a:lnTo>
                  <a:pt x="1564" y="1428"/>
                </a:lnTo>
                <a:lnTo>
                  <a:pt x="1583" y="1438"/>
                </a:lnTo>
                <a:lnTo>
                  <a:pt x="1602" y="1450"/>
                </a:lnTo>
                <a:lnTo>
                  <a:pt x="1622" y="1463"/>
                </a:lnTo>
                <a:lnTo>
                  <a:pt x="1641" y="1478"/>
                </a:lnTo>
                <a:lnTo>
                  <a:pt x="1660" y="1493"/>
                </a:lnTo>
                <a:lnTo>
                  <a:pt x="1680" y="1510"/>
                </a:lnTo>
                <a:lnTo>
                  <a:pt x="1699" y="1528"/>
                </a:lnTo>
                <a:lnTo>
                  <a:pt x="1718" y="1546"/>
                </a:lnTo>
                <a:lnTo>
                  <a:pt x="1737" y="1564"/>
                </a:lnTo>
                <a:lnTo>
                  <a:pt x="1757" y="1584"/>
                </a:lnTo>
                <a:lnTo>
                  <a:pt x="1776" y="1603"/>
                </a:lnTo>
                <a:lnTo>
                  <a:pt x="1795" y="1622"/>
                </a:lnTo>
                <a:lnTo>
                  <a:pt x="1815" y="1642"/>
                </a:lnTo>
                <a:lnTo>
                  <a:pt x="1834" y="1661"/>
                </a:lnTo>
                <a:lnTo>
                  <a:pt x="1853" y="1679"/>
                </a:lnTo>
                <a:lnTo>
                  <a:pt x="1873" y="1698"/>
                </a:lnTo>
                <a:lnTo>
                  <a:pt x="1892" y="1715"/>
                </a:lnTo>
                <a:lnTo>
                  <a:pt x="1911" y="1732"/>
                </a:lnTo>
                <a:lnTo>
                  <a:pt x="1931" y="1747"/>
                </a:lnTo>
                <a:lnTo>
                  <a:pt x="1950" y="1762"/>
                </a:lnTo>
                <a:lnTo>
                  <a:pt x="1969" y="1775"/>
                </a:lnTo>
                <a:lnTo>
                  <a:pt x="1988" y="1787"/>
                </a:lnTo>
                <a:lnTo>
                  <a:pt x="2008" y="1798"/>
                </a:lnTo>
                <a:lnTo>
                  <a:pt x="2027" y="1807"/>
                </a:lnTo>
                <a:lnTo>
                  <a:pt x="2046" y="1815"/>
                </a:lnTo>
                <a:lnTo>
                  <a:pt x="2066" y="1821"/>
                </a:lnTo>
                <a:lnTo>
                  <a:pt x="2085" y="1826"/>
                </a:lnTo>
                <a:lnTo>
                  <a:pt x="2104" y="1829"/>
                </a:lnTo>
                <a:lnTo>
                  <a:pt x="2124" y="1830"/>
                </a:lnTo>
                <a:lnTo>
                  <a:pt x="2143" y="1830"/>
                </a:lnTo>
                <a:lnTo>
                  <a:pt x="2162" y="1828"/>
                </a:lnTo>
                <a:lnTo>
                  <a:pt x="2181" y="1824"/>
                </a:lnTo>
                <a:lnTo>
                  <a:pt x="2201" y="1818"/>
                </a:lnTo>
                <a:lnTo>
                  <a:pt x="2220" y="1811"/>
                </a:lnTo>
                <a:lnTo>
                  <a:pt x="2239" y="1803"/>
                </a:lnTo>
                <a:lnTo>
                  <a:pt x="2259" y="1792"/>
                </a:lnTo>
                <a:lnTo>
                  <a:pt x="2278" y="1781"/>
                </a:lnTo>
                <a:lnTo>
                  <a:pt x="2297" y="1768"/>
                </a:lnTo>
                <a:lnTo>
                  <a:pt x="2317" y="1753"/>
                </a:lnTo>
                <a:lnTo>
                  <a:pt x="2336" y="1738"/>
                </a:lnTo>
                <a:lnTo>
                  <a:pt x="2355" y="1721"/>
                </a:lnTo>
                <a:lnTo>
                  <a:pt x="2375" y="1704"/>
                </a:lnTo>
                <a:lnTo>
                  <a:pt x="2394" y="1685"/>
                </a:lnTo>
                <a:lnTo>
                  <a:pt x="2413" y="1666"/>
                </a:lnTo>
                <a:lnTo>
                  <a:pt x="2432" y="1646"/>
                </a:lnTo>
                <a:lnTo>
                  <a:pt x="2452" y="1625"/>
                </a:lnTo>
                <a:lnTo>
                  <a:pt x="2471" y="1604"/>
                </a:lnTo>
                <a:lnTo>
                  <a:pt x="2490" y="1583"/>
                </a:lnTo>
                <a:lnTo>
                  <a:pt x="2510" y="1562"/>
                </a:lnTo>
                <a:lnTo>
                  <a:pt x="2529" y="1540"/>
                </a:lnTo>
                <a:lnTo>
                  <a:pt x="2548" y="1519"/>
                </a:lnTo>
                <a:lnTo>
                  <a:pt x="2568" y="1498"/>
                </a:lnTo>
                <a:lnTo>
                  <a:pt x="2587" y="1477"/>
                </a:lnTo>
                <a:lnTo>
                  <a:pt x="2606" y="1457"/>
                </a:lnTo>
                <a:lnTo>
                  <a:pt x="2625" y="1437"/>
                </a:lnTo>
                <a:lnTo>
                  <a:pt x="2645" y="1418"/>
                </a:lnTo>
                <a:lnTo>
                  <a:pt x="2664" y="1400"/>
                </a:lnTo>
                <a:lnTo>
                  <a:pt x="2683" y="1383"/>
                </a:lnTo>
                <a:lnTo>
                  <a:pt x="2703" y="1367"/>
                </a:lnTo>
                <a:lnTo>
                  <a:pt x="2722" y="1351"/>
                </a:lnTo>
                <a:lnTo>
                  <a:pt x="2741" y="1337"/>
                </a:lnTo>
                <a:lnTo>
                  <a:pt x="2761" y="1324"/>
                </a:lnTo>
                <a:lnTo>
                  <a:pt x="2780" y="1313"/>
                </a:lnTo>
                <a:lnTo>
                  <a:pt x="2799" y="1302"/>
                </a:lnTo>
                <a:lnTo>
                  <a:pt x="2819" y="1293"/>
                </a:lnTo>
                <a:lnTo>
                  <a:pt x="2838" y="1286"/>
                </a:lnTo>
                <a:lnTo>
                  <a:pt x="2857" y="1279"/>
                </a:lnTo>
                <a:lnTo>
                  <a:pt x="2876" y="1274"/>
                </a:lnTo>
                <a:lnTo>
                  <a:pt x="2896" y="1271"/>
                </a:lnTo>
                <a:lnTo>
                  <a:pt x="2915" y="1269"/>
                </a:lnTo>
                <a:lnTo>
                  <a:pt x="2934" y="1268"/>
                </a:lnTo>
                <a:lnTo>
                  <a:pt x="2954" y="1268"/>
                </a:lnTo>
                <a:lnTo>
                  <a:pt x="2973" y="1270"/>
                </a:lnTo>
                <a:lnTo>
                  <a:pt x="2992" y="1273"/>
                </a:lnTo>
                <a:lnTo>
                  <a:pt x="3012" y="1277"/>
                </a:lnTo>
                <a:lnTo>
                  <a:pt x="3031" y="1282"/>
                </a:lnTo>
                <a:lnTo>
                  <a:pt x="3050" y="1288"/>
                </a:lnTo>
                <a:lnTo>
                  <a:pt x="3069" y="1294"/>
                </a:lnTo>
                <a:lnTo>
                  <a:pt x="3089" y="1302"/>
                </a:lnTo>
                <a:lnTo>
                  <a:pt x="3108" y="1310"/>
                </a:lnTo>
                <a:lnTo>
                  <a:pt x="3127" y="1319"/>
                </a:lnTo>
                <a:lnTo>
                  <a:pt x="3147" y="1328"/>
                </a:lnTo>
                <a:lnTo>
                  <a:pt x="3166" y="1337"/>
                </a:lnTo>
                <a:lnTo>
                  <a:pt x="3185" y="1347"/>
                </a:lnTo>
                <a:lnTo>
                  <a:pt x="3205" y="1356"/>
                </a:lnTo>
                <a:lnTo>
                  <a:pt x="3224" y="1366"/>
                </a:lnTo>
                <a:lnTo>
                  <a:pt x="3243" y="1375"/>
                </a:lnTo>
                <a:lnTo>
                  <a:pt x="3263" y="1384"/>
                </a:lnTo>
                <a:lnTo>
                  <a:pt x="3282" y="1392"/>
                </a:lnTo>
                <a:lnTo>
                  <a:pt x="3301" y="1400"/>
                </a:lnTo>
                <a:lnTo>
                  <a:pt x="3320" y="1407"/>
                </a:lnTo>
                <a:lnTo>
                  <a:pt x="3340" y="1413"/>
                </a:lnTo>
                <a:lnTo>
                  <a:pt x="3359" y="1418"/>
                </a:lnTo>
                <a:lnTo>
                  <a:pt x="3378" y="1422"/>
                </a:lnTo>
                <a:lnTo>
                  <a:pt x="3398" y="1425"/>
                </a:lnTo>
                <a:lnTo>
                  <a:pt x="3417" y="1427"/>
                </a:lnTo>
                <a:lnTo>
                  <a:pt x="3436" y="1427"/>
                </a:lnTo>
                <a:lnTo>
                  <a:pt x="3456" y="1426"/>
                </a:lnTo>
                <a:lnTo>
                  <a:pt x="3475" y="1424"/>
                </a:lnTo>
                <a:lnTo>
                  <a:pt x="3494" y="1420"/>
                </a:lnTo>
                <a:lnTo>
                  <a:pt x="3514" y="1414"/>
                </a:lnTo>
                <a:lnTo>
                  <a:pt x="3533" y="1407"/>
                </a:lnTo>
                <a:lnTo>
                  <a:pt x="3552" y="1399"/>
                </a:lnTo>
                <a:lnTo>
                  <a:pt x="3571" y="1389"/>
                </a:lnTo>
                <a:lnTo>
                  <a:pt x="3591" y="1378"/>
                </a:lnTo>
                <a:lnTo>
                  <a:pt x="3610" y="1365"/>
                </a:lnTo>
                <a:lnTo>
                  <a:pt x="3629" y="1351"/>
                </a:lnTo>
                <a:lnTo>
                  <a:pt x="3649" y="1336"/>
                </a:lnTo>
                <a:lnTo>
                  <a:pt x="3668" y="1320"/>
                </a:lnTo>
                <a:lnTo>
                  <a:pt x="3687" y="1303"/>
                </a:lnTo>
                <a:lnTo>
                  <a:pt x="3707" y="1284"/>
                </a:lnTo>
                <a:lnTo>
                  <a:pt x="3726" y="1265"/>
                </a:lnTo>
                <a:lnTo>
                  <a:pt x="3745" y="1246"/>
                </a:lnTo>
                <a:lnTo>
                  <a:pt x="3764" y="1225"/>
                </a:lnTo>
                <a:lnTo>
                  <a:pt x="3784" y="1205"/>
                </a:lnTo>
                <a:lnTo>
                  <a:pt x="3803" y="1185"/>
                </a:lnTo>
                <a:lnTo>
                  <a:pt x="3822" y="1164"/>
                </a:lnTo>
                <a:lnTo>
                  <a:pt x="3842" y="1144"/>
                </a:lnTo>
                <a:lnTo>
                  <a:pt x="3861" y="1124"/>
                </a:lnTo>
                <a:lnTo>
                  <a:pt x="3880" y="1105"/>
                </a:lnTo>
                <a:lnTo>
                  <a:pt x="3900" y="1087"/>
                </a:lnTo>
                <a:lnTo>
                  <a:pt x="3919" y="1070"/>
                </a:lnTo>
                <a:lnTo>
                  <a:pt x="3938" y="1054"/>
                </a:lnTo>
                <a:lnTo>
                  <a:pt x="3958" y="1039"/>
                </a:lnTo>
                <a:lnTo>
                  <a:pt x="3977" y="1026"/>
                </a:lnTo>
                <a:lnTo>
                  <a:pt x="3996" y="1015"/>
                </a:lnTo>
                <a:lnTo>
                  <a:pt x="4015" y="1005"/>
                </a:lnTo>
                <a:lnTo>
                  <a:pt x="4035" y="998"/>
                </a:lnTo>
                <a:lnTo>
                  <a:pt x="4054" y="993"/>
                </a:lnTo>
                <a:lnTo>
                  <a:pt x="4073" y="989"/>
                </a:lnTo>
                <a:lnTo>
                  <a:pt x="4093" y="988"/>
                </a:lnTo>
                <a:lnTo>
                  <a:pt x="4112" y="989"/>
                </a:lnTo>
                <a:lnTo>
                  <a:pt x="4131" y="993"/>
                </a:lnTo>
                <a:lnTo>
                  <a:pt x="4151" y="998"/>
                </a:lnTo>
                <a:lnTo>
                  <a:pt x="4170" y="1005"/>
                </a:lnTo>
                <a:lnTo>
                  <a:pt x="4189" y="1014"/>
                </a:lnTo>
                <a:lnTo>
                  <a:pt x="4208" y="1025"/>
                </a:lnTo>
                <a:lnTo>
                  <a:pt x="4228" y="1038"/>
                </a:lnTo>
                <a:lnTo>
                  <a:pt x="4247" y="1051"/>
                </a:lnTo>
                <a:lnTo>
                  <a:pt x="4266" y="1066"/>
                </a:lnTo>
                <a:lnTo>
                  <a:pt x="4286" y="1081"/>
                </a:lnTo>
                <a:lnTo>
                  <a:pt x="4305" y="1096"/>
                </a:lnTo>
                <a:lnTo>
                  <a:pt x="4324" y="1111"/>
                </a:lnTo>
                <a:lnTo>
                  <a:pt x="4344" y="1125"/>
                </a:lnTo>
                <a:lnTo>
                  <a:pt x="4363" y="1138"/>
                </a:lnTo>
                <a:lnTo>
                  <a:pt x="4382" y="1149"/>
                </a:lnTo>
                <a:lnTo>
                  <a:pt x="4402" y="1157"/>
                </a:lnTo>
                <a:lnTo>
                  <a:pt x="4421" y="1163"/>
                </a:lnTo>
                <a:lnTo>
                  <a:pt x="4440" y="1165"/>
                </a:lnTo>
                <a:lnTo>
                  <a:pt x="4459" y="1163"/>
                </a:lnTo>
                <a:lnTo>
                  <a:pt x="4479" y="1156"/>
                </a:lnTo>
                <a:lnTo>
                  <a:pt x="4498" y="1144"/>
                </a:lnTo>
                <a:lnTo>
                  <a:pt x="4517" y="1125"/>
                </a:lnTo>
                <a:lnTo>
                  <a:pt x="4537" y="1100"/>
                </a:lnTo>
                <a:lnTo>
                  <a:pt x="4556" y="1069"/>
                </a:lnTo>
                <a:lnTo>
                  <a:pt x="4575" y="1030"/>
                </a:lnTo>
                <a:lnTo>
                  <a:pt x="4595" y="984"/>
                </a:lnTo>
                <a:lnTo>
                  <a:pt x="4614" y="930"/>
                </a:lnTo>
                <a:lnTo>
                  <a:pt x="4633" y="869"/>
                </a:lnTo>
                <a:lnTo>
                  <a:pt x="4653" y="801"/>
                </a:lnTo>
                <a:lnTo>
                  <a:pt x="4672" y="726"/>
                </a:lnTo>
                <a:lnTo>
                  <a:pt x="4691" y="646"/>
                </a:lnTo>
                <a:lnTo>
                  <a:pt x="4710" y="561"/>
                </a:lnTo>
                <a:lnTo>
                  <a:pt x="4730" y="473"/>
                </a:lnTo>
                <a:lnTo>
                  <a:pt x="4749" y="383"/>
                </a:lnTo>
                <a:lnTo>
                  <a:pt x="4768" y="295"/>
                </a:lnTo>
                <a:lnTo>
                  <a:pt x="4788" y="212"/>
                </a:lnTo>
                <a:lnTo>
                  <a:pt x="4807" y="136"/>
                </a:lnTo>
                <a:lnTo>
                  <a:pt x="4826" y="72"/>
                </a:lnTo>
                <a:lnTo>
                  <a:pt x="4846" y="25"/>
                </a:lnTo>
                <a:lnTo>
                  <a:pt x="4865" y="0"/>
                </a:lnTo>
                <a:lnTo>
                  <a:pt x="4884" y="6"/>
                </a:lnTo>
                <a:lnTo>
                  <a:pt x="4903" y="49"/>
                </a:lnTo>
                <a:lnTo>
                  <a:pt x="4923" y="138"/>
                </a:lnTo>
                <a:lnTo>
                  <a:pt x="4942" y="284"/>
                </a:lnTo>
                <a:lnTo>
                  <a:pt x="4961" y="497"/>
                </a:lnTo>
                <a:lnTo>
                  <a:pt x="4981" y="792"/>
                </a:lnTo>
                <a:lnTo>
                  <a:pt x="5000" y="1183"/>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Freeform 24"/>
          <p:cNvSpPr/>
          <p:nvPr/>
        </p:nvSpPr>
        <p:spPr>
          <a:xfrm>
            <a:off x="6510528" y="3636569"/>
            <a:ext cx="4572000" cy="1267358"/>
          </a:xfrm>
          <a:custGeom>
            <a:avLst/>
            <a:gdLst/>
            <a:ahLst/>
            <a:cxnLst/>
            <a:rect l="l" t="t" r="r" b="b"/>
            <a:pathLst>
              <a:path w="5000" h="1386">
                <a:moveTo>
                  <a:pt x="0" y="1331"/>
                </a:moveTo>
                <a:lnTo>
                  <a:pt x="19" y="1281"/>
                </a:lnTo>
                <a:lnTo>
                  <a:pt x="39" y="1242"/>
                </a:lnTo>
                <a:lnTo>
                  <a:pt x="58" y="1211"/>
                </a:lnTo>
                <a:lnTo>
                  <a:pt x="77" y="1189"/>
                </a:lnTo>
                <a:lnTo>
                  <a:pt x="97" y="1173"/>
                </a:lnTo>
                <a:lnTo>
                  <a:pt x="116" y="1163"/>
                </a:lnTo>
                <a:lnTo>
                  <a:pt x="135" y="1159"/>
                </a:lnTo>
                <a:lnTo>
                  <a:pt x="154" y="1159"/>
                </a:lnTo>
                <a:lnTo>
                  <a:pt x="174" y="1162"/>
                </a:lnTo>
                <a:lnTo>
                  <a:pt x="193" y="1169"/>
                </a:lnTo>
                <a:lnTo>
                  <a:pt x="212" y="1178"/>
                </a:lnTo>
                <a:lnTo>
                  <a:pt x="232" y="1190"/>
                </a:lnTo>
                <a:lnTo>
                  <a:pt x="251" y="1203"/>
                </a:lnTo>
                <a:lnTo>
                  <a:pt x="270" y="1217"/>
                </a:lnTo>
                <a:lnTo>
                  <a:pt x="290" y="1231"/>
                </a:lnTo>
                <a:lnTo>
                  <a:pt x="309" y="1246"/>
                </a:lnTo>
                <a:lnTo>
                  <a:pt x="328" y="1261"/>
                </a:lnTo>
                <a:lnTo>
                  <a:pt x="347" y="1276"/>
                </a:lnTo>
                <a:lnTo>
                  <a:pt x="367" y="1290"/>
                </a:lnTo>
                <a:lnTo>
                  <a:pt x="386" y="1304"/>
                </a:lnTo>
                <a:lnTo>
                  <a:pt x="405" y="1317"/>
                </a:lnTo>
                <a:lnTo>
                  <a:pt x="425" y="1329"/>
                </a:lnTo>
                <a:lnTo>
                  <a:pt x="444" y="1340"/>
                </a:lnTo>
                <a:lnTo>
                  <a:pt x="463" y="1350"/>
                </a:lnTo>
                <a:lnTo>
                  <a:pt x="483" y="1359"/>
                </a:lnTo>
                <a:lnTo>
                  <a:pt x="502" y="1367"/>
                </a:lnTo>
                <a:lnTo>
                  <a:pt x="521" y="1373"/>
                </a:lnTo>
                <a:lnTo>
                  <a:pt x="541" y="1378"/>
                </a:lnTo>
                <a:lnTo>
                  <a:pt x="560" y="1382"/>
                </a:lnTo>
                <a:lnTo>
                  <a:pt x="579" y="1385"/>
                </a:lnTo>
                <a:lnTo>
                  <a:pt x="598" y="1386"/>
                </a:lnTo>
                <a:lnTo>
                  <a:pt x="618" y="1386"/>
                </a:lnTo>
                <a:lnTo>
                  <a:pt x="637" y="1385"/>
                </a:lnTo>
                <a:lnTo>
                  <a:pt x="656" y="1383"/>
                </a:lnTo>
                <a:lnTo>
                  <a:pt x="676" y="1380"/>
                </a:lnTo>
                <a:lnTo>
                  <a:pt x="695" y="1377"/>
                </a:lnTo>
                <a:lnTo>
                  <a:pt x="714" y="1372"/>
                </a:lnTo>
                <a:lnTo>
                  <a:pt x="734" y="1366"/>
                </a:lnTo>
                <a:lnTo>
                  <a:pt x="753" y="1360"/>
                </a:lnTo>
                <a:lnTo>
                  <a:pt x="772" y="1353"/>
                </a:lnTo>
                <a:lnTo>
                  <a:pt x="792" y="1346"/>
                </a:lnTo>
                <a:lnTo>
                  <a:pt x="811" y="1338"/>
                </a:lnTo>
                <a:lnTo>
                  <a:pt x="830" y="1329"/>
                </a:lnTo>
                <a:lnTo>
                  <a:pt x="849" y="1320"/>
                </a:lnTo>
                <a:lnTo>
                  <a:pt x="869" y="1311"/>
                </a:lnTo>
                <a:lnTo>
                  <a:pt x="888" y="1302"/>
                </a:lnTo>
                <a:lnTo>
                  <a:pt x="907" y="1293"/>
                </a:lnTo>
                <a:lnTo>
                  <a:pt x="927" y="1283"/>
                </a:lnTo>
                <a:lnTo>
                  <a:pt x="946" y="1273"/>
                </a:lnTo>
                <a:lnTo>
                  <a:pt x="965" y="1264"/>
                </a:lnTo>
                <a:lnTo>
                  <a:pt x="985" y="1254"/>
                </a:lnTo>
                <a:lnTo>
                  <a:pt x="1004" y="1245"/>
                </a:lnTo>
                <a:lnTo>
                  <a:pt x="1023" y="1235"/>
                </a:lnTo>
                <a:lnTo>
                  <a:pt x="1042" y="1226"/>
                </a:lnTo>
                <a:lnTo>
                  <a:pt x="1062" y="1217"/>
                </a:lnTo>
                <a:lnTo>
                  <a:pt x="1081" y="1208"/>
                </a:lnTo>
                <a:lnTo>
                  <a:pt x="1100" y="1200"/>
                </a:lnTo>
                <a:lnTo>
                  <a:pt x="1120" y="1191"/>
                </a:lnTo>
                <a:lnTo>
                  <a:pt x="1139" y="1183"/>
                </a:lnTo>
                <a:lnTo>
                  <a:pt x="1158" y="1175"/>
                </a:lnTo>
                <a:lnTo>
                  <a:pt x="1178" y="1168"/>
                </a:lnTo>
                <a:lnTo>
                  <a:pt x="1197" y="1161"/>
                </a:lnTo>
                <a:lnTo>
                  <a:pt x="1216" y="1154"/>
                </a:lnTo>
                <a:lnTo>
                  <a:pt x="1236" y="1147"/>
                </a:lnTo>
                <a:lnTo>
                  <a:pt x="1255" y="1141"/>
                </a:lnTo>
                <a:lnTo>
                  <a:pt x="1274" y="1134"/>
                </a:lnTo>
                <a:lnTo>
                  <a:pt x="1293" y="1129"/>
                </a:lnTo>
                <a:lnTo>
                  <a:pt x="1313" y="1123"/>
                </a:lnTo>
                <a:lnTo>
                  <a:pt x="1332" y="1118"/>
                </a:lnTo>
                <a:lnTo>
                  <a:pt x="1351" y="1112"/>
                </a:lnTo>
                <a:lnTo>
                  <a:pt x="1371" y="1107"/>
                </a:lnTo>
                <a:lnTo>
                  <a:pt x="1390" y="1102"/>
                </a:lnTo>
                <a:lnTo>
                  <a:pt x="1409" y="1098"/>
                </a:lnTo>
                <a:lnTo>
                  <a:pt x="1429" y="1093"/>
                </a:lnTo>
                <a:lnTo>
                  <a:pt x="1448" y="1088"/>
                </a:lnTo>
                <a:lnTo>
                  <a:pt x="1467" y="1084"/>
                </a:lnTo>
                <a:lnTo>
                  <a:pt x="1486" y="1080"/>
                </a:lnTo>
                <a:lnTo>
                  <a:pt x="1506" y="1075"/>
                </a:lnTo>
                <a:lnTo>
                  <a:pt x="1525" y="1071"/>
                </a:lnTo>
                <a:lnTo>
                  <a:pt x="1544" y="1066"/>
                </a:lnTo>
                <a:lnTo>
                  <a:pt x="1564" y="1062"/>
                </a:lnTo>
                <a:lnTo>
                  <a:pt x="1583" y="1057"/>
                </a:lnTo>
                <a:lnTo>
                  <a:pt x="1602" y="1052"/>
                </a:lnTo>
                <a:lnTo>
                  <a:pt x="1622" y="1048"/>
                </a:lnTo>
                <a:lnTo>
                  <a:pt x="1641" y="1043"/>
                </a:lnTo>
                <a:lnTo>
                  <a:pt x="1660" y="1038"/>
                </a:lnTo>
                <a:lnTo>
                  <a:pt x="1680" y="1032"/>
                </a:lnTo>
                <a:lnTo>
                  <a:pt x="1699" y="1027"/>
                </a:lnTo>
                <a:lnTo>
                  <a:pt x="1718" y="1022"/>
                </a:lnTo>
                <a:lnTo>
                  <a:pt x="1737" y="1016"/>
                </a:lnTo>
                <a:lnTo>
                  <a:pt x="1757" y="1010"/>
                </a:lnTo>
                <a:lnTo>
                  <a:pt x="1776" y="1004"/>
                </a:lnTo>
                <a:lnTo>
                  <a:pt x="1795" y="997"/>
                </a:lnTo>
                <a:lnTo>
                  <a:pt x="1815" y="991"/>
                </a:lnTo>
                <a:lnTo>
                  <a:pt x="1834" y="984"/>
                </a:lnTo>
                <a:lnTo>
                  <a:pt x="1853" y="977"/>
                </a:lnTo>
                <a:lnTo>
                  <a:pt x="1873" y="970"/>
                </a:lnTo>
                <a:lnTo>
                  <a:pt x="1892" y="963"/>
                </a:lnTo>
                <a:lnTo>
                  <a:pt x="1911" y="956"/>
                </a:lnTo>
                <a:lnTo>
                  <a:pt x="1931" y="948"/>
                </a:lnTo>
                <a:lnTo>
                  <a:pt x="1950" y="940"/>
                </a:lnTo>
                <a:lnTo>
                  <a:pt x="1969" y="933"/>
                </a:lnTo>
                <a:lnTo>
                  <a:pt x="1988" y="925"/>
                </a:lnTo>
                <a:lnTo>
                  <a:pt x="2008" y="917"/>
                </a:lnTo>
                <a:lnTo>
                  <a:pt x="2027" y="908"/>
                </a:lnTo>
                <a:lnTo>
                  <a:pt x="2046" y="900"/>
                </a:lnTo>
                <a:lnTo>
                  <a:pt x="2066" y="892"/>
                </a:lnTo>
                <a:lnTo>
                  <a:pt x="2085" y="884"/>
                </a:lnTo>
                <a:lnTo>
                  <a:pt x="2104" y="876"/>
                </a:lnTo>
                <a:lnTo>
                  <a:pt x="2124" y="868"/>
                </a:lnTo>
                <a:lnTo>
                  <a:pt x="2143" y="860"/>
                </a:lnTo>
                <a:lnTo>
                  <a:pt x="2162" y="852"/>
                </a:lnTo>
                <a:lnTo>
                  <a:pt x="2181" y="844"/>
                </a:lnTo>
                <a:lnTo>
                  <a:pt x="2201" y="836"/>
                </a:lnTo>
                <a:lnTo>
                  <a:pt x="2220" y="828"/>
                </a:lnTo>
                <a:lnTo>
                  <a:pt x="2239" y="821"/>
                </a:lnTo>
                <a:lnTo>
                  <a:pt x="2259" y="814"/>
                </a:lnTo>
                <a:lnTo>
                  <a:pt x="2278" y="807"/>
                </a:lnTo>
                <a:lnTo>
                  <a:pt x="2297" y="800"/>
                </a:lnTo>
                <a:lnTo>
                  <a:pt x="2317" y="794"/>
                </a:lnTo>
                <a:lnTo>
                  <a:pt x="2336" y="788"/>
                </a:lnTo>
                <a:lnTo>
                  <a:pt x="2355" y="782"/>
                </a:lnTo>
                <a:lnTo>
                  <a:pt x="2375" y="776"/>
                </a:lnTo>
                <a:lnTo>
                  <a:pt x="2394" y="771"/>
                </a:lnTo>
                <a:lnTo>
                  <a:pt x="2413" y="766"/>
                </a:lnTo>
                <a:lnTo>
                  <a:pt x="2432" y="762"/>
                </a:lnTo>
                <a:lnTo>
                  <a:pt x="2452" y="758"/>
                </a:lnTo>
                <a:lnTo>
                  <a:pt x="2471" y="754"/>
                </a:lnTo>
                <a:lnTo>
                  <a:pt x="2490" y="751"/>
                </a:lnTo>
                <a:lnTo>
                  <a:pt x="2510" y="748"/>
                </a:lnTo>
                <a:lnTo>
                  <a:pt x="2529" y="745"/>
                </a:lnTo>
                <a:lnTo>
                  <a:pt x="2548" y="743"/>
                </a:lnTo>
                <a:lnTo>
                  <a:pt x="2568" y="741"/>
                </a:lnTo>
                <a:lnTo>
                  <a:pt x="2587" y="740"/>
                </a:lnTo>
                <a:lnTo>
                  <a:pt x="2606" y="738"/>
                </a:lnTo>
                <a:lnTo>
                  <a:pt x="2625" y="738"/>
                </a:lnTo>
                <a:lnTo>
                  <a:pt x="2645" y="737"/>
                </a:lnTo>
                <a:lnTo>
                  <a:pt x="2664" y="737"/>
                </a:lnTo>
                <a:lnTo>
                  <a:pt x="2683" y="737"/>
                </a:lnTo>
                <a:lnTo>
                  <a:pt x="2703" y="738"/>
                </a:lnTo>
                <a:lnTo>
                  <a:pt x="2722" y="738"/>
                </a:lnTo>
                <a:lnTo>
                  <a:pt x="2741" y="739"/>
                </a:lnTo>
                <a:lnTo>
                  <a:pt x="2761" y="741"/>
                </a:lnTo>
                <a:lnTo>
                  <a:pt x="2780" y="742"/>
                </a:lnTo>
                <a:lnTo>
                  <a:pt x="2799" y="743"/>
                </a:lnTo>
                <a:lnTo>
                  <a:pt x="2819" y="745"/>
                </a:lnTo>
                <a:lnTo>
                  <a:pt x="2838" y="747"/>
                </a:lnTo>
                <a:lnTo>
                  <a:pt x="2857" y="748"/>
                </a:lnTo>
                <a:lnTo>
                  <a:pt x="2876" y="750"/>
                </a:lnTo>
                <a:lnTo>
                  <a:pt x="2896" y="752"/>
                </a:lnTo>
                <a:lnTo>
                  <a:pt x="2915" y="753"/>
                </a:lnTo>
                <a:lnTo>
                  <a:pt x="2934" y="755"/>
                </a:lnTo>
                <a:lnTo>
                  <a:pt x="2954" y="756"/>
                </a:lnTo>
                <a:lnTo>
                  <a:pt x="2973" y="758"/>
                </a:lnTo>
                <a:lnTo>
                  <a:pt x="2992" y="759"/>
                </a:lnTo>
                <a:lnTo>
                  <a:pt x="3012" y="760"/>
                </a:lnTo>
                <a:lnTo>
                  <a:pt x="3031" y="760"/>
                </a:lnTo>
                <a:lnTo>
                  <a:pt x="3050" y="761"/>
                </a:lnTo>
                <a:lnTo>
                  <a:pt x="3069" y="761"/>
                </a:lnTo>
                <a:lnTo>
                  <a:pt x="3089" y="760"/>
                </a:lnTo>
                <a:lnTo>
                  <a:pt x="3108" y="759"/>
                </a:lnTo>
                <a:lnTo>
                  <a:pt x="3127" y="758"/>
                </a:lnTo>
                <a:lnTo>
                  <a:pt x="3147" y="756"/>
                </a:lnTo>
                <a:lnTo>
                  <a:pt x="3166" y="754"/>
                </a:lnTo>
                <a:lnTo>
                  <a:pt x="3185" y="752"/>
                </a:lnTo>
                <a:lnTo>
                  <a:pt x="3205" y="749"/>
                </a:lnTo>
                <a:lnTo>
                  <a:pt x="3224" y="745"/>
                </a:lnTo>
                <a:lnTo>
                  <a:pt x="3243" y="741"/>
                </a:lnTo>
                <a:lnTo>
                  <a:pt x="3263" y="737"/>
                </a:lnTo>
                <a:lnTo>
                  <a:pt x="3282" y="732"/>
                </a:lnTo>
                <a:lnTo>
                  <a:pt x="3301" y="726"/>
                </a:lnTo>
                <a:lnTo>
                  <a:pt x="3320" y="720"/>
                </a:lnTo>
                <a:lnTo>
                  <a:pt x="3340" y="713"/>
                </a:lnTo>
                <a:lnTo>
                  <a:pt x="3359" y="706"/>
                </a:lnTo>
                <a:lnTo>
                  <a:pt x="3378" y="699"/>
                </a:lnTo>
                <a:lnTo>
                  <a:pt x="3398" y="691"/>
                </a:lnTo>
                <a:lnTo>
                  <a:pt x="3417" y="682"/>
                </a:lnTo>
                <a:lnTo>
                  <a:pt x="3436" y="674"/>
                </a:lnTo>
                <a:lnTo>
                  <a:pt x="3456" y="665"/>
                </a:lnTo>
                <a:lnTo>
                  <a:pt x="3475" y="655"/>
                </a:lnTo>
                <a:lnTo>
                  <a:pt x="3494" y="645"/>
                </a:lnTo>
                <a:lnTo>
                  <a:pt x="3514" y="636"/>
                </a:lnTo>
                <a:lnTo>
                  <a:pt x="3533" y="626"/>
                </a:lnTo>
                <a:lnTo>
                  <a:pt x="3552" y="616"/>
                </a:lnTo>
                <a:lnTo>
                  <a:pt x="3571" y="605"/>
                </a:lnTo>
                <a:lnTo>
                  <a:pt x="3591" y="595"/>
                </a:lnTo>
                <a:lnTo>
                  <a:pt x="3610" y="585"/>
                </a:lnTo>
                <a:lnTo>
                  <a:pt x="3629" y="575"/>
                </a:lnTo>
                <a:lnTo>
                  <a:pt x="3649" y="566"/>
                </a:lnTo>
                <a:lnTo>
                  <a:pt x="3668" y="556"/>
                </a:lnTo>
                <a:lnTo>
                  <a:pt x="3687" y="547"/>
                </a:lnTo>
                <a:lnTo>
                  <a:pt x="3707" y="538"/>
                </a:lnTo>
                <a:lnTo>
                  <a:pt x="3726" y="530"/>
                </a:lnTo>
                <a:lnTo>
                  <a:pt x="3745" y="523"/>
                </a:lnTo>
                <a:lnTo>
                  <a:pt x="3764" y="516"/>
                </a:lnTo>
                <a:lnTo>
                  <a:pt x="3784" y="510"/>
                </a:lnTo>
                <a:lnTo>
                  <a:pt x="3803" y="504"/>
                </a:lnTo>
                <a:lnTo>
                  <a:pt x="3822" y="499"/>
                </a:lnTo>
                <a:lnTo>
                  <a:pt x="3842" y="495"/>
                </a:lnTo>
                <a:lnTo>
                  <a:pt x="3861" y="493"/>
                </a:lnTo>
                <a:lnTo>
                  <a:pt x="3880" y="491"/>
                </a:lnTo>
                <a:lnTo>
                  <a:pt x="3900" y="490"/>
                </a:lnTo>
                <a:lnTo>
                  <a:pt x="3919" y="490"/>
                </a:lnTo>
                <a:lnTo>
                  <a:pt x="3938" y="491"/>
                </a:lnTo>
                <a:lnTo>
                  <a:pt x="3958" y="493"/>
                </a:lnTo>
                <a:lnTo>
                  <a:pt x="3977" y="497"/>
                </a:lnTo>
                <a:lnTo>
                  <a:pt x="3996" y="501"/>
                </a:lnTo>
                <a:lnTo>
                  <a:pt x="4015" y="507"/>
                </a:lnTo>
                <a:lnTo>
                  <a:pt x="4035" y="513"/>
                </a:lnTo>
                <a:lnTo>
                  <a:pt x="4054" y="521"/>
                </a:lnTo>
                <a:lnTo>
                  <a:pt x="4073" y="529"/>
                </a:lnTo>
                <a:lnTo>
                  <a:pt x="4093" y="539"/>
                </a:lnTo>
                <a:lnTo>
                  <a:pt x="4112" y="549"/>
                </a:lnTo>
                <a:lnTo>
                  <a:pt x="4131" y="560"/>
                </a:lnTo>
                <a:lnTo>
                  <a:pt x="4151" y="572"/>
                </a:lnTo>
                <a:lnTo>
                  <a:pt x="4170" y="584"/>
                </a:lnTo>
                <a:lnTo>
                  <a:pt x="4189" y="596"/>
                </a:lnTo>
                <a:lnTo>
                  <a:pt x="4208" y="609"/>
                </a:lnTo>
                <a:lnTo>
                  <a:pt x="4228" y="622"/>
                </a:lnTo>
                <a:lnTo>
                  <a:pt x="4247" y="635"/>
                </a:lnTo>
                <a:lnTo>
                  <a:pt x="4266" y="647"/>
                </a:lnTo>
                <a:lnTo>
                  <a:pt x="4286" y="659"/>
                </a:lnTo>
                <a:lnTo>
                  <a:pt x="4305" y="671"/>
                </a:lnTo>
                <a:lnTo>
                  <a:pt x="4324" y="681"/>
                </a:lnTo>
                <a:lnTo>
                  <a:pt x="4344" y="691"/>
                </a:lnTo>
                <a:lnTo>
                  <a:pt x="4363" y="699"/>
                </a:lnTo>
                <a:lnTo>
                  <a:pt x="4382" y="705"/>
                </a:lnTo>
                <a:lnTo>
                  <a:pt x="4402" y="710"/>
                </a:lnTo>
                <a:lnTo>
                  <a:pt x="4421" y="712"/>
                </a:lnTo>
                <a:lnTo>
                  <a:pt x="4440" y="712"/>
                </a:lnTo>
                <a:lnTo>
                  <a:pt x="4459" y="710"/>
                </a:lnTo>
                <a:lnTo>
                  <a:pt x="4479" y="705"/>
                </a:lnTo>
                <a:lnTo>
                  <a:pt x="4498" y="697"/>
                </a:lnTo>
                <a:lnTo>
                  <a:pt x="4517" y="685"/>
                </a:lnTo>
                <a:lnTo>
                  <a:pt x="4537" y="671"/>
                </a:lnTo>
                <a:lnTo>
                  <a:pt x="4556" y="653"/>
                </a:lnTo>
                <a:lnTo>
                  <a:pt x="4575" y="631"/>
                </a:lnTo>
                <a:lnTo>
                  <a:pt x="4595" y="606"/>
                </a:lnTo>
                <a:lnTo>
                  <a:pt x="4614" y="577"/>
                </a:lnTo>
                <a:lnTo>
                  <a:pt x="4633" y="545"/>
                </a:lnTo>
                <a:lnTo>
                  <a:pt x="4653" y="509"/>
                </a:lnTo>
                <a:lnTo>
                  <a:pt x="4672" y="470"/>
                </a:lnTo>
                <a:lnTo>
                  <a:pt x="4691" y="428"/>
                </a:lnTo>
                <a:lnTo>
                  <a:pt x="4710" y="384"/>
                </a:lnTo>
                <a:lnTo>
                  <a:pt x="4730" y="338"/>
                </a:lnTo>
                <a:lnTo>
                  <a:pt x="4749" y="291"/>
                </a:lnTo>
                <a:lnTo>
                  <a:pt x="4768" y="243"/>
                </a:lnTo>
                <a:lnTo>
                  <a:pt x="4788" y="195"/>
                </a:lnTo>
                <a:lnTo>
                  <a:pt x="4807" y="149"/>
                </a:lnTo>
                <a:lnTo>
                  <a:pt x="4826" y="107"/>
                </a:lnTo>
                <a:lnTo>
                  <a:pt x="4846" y="68"/>
                </a:lnTo>
                <a:lnTo>
                  <a:pt x="4865" y="37"/>
                </a:lnTo>
                <a:lnTo>
                  <a:pt x="4884" y="13"/>
                </a:lnTo>
                <a:lnTo>
                  <a:pt x="4903" y="0"/>
                </a:lnTo>
                <a:lnTo>
                  <a:pt x="4923" y="1"/>
                </a:lnTo>
                <a:lnTo>
                  <a:pt x="4942" y="18"/>
                </a:lnTo>
                <a:lnTo>
                  <a:pt x="4961" y="54"/>
                </a:lnTo>
                <a:lnTo>
                  <a:pt x="4981" y="114"/>
                </a:lnTo>
                <a:lnTo>
                  <a:pt x="5000" y="202"/>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Freeform 25"/>
          <p:cNvSpPr/>
          <p:nvPr/>
        </p:nvSpPr>
        <p:spPr>
          <a:xfrm>
            <a:off x="6510528" y="3126334"/>
            <a:ext cx="4359859" cy="2137867"/>
          </a:xfrm>
          <a:custGeom>
            <a:avLst/>
            <a:gdLst/>
            <a:ahLst/>
            <a:cxnLst/>
            <a:rect l="l" t="t" r="r" b="b"/>
            <a:pathLst>
              <a:path w="4768" h="2338">
                <a:moveTo>
                  <a:pt x="0" y="1947"/>
                </a:moveTo>
                <a:lnTo>
                  <a:pt x="19" y="2058"/>
                </a:lnTo>
                <a:lnTo>
                  <a:pt x="39" y="2146"/>
                </a:lnTo>
                <a:lnTo>
                  <a:pt x="58" y="2214"/>
                </a:lnTo>
                <a:lnTo>
                  <a:pt x="77" y="2265"/>
                </a:lnTo>
                <a:lnTo>
                  <a:pt x="97" y="2300"/>
                </a:lnTo>
                <a:lnTo>
                  <a:pt x="116" y="2323"/>
                </a:lnTo>
                <a:lnTo>
                  <a:pt x="135" y="2335"/>
                </a:lnTo>
                <a:lnTo>
                  <a:pt x="154" y="2338"/>
                </a:lnTo>
                <a:lnTo>
                  <a:pt x="174" y="2333"/>
                </a:lnTo>
                <a:lnTo>
                  <a:pt x="193" y="2322"/>
                </a:lnTo>
                <a:lnTo>
                  <a:pt x="212" y="2306"/>
                </a:lnTo>
                <a:lnTo>
                  <a:pt x="232" y="2286"/>
                </a:lnTo>
                <a:lnTo>
                  <a:pt x="251" y="2262"/>
                </a:lnTo>
                <a:lnTo>
                  <a:pt x="270" y="2236"/>
                </a:lnTo>
                <a:lnTo>
                  <a:pt x="290" y="2208"/>
                </a:lnTo>
                <a:lnTo>
                  <a:pt x="309" y="2179"/>
                </a:lnTo>
                <a:lnTo>
                  <a:pt x="328" y="2150"/>
                </a:lnTo>
                <a:lnTo>
                  <a:pt x="347" y="2120"/>
                </a:lnTo>
                <a:lnTo>
                  <a:pt x="367" y="2090"/>
                </a:lnTo>
                <a:lnTo>
                  <a:pt x="386" y="2060"/>
                </a:lnTo>
                <a:lnTo>
                  <a:pt x="405" y="2031"/>
                </a:lnTo>
                <a:lnTo>
                  <a:pt x="425" y="2003"/>
                </a:lnTo>
                <a:lnTo>
                  <a:pt x="444" y="1976"/>
                </a:lnTo>
                <a:lnTo>
                  <a:pt x="463" y="1950"/>
                </a:lnTo>
                <a:lnTo>
                  <a:pt x="483" y="1925"/>
                </a:lnTo>
                <a:lnTo>
                  <a:pt x="502" y="1901"/>
                </a:lnTo>
                <a:lnTo>
                  <a:pt x="521" y="1878"/>
                </a:lnTo>
                <a:lnTo>
                  <a:pt x="541" y="1857"/>
                </a:lnTo>
                <a:lnTo>
                  <a:pt x="560" y="1837"/>
                </a:lnTo>
                <a:lnTo>
                  <a:pt x="579" y="1819"/>
                </a:lnTo>
                <a:lnTo>
                  <a:pt x="598" y="1802"/>
                </a:lnTo>
                <a:lnTo>
                  <a:pt x="618" y="1786"/>
                </a:lnTo>
                <a:lnTo>
                  <a:pt x="637" y="1771"/>
                </a:lnTo>
                <a:lnTo>
                  <a:pt x="656" y="1758"/>
                </a:lnTo>
                <a:lnTo>
                  <a:pt x="676" y="1746"/>
                </a:lnTo>
                <a:lnTo>
                  <a:pt x="695" y="1735"/>
                </a:lnTo>
                <a:lnTo>
                  <a:pt x="714" y="1725"/>
                </a:lnTo>
                <a:lnTo>
                  <a:pt x="734" y="1717"/>
                </a:lnTo>
                <a:lnTo>
                  <a:pt x="753" y="1709"/>
                </a:lnTo>
                <a:lnTo>
                  <a:pt x="772" y="1703"/>
                </a:lnTo>
                <a:lnTo>
                  <a:pt x="792" y="1697"/>
                </a:lnTo>
                <a:lnTo>
                  <a:pt x="811" y="1692"/>
                </a:lnTo>
                <a:lnTo>
                  <a:pt x="830" y="1689"/>
                </a:lnTo>
                <a:lnTo>
                  <a:pt x="849" y="1686"/>
                </a:lnTo>
                <a:lnTo>
                  <a:pt x="869" y="1684"/>
                </a:lnTo>
                <a:lnTo>
                  <a:pt x="888" y="1683"/>
                </a:lnTo>
                <a:lnTo>
                  <a:pt x="907" y="1682"/>
                </a:lnTo>
                <a:lnTo>
                  <a:pt x="927" y="1682"/>
                </a:lnTo>
                <a:lnTo>
                  <a:pt x="946" y="1683"/>
                </a:lnTo>
                <a:lnTo>
                  <a:pt x="965" y="1684"/>
                </a:lnTo>
                <a:lnTo>
                  <a:pt x="985" y="1686"/>
                </a:lnTo>
                <a:lnTo>
                  <a:pt x="1004" y="1688"/>
                </a:lnTo>
                <a:lnTo>
                  <a:pt x="1023" y="1691"/>
                </a:lnTo>
                <a:lnTo>
                  <a:pt x="1042" y="1694"/>
                </a:lnTo>
                <a:lnTo>
                  <a:pt x="1062" y="1698"/>
                </a:lnTo>
                <a:lnTo>
                  <a:pt x="1081" y="1702"/>
                </a:lnTo>
                <a:lnTo>
                  <a:pt x="1100" y="1706"/>
                </a:lnTo>
                <a:lnTo>
                  <a:pt x="1120" y="1710"/>
                </a:lnTo>
                <a:lnTo>
                  <a:pt x="1139" y="1715"/>
                </a:lnTo>
                <a:lnTo>
                  <a:pt x="1158" y="1719"/>
                </a:lnTo>
                <a:lnTo>
                  <a:pt x="1178" y="1724"/>
                </a:lnTo>
                <a:lnTo>
                  <a:pt x="1197" y="1729"/>
                </a:lnTo>
                <a:lnTo>
                  <a:pt x="1216" y="1734"/>
                </a:lnTo>
                <a:lnTo>
                  <a:pt x="1236" y="1738"/>
                </a:lnTo>
                <a:lnTo>
                  <a:pt x="1255" y="1743"/>
                </a:lnTo>
                <a:lnTo>
                  <a:pt x="1274" y="1747"/>
                </a:lnTo>
                <a:lnTo>
                  <a:pt x="1293" y="1752"/>
                </a:lnTo>
                <a:lnTo>
                  <a:pt x="1313" y="1756"/>
                </a:lnTo>
                <a:lnTo>
                  <a:pt x="1332" y="1759"/>
                </a:lnTo>
                <a:lnTo>
                  <a:pt x="1351" y="1763"/>
                </a:lnTo>
                <a:lnTo>
                  <a:pt x="1371" y="1766"/>
                </a:lnTo>
                <a:lnTo>
                  <a:pt x="1390" y="1768"/>
                </a:lnTo>
                <a:lnTo>
                  <a:pt x="1409" y="1770"/>
                </a:lnTo>
                <a:lnTo>
                  <a:pt x="1429" y="1772"/>
                </a:lnTo>
                <a:lnTo>
                  <a:pt x="1448" y="1773"/>
                </a:lnTo>
                <a:lnTo>
                  <a:pt x="1467" y="1773"/>
                </a:lnTo>
                <a:lnTo>
                  <a:pt x="1486" y="1773"/>
                </a:lnTo>
                <a:lnTo>
                  <a:pt x="1506" y="1772"/>
                </a:lnTo>
                <a:lnTo>
                  <a:pt x="1525" y="1771"/>
                </a:lnTo>
                <a:lnTo>
                  <a:pt x="1544" y="1769"/>
                </a:lnTo>
                <a:lnTo>
                  <a:pt x="1564" y="1766"/>
                </a:lnTo>
                <a:lnTo>
                  <a:pt x="1583" y="1763"/>
                </a:lnTo>
                <a:lnTo>
                  <a:pt x="1602" y="1758"/>
                </a:lnTo>
                <a:lnTo>
                  <a:pt x="1622" y="1753"/>
                </a:lnTo>
                <a:lnTo>
                  <a:pt x="1641" y="1748"/>
                </a:lnTo>
                <a:lnTo>
                  <a:pt x="1660" y="1741"/>
                </a:lnTo>
                <a:lnTo>
                  <a:pt x="1680" y="1734"/>
                </a:lnTo>
                <a:lnTo>
                  <a:pt x="1699" y="1726"/>
                </a:lnTo>
                <a:lnTo>
                  <a:pt x="1718" y="1717"/>
                </a:lnTo>
                <a:lnTo>
                  <a:pt x="1737" y="1708"/>
                </a:lnTo>
                <a:lnTo>
                  <a:pt x="1757" y="1698"/>
                </a:lnTo>
                <a:lnTo>
                  <a:pt x="1776" y="1687"/>
                </a:lnTo>
                <a:lnTo>
                  <a:pt x="1795" y="1676"/>
                </a:lnTo>
                <a:lnTo>
                  <a:pt x="1815" y="1664"/>
                </a:lnTo>
                <a:lnTo>
                  <a:pt x="1834" y="1651"/>
                </a:lnTo>
                <a:lnTo>
                  <a:pt x="1853" y="1638"/>
                </a:lnTo>
                <a:lnTo>
                  <a:pt x="1873" y="1624"/>
                </a:lnTo>
                <a:lnTo>
                  <a:pt x="1892" y="1610"/>
                </a:lnTo>
                <a:lnTo>
                  <a:pt x="1911" y="1595"/>
                </a:lnTo>
                <a:lnTo>
                  <a:pt x="1931" y="1580"/>
                </a:lnTo>
                <a:lnTo>
                  <a:pt x="1950" y="1565"/>
                </a:lnTo>
                <a:lnTo>
                  <a:pt x="1969" y="1549"/>
                </a:lnTo>
                <a:lnTo>
                  <a:pt x="1988" y="1533"/>
                </a:lnTo>
                <a:lnTo>
                  <a:pt x="2008" y="1517"/>
                </a:lnTo>
                <a:lnTo>
                  <a:pt x="2027" y="1501"/>
                </a:lnTo>
                <a:lnTo>
                  <a:pt x="2046" y="1485"/>
                </a:lnTo>
                <a:lnTo>
                  <a:pt x="2066" y="1469"/>
                </a:lnTo>
                <a:lnTo>
                  <a:pt x="2085" y="1453"/>
                </a:lnTo>
                <a:lnTo>
                  <a:pt x="2104" y="1437"/>
                </a:lnTo>
                <a:lnTo>
                  <a:pt x="2124" y="1422"/>
                </a:lnTo>
                <a:lnTo>
                  <a:pt x="2143" y="1406"/>
                </a:lnTo>
                <a:lnTo>
                  <a:pt x="2162" y="1392"/>
                </a:lnTo>
                <a:lnTo>
                  <a:pt x="2181" y="1377"/>
                </a:lnTo>
                <a:lnTo>
                  <a:pt x="2201" y="1363"/>
                </a:lnTo>
                <a:lnTo>
                  <a:pt x="2220" y="1349"/>
                </a:lnTo>
                <a:lnTo>
                  <a:pt x="2239" y="1337"/>
                </a:lnTo>
                <a:lnTo>
                  <a:pt x="2259" y="1324"/>
                </a:lnTo>
                <a:lnTo>
                  <a:pt x="2278" y="1313"/>
                </a:lnTo>
                <a:lnTo>
                  <a:pt x="2297" y="1302"/>
                </a:lnTo>
                <a:lnTo>
                  <a:pt x="2317" y="1292"/>
                </a:lnTo>
                <a:lnTo>
                  <a:pt x="2336" y="1283"/>
                </a:lnTo>
                <a:lnTo>
                  <a:pt x="2355" y="1275"/>
                </a:lnTo>
                <a:lnTo>
                  <a:pt x="2375" y="1267"/>
                </a:lnTo>
                <a:lnTo>
                  <a:pt x="2394" y="1261"/>
                </a:lnTo>
                <a:lnTo>
                  <a:pt x="2413" y="1255"/>
                </a:lnTo>
                <a:lnTo>
                  <a:pt x="2432" y="1251"/>
                </a:lnTo>
                <a:lnTo>
                  <a:pt x="2452" y="1248"/>
                </a:lnTo>
                <a:lnTo>
                  <a:pt x="2471" y="1245"/>
                </a:lnTo>
                <a:lnTo>
                  <a:pt x="2490" y="1244"/>
                </a:lnTo>
                <a:lnTo>
                  <a:pt x="2510" y="1243"/>
                </a:lnTo>
                <a:lnTo>
                  <a:pt x="2529" y="1244"/>
                </a:lnTo>
                <a:lnTo>
                  <a:pt x="2548" y="1246"/>
                </a:lnTo>
                <a:lnTo>
                  <a:pt x="2568" y="1248"/>
                </a:lnTo>
                <a:lnTo>
                  <a:pt x="2587" y="1252"/>
                </a:lnTo>
                <a:lnTo>
                  <a:pt x="2606" y="1257"/>
                </a:lnTo>
                <a:lnTo>
                  <a:pt x="2625" y="1262"/>
                </a:lnTo>
                <a:lnTo>
                  <a:pt x="2645" y="1268"/>
                </a:lnTo>
                <a:lnTo>
                  <a:pt x="2664" y="1276"/>
                </a:lnTo>
                <a:lnTo>
                  <a:pt x="2683" y="1283"/>
                </a:lnTo>
                <a:lnTo>
                  <a:pt x="2703" y="1292"/>
                </a:lnTo>
                <a:lnTo>
                  <a:pt x="2722" y="1301"/>
                </a:lnTo>
                <a:lnTo>
                  <a:pt x="2741" y="1311"/>
                </a:lnTo>
                <a:lnTo>
                  <a:pt x="2761" y="1321"/>
                </a:lnTo>
                <a:lnTo>
                  <a:pt x="2780" y="1332"/>
                </a:lnTo>
                <a:lnTo>
                  <a:pt x="2799" y="1343"/>
                </a:lnTo>
                <a:lnTo>
                  <a:pt x="2819" y="1354"/>
                </a:lnTo>
                <a:lnTo>
                  <a:pt x="2838" y="1366"/>
                </a:lnTo>
                <a:lnTo>
                  <a:pt x="2857" y="1377"/>
                </a:lnTo>
                <a:lnTo>
                  <a:pt x="2876" y="1389"/>
                </a:lnTo>
                <a:lnTo>
                  <a:pt x="2896" y="1400"/>
                </a:lnTo>
                <a:lnTo>
                  <a:pt x="2915" y="1411"/>
                </a:lnTo>
                <a:lnTo>
                  <a:pt x="2934" y="1422"/>
                </a:lnTo>
                <a:lnTo>
                  <a:pt x="2954" y="1433"/>
                </a:lnTo>
                <a:lnTo>
                  <a:pt x="2973" y="1442"/>
                </a:lnTo>
                <a:lnTo>
                  <a:pt x="2992" y="1452"/>
                </a:lnTo>
                <a:lnTo>
                  <a:pt x="3012" y="1461"/>
                </a:lnTo>
                <a:lnTo>
                  <a:pt x="3031" y="1468"/>
                </a:lnTo>
                <a:lnTo>
                  <a:pt x="3050" y="1475"/>
                </a:lnTo>
                <a:lnTo>
                  <a:pt x="3069" y="1482"/>
                </a:lnTo>
                <a:lnTo>
                  <a:pt x="3089" y="1487"/>
                </a:lnTo>
                <a:lnTo>
                  <a:pt x="3108" y="1491"/>
                </a:lnTo>
                <a:lnTo>
                  <a:pt x="3127" y="1493"/>
                </a:lnTo>
                <a:lnTo>
                  <a:pt x="3147" y="1495"/>
                </a:lnTo>
                <a:lnTo>
                  <a:pt x="3166" y="1495"/>
                </a:lnTo>
                <a:lnTo>
                  <a:pt x="3185" y="1494"/>
                </a:lnTo>
                <a:lnTo>
                  <a:pt x="3205" y="1492"/>
                </a:lnTo>
                <a:lnTo>
                  <a:pt x="3224" y="1488"/>
                </a:lnTo>
                <a:lnTo>
                  <a:pt x="3243" y="1483"/>
                </a:lnTo>
                <a:lnTo>
                  <a:pt x="3263" y="1476"/>
                </a:lnTo>
                <a:lnTo>
                  <a:pt x="3282" y="1468"/>
                </a:lnTo>
                <a:lnTo>
                  <a:pt x="3301" y="1458"/>
                </a:lnTo>
                <a:lnTo>
                  <a:pt x="3320" y="1447"/>
                </a:lnTo>
                <a:lnTo>
                  <a:pt x="3340" y="1434"/>
                </a:lnTo>
                <a:lnTo>
                  <a:pt x="3359" y="1420"/>
                </a:lnTo>
                <a:lnTo>
                  <a:pt x="3378" y="1405"/>
                </a:lnTo>
                <a:lnTo>
                  <a:pt x="3398" y="1388"/>
                </a:lnTo>
                <a:lnTo>
                  <a:pt x="3417" y="1370"/>
                </a:lnTo>
                <a:lnTo>
                  <a:pt x="3436" y="1351"/>
                </a:lnTo>
                <a:lnTo>
                  <a:pt x="3456" y="1331"/>
                </a:lnTo>
                <a:lnTo>
                  <a:pt x="3475" y="1310"/>
                </a:lnTo>
                <a:lnTo>
                  <a:pt x="3494" y="1288"/>
                </a:lnTo>
                <a:lnTo>
                  <a:pt x="3514" y="1266"/>
                </a:lnTo>
                <a:lnTo>
                  <a:pt x="3533" y="1242"/>
                </a:lnTo>
                <a:lnTo>
                  <a:pt x="3552" y="1218"/>
                </a:lnTo>
                <a:lnTo>
                  <a:pt x="3571" y="1194"/>
                </a:lnTo>
                <a:lnTo>
                  <a:pt x="3591" y="1170"/>
                </a:lnTo>
                <a:lnTo>
                  <a:pt x="3610" y="1146"/>
                </a:lnTo>
                <a:lnTo>
                  <a:pt x="3629" y="1121"/>
                </a:lnTo>
                <a:lnTo>
                  <a:pt x="3649" y="1097"/>
                </a:lnTo>
                <a:lnTo>
                  <a:pt x="3668" y="1074"/>
                </a:lnTo>
                <a:lnTo>
                  <a:pt x="3687" y="1051"/>
                </a:lnTo>
                <a:lnTo>
                  <a:pt x="3707" y="1029"/>
                </a:lnTo>
                <a:lnTo>
                  <a:pt x="3726" y="1008"/>
                </a:lnTo>
                <a:lnTo>
                  <a:pt x="3745" y="988"/>
                </a:lnTo>
                <a:lnTo>
                  <a:pt x="3764" y="969"/>
                </a:lnTo>
                <a:lnTo>
                  <a:pt x="3784" y="952"/>
                </a:lnTo>
                <a:lnTo>
                  <a:pt x="3803" y="937"/>
                </a:lnTo>
                <a:lnTo>
                  <a:pt x="3822" y="923"/>
                </a:lnTo>
                <a:lnTo>
                  <a:pt x="3842" y="911"/>
                </a:lnTo>
                <a:lnTo>
                  <a:pt x="3861" y="902"/>
                </a:lnTo>
                <a:lnTo>
                  <a:pt x="3880" y="894"/>
                </a:lnTo>
                <a:lnTo>
                  <a:pt x="3900" y="889"/>
                </a:lnTo>
                <a:lnTo>
                  <a:pt x="3919" y="886"/>
                </a:lnTo>
                <a:lnTo>
                  <a:pt x="3938" y="886"/>
                </a:lnTo>
                <a:lnTo>
                  <a:pt x="3958" y="888"/>
                </a:lnTo>
                <a:lnTo>
                  <a:pt x="3977" y="892"/>
                </a:lnTo>
                <a:lnTo>
                  <a:pt x="3996" y="899"/>
                </a:lnTo>
                <a:lnTo>
                  <a:pt x="4015" y="909"/>
                </a:lnTo>
                <a:lnTo>
                  <a:pt x="4035" y="921"/>
                </a:lnTo>
                <a:lnTo>
                  <a:pt x="4054" y="935"/>
                </a:lnTo>
                <a:lnTo>
                  <a:pt x="4073" y="951"/>
                </a:lnTo>
                <a:lnTo>
                  <a:pt x="4093" y="969"/>
                </a:lnTo>
                <a:lnTo>
                  <a:pt x="4112" y="989"/>
                </a:lnTo>
                <a:lnTo>
                  <a:pt x="4131" y="1010"/>
                </a:lnTo>
                <a:lnTo>
                  <a:pt x="4151" y="1033"/>
                </a:lnTo>
                <a:lnTo>
                  <a:pt x="4170" y="1057"/>
                </a:lnTo>
                <a:lnTo>
                  <a:pt x="4189" y="1081"/>
                </a:lnTo>
                <a:lnTo>
                  <a:pt x="4208" y="1106"/>
                </a:lnTo>
                <a:lnTo>
                  <a:pt x="4228" y="1131"/>
                </a:lnTo>
                <a:lnTo>
                  <a:pt x="4247" y="1155"/>
                </a:lnTo>
                <a:lnTo>
                  <a:pt x="4266" y="1178"/>
                </a:lnTo>
                <a:lnTo>
                  <a:pt x="4286" y="1200"/>
                </a:lnTo>
                <a:lnTo>
                  <a:pt x="4305" y="1219"/>
                </a:lnTo>
                <a:lnTo>
                  <a:pt x="4324" y="1237"/>
                </a:lnTo>
                <a:lnTo>
                  <a:pt x="4344" y="1250"/>
                </a:lnTo>
                <a:lnTo>
                  <a:pt x="4363" y="1261"/>
                </a:lnTo>
                <a:lnTo>
                  <a:pt x="4382" y="1267"/>
                </a:lnTo>
                <a:lnTo>
                  <a:pt x="4402" y="1268"/>
                </a:lnTo>
                <a:lnTo>
                  <a:pt x="4421" y="1264"/>
                </a:lnTo>
                <a:lnTo>
                  <a:pt x="4440" y="1254"/>
                </a:lnTo>
                <a:lnTo>
                  <a:pt x="4459" y="1237"/>
                </a:lnTo>
                <a:lnTo>
                  <a:pt x="4479" y="1213"/>
                </a:lnTo>
                <a:lnTo>
                  <a:pt x="4498" y="1182"/>
                </a:lnTo>
                <a:lnTo>
                  <a:pt x="4517" y="1143"/>
                </a:lnTo>
                <a:lnTo>
                  <a:pt x="4537" y="1097"/>
                </a:lnTo>
                <a:lnTo>
                  <a:pt x="4556" y="1041"/>
                </a:lnTo>
                <a:lnTo>
                  <a:pt x="4575" y="978"/>
                </a:lnTo>
                <a:lnTo>
                  <a:pt x="4595" y="906"/>
                </a:lnTo>
                <a:lnTo>
                  <a:pt x="4614" y="826"/>
                </a:lnTo>
                <a:lnTo>
                  <a:pt x="4633" y="739"/>
                </a:lnTo>
                <a:lnTo>
                  <a:pt x="4653" y="645"/>
                </a:lnTo>
                <a:lnTo>
                  <a:pt x="4672" y="544"/>
                </a:lnTo>
                <a:lnTo>
                  <a:pt x="4691" y="438"/>
                </a:lnTo>
                <a:lnTo>
                  <a:pt x="4710" y="329"/>
                </a:lnTo>
                <a:lnTo>
                  <a:pt x="4730" y="218"/>
                </a:lnTo>
                <a:lnTo>
                  <a:pt x="4749" y="108"/>
                </a:lnTo>
                <a:lnTo>
                  <a:pt x="4768"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Freeform 26"/>
          <p:cNvSpPr/>
          <p:nvPr/>
        </p:nvSpPr>
        <p:spPr>
          <a:xfrm>
            <a:off x="11046866" y="3191256"/>
            <a:ext cx="35662" cy="580644"/>
          </a:xfrm>
          <a:custGeom>
            <a:avLst/>
            <a:gdLst/>
            <a:ahLst/>
            <a:cxnLst/>
            <a:rect l="l" t="t" r="r" b="b"/>
            <a:pathLst>
              <a:path w="39" h="635">
                <a:moveTo>
                  <a:pt x="0" y="0"/>
                </a:moveTo>
                <a:lnTo>
                  <a:pt x="20" y="273"/>
                </a:lnTo>
                <a:lnTo>
                  <a:pt x="39" y="635"/>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Freeform 27"/>
          <p:cNvSpPr/>
          <p:nvPr/>
        </p:nvSpPr>
        <p:spPr>
          <a:xfrm>
            <a:off x="6510528" y="3503981"/>
            <a:ext cx="4572000" cy="1677924"/>
          </a:xfrm>
          <a:custGeom>
            <a:avLst/>
            <a:gdLst/>
            <a:ahLst/>
            <a:cxnLst/>
            <a:rect l="l" t="t" r="r" b="b"/>
            <a:pathLst>
              <a:path w="5000" h="1835">
                <a:moveTo>
                  <a:pt x="0" y="1598"/>
                </a:moveTo>
                <a:lnTo>
                  <a:pt x="19" y="1045"/>
                </a:lnTo>
                <a:lnTo>
                  <a:pt x="39" y="634"/>
                </a:lnTo>
                <a:lnTo>
                  <a:pt x="58" y="342"/>
                </a:lnTo>
                <a:lnTo>
                  <a:pt x="77" y="151"/>
                </a:lnTo>
                <a:lnTo>
                  <a:pt x="97" y="42"/>
                </a:lnTo>
                <a:lnTo>
                  <a:pt x="116" y="0"/>
                </a:lnTo>
                <a:lnTo>
                  <a:pt x="135" y="13"/>
                </a:lnTo>
                <a:lnTo>
                  <a:pt x="154" y="69"/>
                </a:lnTo>
                <a:lnTo>
                  <a:pt x="174" y="157"/>
                </a:lnTo>
                <a:lnTo>
                  <a:pt x="193" y="268"/>
                </a:lnTo>
                <a:lnTo>
                  <a:pt x="212" y="396"/>
                </a:lnTo>
                <a:lnTo>
                  <a:pt x="232" y="534"/>
                </a:lnTo>
                <a:lnTo>
                  <a:pt x="251" y="677"/>
                </a:lnTo>
                <a:lnTo>
                  <a:pt x="270" y="820"/>
                </a:lnTo>
                <a:lnTo>
                  <a:pt x="290" y="959"/>
                </a:lnTo>
                <a:lnTo>
                  <a:pt x="309" y="1093"/>
                </a:lnTo>
                <a:lnTo>
                  <a:pt x="328" y="1218"/>
                </a:lnTo>
                <a:lnTo>
                  <a:pt x="347" y="1333"/>
                </a:lnTo>
                <a:lnTo>
                  <a:pt x="367" y="1436"/>
                </a:lnTo>
                <a:lnTo>
                  <a:pt x="386" y="1528"/>
                </a:lnTo>
                <a:lnTo>
                  <a:pt x="405" y="1607"/>
                </a:lnTo>
                <a:lnTo>
                  <a:pt x="425" y="1674"/>
                </a:lnTo>
                <a:lnTo>
                  <a:pt x="444" y="1729"/>
                </a:lnTo>
                <a:lnTo>
                  <a:pt x="463" y="1772"/>
                </a:lnTo>
                <a:lnTo>
                  <a:pt x="483" y="1803"/>
                </a:lnTo>
                <a:lnTo>
                  <a:pt x="502" y="1823"/>
                </a:lnTo>
                <a:lnTo>
                  <a:pt x="521" y="1834"/>
                </a:lnTo>
                <a:lnTo>
                  <a:pt x="541" y="1835"/>
                </a:lnTo>
                <a:lnTo>
                  <a:pt x="560" y="1828"/>
                </a:lnTo>
                <a:lnTo>
                  <a:pt x="579" y="1814"/>
                </a:lnTo>
                <a:lnTo>
                  <a:pt x="598" y="1794"/>
                </a:lnTo>
                <a:lnTo>
                  <a:pt x="618" y="1769"/>
                </a:lnTo>
                <a:lnTo>
                  <a:pt x="637" y="1739"/>
                </a:lnTo>
                <a:lnTo>
                  <a:pt x="656" y="1705"/>
                </a:lnTo>
                <a:lnTo>
                  <a:pt x="676" y="1670"/>
                </a:lnTo>
                <a:lnTo>
                  <a:pt x="695" y="1632"/>
                </a:lnTo>
                <a:lnTo>
                  <a:pt x="714" y="1593"/>
                </a:lnTo>
                <a:lnTo>
                  <a:pt x="734" y="1554"/>
                </a:lnTo>
                <a:lnTo>
                  <a:pt x="753" y="1516"/>
                </a:lnTo>
                <a:lnTo>
                  <a:pt x="772" y="1478"/>
                </a:lnTo>
                <a:lnTo>
                  <a:pt x="792" y="1442"/>
                </a:lnTo>
                <a:lnTo>
                  <a:pt x="811" y="1408"/>
                </a:lnTo>
                <a:lnTo>
                  <a:pt x="830" y="1376"/>
                </a:lnTo>
                <a:lnTo>
                  <a:pt x="849" y="1347"/>
                </a:lnTo>
                <a:lnTo>
                  <a:pt x="869" y="1320"/>
                </a:lnTo>
                <a:lnTo>
                  <a:pt x="888" y="1297"/>
                </a:lnTo>
                <a:lnTo>
                  <a:pt x="907" y="1276"/>
                </a:lnTo>
                <a:lnTo>
                  <a:pt x="927" y="1259"/>
                </a:lnTo>
                <a:lnTo>
                  <a:pt x="946" y="1245"/>
                </a:lnTo>
                <a:lnTo>
                  <a:pt x="965" y="1235"/>
                </a:lnTo>
                <a:lnTo>
                  <a:pt x="985" y="1227"/>
                </a:lnTo>
                <a:lnTo>
                  <a:pt x="1004" y="1223"/>
                </a:lnTo>
                <a:lnTo>
                  <a:pt x="1023" y="1221"/>
                </a:lnTo>
                <a:lnTo>
                  <a:pt x="1042" y="1223"/>
                </a:lnTo>
                <a:lnTo>
                  <a:pt x="1062" y="1227"/>
                </a:lnTo>
                <a:lnTo>
                  <a:pt x="1081" y="1233"/>
                </a:lnTo>
                <a:lnTo>
                  <a:pt x="1100" y="1241"/>
                </a:lnTo>
                <a:lnTo>
                  <a:pt x="1120" y="1251"/>
                </a:lnTo>
                <a:lnTo>
                  <a:pt x="1139" y="1263"/>
                </a:lnTo>
                <a:lnTo>
                  <a:pt x="1158" y="1276"/>
                </a:lnTo>
                <a:lnTo>
                  <a:pt x="1178" y="1290"/>
                </a:lnTo>
                <a:lnTo>
                  <a:pt x="1197" y="1305"/>
                </a:lnTo>
                <a:lnTo>
                  <a:pt x="1216" y="1321"/>
                </a:lnTo>
                <a:lnTo>
                  <a:pt x="1236" y="1336"/>
                </a:lnTo>
                <a:lnTo>
                  <a:pt x="1255" y="1352"/>
                </a:lnTo>
                <a:lnTo>
                  <a:pt x="1274" y="1367"/>
                </a:lnTo>
                <a:lnTo>
                  <a:pt x="1293" y="1382"/>
                </a:lnTo>
                <a:lnTo>
                  <a:pt x="1313" y="1396"/>
                </a:lnTo>
                <a:lnTo>
                  <a:pt x="1332" y="1409"/>
                </a:lnTo>
                <a:lnTo>
                  <a:pt x="1351" y="1421"/>
                </a:lnTo>
                <a:lnTo>
                  <a:pt x="1371" y="1432"/>
                </a:lnTo>
                <a:lnTo>
                  <a:pt x="1390" y="1441"/>
                </a:lnTo>
                <a:lnTo>
                  <a:pt x="1409" y="1448"/>
                </a:lnTo>
                <a:lnTo>
                  <a:pt x="1429" y="1454"/>
                </a:lnTo>
                <a:lnTo>
                  <a:pt x="1448" y="1458"/>
                </a:lnTo>
                <a:lnTo>
                  <a:pt x="1467" y="1461"/>
                </a:lnTo>
                <a:lnTo>
                  <a:pt x="1486" y="1461"/>
                </a:lnTo>
                <a:lnTo>
                  <a:pt x="1506" y="1459"/>
                </a:lnTo>
                <a:lnTo>
                  <a:pt x="1525" y="1456"/>
                </a:lnTo>
                <a:lnTo>
                  <a:pt x="1544" y="1450"/>
                </a:lnTo>
                <a:lnTo>
                  <a:pt x="1564" y="1443"/>
                </a:lnTo>
                <a:lnTo>
                  <a:pt x="1583" y="1433"/>
                </a:lnTo>
                <a:lnTo>
                  <a:pt x="1602" y="1422"/>
                </a:lnTo>
                <a:lnTo>
                  <a:pt x="1622" y="1410"/>
                </a:lnTo>
                <a:lnTo>
                  <a:pt x="1641" y="1395"/>
                </a:lnTo>
                <a:lnTo>
                  <a:pt x="1660" y="1379"/>
                </a:lnTo>
                <a:lnTo>
                  <a:pt x="1680" y="1362"/>
                </a:lnTo>
                <a:lnTo>
                  <a:pt x="1699" y="1343"/>
                </a:lnTo>
                <a:lnTo>
                  <a:pt x="1718" y="1324"/>
                </a:lnTo>
                <a:lnTo>
                  <a:pt x="1737" y="1303"/>
                </a:lnTo>
                <a:lnTo>
                  <a:pt x="1757" y="1281"/>
                </a:lnTo>
                <a:lnTo>
                  <a:pt x="1776" y="1259"/>
                </a:lnTo>
                <a:lnTo>
                  <a:pt x="1795" y="1237"/>
                </a:lnTo>
                <a:lnTo>
                  <a:pt x="1815" y="1214"/>
                </a:lnTo>
                <a:lnTo>
                  <a:pt x="1834" y="1191"/>
                </a:lnTo>
                <a:lnTo>
                  <a:pt x="1853" y="1167"/>
                </a:lnTo>
                <a:lnTo>
                  <a:pt x="1873" y="1144"/>
                </a:lnTo>
                <a:lnTo>
                  <a:pt x="1892" y="1122"/>
                </a:lnTo>
                <a:lnTo>
                  <a:pt x="1911" y="1100"/>
                </a:lnTo>
                <a:lnTo>
                  <a:pt x="1931" y="1078"/>
                </a:lnTo>
                <a:lnTo>
                  <a:pt x="1950" y="1057"/>
                </a:lnTo>
                <a:lnTo>
                  <a:pt x="1969" y="1037"/>
                </a:lnTo>
                <a:lnTo>
                  <a:pt x="1988" y="1019"/>
                </a:lnTo>
                <a:lnTo>
                  <a:pt x="2008" y="1001"/>
                </a:lnTo>
                <a:lnTo>
                  <a:pt x="2027" y="984"/>
                </a:lnTo>
                <a:lnTo>
                  <a:pt x="2046" y="969"/>
                </a:lnTo>
                <a:lnTo>
                  <a:pt x="2066" y="956"/>
                </a:lnTo>
                <a:lnTo>
                  <a:pt x="2085" y="943"/>
                </a:lnTo>
                <a:lnTo>
                  <a:pt x="2104" y="933"/>
                </a:lnTo>
                <a:lnTo>
                  <a:pt x="2124" y="923"/>
                </a:lnTo>
                <a:lnTo>
                  <a:pt x="2143" y="916"/>
                </a:lnTo>
                <a:lnTo>
                  <a:pt x="2162" y="910"/>
                </a:lnTo>
                <a:lnTo>
                  <a:pt x="2181" y="905"/>
                </a:lnTo>
                <a:lnTo>
                  <a:pt x="2201" y="903"/>
                </a:lnTo>
                <a:lnTo>
                  <a:pt x="2220" y="901"/>
                </a:lnTo>
                <a:lnTo>
                  <a:pt x="2239" y="902"/>
                </a:lnTo>
                <a:lnTo>
                  <a:pt x="2259" y="904"/>
                </a:lnTo>
                <a:lnTo>
                  <a:pt x="2278" y="907"/>
                </a:lnTo>
                <a:lnTo>
                  <a:pt x="2297" y="911"/>
                </a:lnTo>
                <a:lnTo>
                  <a:pt x="2317" y="917"/>
                </a:lnTo>
                <a:lnTo>
                  <a:pt x="2336" y="924"/>
                </a:lnTo>
                <a:lnTo>
                  <a:pt x="2355" y="932"/>
                </a:lnTo>
                <a:lnTo>
                  <a:pt x="2375" y="941"/>
                </a:lnTo>
                <a:lnTo>
                  <a:pt x="2394" y="950"/>
                </a:lnTo>
                <a:lnTo>
                  <a:pt x="2413" y="960"/>
                </a:lnTo>
                <a:lnTo>
                  <a:pt x="2432" y="971"/>
                </a:lnTo>
                <a:lnTo>
                  <a:pt x="2452" y="982"/>
                </a:lnTo>
                <a:lnTo>
                  <a:pt x="2471" y="994"/>
                </a:lnTo>
                <a:lnTo>
                  <a:pt x="2490" y="1005"/>
                </a:lnTo>
                <a:lnTo>
                  <a:pt x="2510" y="1017"/>
                </a:lnTo>
                <a:lnTo>
                  <a:pt x="2529" y="1028"/>
                </a:lnTo>
                <a:lnTo>
                  <a:pt x="2548" y="1039"/>
                </a:lnTo>
                <a:lnTo>
                  <a:pt x="2568" y="1050"/>
                </a:lnTo>
                <a:lnTo>
                  <a:pt x="2587" y="1060"/>
                </a:lnTo>
                <a:lnTo>
                  <a:pt x="2606" y="1069"/>
                </a:lnTo>
                <a:lnTo>
                  <a:pt x="2625" y="1077"/>
                </a:lnTo>
                <a:lnTo>
                  <a:pt x="2645" y="1084"/>
                </a:lnTo>
                <a:lnTo>
                  <a:pt x="2664" y="1090"/>
                </a:lnTo>
                <a:lnTo>
                  <a:pt x="2683" y="1095"/>
                </a:lnTo>
                <a:lnTo>
                  <a:pt x="2703" y="1098"/>
                </a:lnTo>
                <a:lnTo>
                  <a:pt x="2722" y="1100"/>
                </a:lnTo>
                <a:lnTo>
                  <a:pt x="2741" y="1101"/>
                </a:lnTo>
                <a:lnTo>
                  <a:pt x="2761" y="1100"/>
                </a:lnTo>
                <a:lnTo>
                  <a:pt x="2780" y="1097"/>
                </a:lnTo>
                <a:lnTo>
                  <a:pt x="2799" y="1093"/>
                </a:lnTo>
                <a:lnTo>
                  <a:pt x="2819" y="1087"/>
                </a:lnTo>
                <a:lnTo>
                  <a:pt x="2838" y="1079"/>
                </a:lnTo>
                <a:lnTo>
                  <a:pt x="2857" y="1070"/>
                </a:lnTo>
                <a:lnTo>
                  <a:pt x="2876" y="1059"/>
                </a:lnTo>
                <a:lnTo>
                  <a:pt x="2896" y="1046"/>
                </a:lnTo>
                <a:lnTo>
                  <a:pt x="2915" y="1031"/>
                </a:lnTo>
                <a:lnTo>
                  <a:pt x="2934" y="1015"/>
                </a:lnTo>
                <a:lnTo>
                  <a:pt x="2954" y="998"/>
                </a:lnTo>
                <a:lnTo>
                  <a:pt x="2973" y="979"/>
                </a:lnTo>
                <a:lnTo>
                  <a:pt x="2992" y="959"/>
                </a:lnTo>
                <a:lnTo>
                  <a:pt x="3012" y="938"/>
                </a:lnTo>
                <a:lnTo>
                  <a:pt x="3031" y="915"/>
                </a:lnTo>
                <a:lnTo>
                  <a:pt x="3050" y="892"/>
                </a:lnTo>
                <a:lnTo>
                  <a:pt x="3069" y="868"/>
                </a:lnTo>
                <a:lnTo>
                  <a:pt x="3089" y="843"/>
                </a:lnTo>
                <a:lnTo>
                  <a:pt x="3108" y="817"/>
                </a:lnTo>
                <a:lnTo>
                  <a:pt x="3127" y="792"/>
                </a:lnTo>
                <a:lnTo>
                  <a:pt x="3147" y="766"/>
                </a:lnTo>
                <a:lnTo>
                  <a:pt x="3166" y="740"/>
                </a:lnTo>
                <a:lnTo>
                  <a:pt x="3185" y="715"/>
                </a:lnTo>
                <a:lnTo>
                  <a:pt x="3205" y="690"/>
                </a:lnTo>
                <a:lnTo>
                  <a:pt x="3224" y="665"/>
                </a:lnTo>
                <a:lnTo>
                  <a:pt x="3243" y="642"/>
                </a:lnTo>
                <a:lnTo>
                  <a:pt x="3263" y="619"/>
                </a:lnTo>
                <a:lnTo>
                  <a:pt x="3282" y="597"/>
                </a:lnTo>
                <a:lnTo>
                  <a:pt x="3301" y="577"/>
                </a:lnTo>
                <a:lnTo>
                  <a:pt x="3320" y="559"/>
                </a:lnTo>
                <a:lnTo>
                  <a:pt x="3340" y="542"/>
                </a:lnTo>
                <a:lnTo>
                  <a:pt x="3359" y="526"/>
                </a:lnTo>
                <a:lnTo>
                  <a:pt x="3378" y="513"/>
                </a:lnTo>
                <a:lnTo>
                  <a:pt x="3398" y="502"/>
                </a:lnTo>
                <a:lnTo>
                  <a:pt x="3417" y="493"/>
                </a:lnTo>
                <a:lnTo>
                  <a:pt x="3436" y="486"/>
                </a:lnTo>
                <a:lnTo>
                  <a:pt x="3456" y="482"/>
                </a:lnTo>
                <a:lnTo>
                  <a:pt x="3475" y="480"/>
                </a:lnTo>
                <a:lnTo>
                  <a:pt x="3494" y="481"/>
                </a:lnTo>
                <a:lnTo>
                  <a:pt x="3514" y="484"/>
                </a:lnTo>
                <a:lnTo>
                  <a:pt x="3533" y="490"/>
                </a:lnTo>
                <a:lnTo>
                  <a:pt x="3552" y="498"/>
                </a:lnTo>
                <a:lnTo>
                  <a:pt x="3571" y="508"/>
                </a:lnTo>
                <a:lnTo>
                  <a:pt x="3591" y="521"/>
                </a:lnTo>
                <a:lnTo>
                  <a:pt x="3610" y="536"/>
                </a:lnTo>
                <a:lnTo>
                  <a:pt x="3629" y="554"/>
                </a:lnTo>
                <a:lnTo>
                  <a:pt x="3649" y="573"/>
                </a:lnTo>
                <a:lnTo>
                  <a:pt x="3668" y="594"/>
                </a:lnTo>
                <a:lnTo>
                  <a:pt x="3687" y="617"/>
                </a:lnTo>
                <a:lnTo>
                  <a:pt x="3707" y="641"/>
                </a:lnTo>
                <a:lnTo>
                  <a:pt x="3726" y="667"/>
                </a:lnTo>
                <a:lnTo>
                  <a:pt x="3745" y="693"/>
                </a:lnTo>
                <a:lnTo>
                  <a:pt x="3764" y="721"/>
                </a:lnTo>
                <a:lnTo>
                  <a:pt x="3784" y="749"/>
                </a:lnTo>
                <a:lnTo>
                  <a:pt x="3803" y="776"/>
                </a:lnTo>
                <a:lnTo>
                  <a:pt x="3822" y="804"/>
                </a:lnTo>
                <a:lnTo>
                  <a:pt x="3842" y="832"/>
                </a:lnTo>
                <a:lnTo>
                  <a:pt x="3861" y="858"/>
                </a:lnTo>
                <a:lnTo>
                  <a:pt x="3880" y="884"/>
                </a:lnTo>
                <a:lnTo>
                  <a:pt x="3900" y="908"/>
                </a:lnTo>
                <a:lnTo>
                  <a:pt x="3919" y="931"/>
                </a:lnTo>
                <a:lnTo>
                  <a:pt x="3938" y="951"/>
                </a:lnTo>
                <a:lnTo>
                  <a:pt x="3958" y="969"/>
                </a:lnTo>
                <a:lnTo>
                  <a:pt x="3977" y="985"/>
                </a:lnTo>
                <a:lnTo>
                  <a:pt x="3996" y="997"/>
                </a:lnTo>
                <a:lnTo>
                  <a:pt x="4015" y="1007"/>
                </a:lnTo>
                <a:lnTo>
                  <a:pt x="4035" y="1013"/>
                </a:lnTo>
                <a:lnTo>
                  <a:pt x="4054" y="1016"/>
                </a:lnTo>
                <a:lnTo>
                  <a:pt x="4073" y="1015"/>
                </a:lnTo>
                <a:lnTo>
                  <a:pt x="4093" y="1011"/>
                </a:lnTo>
                <a:lnTo>
                  <a:pt x="4112" y="1002"/>
                </a:lnTo>
                <a:lnTo>
                  <a:pt x="4131" y="990"/>
                </a:lnTo>
                <a:lnTo>
                  <a:pt x="4151" y="974"/>
                </a:lnTo>
                <a:lnTo>
                  <a:pt x="4170" y="955"/>
                </a:lnTo>
                <a:lnTo>
                  <a:pt x="4189" y="931"/>
                </a:lnTo>
                <a:lnTo>
                  <a:pt x="4208" y="905"/>
                </a:lnTo>
                <a:lnTo>
                  <a:pt x="4228" y="875"/>
                </a:lnTo>
                <a:lnTo>
                  <a:pt x="4247" y="843"/>
                </a:lnTo>
                <a:lnTo>
                  <a:pt x="4266" y="809"/>
                </a:lnTo>
                <a:lnTo>
                  <a:pt x="4286" y="773"/>
                </a:lnTo>
                <a:lnTo>
                  <a:pt x="4305" y="736"/>
                </a:lnTo>
                <a:lnTo>
                  <a:pt x="4324" y="698"/>
                </a:lnTo>
                <a:lnTo>
                  <a:pt x="4344" y="660"/>
                </a:lnTo>
                <a:lnTo>
                  <a:pt x="4363" y="623"/>
                </a:lnTo>
                <a:lnTo>
                  <a:pt x="4382" y="588"/>
                </a:lnTo>
                <a:lnTo>
                  <a:pt x="4402" y="555"/>
                </a:lnTo>
                <a:lnTo>
                  <a:pt x="4421" y="526"/>
                </a:lnTo>
                <a:lnTo>
                  <a:pt x="4440" y="501"/>
                </a:lnTo>
                <a:lnTo>
                  <a:pt x="4459" y="481"/>
                </a:lnTo>
                <a:lnTo>
                  <a:pt x="4479" y="467"/>
                </a:lnTo>
                <a:lnTo>
                  <a:pt x="4498" y="461"/>
                </a:lnTo>
                <a:lnTo>
                  <a:pt x="4517" y="462"/>
                </a:lnTo>
                <a:lnTo>
                  <a:pt x="4537" y="473"/>
                </a:lnTo>
                <a:lnTo>
                  <a:pt x="4556" y="493"/>
                </a:lnTo>
                <a:lnTo>
                  <a:pt x="4575" y="523"/>
                </a:lnTo>
                <a:lnTo>
                  <a:pt x="4595" y="563"/>
                </a:lnTo>
                <a:lnTo>
                  <a:pt x="4614" y="615"/>
                </a:lnTo>
                <a:lnTo>
                  <a:pt x="4633" y="677"/>
                </a:lnTo>
                <a:lnTo>
                  <a:pt x="4653" y="751"/>
                </a:lnTo>
                <a:lnTo>
                  <a:pt x="4672" y="834"/>
                </a:lnTo>
                <a:lnTo>
                  <a:pt x="4691" y="927"/>
                </a:lnTo>
                <a:lnTo>
                  <a:pt x="4710" y="1028"/>
                </a:lnTo>
                <a:lnTo>
                  <a:pt x="4730" y="1135"/>
                </a:lnTo>
                <a:lnTo>
                  <a:pt x="4749" y="1245"/>
                </a:lnTo>
                <a:lnTo>
                  <a:pt x="4768" y="1357"/>
                </a:lnTo>
                <a:lnTo>
                  <a:pt x="4788" y="1464"/>
                </a:lnTo>
                <a:lnTo>
                  <a:pt x="4807" y="1564"/>
                </a:lnTo>
                <a:lnTo>
                  <a:pt x="4826" y="1650"/>
                </a:lnTo>
                <a:lnTo>
                  <a:pt x="4846" y="1716"/>
                </a:lnTo>
                <a:lnTo>
                  <a:pt x="4865" y="1753"/>
                </a:lnTo>
                <a:lnTo>
                  <a:pt x="4884" y="1753"/>
                </a:lnTo>
                <a:lnTo>
                  <a:pt x="4903" y="1704"/>
                </a:lnTo>
                <a:lnTo>
                  <a:pt x="4923" y="1595"/>
                </a:lnTo>
                <a:lnTo>
                  <a:pt x="4942" y="1412"/>
                </a:lnTo>
                <a:lnTo>
                  <a:pt x="4961" y="1137"/>
                </a:lnTo>
                <a:lnTo>
                  <a:pt x="4981" y="754"/>
                </a:lnTo>
                <a:lnTo>
                  <a:pt x="5000" y="242"/>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Freeform 28"/>
          <p:cNvSpPr/>
          <p:nvPr/>
        </p:nvSpPr>
        <p:spPr>
          <a:xfrm>
            <a:off x="6510528" y="3793846"/>
            <a:ext cx="4572000" cy="1298448"/>
          </a:xfrm>
          <a:custGeom>
            <a:avLst/>
            <a:gdLst/>
            <a:ahLst/>
            <a:cxnLst/>
            <a:rect l="l" t="t" r="r" b="b"/>
            <a:pathLst>
              <a:path w="5000" h="1420">
                <a:moveTo>
                  <a:pt x="0" y="1420"/>
                </a:moveTo>
                <a:lnTo>
                  <a:pt x="19" y="1125"/>
                </a:lnTo>
                <a:lnTo>
                  <a:pt x="39" y="895"/>
                </a:lnTo>
                <a:lnTo>
                  <a:pt x="58" y="721"/>
                </a:lnTo>
                <a:lnTo>
                  <a:pt x="77" y="595"/>
                </a:lnTo>
                <a:lnTo>
                  <a:pt x="97" y="509"/>
                </a:lnTo>
                <a:lnTo>
                  <a:pt x="116" y="458"/>
                </a:lnTo>
                <a:lnTo>
                  <a:pt x="135" y="435"/>
                </a:lnTo>
                <a:lnTo>
                  <a:pt x="154" y="436"/>
                </a:lnTo>
                <a:lnTo>
                  <a:pt x="174" y="456"/>
                </a:lnTo>
                <a:lnTo>
                  <a:pt x="193" y="491"/>
                </a:lnTo>
                <a:lnTo>
                  <a:pt x="212" y="538"/>
                </a:lnTo>
                <a:lnTo>
                  <a:pt x="232" y="594"/>
                </a:lnTo>
                <a:lnTo>
                  <a:pt x="251" y="655"/>
                </a:lnTo>
                <a:lnTo>
                  <a:pt x="270" y="720"/>
                </a:lnTo>
                <a:lnTo>
                  <a:pt x="290" y="788"/>
                </a:lnTo>
                <a:lnTo>
                  <a:pt x="309" y="855"/>
                </a:lnTo>
                <a:lnTo>
                  <a:pt x="328" y="921"/>
                </a:lnTo>
                <a:lnTo>
                  <a:pt x="347" y="985"/>
                </a:lnTo>
                <a:lnTo>
                  <a:pt x="367" y="1046"/>
                </a:lnTo>
                <a:lnTo>
                  <a:pt x="386" y="1103"/>
                </a:lnTo>
                <a:lnTo>
                  <a:pt x="405" y="1156"/>
                </a:lnTo>
                <a:lnTo>
                  <a:pt x="425" y="1203"/>
                </a:lnTo>
                <a:lnTo>
                  <a:pt x="444" y="1246"/>
                </a:lnTo>
                <a:lnTo>
                  <a:pt x="463" y="1283"/>
                </a:lnTo>
                <a:lnTo>
                  <a:pt x="483" y="1315"/>
                </a:lnTo>
                <a:lnTo>
                  <a:pt x="502" y="1342"/>
                </a:lnTo>
                <a:lnTo>
                  <a:pt x="521" y="1364"/>
                </a:lnTo>
                <a:lnTo>
                  <a:pt x="541" y="1381"/>
                </a:lnTo>
                <a:lnTo>
                  <a:pt x="560" y="1392"/>
                </a:lnTo>
                <a:lnTo>
                  <a:pt x="579" y="1400"/>
                </a:lnTo>
                <a:lnTo>
                  <a:pt x="598" y="1403"/>
                </a:lnTo>
                <a:lnTo>
                  <a:pt x="618" y="1402"/>
                </a:lnTo>
                <a:lnTo>
                  <a:pt x="637" y="1397"/>
                </a:lnTo>
                <a:lnTo>
                  <a:pt x="656" y="1390"/>
                </a:lnTo>
                <a:lnTo>
                  <a:pt x="676" y="1379"/>
                </a:lnTo>
                <a:lnTo>
                  <a:pt x="695" y="1365"/>
                </a:lnTo>
                <a:lnTo>
                  <a:pt x="714" y="1350"/>
                </a:lnTo>
                <a:lnTo>
                  <a:pt x="734" y="1332"/>
                </a:lnTo>
                <a:lnTo>
                  <a:pt x="753" y="1312"/>
                </a:lnTo>
                <a:lnTo>
                  <a:pt x="772" y="1291"/>
                </a:lnTo>
                <a:lnTo>
                  <a:pt x="792" y="1269"/>
                </a:lnTo>
                <a:lnTo>
                  <a:pt x="811" y="1247"/>
                </a:lnTo>
                <a:lnTo>
                  <a:pt x="830" y="1223"/>
                </a:lnTo>
                <a:lnTo>
                  <a:pt x="849" y="1200"/>
                </a:lnTo>
                <a:lnTo>
                  <a:pt x="869" y="1176"/>
                </a:lnTo>
                <a:lnTo>
                  <a:pt x="888" y="1152"/>
                </a:lnTo>
                <a:lnTo>
                  <a:pt x="907" y="1129"/>
                </a:lnTo>
                <a:lnTo>
                  <a:pt x="927" y="1106"/>
                </a:lnTo>
                <a:lnTo>
                  <a:pt x="946" y="1083"/>
                </a:lnTo>
                <a:lnTo>
                  <a:pt x="965" y="1061"/>
                </a:lnTo>
                <a:lnTo>
                  <a:pt x="985" y="1040"/>
                </a:lnTo>
                <a:lnTo>
                  <a:pt x="1004" y="1020"/>
                </a:lnTo>
                <a:lnTo>
                  <a:pt x="1023" y="1000"/>
                </a:lnTo>
                <a:lnTo>
                  <a:pt x="1042" y="982"/>
                </a:lnTo>
                <a:lnTo>
                  <a:pt x="1062" y="964"/>
                </a:lnTo>
                <a:lnTo>
                  <a:pt x="1081" y="948"/>
                </a:lnTo>
                <a:lnTo>
                  <a:pt x="1100" y="933"/>
                </a:lnTo>
                <a:lnTo>
                  <a:pt x="1120" y="918"/>
                </a:lnTo>
                <a:lnTo>
                  <a:pt x="1139" y="905"/>
                </a:lnTo>
                <a:lnTo>
                  <a:pt x="1158" y="893"/>
                </a:lnTo>
                <a:lnTo>
                  <a:pt x="1178" y="881"/>
                </a:lnTo>
                <a:lnTo>
                  <a:pt x="1197" y="871"/>
                </a:lnTo>
                <a:lnTo>
                  <a:pt x="1216" y="862"/>
                </a:lnTo>
                <a:lnTo>
                  <a:pt x="1236" y="853"/>
                </a:lnTo>
                <a:lnTo>
                  <a:pt x="1255" y="845"/>
                </a:lnTo>
                <a:lnTo>
                  <a:pt x="1274" y="838"/>
                </a:lnTo>
                <a:lnTo>
                  <a:pt x="1293" y="832"/>
                </a:lnTo>
                <a:lnTo>
                  <a:pt x="1313" y="826"/>
                </a:lnTo>
                <a:lnTo>
                  <a:pt x="1332" y="821"/>
                </a:lnTo>
                <a:lnTo>
                  <a:pt x="1351" y="816"/>
                </a:lnTo>
                <a:lnTo>
                  <a:pt x="1371" y="812"/>
                </a:lnTo>
                <a:lnTo>
                  <a:pt x="1390" y="808"/>
                </a:lnTo>
                <a:lnTo>
                  <a:pt x="1409" y="805"/>
                </a:lnTo>
                <a:lnTo>
                  <a:pt x="1429" y="802"/>
                </a:lnTo>
                <a:lnTo>
                  <a:pt x="1448" y="799"/>
                </a:lnTo>
                <a:lnTo>
                  <a:pt x="1467" y="796"/>
                </a:lnTo>
                <a:lnTo>
                  <a:pt x="1486" y="794"/>
                </a:lnTo>
                <a:lnTo>
                  <a:pt x="1506" y="792"/>
                </a:lnTo>
                <a:lnTo>
                  <a:pt x="1525" y="789"/>
                </a:lnTo>
                <a:lnTo>
                  <a:pt x="1544" y="787"/>
                </a:lnTo>
                <a:lnTo>
                  <a:pt x="1564" y="785"/>
                </a:lnTo>
                <a:lnTo>
                  <a:pt x="1583" y="783"/>
                </a:lnTo>
                <a:lnTo>
                  <a:pt x="1602" y="781"/>
                </a:lnTo>
                <a:lnTo>
                  <a:pt x="1622" y="779"/>
                </a:lnTo>
                <a:lnTo>
                  <a:pt x="1641" y="776"/>
                </a:lnTo>
                <a:lnTo>
                  <a:pt x="1660" y="774"/>
                </a:lnTo>
                <a:lnTo>
                  <a:pt x="1680" y="772"/>
                </a:lnTo>
                <a:lnTo>
                  <a:pt x="1699" y="770"/>
                </a:lnTo>
                <a:lnTo>
                  <a:pt x="1718" y="767"/>
                </a:lnTo>
                <a:lnTo>
                  <a:pt x="1737" y="765"/>
                </a:lnTo>
                <a:lnTo>
                  <a:pt x="1757" y="763"/>
                </a:lnTo>
                <a:lnTo>
                  <a:pt x="1776" y="761"/>
                </a:lnTo>
                <a:lnTo>
                  <a:pt x="1795" y="758"/>
                </a:lnTo>
                <a:lnTo>
                  <a:pt x="1815" y="756"/>
                </a:lnTo>
                <a:lnTo>
                  <a:pt x="1834" y="754"/>
                </a:lnTo>
                <a:lnTo>
                  <a:pt x="1853" y="752"/>
                </a:lnTo>
                <a:lnTo>
                  <a:pt x="1873" y="750"/>
                </a:lnTo>
                <a:lnTo>
                  <a:pt x="1892" y="748"/>
                </a:lnTo>
                <a:lnTo>
                  <a:pt x="1911" y="747"/>
                </a:lnTo>
                <a:lnTo>
                  <a:pt x="1931" y="745"/>
                </a:lnTo>
                <a:lnTo>
                  <a:pt x="1950" y="744"/>
                </a:lnTo>
                <a:lnTo>
                  <a:pt x="1969" y="743"/>
                </a:lnTo>
                <a:lnTo>
                  <a:pt x="1988" y="742"/>
                </a:lnTo>
                <a:lnTo>
                  <a:pt x="2008" y="742"/>
                </a:lnTo>
                <a:lnTo>
                  <a:pt x="2027" y="742"/>
                </a:lnTo>
                <a:lnTo>
                  <a:pt x="2046" y="742"/>
                </a:lnTo>
                <a:lnTo>
                  <a:pt x="2066" y="743"/>
                </a:lnTo>
                <a:lnTo>
                  <a:pt x="2085" y="744"/>
                </a:lnTo>
                <a:lnTo>
                  <a:pt x="2104" y="745"/>
                </a:lnTo>
                <a:lnTo>
                  <a:pt x="2124" y="747"/>
                </a:lnTo>
                <a:lnTo>
                  <a:pt x="2143" y="750"/>
                </a:lnTo>
                <a:lnTo>
                  <a:pt x="2162" y="752"/>
                </a:lnTo>
                <a:lnTo>
                  <a:pt x="2181" y="755"/>
                </a:lnTo>
                <a:lnTo>
                  <a:pt x="2201" y="759"/>
                </a:lnTo>
                <a:lnTo>
                  <a:pt x="2220" y="763"/>
                </a:lnTo>
                <a:lnTo>
                  <a:pt x="2239" y="767"/>
                </a:lnTo>
                <a:lnTo>
                  <a:pt x="2259" y="772"/>
                </a:lnTo>
                <a:lnTo>
                  <a:pt x="2278" y="777"/>
                </a:lnTo>
                <a:lnTo>
                  <a:pt x="2297" y="782"/>
                </a:lnTo>
                <a:lnTo>
                  <a:pt x="2317" y="788"/>
                </a:lnTo>
                <a:lnTo>
                  <a:pt x="2336" y="794"/>
                </a:lnTo>
                <a:lnTo>
                  <a:pt x="2355" y="801"/>
                </a:lnTo>
                <a:lnTo>
                  <a:pt x="2375" y="807"/>
                </a:lnTo>
                <a:lnTo>
                  <a:pt x="2394" y="814"/>
                </a:lnTo>
                <a:lnTo>
                  <a:pt x="2413" y="821"/>
                </a:lnTo>
                <a:lnTo>
                  <a:pt x="2432" y="828"/>
                </a:lnTo>
                <a:lnTo>
                  <a:pt x="2452" y="836"/>
                </a:lnTo>
                <a:lnTo>
                  <a:pt x="2471" y="843"/>
                </a:lnTo>
                <a:lnTo>
                  <a:pt x="2490" y="851"/>
                </a:lnTo>
                <a:lnTo>
                  <a:pt x="2510" y="858"/>
                </a:lnTo>
                <a:lnTo>
                  <a:pt x="2529" y="865"/>
                </a:lnTo>
                <a:lnTo>
                  <a:pt x="2548" y="872"/>
                </a:lnTo>
                <a:lnTo>
                  <a:pt x="2568" y="879"/>
                </a:lnTo>
                <a:lnTo>
                  <a:pt x="2587" y="886"/>
                </a:lnTo>
                <a:lnTo>
                  <a:pt x="2606" y="892"/>
                </a:lnTo>
                <a:lnTo>
                  <a:pt x="2625" y="899"/>
                </a:lnTo>
                <a:lnTo>
                  <a:pt x="2645" y="904"/>
                </a:lnTo>
                <a:lnTo>
                  <a:pt x="2664" y="909"/>
                </a:lnTo>
                <a:lnTo>
                  <a:pt x="2683" y="914"/>
                </a:lnTo>
                <a:lnTo>
                  <a:pt x="2703" y="918"/>
                </a:lnTo>
                <a:lnTo>
                  <a:pt x="2722" y="922"/>
                </a:lnTo>
                <a:lnTo>
                  <a:pt x="2741" y="925"/>
                </a:lnTo>
                <a:lnTo>
                  <a:pt x="2761" y="927"/>
                </a:lnTo>
                <a:lnTo>
                  <a:pt x="2780" y="928"/>
                </a:lnTo>
                <a:lnTo>
                  <a:pt x="2799" y="929"/>
                </a:lnTo>
                <a:lnTo>
                  <a:pt x="2819" y="929"/>
                </a:lnTo>
                <a:lnTo>
                  <a:pt x="2838" y="928"/>
                </a:lnTo>
                <a:lnTo>
                  <a:pt x="2857" y="926"/>
                </a:lnTo>
                <a:lnTo>
                  <a:pt x="2876" y="923"/>
                </a:lnTo>
                <a:lnTo>
                  <a:pt x="2896" y="919"/>
                </a:lnTo>
                <a:lnTo>
                  <a:pt x="2915" y="914"/>
                </a:lnTo>
                <a:lnTo>
                  <a:pt x="2934" y="909"/>
                </a:lnTo>
                <a:lnTo>
                  <a:pt x="2954" y="902"/>
                </a:lnTo>
                <a:lnTo>
                  <a:pt x="2973" y="894"/>
                </a:lnTo>
                <a:lnTo>
                  <a:pt x="2992" y="886"/>
                </a:lnTo>
                <a:lnTo>
                  <a:pt x="3012" y="876"/>
                </a:lnTo>
                <a:lnTo>
                  <a:pt x="3031" y="865"/>
                </a:lnTo>
                <a:lnTo>
                  <a:pt x="3050" y="854"/>
                </a:lnTo>
                <a:lnTo>
                  <a:pt x="3069" y="841"/>
                </a:lnTo>
                <a:lnTo>
                  <a:pt x="3089" y="828"/>
                </a:lnTo>
                <a:lnTo>
                  <a:pt x="3108" y="813"/>
                </a:lnTo>
                <a:lnTo>
                  <a:pt x="3127" y="798"/>
                </a:lnTo>
                <a:lnTo>
                  <a:pt x="3147" y="782"/>
                </a:lnTo>
                <a:lnTo>
                  <a:pt x="3166" y="765"/>
                </a:lnTo>
                <a:lnTo>
                  <a:pt x="3185" y="747"/>
                </a:lnTo>
                <a:lnTo>
                  <a:pt x="3205" y="729"/>
                </a:lnTo>
                <a:lnTo>
                  <a:pt x="3224" y="710"/>
                </a:lnTo>
                <a:lnTo>
                  <a:pt x="3243" y="691"/>
                </a:lnTo>
                <a:lnTo>
                  <a:pt x="3263" y="671"/>
                </a:lnTo>
                <a:lnTo>
                  <a:pt x="3282" y="651"/>
                </a:lnTo>
                <a:lnTo>
                  <a:pt x="3301" y="630"/>
                </a:lnTo>
                <a:lnTo>
                  <a:pt x="3320" y="609"/>
                </a:lnTo>
                <a:lnTo>
                  <a:pt x="3340" y="588"/>
                </a:lnTo>
                <a:lnTo>
                  <a:pt x="3359" y="566"/>
                </a:lnTo>
                <a:lnTo>
                  <a:pt x="3378" y="545"/>
                </a:lnTo>
                <a:lnTo>
                  <a:pt x="3398" y="524"/>
                </a:lnTo>
                <a:lnTo>
                  <a:pt x="3417" y="502"/>
                </a:lnTo>
                <a:lnTo>
                  <a:pt x="3436" y="481"/>
                </a:lnTo>
                <a:lnTo>
                  <a:pt x="3456" y="460"/>
                </a:lnTo>
                <a:lnTo>
                  <a:pt x="3475" y="440"/>
                </a:lnTo>
                <a:lnTo>
                  <a:pt x="3494" y="420"/>
                </a:lnTo>
                <a:lnTo>
                  <a:pt x="3514" y="400"/>
                </a:lnTo>
                <a:lnTo>
                  <a:pt x="3533" y="381"/>
                </a:lnTo>
                <a:lnTo>
                  <a:pt x="3552" y="363"/>
                </a:lnTo>
                <a:lnTo>
                  <a:pt x="3571" y="345"/>
                </a:lnTo>
                <a:lnTo>
                  <a:pt x="3591" y="328"/>
                </a:lnTo>
                <a:lnTo>
                  <a:pt x="3610" y="312"/>
                </a:lnTo>
                <a:lnTo>
                  <a:pt x="3629" y="297"/>
                </a:lnTo>
                <a:lnTo>
                  <a:pt x="3649" y="282"/>
                </a:lnTo>
                <a:lnTo>
                  <a:pt x="3668" y="269"/>
                </a:lnTo>
                <a:lnTo>
                  <a:pt x="3687" y="257"/>
                </a:lnTo>
                <a:lnTo>
                  <a:pt x="3707" y="245"/>
                </a:lnTo>
                <a:lnTo>
                  <a:pt x="3726" y="235"/>
                </a:lnTo>
                <a:lnTo>
                  <a:pt x="3745" y="226"/>
                </a:lnTo>
                <a:lnTo>
                  <a:pt x="3764" y="218"/>
                </a:lnTo>
                <a:lnTo>
                  <a:pt x="3784" y="211"/>
                </a:lnTo>
                <a:lnTo>
                  <a:pt x="3803" y="205"/>
                </a:lnTo>
                <a:lnTo>
                  <a:pt x="3822" y="200"/>
                </a:lnTo>
                <a:lnTo>
                  <a:pt x="3842" y="196"/>
                </a:lnTo>
                <a:lnTo>
                  <a:pt x="3861" y="193"/>
                </a:lnTo>
                <a:lnTo>
                  <a:pt x="3880" y="191"/>
                </a:lnTo>
                <a:lnTo>
                  <a:pt x="3900" y="190"/>
                </a:lnTo>
                <a:lnTo>
                  <a:pt x="3919" y="190"/>
                </a:lnTo>
                <a:lnTo>
                  <a:pt x="3938" y="191"/>
                </a:lnTo>
                <a:lnTo>
                  <a:pt x="3958" y="192"/>
                </a:lnTo>
                <a:lnTo>
                  <a:pt x="3977" y="194"/>
                </a:lnTo>
                <a:lnTo>
                  <a:pt x="3996" y="197"/>
                </a:lnTo>
                <a:lnTo>
                  <a:pt x="4015" y="200"/>
                </a:lnTo>
                <a:lnTo>
                  <a:pt x="4035" y="204"/>
                </a:lnTo>
                <a:lnTo>
                  <a:pt x="4054" y="207"/>
                </a:lnTo>
                <a:lnTo>
                  <a:pt x="4073" y="212"/>
                </a:lnTo>
                <a:lnTo>
                  <a:pt x="4093" y="216"/>
                </a:lnTo>
                <a:lnTo>
                  <a:pt x="4112" y="220"/>
                </a:lnTo>
                <a:lnTo>
                  <a:pt x="4131" y="224"/>
                </a:lnTo>
                <a:lnTo>
                  <a:pt x="4151" y="228"/>
                </a:lnTo>
                <a:lnTo>
                  <a:pt x="4170" y="231"/>
                </a:lnTo>
                <a:lnTo>
                  <a:pt x="4189" y="235"/>
                </a:lnTo>
                <a:lnTo>
                  <a:pt x="4208" y="237"/>
                </a:lnTo>
                <a:lnTo>
                  <a:pt x="4228" y="239"/>
                </a:lnTo>
                <a:lnTo>
                  <a:pt x="4247" y="240"/>
                </a:lnTo>
                <a:lnTo>
                  <a:pt x="4266" y="241"/>
                </a:lnTo>
                <a:lnTo>
                  <a:pt x="4286" y="240"/>
                </a:lnTo>
                <a:lnTo>
                  <a:pt x="4305" y="238"/>
                </a:lnTo>
                <a:lnTo>
                  <a:pt x="4324" y="236"/>
                </a:lnTo>
                <a:lnTo>
                  <a:pt x="4344" y="232"/>
                </a:lnTo>
                <a:lnTo>
                  <a:pt x="4363" y="227"/>
                </a:lnTo>
                <a:lnTo>
                  <a:pt x="4382" y="221"/>
                </a:lnTo>
                <a:lnTo>
                  <a:pt x="4402" y="214"/>
                </a:lnTo>
                <a:lnTo>
                  <a:pt x="4421" y="206"/>
                </a:lnTo>
                <a:lnTo>
                  <a:pt x="4440" y="197"/>
                </a:lnTo>
                <a:lnTo>
                  <a:pt x="4459" y="186"/>
                </a:lnTo>
                <a:lnTo>
                  <a:pt x="4479" y="175"/>
                </a:lnTo>
                <a:lnTo>
                  <a:pt x="4498" y="162"/>
                </a:lnTo>
                <a:lnTo>
                  <a:pt x="4517" y="149"/>
                </a:lnTo>
                <a:lnTo>
                  <a:pt x="4537" y="136"/>
                </a:lnTo>
                <a:lnTo>
                  <a:pt x="4556" y="121"/>
                </a:lnTo>
                <a:lnTo>
                  <a:pt x="4575" y="107"/>
                </a:lnTo>
                <a:lnTo>
                  <a:pt x="4595" y="92"/>
                </a:lnTo>
                <a:lnTo>
                  <a:pt x="4614" y="77"/>
                </a:lnTo>
                <a:lnTo>
                  <a:pt x="4633" y="63"/>
                </a:lnTo>
                <a:lnTo>
                  <a:pt x="4653" y="50"/>
                </a:lnTo>
                <a:lnTo>
                  <a:pt x="4672" y="37"/>
                </a:lnTo>
                <a:lnTo>
                  <a:pt x="4691" y="26"/>
                </a:lnTo>
                <a:lnTo>
                  <a:pt x="4710" y="16"/>
                </a:lnTo>
                <a:lnTo>
                  <a:pt x="4730" y="8"/>
                </a:lnTo>
                <a:lnTo>
                  <a:pt x="4749" y="3"/>
                </a:lnTo>
                <a:lnTo>
                  <a:pt x="4768" y="0"/>
                </a:lnTo>
                <a:lnTo>
                  <a:pt x="4788" y="0"/>
                </a:lnTo>
                <a:lnTo>
                  <a:pt x="4807" y="3"/>
                </a:lnTo>
                <a:lnTo>
                  <a:pt x="4826" y="11"/>
                </a:lnTo>
                <a:lnTo>
                  <a:pt x="4846" y="22"/>
                </a:lnTo>
                <a:lnTo>
                  <a:pt x="4865" y="37"/>
                </a:lnTo>
                <a:lnTo>
                  <a:pt x="4884" y="57"/>
                </a:lnTo>
                <a:lnTo>
                  <a:pt x="4903" y="82"/>
                </a:lnTo>
                <a:lnTo>
                  <a:pt x="4923" y="112"/>
                </a:lnTo>
                <a:lnTo>
                  <a:pt x="4942" y="146"/>
                </a:lnTo>
                <a:lnTo>
                  <a:pt x="4961" y="186"/>
                </a:lnTo>
                <a:lnTo>
                  <a:pt x="4981" y="231"/>
                </a:lnTo>
                <a:lnTo>
                  <a:pt x="5000" y="281"/>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Freeform 29"/>
          <p:cNvSpPr/>
          <p:nvPr/>
        </p:nvSpPr>
        <p:spPr>
          <a:xfrm>
            <a:off x="6510528" y="3717950"/>
            <a:ext cx="4572000" cy="1228039"/>
          </a:xfrm>
          <a:custGeom>
            <a:avLst/>
            <a:gdLst/>
            <a:ahLst/>
            <a:cxnLst/>
            <a:rect l="l" t="t" r="r" b="b"/>
            <a:pathLst>
              <a:path w="5000" h="1343">
                <a:moveTo>
                  <a:pt x="0" y="1327"/>
                </a:moveTo>
                <a:lnTo>
                  <a:pt x="19" y="1139"/>
                </a:lnTo>
                <a:lnTo>
                  <a:pt x="39" y="997"/>
                </a:lnTo>
                <a:lnTo>
                  <a:pt x="58" y="894"/>
                </a:lnTo>
                <a:lnTo>
                  <a:pt x="77" y="825"/>
                </a:lnTo>
                <a:lnTo>
                  <a:pt x="97" y="783"/>
                </a:lnTo>
                <a:lnTo>
                  <a:pt x="116" y="763"/>
                </a:lnTo>
                <a:lnTo>
                  <a:pt x="135" y="762"/>
                </a:lnTo>
                <a:lnTo>
                  <a:pt x="154" y="775"/>
                </a:lnTo>
                <a:lnTo>
                  <a:pt x="174" y="800"/>
                </a:lnTo>
                <a:lnTo>
                  <a:pt x="193" y="833"/>
                </a:lnTo>
                <a:lnTo>
                  <a:pt x="212" y="871"/>
                </a:lnTo>
                <a:lnTo>
                  <a:pt x="232" y="914"/>
                </a:lnTo>
                <a:lnTo>
                  <a:pt x="251" y="958"/>
                </a:lnTo>
                <a:lnTo>
                  <a:pt x="270" y="1004"/>
                </a:lnTo>
                <a:lnTo>
                  <a:pt x="290" y="1048"/>
                </a:lnTo>
                <a:lnTo>
                  <a:pt x="309" y="1091"/>
                </a:lnTo>
                <a:lnTo>
                  <a:pt x="328" y="1132"/>
                </a:lnTo>
                <a:lnTo>
                  <a:pt x="347" y="1170"/>
                </a:lnTo>
                <a:lnTo>
                  <a:pt x="367" y="1204"/>
                </a:lnTo>
                <a:lnTo>
                  <a:pt x="386" y="1235"/>
                </a:lnTo>
                <a:lnTo>
                  <a:pt x="405" y="1262"/>
                </a:lnTo>
                <a:lnTo>
                  <a:pt x="425" y="1285"/>
                </a:lnTo>
                <a:lnTo>
                  <a:pt x="444" y="1304"/>
                </a:lnTo>
                <a:lnTo>
                  <a:pt x="463" y="1319"/>
                </a:lnTo>
                <a:lnTo>
                  <a:pt x="483" y="1330"/>
                </a:lnTo>
                <a:lnTo>
                  <a:pt x="502" y="1338"/>
                </a:lnTo>
                <a:lnTo>
                  <a:pt x="521" y="1342"/>
                </a:lnTo>
                <a:lnTo>
                  <a:pt x="541" y="1343"/>
                </a:lnTo>
                <a:lnTo>
                  <a:pt x="560" y="1341"/>
                </a:lnTo>
                <a:lnTo>
                  <a:pt x="579" y="1337"/>
                </a:lnTo>
                <a:lnTo>
                  <a:pt x="598" y="1330"/>
                </a:lnTo>
                <a:lnTo>
                  <a:pt x="618" y="1321"/>
                </a:lnTo>
                <a:lnTo>
                  <a:pt x="637" y="1310"/>
                </a:lnTo>
                <a:lnTo>
                  <a:pt x="656" y="1297"/>
                </a:lnTo>
                <a:lnTo>
                  <a:pt x="676" y="1284"/>
                </a:lnTo>
                <a:lnTo>
                  <a:pt x="695" y="1269"/>
                </a:lnTo>
                <a:lnTo>
                  <a:pt x="714" y="1254"/>
                </a:lnTo>
                <a:lnTo>
                  <a:pt x="734" y="1238"/>
                </a:lnTo>
                <a:lnTo>
                  <a:pt x="753" y="1221"/>
                </a:lnTo>
                <a:lnTo>
                  <a:pt x="772" y="1205"/>
                </a:lnTo>
                <a:lnTo>
                  <a:pt x="792" y="1188"/>
                </a:lnTo>
                <a:lnTo>
                  <a:pt x="811" y="1172"/>
                </a:lnTo>
                <a:lnTo>
                  <a:pt x="830" y="1156"/>
                </a:lnTo>
                <a:lnTo>
                  <a:pt x="849" y="1140"/>
                </a:lnTo>
                <a:lnTo>
                  <a:pt x="869" y="1125"/>
                </a:lnTo>
                <a:lnTo>
                  <a:pt x="888" y="1110"/>
                </a:lnTo>
                <a:lnTo>
                  <a:pt x="907" y="1096"/>
                </a:lnTo>
                <a:lnTo>
                  <a:pt x="927" y="1083"/>
                </a:lnTo>
                <a:lnTo>
                  <a:pt x="946" y="1071"/>
                </a:lnTo>
                <a:lnTo>
                  <a:pt x="965" y="1059"/>
                </a:lnTo>
                <a:lnTo>
                  <a:pt x="985" y="1048"/>
                </a:lnTo>
                <a:lnTo>
                  <a:pt x="1004" y="1038"/>
                </a:lnTo>
                <a:lnTo>
                  <a:pt x="1023" y="1029"/>
                </a:lnTo>
                <a:lnTo>
                  <a:pt x="1042" y="1021"/>
                </a:lnTo>
                <a:lnTo>
                  <a:pt x="1062" y="1013"/>
                </a:lnTo>
                <a:lnTo>
                  <a:pt x="1081" y="1006"/>
                </a:lnTo>
                <a:lnTo>
                  <a:pt x="1100" y="1000"/>
                </a:lnTo>
                <a:lnTo>
                  <a:pt x="1120" y="994"/>
                </a:lnTo>
                <a:lnTo>
                  <a:pt x="1139" y="990"/>
                </a:lnTo>
                <a:lnTo>
                  <a:pt x="1158" y="985"/>
                </a:lnTo>
                <a:lnTo>
                  <a:pt x="1178" y="982"/>
                </a:lnTo>
                <a:lnTo>
                  <a:pt x="1197" y="978"/>
                </a:lnTo>
                <a:lnTo>
                  <a:pt x="1216" y="976"/>
                </a:lnTo>
                <a:lnTo>
                  <a:pt x="1236" y="973"/>
                </a:lnTo>
                <a:lnTo>
                  <a:pt x="1255" y="971"/>
                </a:lnTo>
                <a:lnTo>
                  <a:pt x="1274" y="969"/>
                </a:lnTo>
                <a:lnTo>
                  <a:pt x="1293" y="968"/>
                </a:lnTo>
                <a:lnTo>
                  <a:pt x="1313" y="966"/>
                </a:lnTo>
                <a:lnTo>
                  <a:pt x="1332" y="965"/>
                </a:lnTo>
                <a:lnTo>
                  <a:pt x="1351" y="964"/>
                </a:lnTo>
                <a:lnTo>
                  <a:pt x="1371" y="963"/>
                </a:lnTo>
                <a:lnTo>
                  <a:pt x="1390" y="963"/>
                </a:lnTo>
                <a:lnTo>
                  <a:pt x="1409" y="962"/>
                </a:lnTo>
                <a:lnTo>
                  <a:pt x="1429" y="961"/>
                </a:lnTo>
                <a:lnTo>
                  <a:pt x="1448" y="960"/>
                </a:lnTo>
                <a:lnTo>
                  <a:pt x="1467" y="960"/>
                </a:lnTo>
                <a:lnTo>
                  <a:pt x="1486" y="959"/>
                </a:lnTo>
                <a:lnTo>
                  <a:pt x="1506" y="958"/>
                </a:lnTo>
                <a:lnTo>
                  <a:pt x="1525" y="958"/>
                </a:lnTo>
                <a:lnTo>
                  <a:pt x="1544" y="957"/>
                </a:lnTo>
                <a:lnTo>
                  <a:pt x="1564" y="956"/>
                </a:lnTo>
                <a:lnTo>
                  <a:pt x="1583" y="956"/>
                </a:lnTo>
                <a:lnTo>
                  <a:pt x="1602" y="955"/>
                </a:lnTo>
                <a:lnTo>
                  <a:pt x="1622" y="954"/>
                </a:lnTo>
                <a:lnTo>
                  <a:pt x="1641" y="954"/>
                </a:lnTo>
                <a:lnTo>
                  <a:pt x="1660" y="953"/>
                </a:lnTo>
                <a:lnTo>
                  <a:pt x="1680" y="953"/>
                </a:lnTo>
                <a:lnTo>
                  <a:pt x="1699" y="952"/>
                </a:lnTo>
                <a:lnTo>
                  <a:pt x="1718" y="952"/>
                </a:lnTo>
                <a:lnTo>
                  <a:pt x="1737" y="952"/>
                </a:lnTo>
                <a:lnTo>
                  <a:pt x="1757" y="952"/>
                </a:lnTo>
                <a:lnTo>
                  <a:pt x="1776" y="952"/>
                </a:lnTo>
                <a:lnTo>
                  <a:pt x="1795" y="952"/>
                </a:lnTo>
                <a:lnTo>
                  <a:pt x="1815" y="952"/>
                </a:lnTo>
                <a:lnTo>
                  <a:pt x="1834" y="953"/>
                </a:lnTo>
                <a:lnTo>
                  <a:pt x="1853" y="954"/>
                </a:lnTo>
                <a:lnTo>
                  <a:pt x="1873" y="955"/>
                </a:lnTo>
                <a:lnTo>
                  <a:pt x="1892" y="956"/>
                </a:lnTo>
                <a:lnTo>
                  <a:pt x="1911" y="958"/>
                </a:lnTo>
                <a:lnTo>
                  <a:pt x="1931" y="960"/>
                </a:lnTo>
                <a:lnTo>
                  <a:pt x="1950" y="962"/>
                </a:lnTo>
                <a:lnTo>
                  <a:pt x="1969" y="964"/>
                </a:lnTo>
                <a:lnTo>
                  <a:pt x="1988" y="967"/>
                </a:lnTo>
                <a:lnTo>
                  <a:pt x="2008" y="969"/>
                </a:lnTo>
                <a:lnTo>
                  <a:pt x="2027" y="972"/>
                </a:lnTo>
                <a:lnTo>
                  <a:pt x="2046" y="976"/>
                </a:lnTo>
                <a:lnTo>
                  <a:pt x="2066" y="979"/>
                </a:lnTo>
                <a:lnTo>
                  <a:pt x="2085" y="983"/>
                </a:lnTo>
                <a:lnTo>
                  <a:pt x="2104" y="986"/>
                </a:lnTo>
                <a:lnTo>
                  <a:pt x="2124" y="990"/>
                </a:lnTo>
                <a:lnTo>
                  <a:pt x="2143" y="994"/>
                </a:lnTo>
                <a:lnTo>
                  <a:pt x="2162" y="998"/>
                </a:lnTo>
                <a:lnTo>
                  <a:pt x="2181" y="1002"/>
                </a:lnTo>
                <a:lnTo>
                  <a:pt x="2201" y="1006"/>
                </a:lnTo>
                <a:lnTo>
                  <a:pt x="2220" y="1010"/>
                </a:lnTo>
                <a:lnTo>
                  <a:pt x="2239" y="1014"/>
                </a:lnTo>
                <a:lnTo>
                  <a:pt x="2259" y="1018"/>
                </a:lnTo>
                <a:lnTo>
                  <a:pt x="2278" y="1021"/>
                </a:lnTo>
                <a:lnTo>
                  <a:pt x="2297" y="1025"/>
                </a:lnTo>
                <a:lnTo>
                  <a:pt x="2317" y="1028"/>
                </a:lnTo>
                <a:lnTo>
                  <a:pt x="2336" y="1031"/>
                </a:lnTo>
                <a:lnTo>
                  <a:pt x="2355" y="1033"/>
                </a:lnTo>
                <a:lnTo>
                  <a:pt x="2375" y="1035"/>
                </a:lnTo>
                <a:lnTo>
                  <a:pt x="2394" y="1037"/>
                </a:lnTo>
                <a:lnTo>
                  <a:pt x="2413" y="1038"/>
                </a:lnTo>
                <a:lnTo>
                  <a:pt x="2432" y="1039"/>
                </a:lnTo>
                <a:lnTo>
                  <a:pt x="2452" y="1039"/>
                </a:lnTo>
                <a:lnTo>
                  <a:pt x="2471" y="1039"/>
                </a:lnTo>
                <a:lnTo>
                  <a:pt x="2490" y="1038"/>
                </a:lnTo>
                <a:lnTo>
                  <a:pt x="2510" y="1037"/>
                </a:lnTo>
                <a:lnTo>
                  <a:pt x="2529" y="1034"/>
                </a:lnTo>
                <a:lnTo>
                  <a:pt x="2548" y="1031"/>
                </a:lnTo>
                <a:lnTo>
                  <a:pt x="2568" y="1028"/>
                </a:lnTo>
                <a:lnTo>
                  <a:pt x="2587" y="1023"/>
                </a:lnTo>
                <a:lnTo>
                  <a:pt x="2606" y="1018"/>
                </a:lnTo>
                <a:lnTo>
                  <a:pt x="2625" y="1013"/>
                </a:lnTo>
                <a:lnTo>
                  <a:pt x="2645" y="1006"/>
                </a:lnTo>
                <a:lnTo>
                  <a:pt x="2664" y="999"/>
                </a:lnTo>
                <a:lnTo>
                  <a:pt x="2683" y="991"/>
                </a:lnTo>
                <a:lnTo>
                  <a:pt x="2703" y="982"/>
                </a:lnTo>
                <a:lnTo>
                  <a:pt x="2722" y="972"/>
                </a:lnTo>
                <a:lnTo>
                  <a:pt x="2741" y="962"/>
                </a:lnTo>
                <a:lnTo>
                  <a:pt x="2761" y="951"/>
                </a:lnTo>
                <a:lnTo>
                  <a:pt x="2780" y="939"/>
                </a:lnTo>
                <a:lnTo>
                  <a:pt x="2799" y="927"/>
                </a:lnTo>
                <a:lnTo>
                  <a:pt x="2819" y="915"/>
                </a:lnTo>
                <a:lnTo>
                  <a:pt x="2838" y="901"/>
                </a:lnTo>
                <a:lnTo>
                  <a:pt x="2857" y="887"/>
                </a:lnTo>
                <a:lnTo>
                  <a:pt x="2876" y="873"/>
                </a:lnTo>
                <a:lnTo>
                  <a:pt x="2896" y="858"/>
                </a:lnTo>
                <a:lnTo>
                  <a:pt x="2915" y="843"/>
                </a:lnTo>
                <a:lnTo>
                  <a:pt x="2934" y="828"/>
                </a:lnTo>
                <a:lnTo>
                  <a:pt x="2954" y="813"/>
                </a:lnTo>
                <a:lnTo>
                  <a:pt x="2973" y="797"/>
                </a:lnTo>
                <a:lnTo>
                  <a:pt x="2992" y="782"/>
                </a:lnTo>
                <a:lnTo>
                  <a:pt x="3012" y="766"/>
                </a:lnTo>
                <a:lnTo>
                  <a:pt x="3031" y="750"/>
                </a:lnTo>
                <a:lnTo>
                  <a:pt x="3050" y="735"/>
                </a:lnTo>
                <a:lnTo>
                  <a:pt x="3069" y="720"/>
                </a:lnTo>
                <a:lnTo>
                  <a:pt x="3089" y="705"/>
                </a:lnTo>
                <a:lnTo>
                  <a:pt x="3108" y="690"/>
                </a:lnTo>
                <a:lnTo>
                  <a:pt x="3127" y="676"/>
                </a:lnTo>
                <a:lnTo>
                  <a:pt x="3147" y="662"/>
                </a:lnTo>
                <a:lnTo>
                  <a:pt x="3166" y="649"/>
                </a:lnTo>
                <a:lnTo>
                  <a:pt x="3185" y="637"/>
                </a:lnTo>
                <a:lnTo>
                  <a:pt x="3205" y="625"/>
                </a:lnTo>
                <a:lnTo>
                  <a:pt x="3224" y="614"/>
                </a:lnTo>
                <a:lnTo>
                  <a:pt x="3243" y="604"/>
                </a:lnTo>
                <a:lnTo>
                  <a:pt x="3263" y="595"/>
                </a:lnTo>
                <a:lnTo>
                  <a:pt x="3282" y="586"/>
                </a:lnTo>
                <a:lnTo>
                  <a:pt x="3301" y="578"/>
                </a:lnTo>
                <a:lnTo>
                  <a:pt x="3320" y="572"/>
                </a:lnTo>
                <a:lnTo>
                  <a:pt x="3340" y="566"/>
                </a:lnTo>
                <a:lnTo>
                  <a:pt x="3359" y="561"/>
                </a:lnTo>
                <a:lnTo>
                  <a:pt x="3378" y="558"/>
                </a:lnTo>
                <a:lnTo>
                  <a:pt x="3398" y="555"/>
                </a:lnTo>
                <a:lnTo>
                  <a:pt x="3417" y="553"/>
                </a:lnTo>
                <a:lnTo>
                  <a:pt x="3436" y="552"/>
                </a:lnTo>
                <a:lnTo>
                  <a:pt x="3456" y="552"/>
                </a:lnTo>
                <a:lnTo>
                  <a:pt x="3475" y="552"/>
                </a:lnTo>
                <a:lnTo>
                  <a:pt x="3494" y="554"/>
                </a:lnTo>
                <a:lnTo>
                  <a:pt x="3514" y="556"/>
                </a:lnTo>
                <a:lnTo>
                  <a:pt x="3533" y="559"/>
                </a:lnTo>
                <a:lnTo>
                  <a:pt x="3552" y="562"/>
                </a:lnTo>
                <a:lnTo>
                  <a:pt x="3571" y="566"/>
                </a:lnTo>
                <a:lnTo>
                  <a:pt x="3591" y="570"/>
                </a:lnTo>
                <a:lnTo>
                  <a:pt x="3610" y="575"/>
                </a:lnTo>
                <a:lnTo>
                  <a:pt x="3629" y="580"/>
                </a:lnTo>
                <a:lnTo>
                  <a:pt x="3649" y="584"/>
                </a:lnTo>
                <a:lnTo>
                  <a:pt x="3668" y="589"/>
                </a:lnTo>
                <a:lnTo>
                  <a:pt x="3687" y="593"/>
                </a:lnTo>
                <a:lnTo>
                  <a:pt x="3707" y="597"/>
                </a:lnTo>
                <a:lnTo>
                  <a:pt x="3726" y="601"/>
                </a:lnTo>
                <a:lnTo>
                  <a:pt x="3745" y="604"/>
                </a:lnTo>
                <a:lnTo>
                  <a:pt x="3764" y="606"/>
                </a:lnTo>
                <a:lnTo>
                  <a:pt x="3784" y="607"/>
                </a:lnTo>
                <a:lnTo>
                  <a:pt x="3803" y="607"/>
                </a:lnTo>
                <a:lnTo>
                  <a:pt x="3822" y="606"/>
                </a:lnTo>
                <a:lnTo>
                  <a:pt x="3842" y="604"/>
                </a:lnTo>
                <a:lnTo>
                  <a:pt x="3861" y="601"/>
                </a:lnTo>
                <a:lnTo>
                  <a:pt x="3880" y="595"/>
                </a:lnTo>
                <a:lnTo>
                  <a:pt x="3900" y="588"/>
                </a:lnTo>
                <a:lnTo>
                  <a:pt x="3919" y="580"/>
                </a:lnTo>
                <a:lnTo>
                  <a:pt x="3938" y="569"/>
                </a:lnTo>
                <a:lnTo>
                  <a:pt x="3958" y="557"/>
                </a:lnTo>
                <a:lnTo>
                  <a:pt x="3977" y="543"/>
                </a:lnTo>
                <a:lnTo>
                  <a:pt x="3996" y="527"/>
                </a:lnTo>
                <a:lnTo>
                  <a:pt x="4015" y="509"/>
                </a:lnTo>
                <a:lnTo>
                  <a:pt x="4035" y="489"/>
                </a:lnTo>
                <a:lnTo>
                  <a:pt x="4054" y="467"/>
                </a:lnTo>
                <a:lnTo>
                  <a:pt x="4073" y="444"/>
                </a:lnTo>
                <a:lnTo>
                  <a:pt x="4093" y="419"/>
                </a:lnTo>
                <a:lnTo>
                  <a:pt x="4112" y="392"/>
                </a:lnTo>
                <a:lnTo>
                  <a:pt x="4131" y="364"/>
                </a:lnTo>
                <a:lnTo>
                  <a:pt x="4151" y="335"/>
                </a:lnTo>
                <a:lnTo>
                  <a:pt x="4170" y="305"/>
                </a:lnTo>
                <a:lnTo>
                  <a:pt x="4189" y="275"/>
                </a:lnTo>
                <a:lnTo>
                  <a:pt x="4208" y="244"/>
                </a:lnTo>
                <a:lnTo>
                  <a:pt x="4228" y="213"/>
                </a:lnTo>
                <a:lnTo>
                  <a:pt x="4247" y="182"/>
                </a:lnTo>
                <a:lnTo>
                  <a:pt x="4266" y="153"/>
                </a:lnTo>
                <a:lnTo>
                  <a:pt x="4286" y="124"/>
                </a:lnTo>
                <a:lnTo>
                  <a:pt x="4305" y="97"/>
                </a:lnTo>
                <a:lnTo>
                  <a:pt x="4324" y="73"/>
                </a:lnTo>
                <a:lnTo>
                  <a:pt x="4344" y="51"/>
                </a:lnTo>
                <a:lnTo>
                  <a:pt x="4363" y="32"/>
                </a:lnTo>
                <a:lnTo>
                  <a:pt x="4382" y="17"/>
                </a:lnTo>
                <a:lnTo>
                  <a:pt x="4402" y="6"/>
                </a:lnTo>
                <a:lnTo>
                  <a:pt x="4421" y="0"/>
                </a:lnTo>
                <a:lnTo>
                  <a:pt x="4440" y="0"/>
                </a:lnTo>
                <a:lnTo>
                  <a:pt x="4459" y="5"/>
                </a:lnTo>
                <a:lnTo>
                  <a:pt x="4479" y="17"/>
                </a:lnTo>
                <a:lnTo>
                  <a:pt x="4498" y="35"/>
                </a:lnTo>
                <a:lnTo>
                  <a:pt x="4517" y="61"/>
                </a:lnTo>
                <a:lnTo>
                  <a:pt x="4537" y="94"/>
                </a:lnTo>
                <a:lnTo>
                  <a:pt x="4556" y="135"/>
                </a:lnTo>
                <a:lnTo>
                  <a:pt x="4575" y="184"/>
                </a:lnTo>
                <a:lnTo>
                  <a:pt x="4595" y="241"/>
                </a:lnTo>
                <a:lnTo>
                  <a:pt x="4614" y="305"/>
                </a:lnTo>
                <a:lnTo>
                  <a:pt x="4633" y="377"/>
                </a:lnTo>
                <a:lnTo>
                  <a:pt x="4653" y="456"/>
                </a:lnTo>
                <a:lnTo>
                  <a:pt x="4672" y="540"/>
                </a:lnTo>
                <a:lnTo>
                  <a:pt x="4691" y="630"/>
                </a:lnTo>
                <a:lnTo>
                  <a:pt x="4710" y="724"/>
                </a:lnTo>
                <a:lnTo>
                  <a:pt x="4730" y="820"/>
                </a:lnTo>
                <a:lnTo>
                  <a:pt x="4749" y="915"/>
                </a:lnTo>
                <a:lnTo>
                  <a:pt x="4768" y="1009"/>
                </a:lnTo>
                <a:lnTo>
                  <a:pt x="4788" y="1097"/>
                </a:lnTo>
                <a:lnTo>
                  <a:pt x="4807" y="1176"/>
                </a:lnTo>
                <a:lnTo>
                  <a:pt x="4826" y="1242"/>
                </a:lnTo>
                <a:lnTo>
                  <a:pt x="4846" y="1291"/>
                </a:lnTo>
                <a:lnTo>
                  <a:pt x="4865" y="1316"/>
                </a:lnTo>
                <a:lnTo>
                  <a:pt x="4884" y="1313"/>
                </a:lnTo>
                <a:lnTo>
                  <a:pt x="4903" y="1273"/>
                </a:lnTo>
                <a:lnTo>
                  <a:pt x="4923" y="1189"/>
                </a:lnTo>
                <a:lnTo>
                  <a:pt x="4942" y="1052"/>
                </a:lnTo>
                <a:lnTo>
                  <a:pt x="4961" y="851"/>
                </a:lnTo>
                <a:lnTo>
                  <a:pt x="4981" y="576"/>
                </a:lnTo>
                <a:lnTo>
                  <a:pt x="5000" y="213"/>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Freeform 30"/>
          <p:cNvSpPr/>
          <p:nvPr/>
        </p:nvSpPr>
        <p:spPr>
          <a:xfrm>
            <a:off x="6510528" y="3787445"/>
            <a:ext cx="4572000" cy="1365199"/>
          </a:xfrm>
          <a:custGeom>
            <a:avLst/>
            <a:gdLst/>
            <a:ahLst/>
            <a:cxnLst/>
            <a:rect l="l" t="t" r="r" b="b"/>
            <a:pathLst>
              <a:path w="5000" h="1493">
                <a:moveTo>
                  <a:pt x="0" y="1387"/>
                </a:moveTo>
                <a:lnTo>
                  <a:pt x="19" y="1442"/>
                </a:lnTo>
                <a:lnTo>
                  <a:pt x="39" y="1476"/>
                </a:lnTo>
                <a:lnTo>
                  <a:pt x="58" y="1491"/>
                </a:lnTo>
                <a:lnTo>
                  <a:pt x="77" y="1493"/>
                </a:lnTo>
                <a:lnTo>
                  <a:pt x="97" y="1483"/>
                </a:lnTo>
                <a:lnTo>
                  <a:pt x="116" y="1465"/>
                </a:lnTo>
                <a:lnTo>
                  <a:pt x="135" y="1440"/>
                </a:lnTo>
                <a:lnTo>
                  <a:pt x="154" y="1412"/>
                </a:lnTo>
                <a:lnTo>
                  <a:pt x="174" y="1380"/>
                </a:lnTo>
                <a:lnTo>
                  <a:pt x="193" y="1348"/>
                </a:lnTo>
                <a:lnTo>
                  <a:pt x="212" y="1315"/>
                </a:lnTo>
                <a:lnTo>
                  <a:pt x="232" y="1283"/>
                </a:lnTo>
                <a:lnTo>
                  <a:pt x="251" y="1253"/>
                </a:lnTo>
                <a:lnTo>
                  <a:pt x="270" y="1225"/>
                </a:lnTo>
                <a:lnTo>
                  <a:pt x="290" y="1199"/>
                </a:lnTo>
                <a:lnTo>
                  <a:pt x="309" y="1176"/>
                </a:lnTo>
                <a:lnTo>
                  <a:pt x="328" y="1157"/>
                </a:lnTo>
                <a:lnTo>
                  <a:pt x="347" y="1140"/>
                </a:lnTo>
                <a:lnTo>
                  <a:pt x="367" y="1126"/>
                </a:lnTo>
                <a:lnTo>
                  <a:pt x="386" y="1115"/>
                </a:lnTo>
                <a:lnTo>
                  <a:pt x="405" y="1107"/>
                </a:lnTo>
                <a:lnTo>
                  <a:pt x="425" y="1101"/>
                </a:lnTo>
                <a:lnTo>
                  <a:pt x="444" y="1098"/>
                </a:lnTo>
                <a:lnTo>
                  <a:pt x="463" y="1097"/>
                </a:lnTo>
                <a:lnTo>
                  <a:pt x="483" y="1098"/>
                </a:lnTo>
                <a:lnTo>
                  <a:pt x="502" y="1101"/>
                </a:lnTo>
                <a:lnTo>
                  <a:pt x="521" y="1105"/>
                </a:lnTo>
                <a:lnTo>
                  <a:pt x="541" y="1110"/>
                </a:lnTo>
                <a:lnTo>
                  <a:pt x="560" y="1116"/>
                </a:lnTo>
                <a:lnTo>
                  <a:pt x="579" y="1122"/>
                </a:lnTo>
                <a:lnTo>
                  <a:pt x="598" y="1129"/>
                </a:lnTo>
                <a:lnTo>
                  <a:pt x="618" y="1136"/>
                </a:lnTo>
                <a:lnTo>
                  <a:pt x="637" y="1142"/>
                </a:lnTo>
                <a:lnTo>
                  <a:pt x="656" y="1149"/>
                </a:lnTo>
                <a:lnTo>
                  <a:pt x="676" y="1154"/>
                </a:lnTo>
                <a:lnTo>
                  <a:pt x="695" y="1159"/>
                </a:lnTo>
                <a:lnTo>
                  <a:pt x="714" y="1164"/>
                </a:lnTo>
                <a:lnTo>
                  <a:pt x="734" y="1167"/>
                </a:lnTo>
                <a:lnTo>
                  <a:pt x="753" y="1169"/>
                </a:lnTo>
                <a:lnTo>
                  <a:pt x="772" y="1169"/>
                </a:lnTo>
                <a:lnTo>
                  <a:pt x="792" y="1169"/>
                </a:lnTo>
                <a:lnTo>
                  <a:pt x="811" y="1167"/>
                </a:lnTo>
                <a:lnTo>
                  <a:pt x="830" y="1164"/>
                </a:lnTo>
                <a:lnTo>
                  <a:pt x="849" y="1159"/>
                </a:lnTo>
                <a:lnTo>
                  <a:pt x="869" y="1153"/>
                </a:lnTo>
                <a:lnTo>
                  <a:pt x="888" y="1146"/>
                </a:lnTo>
                <a:lnTo>
                  <a:pt x="907" y="1138"/>
                </a:lnTo>
                <a:lnTo>
                  <a:pt x="927" y="1128"/>
                </a:lnTo>
                <a:lnTo>
                  <a:pt x="946" y="1117"/>
                </a:lnTo>
                <a:lnTo>
                  <a:pt x="965" y="1105"/>
                </a:lnTo>
                <a:lnTo>
                  <a:pt x="985" y="1092"/>
                </a:lnTo>
                <a:lnTo>
                  <a:pt x="1004" y="1077"/>
                </a:lnTo>
                <a:lnTo>
                  <a:pt x="1023" y="1062"/>
                </a:lnTo>
                <a:lnTo>
                  <a:pt x="1042" y="1047"/>
                </a:lnTo>
                <a:lnTo>
                  <a:pt x="1062" y="1030"/>
                </a:lnTo>
                <a:lnTo>
                  <a:pt x="1081" y="1014"/>
                </a:lnTo>
                <a:lnTo>
                  <a:pt x="1100" y="996"/>
                </a:lnTo>
                <a:lnTo>
                  <a:pt x="1120" y="979"/>
                </a:lnTo>
                <a:lnTo>
                  <a:pt x="1139" y="961"/>
                </a:lnTo>
                <a:lnTo>
                  <a:pt x="1158" y="943"/>
                </a:lnTo>
                <a:lnTo>
                  <a:pt x="1178" y="926"/>
                </a:lnTo>
                <a:lnTo>
                  <a:pt x="1197" y="908"/>
                </a:lnTo>
                <a:lnTo>
                  <a:pt x="1216" y="891"/>
                </a:lnTo>
                <a:lnTo>
                  <a:pt x="1236" y="874"/>
                </a:lnTo>
                <a:lnTo>
                  <a:pt x="1255" y="858"/>
                </a:lnTo>
                <a:lnTo>
                  <a:pt x="1274" y="842"/>
                </a:lnTo>
                <a:lnTo>
                  <a:pt x="1293" y="827"/>
                </a:lnTo>
                <a:lnTo>
                  <a:pt x="1313" y="812"/>
                </a:lnTo>
                <a:lnTo>
                  <a:pt x="1332" y="799"/>
                </a:lnTo>
                <a:lnTo>
                  <a:pt x="1351" y="786"/>
                </a:lnTo>
                <a:lnTo>
                  <a:pt x="1371" y="774"/>
                </a:lnTo>
                <a:lnTo>
                  <a:pt x="1390" y="763"/>
                </a:lnTo>
                <a:lnTo>
                  <a:pt x="1409" y="753"/>
                </a:lnTo>
                <a:lnTo>
                  <a:pt x="1429" y="745"/>
                </a:lnTo>
                <a:lnTo>
                  <a:pt x="1448" y="737"/>
                </a:lnTo>
                <a:lnTo>
                  <a:pt x="1467" y="731"/>
                </a:lnTo>
                <a:lnTo>
                  <a:pt x="1486" y="725"/>
                </a:lnTo>
                <a:lnTo>
                  <a:pt x="1506" y="721"/>
                </a:lnTo>
                <a:lnTo>
                  <a:pt x="1525" y="718"/>
                </a:lnTo>
                <a:lnTo>
                  <a:pt x="1544" y="716"/>
                </a:lnTo>
                <a:lnTo>
                  <a:pt x="1564" y="715"/>
                </a:lnTo>
                <a:lnTo>
                  <a:pt x="1583" y="716"/>
                </a:lnTo>
                <a:lnTo>
                  <a:pt x="1602" y="717"/>
                </a:lnTo>
                <a:lnTo>
                  <a:pt x="1622" y="719"/>
                </a:lnTo>
                <a:lnTo>
                  <a:pt x="1641" y="723"/>
                </a:lnTo>
                <a:lnTo>
                  <a:pt x="1660" y="727"/>
                </a:lnTo>
                <a:lnTo>
                  <a:pt x="1680" y="732"/>
                </a:lnTo>
                <a:lnTo>
                  <a:pt x="1699" y="738"/>
                </a:lnTo>
                <a:lnTo>
                  <a:pt x="1718" y="744"/>
                </a:lnTo>
                <a:lnTo>
                  <a:pt x="1737" y="752"/>
                </a:lnTo>
                <a:lnTo>
                  <a:pt x="1757" y="760"/>
                </a:lnTo>
                <a:lnTo>
                  <a:pt x="1776" y="768"/>
                </a:lnTo>
                <a:lnTo>
                  <a:pt x="1795" y="777"/>
                </a:lnTo>
                <a:lnTo>
                  <a:pt x="1815" y="787"/>
                </a:lnTo>
                <a:lnTo>
                  <a:pt x="1834" y="796"/>
                </a:lnTo>
                <a:lnTo>
                  <a:pt x="1853" y="806"/>
                </a:lnTo>
                <a:lnTo>
                  <a:pt x="1873" y="816"/>
                </a:lnTo>
                <a:lnTo>
                  <a:pt x="1892" y="827"/>
                </a:lnTo>
                <a:lnTo>
                  <a:pt x="1911" y="837"/>
                </a:lnTo>
                <a:lnTo>
                  <a:pt x="1931" y="847"/>
                </a:lnTo>
                <a:lnTo>
                  <a:pt x="1950" y="857"/>
                </a:lnTo>
                <a:lnTo>
                  <a:pt x="1969" y="867"/>
                </a:lnTo>
                <a:lnTo>
                  <a:pt x="1988" y="877"/>
                </a:lnTo>
                <a:lnTo>
                  <a:pt x="2008" y="886"/>
                </a:lnTo>
                <a:lnTo>
                  <a:pt x="2027" y="895"/>
                </a:lnTo>
                <a:lnTo>
                  <a:pt x="2046" y="904"/>
                </a:lnTo>
                <a:lnTo>
                  <a:pt x="2066" y="912"/>
                </a:lnTo>
                <a:lnTo>
                  <a:pt x="2085" y="919"/>
                </a:lnTo>
                <a:lnTo>
                  <a:pt x="2104" y="926"/>
                </a:lnTo>
                <a:lnTo>
                  <a:pt x="2124" y="932"/>
                </a:lnTo>
                <a:lnTo>
                  <a:pt x="2143" y="938"/>
                </a:lnTo>
                <a:lnTo>
                  <a:pt x="2162" y="942"/>
                </a:lnTo>
                <a:lnTo>
                  <a:pt x="2181" y="946"/>
                </a:lnTo>
                <a:lnTo>
                  <a:pt x="2201" y="950"/>
                </a:lnTo>
                <a:lnTo>
                  <a:pt x="2220" y="952"/>
                </a:lnTo>
                <a:lnTo>
                  <a:pt x="2239" y="954"/>
                </a:lnTo>
                <a:lnTo>
                  <a:pt x="2259" y="954"/>
                </a:lnTo>
                <a:lnTo>
                  <a:pt x="2278" y="954"/>
                </a:lnTo>
                <a:lnTo>
                  <a:pt x="2297" y="953"/>
                </a:lnTo>
                <a:lnTo>
                  <a:pt x="2317" y="952"/>
                </a:lnTo>
                <a:lnTo>
                  <a:pt x="2336" y="949"/>
                </a:lnTo>
                <a:lnTo>
                  <a:pt x="2355" y="946"/>
                </a:lnTo>
                <a:lnTo>
                  <a:pt x="2375" y="941"/>
                </a:lnTo>
                <a:lnTo>
                  <a:pt x="2394" y="936"/>
                </a:lnTo>
                <a:lnTo>
                  <a:pt x="2413" y="930"/>
                </a:lnTo>
                <a:lnTo>
                  <a:pt x="2432" y="924"/>
                </a:lnTo>
                <a:lnTo>
                  <a:pt x="2452" y="916"/>
                </a:lnTo>
                <a:lnTo>
                  <a:pt x="2471" y="908"/>
                </a:lnTo>
                <a:lnTo>
                  <a:pt x="2490" y="899"/>
                </a:lnTo>
                <a:lnTo>
                  <a:pt x="2510" y="890"/>
                </a:lnTo>
                <a:lnTo>
                  <a:pt x="2529" y="880"/>
                </a:lnTo>
                <a:lnTo>
                  <a:pt x="2548" y="869"/>
                </a:lnTo>
                <a:lnTo>
                  <a:pt x="2568" y="858"/>
                </a:lnTo>
                <a:lnTo>
                  <a:pt x="2587" y="847"/>
                </a:lnTo>
                <a:lnTo>
                  <a:pt x="2606" y="835"/>
                </a:lnTo>
                <a:lnTo>
                  <a:pt x="2625" y="822"/>
                </a:lnTo>
                <a:lnTo>
                  <a:pt x="2645" y="810"/>
                </a:lnTo>
                <a:lnTo>
                  <a:pt x="2664" y="796"/>
                </a:lnTo>
                <a:lnTo>
                  <a:pt x="2683" y="783"/>
                </a:lnTo>
                <a:lnTo>
                  <a:pt x="2703" y="770"/>
                </a:lnTo>
                <a:lnTo>
                  <a:pt x="2722" y="756"/>
                </a:lnTo>
                <a:lnTo>
                  <a:pt x="2741" y="742"/>
                </a:lnTo>
                <a:lnTo>
                  <a:pt x="2761" y="728"/>
                </a:lnTo>
                <a:lnTo>
                  <a:pt x="2780" y="714"/>
                </a:lnTo>
                <a:lnTo>
                  <a:pt x="2799" y="700"/>
                </a:lnTo>
                <a:lnTo>
                  <a:pt x="2819" y="686"/>
                </a:lnTo>
                <a:lnTo>
                  <a:pt x="2838" y="672"/>
                </a:lnTo>
                <a:lnTo>
                  <a:pt x="2857" y="658"/>
                </a:lnTo>
                <a:lnTo>
                  <a:pt x="2876" y="644"/>
                </a:lnTo>
                <a:lnTo>
                  <a:pt x="2896" y="631"/>
                </a:lnTo>
                <a:lnTo>
                  <a:pt x="2915" y="617"/>
                </a:lnTo>
                <a:lnTo>
                  <a:pt x="2934" y="604"/>
                </a:lnTo>
                <a:lnTo>
                  <a:pt x="2954" y="591"/>
                </a:lnTo>
                <a:lnTo>
                  <a:pt x="2973" y="578"/>
                </a:lnTo>
                <a:lnTo>
                  <a:pt x="2992" y="566"/>
                </a:lnTo>
                <a:lnTo>
                  <a:pt x="3012" y="554"/>
                </a:lnTo>
                <a:lnTo>
                  <a:pt x="3031" y="542"/>
                </a:lnTo>
                <a:lnTo>
                  <a:pt x="3050" y="530"/>
                </a:lnTo>
                <a:lnTo>
                  <a:pt x="3069" y="519"/>
                </a:lnTo>
                <a:lnTo>
                  <a:pt x="3089" y="508"/>
                </a:lnTo>
                <a:lnTo>
                  <a:pt x="3108" y="497"/>
                </a:lnTo>
                <a:lnTo>
                  <a:pt x="3127" y="486"/>
                </a:lnTo>
                <a:lnTo>
                  <a:pt x="3147" y="476"/>
                </a:lnTo>
                <a:lnTo>
                  <a:pt x="3166" y="466"/>
                </a:lnTo>
                <a:lnTo>
                  <a:pt x="3185" y="457"/>
                </a:lnTo>
                <a:lnTo>
                  <a:pt x="3205" y="447"/>
                </a:lnTo>
                <a:lnTo>
                  <a:pt x="3224" y="438"/>
                </a:lnTo>
                <a:lnTo>
                  <a:pt x="3243" y="429"/>
                </a:lnTo>
                <a:lnTo>
                  <a:pt x="3263" y="421"/>
                </a:lnTo>
                <a:lnTo>
                  <a:pt x="3282" y="412"/>
                </a:lnTo>
                <a:lnTo>
                  <a:pt x="3301" y="404"/>
                </a:lnTo>
                <a:lnTo>
                  <a:pt x="3320" y="396"/>
                </a:lnTo>
                <a:lnTo>
                  <a:pt x="3340" y="388"/>
                </a:lnTo>
                <a:lnTo>
                  <a:pt x="3359" y="380"/>
                </a:lnTo>
                <a:lnTo>
                  <a:pt x="3378" y="373"/>
                </a:lnTo>
                <a:lnTo>
                  <a:pt x="3398" y="365"/>
                </a:lnTo>
                <a:lnTo>
                  <a:pt x="3417" y="358"/>
                </a:lnTo>
                <a:lnTo>
                  <a:pt x="3436" y="351"/>
                </a:lnTo>
                <a:lnTo>
                  <a:pt x="3456" y="344"/>
                </a:lnTo>
                <a:lnTo>
                  <a:pt x="3475" y="337"/>
                </a:lnTo>
                <a:lnTo>
                  <a:pt x="3494" y="330"/>
                </a:lnTo>
                <a:lnTo>
                  <a:pt x="3514" y="323"/>
                </a:lnTo>
                <a:lnTo>
                  <a:pt x="3533" y="316"/>
                </a:lnTo>
                <a:lnTo>
                  <a:pt x="3552" y="310"/>
                </a:lnTo>
                <a:lnTo>
                  <a:pt x="3571" y="303"/>
                </a:lnTo>
                <a:lnTo>
                  <a:pt x="3591" y="297"/>
                </a:lnTo>
                <a:lnTo>
                  <a:pt x="3610" y="291"/>
                </a:lnTo>
                <a:lnTo>
                  <a:pt x="3629" y="285"/>
                </a:lnTo>
                <a:lnTo>
                  <a:pt x="3649" y="279"/>
                </a:lnTo>
                <a:lnTo>
                  <a:pt x="3668" y="273"/>
                </a:lnTo>
                <a:lnTo>
                  <a:pt x="3687" y="268"/>
                </a:lnTo>
                <a:lnTo>
                  <a:pt x="3707" y="263"/>
                </a:lnTo>
                <a:lnTo>
                  <a:pt x="3726" y="258"/>
                </a:lnTo>
                <a:lnTo>
                  <a:pt x="3745" y="253"/>
                </a:lnTo>
                <a:lnTo>
                  <a:pt x="3764" y="249"/>
                </a:lnTo>
                <a:lnTo>
                  <a:pt x="3784" y="245"/>
                </a:lnTo>
                <a:lnTo>
                  <a:pt x="3803" y="242"/>
                </a:lnTo>
                <a:lnTo>
                  <a:pt x="3822" y="239"/>
                </a:lnTo>
                <a:lnTo>
                  <a:pt x="3842" y="236"/>
                </a:lnTo>
                <a:lnTo>
                  <a:pt x="3861" y="234"/>
                </a:lnTo>
                <a:lnTo>
                  <a:pt x="3880" y="233"/>
                </a:lnTo>
                <a:lnTo>
                  <a:pt x="3900" y="233"/>
                </a:lnTo>
                <a:lnTo>
                  <a:pt x="3919" y="233"/>
                </a:lnTo>
                <a:lnTo>
                  <a:pt x="3938" y="233"/>
                </a:lnTo>
                <a:lnTo>
                  <a:pt x="3958" y="235"/>
                </a:lnTo>
                <a:lnTo>
                  <a:pt x="3977" y="237"/>
                </a:lnTo>
                <a:lnTo>
                  <a:pt x="3996" y="240"/>
                </a:lnTo>
                <a:lnTo>
                  <a:pt x="4015" y="244"/>
                </a:lnTo>
                <a:lnTo>
                  <a:pt x="4035" y="249"/>
                </a:lnTo>
                <a:lnTo>
                  <a:pt x="4054" y="254"/>
                </a:lnTo>
                <a:lnTo>
                  <a:pt x="4073" y="260"/>
                </a:lnTo>
                <a:lnTo>
                  <a:pt x="4093" y="268"/>
                </a:lnTo>
                <a:lnTo>
                  <a:pt x="4112" y="275"/>
                </a:lnTo>
                <a:lnTo>
                  <a:pt x="4131" y="284"/>
                </a:lnTo>
                <a:lnTo>
                  <a:pt x="4151" y="294"/>
                </a:lnTo>
                <a:lnTo>
                  <a:pt x="4170" y="304"/>
                </a:lnTo>
                <a:lnTo>
                  <a:pt x="4189" y="315"/>
                </a:lnTo>
                <a:lnTo>
                  <a:pt x="4208" y="326"/>
                </a:lnTo>
                <a:lnTo>
                  <a:pt x="4228" y="337"/>
                </a:lnTo>
                <a:lnTo>
                  <a:pt x="4247" y="350"/>
                </a:lnTo>
                <a:lnTo>
                  <a:pt x="4266" y="362"/>
                </a:lnTo>
                <a:lnTo>
                  <a:pt x="4286" y="374"/>
                </a:lnTo>
                <a:lnTo>
                  <a:pt x="4305" y="386"/>
                </a:lnTo>
                <a:lnTo>
                  <a:pt x="4324" y="399"/>
                </a:lnTo>
                <a:lnTo>
                  <a:pt x="4344" y="410"/>
                </a:lnTo>
                <a:lnTo>
                  <a:pt x="4363" y="421"/>
                </a:lnTo>
                <a:lnTo>
                  <a:pt x="4382" y="432"/>
                </a:lnTo>
                <a:lnTo>
                  <a:pt x="4402" y="441"/>
                </a:lnTo>
                <a:lnTo>
                  <a:pt x="4421" y="449"/>
                </a:lnTo>
                <a:lnTo>
                  <a:pt x="4440" y="456"/>
                </a:lnTo>
                <a:lnTo>
                  <a:pt x="4459" y="461"/>
                </a:lnTo>
                <a:lnTo>
                  <a:pt x="4479" y="464"/>
                </a:lnTo>
                <a:lnTo>
                  <a:pt x="4498" y="465"/>
                </a:lnTo>
                <a:lnTo>
                  <a:pt x="4517" y="464"/>
                </a:lnTo>
                <a:lnTo>
                  <a:pt x="4537" y="461"/>
                </a:lnTo>
                <a:lnTo>
                  <a:pt x="4556" y="454"/>
                </a:lnTo>
                <a:lnTo>
                  <a:pt x="4575" y="445"/>
                </a:lnTo>
                <a:lnTo>
                  <a:pt x="4595" y="433"/>
                </a:lnTo>
                <a:lnTo>
                  <a:pt x="4614" y="418"/>
                </a:lnTo>
                <a:lnTo>
                  <a:pt x="4633" y="399"/>
                </a:lnTo>
                <a:lnTo>
                  <a:pt x="4653" y="378"/>
                </a:lnTo>
                <a:lnTo>
                  <a:pt x="4672" y="354"/>
                </a:lnTo>
                <a:lnTo>
                  <a:pt x="4691" y="326"/>
                </a:lnTo>
                <a:lnTo>
                  <a:pt x="4710" y="296"/>
                </a:lnTo>
                <a:lnTo>
                  <a:pt x="4730" y="264"/>
                </a:lnTo>
                <a:lnTo>
                  <a:pt x="4749" y="230"/>
                </a:lnTo>
                <a:lnTo>
                  <a:pt x="4768" y="195"/>
                </a:lnTo>
                <a:lnTo>
                  <a:pt x="4788" y="159"/>
                </a:lnTo>
                <a:lnTo>
                  <a:pt x="4807" y="124"/>
                </a:lnTo>
                <a:lnTo>
                  <a:pt x="4826" y="90"/>
                </a:lnTo>
                <a:lnTo>
                  <a:pt x="4846" y="59"/>
                </a:lnTo>
                <a:lnTo>
                  <a:pt x="4865" y="32"/>
                </a:lnTo>
                <a:lnTo>
                  <a:pt x="4884" y="12"/>
                </a:lnTo>
                <a:lnTo>
                  <a:pt x="4903" y="1"/>
                </a:lnTo>
                <a:lnTo>
                  <a:pt x="4923" y="0"/>
                </a:lnTo>
                <a:lnTo>
                  <a:pt x="4942" y="13"/>
                </a:lnTo>
                <a:lnTo>
                  <a:pt x="4961" y="44"/>
                </a:lnTo>
                <a:lnTo>
                  <a:pt x="4981" y="95"/>
                </a:lnTo>
                <a:lnTo>
                  <a:pt x="5000" y="17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Freeform 31"/>
          <p:cNvSpPr/>
          <p:nvPr/>
        </p:nvSpPr>
        <p:spPr>
          <a:xfrm>
            <a:off x="6510528" y="4967021"/>
            <a:ext cx="17374" cy="305410"/>
          </a:xfrm>
          <a:custGeom>
            <a:avLst/>
            <a:gdLst/>
            <a:ahLst/>
            <a:cxnLst/>
            <a:rect l="l" t="t" r="r" b="b"/>
            <a:pathLst>
              <a:path w="19" h="334">
                <a:moveTo>
                  <a:pt x="0" y="0"/>
                </a:moveTo>
                <a:lnTo>
                  <a:pt x="19" y="334"/>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Freeform 32"/>
          <p:cNvSpPr/>
          <p:nvPr/>
        </p:nvSpPr>
        <p:spPr>
          <a:xfrm>
            <a:off x="6757416" y="3847795"/>
            <a:ext cx="4325112" cy="1503274"/>
          </a:xfrm>
          <a:custGeom>
            <a:avLst/>
            <a:gdLst/>
            <a:ahLst/>
            <a:cxnLst/>
            <a:rect l="l" t="t" r="r" b="b"/>
            <a:pathLst>
              <a:path w="4730" h="1644">
                <a:moveTo>
                  <a:pt x="0" y="1644"/>
                </a:moveTo>
                <a:lnTo>
                  <a:pt x="20" y="1546"/>
                </a:lnTo>
                <a:lnTo>
                  <a:pt x="39" y="1450"/>
                </a:lnTo>
                <a:lnTo>
                  <a:pt x="58" y="1358"/>
                </a:lnTo>
                <a:lnTo>
                  <a:pt x="77" y="1272"/>
                </a:lnTo>
                <a:lnTo>
                  <a:pt x="97" y="1192"/>
                </a:lnTo>
                <a:lnTo>
                  <a:pt x="116" y="1120"/>
                </a:lnTo>
                <a:lnTo>
                  <a:pt x="135" y="1054"/>
                </a:lnTo>
                <a:lnTo>
                  <a:pt x="155" y="997"/>
                </a:lnTo>
                <a:lnTo>
                  <a:pt x="174" y="947"/>
                </a:lnTo>
                <a:lnTo>
                  <a:pt x="193" y="905"/>
                </a:lnTo>
                <a:lnTo>
                  <a:pt x="213" y="871"/>
                </a:lnTo>
                <a:lnTo>
                  <a:pt x="232" y="844"/>
                </a:lnTo>
                <a:lnTo>
                  <a:pt x="251" y="824"/>
                </a:lnTo>
                <a:lnTo>
                  <a:pt x="271" y="810"/>
                </a:lnTo>
                <a:lnTo>
                  <a:pt x="290" y="803"/>
                </a:lnTo>
                <a:lnTo>
                  <a:pt x="309" y="801"/>
                </a:lnTo>
                <a:lnTo>
                  <a:pt x="328" y="804"/>
                </a:lnTo>
                <a:lnTo>
                  <a:pt x="348" y="811"/>
                </a:lnTo>
                <a:lnTo>
                  <a:pt x="367" y="822"/>
                </a:lnTo>
                <a:lnTo>
                  <a:pt x="386" y="837"/>
                </a:lnTo>
                <a:lnTo>
                  <a:pt x="406" y="854"/>
                </a:lnTo>
                <a:lnTo>
                  <a:pt x="425" y="873"/>
                </a:lnTo>
                <a:lnTo>
                  <a:pt x="444" y="894"/>
                </a:lnTo>
                <a:lnTo>
                  <a:pt x="464" y="916"/>
                </a:lnTo>
                <a:lnTo>
                  <a:pt x="483" y="939"/>
                </a:lnTo>
                <a:lnTo>
                  <a:pt x="502" y="962"/>
                </a:lnTo>
                <a:lnTo>
                  <a:pt x="522" y="985"/>
                </a:lnTo>
                <a:lnTo>
                  <a:pt x="541" y="1008"/>
                </a:lnTo>
                <a:lnTo>
                  <a:pt x="560" y="1029"/>
                </a:lnTo>
                <a:lnTo>
                  <a:pt x="579" y="1050"/>
                </a:lnTo>
                <a:lnTo>
                  <a:pt x="599" y="1069"/>
                </a:lnTo>
                <a:lnTo>
                  <a:pt x="618" y="1086"/>
                </a:lnTo>
                <a:lnTo>
                  <a:pt x="637" y="1102"/>
                </a:lnTo>
                <a:lnTo>
                  <a:pt x="657" y="1116"/>
                </a:lnTo>
                <a:lnTo>
                  <a:pt x="676" y="1127"/>
                </a:lnTo>
                <a:lnTo>
                  <a:pt x="695" y="1137"/>
                </a:lnTo>
                <a:lnTo>
                  <a:pt x="715" y="1144"/>
                </a:lnTo>
                <a:lnTo>
                  <a:pt x="734" y="1149"/>
                </a:lnTo>
                <a:lnTo>
                  <a:pt x="753" y="1151"/>
                </a:lnTo>
                <a:lnTo>
                  <a:pt x="772" y="1152"/>
                </a:lnTo>
                <a:lnTo>
                  <a:pt x="792" y="1150"/>
                </a:lnTo>
                <a:lnTo>
                  <a:pt x="811" y="1146"/>
                </a:lnTo>
                <a:lnTo>
                  <a:pt x="830" y="1140"/>
                </a:lnTo>
                <a:lnTo>
                  <a:pt x="850" y="1132"/>
                </a:lnTo>
                <a:lnTo>
                  <a:pt x="869" y="1123"/>
                </a:lnTo>
                <a:lnTo>
                  <a:pt x="888" y="1111"/>
                </a:lnTo>
                <a:lnTo>
                  <a:pt x="908" y="1098"/>
                </a:lnTo>
                <a:lnTo>
                  <a:pt x="927" y="1084"/>
                </a:lnTo>
                <a:lnTo>
                  <a:pt x="946" y="1068"/>
                </a:lnTo>
                <a:lnTo>
                  <a:pt x="966" y="1052"/>
                </a:lnTo>
                <a:lnTo>
                  <a:pt x="985" y="1034"/>
                </a:lnTo>
                <a:lnTo>
                  <a:pt x="1004" y="1016"/>
                </a:lnTo>
                <a:lnTo>
                  <a:pt x="1023" y="997"/>
                </a:lnTo>
                <a:lnTo>
                  <a:pt x="1043" y="977"/>
                </a:lnTo>
                <a:lnTo>
                  <a:pt x="1062" y="957"/>
                </a:lnTo>
                <a:lnTo>
                  <a:pt x="1081" y="938"/>
                </a:lnTo>
                <a:lnTo>
                  <a:pt x="1101" y="918"/>
                </a:lnTo>
                <a:lnTo>
                  <a:pt x="1120" y="898"/>
                </a:lnTo>
                <a:lnTo>
                  <a:pt x="1139" y="879"/>
                </a:lnTo>
                <a:lnTo>
                  <a:pt x="1159" y="860"/>
                </a:lnTo>
                <a:lnTo>
                  <a:pt x="1178" y="842"/>
                </a:lnTo>
                <a:lnTo>
                  <a:pt x="1197" y="824"/>
                </a:lnTo>
                <a:lnTo>
                  <a:pt x="1216" y="807"/>
                </a:lnTo>
                <a:lnTo>
                  <a:pt x="1236" y="791"/>
                </a:lnTo>
                <a:lnTo>
                  <a:pt x="1255" y="776"/>
                </a:lnTo>
                <a:lnTo>
                  <a:pt x="1274" y="762"/>
                </a:lnTo>
                <a:lnTo>
                  <a:pt x="1294" y="749"/>
                </a:lnTo>
                <a:lnTo>
                  <a:pt x="1313" y="738"/>
                </a:lnTo>
                <a:lnTo>
                  <a:pt x="1332" y="727"/>
                </a:lnTo>
                <a:lnTo>
                  <a:pt x="1352" y="718"/>
                </a:lnTo>
                <a:lnTo>
                  <a:pt x="1371" y="710"/>
                </a:lnTo>
                <a:lnTo>
                  <a:pt x="1390" y="703"/>
                </a:lnTo>
                <a:lnTo>
                  <a:pt x="1410" y="698"/>
                </a:lnTo>
                <a:lnTo>
                  <a:pt x="1429" y="693"/>
                </a:lnTo>
                <a:lnTo>
                  <a:pt x="1448" y="690"/>
                </a:lnTo>
                <a:lnTo>
                  <a:pt x="1467" y="688"/>
                </a:lnTo>
                <a:lnTo>
                  <a:pt x="1487" y="688"/>
                </a:lnTo>
                <a:lnTo>
                  <a:pt x="1506" y="688"/>
                </a:lnTo>
                <a:lnTo>
                  <a:pt x="1525" y="689"/>
                </a:lnTo>
                <a:lnTo>
                  <a:pt x="1545" y="692"/>
                </a:lnTo>
                <a:lnTo>
                  <a:pt x="1564" y="695"/>
                </a:lnTo>
                <a:lnTo>
                  <a:pt x="1583" y="699"/>
                </a:lnTo>
                <a:lnTo>
                  <a:pt x="1603" y="704"/>
                </a:lnTo>
                <a:lnTo>
                  <a:pt x="1622" y="710"/>
                </a:lnTo>
                <a:lnTo>
                  <a:pt x="1641" y="716"/>
                </a:lnTo>
                <a:lnTo>
                  <a:pt x="1661" y="723"/>
                </a:lnTo>
                <a:lnTo>
                  <a:pt x="1680" y="730"/>
                </a:lnTo>
                <a:lnTo>
                  <a:pt x="1699" y="738"/>
                </a:lnTo>
                <a:lnTo>
                  <a:pt x="1718" y="746"/>
                </a:lnTo>
                <a:lnTo>
                  <a:pt x="1738" y="754"/>
                </a:lnTo>
                <a:lnTo>
                  <a:pt x="1757" y="762"/>
                </a:lnTo>
                <a:lnTo>
                  <a:pt x="1776" y="771"/>
                </a:lnTo>
                <a:lnTo>
                  <a:pt x="1796" y="779"/>
                </a:lnTo>
                <a:lnTo>
                  <a:pt x="1815" y="787"/>
                </a:lnTo>
                <a:lnTo>
                  <a:pt x="1834" y="795"/>
                </a:lnTo>
                <a:lnTo>
                  <a:pt x="1854" y="803"/>
                </a:lnTo>
                <a:lnTo>
                  <a:pt x="1873" y="810"/>
                </a:lnTo>
                <a:lnTo>
                  <a:pt x="1892" y="817"/>
                </a:lnTo>
                <a:lnTo>
                  <a:pt x="1911" y="823"/>
                </a:lnTo>
                <a:lnTo>
                  <a:pt x="1931" y="829"/>
                </a:lnTo>
                <a:lnTo>
                  <a:pt x="1950" y="834"/>
                </a:lnTo>
                <a:lnTo>
                  <a:pt x="1969" y="839"/>
                </a:lnTo>
                <a:lnTo>
                  <a:pt x="1989" y="843"/>
                </a:lnTo>
                <a:lnTo>
                  <a:pt x="2008" y="846"/>
                </a:lnTo>
                <a:lnTo>
                  <a:pt x="2027" y="848"/>
                </a:lnTo>
                <a:lnTo>
                  <a:pt x="2047" y="850"/>
                </a:lnTo>
                <a:lnTo>
                  <a:pt x="2066" y="851"/>
                </a:lnTo>
                <a:lnTo>
                  <a:pt x="2085" y="851"/>
                </a:lnTo>
                <a:lnTo>
                  <a:pt x="2105" y="850"/>
                </a:lnTo>
                <a:lnTo>
                  <a:pt x="2124" y="849"/>
                </a:lnTo>
                <a:lnTo>
                  <a:pt x="2143" y="847"/>
                </a:lnTo>
                <a:lnTo>
                  <a:pt x="2162" y="843"/>
                </a:lnTo>
                <a:lnTo>
                  <a:pt x="2182" y="840"/>
                </a:lnTo>
                <a:lnTo>
                  <a:pt x="2201" y="835"/>
                </a:lnTo>
                <a:lnTo>
                  <a:pt x="2220" y="830"/>
                </a:lnTo>
                <a:lnTo>
                  <a:pt x="2240" y="824"/>
                </a:lnTo>
                <a:lnTo>
                  <a:pt x="2259" y="817"/>
                </a:lnTo>
                <a:lnTo>
                  <a:pt x="2278" y="810"/>
                </a:lnTo>
                <a:lnTo>
                  <a:pt x="2298" y="802"/>
                </a:lnTo>
                <a:lnTo>
                  <a:pt x="2317" y="794"/>
                </a:lnTo>
                <a:lnTo>
                  <a:pt x="2336" y="785"/>
                </a:lnTo>
                <a:lnTo>
                  <a:pt x="2355" y="776"/>
                </a:lnTo>
                <a:lnTo>
                  <a:pt x="2375" y="766"/>
                </a:lnTo>
                <a:lnTo>
                  <a:pt x="2394" y="756"/>
                </a:lnTo>
                <a:lnTo>
                  <a:pt x="2413" y="746"/>
                </a:lnTo>
                <a:lnTo>
                  <a:pt x="2433" y="736"/>
                </a:lnTo>
                <a:lnTo>
                  <a:pt x="2452" y="726"/>
                </a:lnTo>
                <a:lnTo>
                  <a:pt x="2471" y="715"/>
                </a:lnTo>
                <a:lnTo>
                  <a:pt x="2491" y="705"/>
                </a:lnTo>
                <a:lnTo>
                  <a:pt x="2510" y="695"/>
                </a:lnTo>
                <a:lnTo>
                  <a:pt x="2529" y="684"/>
                </a:lnTo>
                <a:lnTo>
                  <a:pt x="2549" y="674"/>
                </a:lnTo>
                <a:lnTo>
                  <a:pt x="2568" y="664"/>
                </a:lnTo>
                <a:lnTo>
                  <a:pt x="2587" y="655"/>
                </a:lnTo>
                <a:lnTo>
                  <a:pt x="2606" y="645"/>
                </a:lnTo>
                <a:lnTo>
                  <a:pt x="2626" y="636"/>
                </a:lnTo>
                <a:lnTo>
                  <a:pt x="2645" y="628"/>
                </a:lnTo>
                <a:lnTo>
                  <a:pt x="2664" y="619"/>
                </a:lnTo>
                <a:lnTo>
                  <a:pt x="2684" y="612"/>
                </a:lnTo>
                <a:lnTo>
                  <a:pt x="2703" y="605"/>
                </a:lnTo>
                <a:lnTo>
                  <a:pt x="2722" y="598"/>
                </a:lnTo>
                <a:lnTo>
                  <a:pt x="2742" y="592"/>
                </a:lnTo>
                <a:lnTo>
                  <a:pt x="2761" y="586"/>
                </a:lnTo>
                <a:lnTo>
                  <a:pt x="2780" y="581"/>
                </a:lnTo>
                <a:lnTo>
                  <a:pt x="2799" y="576"/>
                </a:lnTo>
                <a:lnTo>
                  <a:pt x="2819" y="572"/>
                </a:lnTo>
                <a:lnTo>
                  <a:pt x="2838" y="568"/>
                </a:lnTo>
                <a:lnTo>
                  <a:pt x="2857" y="565"/>
                </a:lnTo>
                <a:lnTo>
                  <a:pt x="2877" y="563"/>
                </a:lnTo>
                <a:lnTo>
                  <a:pt x="2896" y="560"/>
                </a:lnTo>
                <a:lnTo>
                  <a:pt x="2915" y="559"/>
                </a:lnTo>
                <a:lnTo>
                  <a:pt x="2935" y="557"/>
                </a:lnTo>
                <a:lnTo>
                  <a:pt x="2954" y="556"/>
                </a:lnTo>
                <a:lnTo>
                  <a:pt x="2973" y="556"/>
                </a:lnTo>
                <a:lnTo>
                  <a:pt x="2993" y="555"/>
                </a:lnTo>
                <a:lnTo>
                  <a:pt x="3012" y="555"/>
                </a:lnTo>
                <a:lnTo>
                  <a:pt x="3031" y="555"/>
                </a:lnTo>
                <a:lnTo>
                  <a:pt x="3050" y="555"/>
                </a:lnTo>
                <a:lnTo>
                  <a:pt x="3070" y="556"/>
                </a:lnTo>
                <a:lnTo>
                  <a:pt x="3089" y="556"/>
                </a:lnTo>
                <a:lnTo>
                  <a:pt x="3108" y="556"/>
                </a:lnTo>
                <a:lnTo>
                  <a:pt x="3128" y="556"/>
                </a:lnTo>
                <a:lnTo>
                  <a:pt x="3147" y="555"/>
                </a:lnTo>
                <a:lnTo>
                  <a:pt x="3166" y="555"/>
                </a:lnTo>
                <a:lnTo>
                  <a:pt x="3186" y="554"/>
                </a:lnTo>
                <a:lnTo>
                  <a:pt x="3205" y="553"/>
                </a:lnTo>
                <a:lnTo>
                  <a:pt x="3224" y="551"/>
                </a:lnTo>
                <a:lnTo>
                  <a:pt x="3244" y="549"/>
                </a:lnTo>
                <a:lnTo>
                  <a:pt x="3263" y="547"/>
                </a:lnTo>
                <a:lnTo>
                  <a:pt x="3282" y="543"/>
                </a:lnTo>
                <a:lnTo>
                  <a:pt x="3301" y="539"/>
                </a:lnTo>
                <a:lnTo>
                  <a:pt x="3321" y="535"/>
                </a:lnTo>
                <a:lnTo>
                  <a:pt x="3340" y="529"/>
                </a:lnTo>
                <a:lnTo>
                  <a:pt x="3359" y="523"/>
                </a:lnTo>
                <a:lnTo>
                  <a:pt x="3379" y="517"/>
                </a:lnTo>
                <a:lnTo>
                  <a:pt x="3398" y="509"/>
                </a:lnTo>
                <a:lnTo>
                  <a:pt x="3417" y="500"/>
                </a:lnTo>
                <a:lnTo>
                  <a:pt x="3437" y="491"/>
                </a:lnTo>
                <a:lnTo>
                  <a:pt x="3456" y="481"/>
                </a:lnTo>
                <a:lnTo>
                  <a:pt x="3475" y="470"/>
                </a:lnTo>
                <a:lnTo>
                  <a:pt x="3494" y="459"/>
                </a:lnTo>
                <a:lnTo>
                  <a:pt x="3514" y="446"/>
                </a:lnTo>
                <a:lnTo>
                  <a:pt x="3533" y="433"/>
                </a:lnTo>
                <a:lnTo>
                  <a:pt x="3552" y="420"/>
                </a:lnTo>
                <a:lnTo>
                  <a:pt x="3572" y="405"/>
                </a:lnTo>
                <a:lnTo>
                  <a:pt x="3591" y="390"/>
                </a:lnTo>
                <a:lnTo>
                  <a:pt x="3610" y="375"/>
                </a:lnTo>
                <a:lnTo>
                  <a:pt x="3630" y="359"/>
                </a:lnTo>
                <a:lnTo>
                  <a:pt x="3649" y="343"/>
                </a:lnTo>
                <a:lnTo>
                  <a:pt x="3668" y="326"/>
                </a:lnTo>
                <a:lnTo>
                  <a:pt x="3688" y="310"/>
                </a:lnTo>
                <a:lnTo>
                  <a:pt x="3707" y="293"/>
                </a:lnTo>
                <a:lnTo>
                  <a:pt x="3726" y="276"/>
                </a:lnTo>
                <a:lnTo>
                  <a:pt x="3745" y="260"/>
                </a:lnTo>
                <a:lnTo>
                  <a:pt x="3765" y="243"/>
                </a:lnTo>
                <a:lnTo>
                  <a:pt x="3784" y="227"/>
                </a:lnTo>
                <a:lnTo>
                  <a:pt x="3803" y="212"/>
                </a:lnTo>
                <a:lnTo>
                  <a:pt x="3823" y="197"/>
                </a:lnTo>
                <a:lnTo>
                  <a:pt x="3842" y="183"/>
                </a:lnTo>
                <a:lnTo>
                  <a:pt x="3861" y="169"/>
                </a:lnTo>
                <a:lnTo>
                  <a:pt x="3881" y="156"/>
                </a:lnTo>
                <a:lnTo>
                  <a:pt x="3900" y="145"/>
                </a:lnTo>
                <a:lnTo>
                  <a:pt x="3919" y="134"/>
                </a:lnTo>
                <a:lnTo>
                  <a:pt x="3938" y="125"/>
                </a:lnTo>
                <a:lnTo>
                  <a:pt x="3958" y="116"/>
                </a:lnTo>
                <a:lnTo>
                  <a:pt x="3977" y="109"/>
                </a:lnTo>
                <a:lnTo>
                  <a:pt x="3996" y="104"/>
                </a:lnTo>
                <a:lnTo>
                  <a:pt x="4016" y="99"/>
                </a:lnTo>
                <a:lnTo>
                  <a:pt x="4035" y="96"/>
                </a:lnTo>
                <a:lnTo>
                  <a:pt x="4054" y="95"/>
                </a:lnTo>
                <a:lnTo>
                  <a:pt x="4074" y="94"/>
                </a:lnTo>
                <a:lnTo>
                  <a:pt x="4093" y="95"/>
                </a:lnTo>
                <a:lnTo>
                  <a:pt x="4112" y="98"/>
                </a:lnTo>
                <a:lnTo>
                  <a:pt x="4132" y="101"/>
                </a:lnTo>
                <a:lnTo>
                  <a:pt x="4151" y="106"/>
                </a:lnTo>
                <a:lnTo>
                  <a:pt x="4170" y="112"/>
                </a:lnTo>
                <a:lnTo>
                  <a:pt x="4189" y="118"/>
                </a:lnTo>
                <a:lnTo>
                  <a:pt x="4209" y="125"/>
                </a:lnTo>
                <a:lnTo>
                  <a:pt x="4228" y="133"/>
                </a:lnTo>
                <a:lnTo>
                  <a:pt x="4247" y="141"/>
                </a:lnTo>
                <a:lnTo>
                  <a:pt x="4267" y="149"/>
                </a:lnTo>
                <a:lnTo>
                  <a:pt x="4286" y="157"/>
                </a:lnTo>
                <a:lnTo>
                  <a:pt x="4305" y="165"/>
                </a:lnTo>
                <a:lnTo>
                  <a:pt x="4325" y="172"/>
                </a:lnTo>
                <a:lnTo>
                  <a:pt x="4344" y="178"/>
                </a:lnTo>
                <a:lnTo>
                  <a:pt x="4363" y="183"/>
                </a:lnTo>
                <a:lnTo>
                  <a:pt x="4383" y="187"/>
                </a:lnTo>
                <a:lnTo>
                  <a:pt x="4402" y="189"/>
                </a:lnTo>
                <a:lnTo>
                  <a:pt x="4421" y="189"/>
                </a:lnTo>
                <a:lnTo>
                  <a:pt x="4440" y="187"/>
                </a:lnTo>
                <a:lnTo>
                  <a:pt x="4460" y="183"/>
                </a:lnTo>
                <a:lnTo>
                  <a:pt x="4479" y="177"/>
                </a:lnTo>
                <a:lnTo>
                  <a:pt x="4498" y="169"/>
                </a:lnTo>
                <a:lnTo>
                  <a:pt x="4518" y="157"/>
                </a:lnTo>
                <a:lnTo>
                  <a:pt x="4537" y="144"/>
                </a:lnTo>
                <a:lnTo>
                  <a:pt x="4556" y="129"/>
                </a:lnTo>
                <a:lnTo>
                  <a:pt x="4576" y="111"/>
                </a:lnTo>
                <a:lnTo>
                  <a:pt x="4595" y="93"/>
                </a:lnTo>
                <a:lnTo>
                  <a:pt x="4614" y="73"/>
                </a:lnTo>
                <a:lnTo>
                  <a:pt x="4633" y="54"/>
                </a:lnTo>
                <a:lnTo>
                  <a:pt x="4653" y="35"/>
                </a:lnTo>
                <a:lnTo>
                  <a:pt x="4672" y="19"/>
                </a:lnTo>
                <a:lnTo>
                  <a:pt x="4691" y="7"/>
                </a:lnTo>
                <a:lnTo>
                  <a:pt x="4711" y="0"/>
                </a:lnTo>
                <a:lnTo>
                  <a:pt x="473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Freeform 33"/>
          <p:cNvSpPr/>
          <p:nvPr/>
        </p:nvSpPr>
        <p:spPr>
          <a:xfrm>
            <a:off x="6510528" y="3943807"/>
            <a:ext cx="4572000" cy="985723"/>
          </a:xfrm>
          <a:custGeom>
            <a:avLst/>
            <a:gdLst/>
            <a:ahLst/>
            <a:cxnLst/>
            <a:rect l="l" t="t" r="r" b="b"/>
            <a:pathLst>
              <a:path w="5000" h="1078">
                <a:moveTo>
                  <a:pt x="0" y="1078"/>
                </a:moveTo>
                <a:lnTo>
                  <a:pt x="19" y="1074"/>
                </a:lnTo>
                <a:lnTo>
                  <a:pt x="39" y="1070"/>
                </a:lnTo>
                <a:lnTo>
                  <a:pt x="58" y="1066"/>
                </a:lnTo>
                <a:lnTo>
                  <a:pt x="77" y="1061"/>
                </a:lnTo>
                <a:lnTo>
                  <a:pt x="97" y="1057"/>
                </a:lnTo>
                <a:lnTo>
                  <a:pt x="116" y="1053"/>
                </a:lnTo>
                <a:lnTo>
                  <a:pt x="135" y="1049"/>
                </a:lnTo>
                <a:lnTo>
                  <a:pt x="154" y="1045"/>
                </a:lnTo>
                <a:lnTo>
                  <a:pt x="174" y="1041"/>
                </a:lnTo>
                <a:lnTo>
                  <a:pt x="193" y="1037"/>
                </a:lnTo>
                <a:lnTo>
                  <a:pt x="212" y="1032"/>
                </a:lnTo>
                <a:lnTo>
                  <a:pt x="232" y="1028"/>
                </a:lnTo>
                <a:lnTo>
                  <a:pt x="251" y="1024"/>
                </a:lnTo>
                <a:lnTo>
                  <a:pt x="270" y="1020"/>
                </a:lnTo>
                <a:lnTo>
                  <a:pt x="290" y="1016"/>
                </a:lnTo>
                <a:lnTo>
                  <a:pt x="309" y="1012"/>
                </a:lnTo>
                <a:lnTo>
                  <a:pt x="328" y="1007"/>
                </a:lnTo>
                <a:lnTo>
                  <a:pt x="347" y="1003"/>
                </a:lnTo>
                <a:lnTo>
                  <a:pt x="367" y="999"/>
                </a:lnTo>
                <a:lnTo>
                  <a:pt x="386" y="995"/>
                </a:lnTo>
                <a:lnTo>
                  <a:pt x="405" y="991"/>
                </a:lnTo>
                <a:lnTo>
                  <a:pt x="425" y="987"/>
                </a:lnTo>
                <a:lnTo>
                  <a:pt x="444" y="982"/>
                </a:lnTo>
                <a:lnTo>
                  <a:pt x="463" y="978"/>
                </a:lnTo>
                <a:lnTo>
                  <a:pt x="483" y="974"/>
                </a:lnTo>
                <a:lnTo>
                  <a:pt x="502" y="970"/>
                </a:lnTo>
                <a:lnTo>
                  <a:pt x="521" y="966"/>
                </a:lnTo>
                <a:lnTo>
                  <a:pt x="541" y="962"/>
                </a:lnTo>
                <a:lnTo>
                  <a:pt x="560" y="957"/>
                </a:lnTo>
                <a:lnTo>
                  <a:pt x="579" y="953"/>
                </a:lnTo>
                <a:lnTo>
                  <a:pt x="598" y="949"/>
                </a:lnTo>
                <a:lnTo>
                  <a:pt x="618" y="945"/>
                </a:lnTo>
                <a:lnTo>
                  <a:pt x="637" y="941"/>
                </a:lnTo>
                <a:lnTo>
                  <a:pt x="656" y="937"/>
                </a:lnTo>
                <a:lnTo>
                  <a:pt x="676" y="932"/>
                </a:lnTo>
                <a:lnTo>
                  <a:pt x="695" y="928"/>
                </a:lnTo>
                <a:lnTo>
                  <a:pt x="714" y="924"/>
                </a:lnTo>
                <a:lnTo>
                  <a:pt x="734" y="920"/>
                </a:lnTo>
                <a:lnTo>
                  <a:pt x="753" y="916"/>
                </a:lnTo>
                <a:lnTo>
                  <a:pt x="772" y="912"/>
                </a:lnTo>
                <a:lnTo>
                  <a:pt x="792" y="908"/>
                </a:lnTo>
                <a:lnTo>
                  <a:pt x="811" y="903"/>
                </a:lnTo>
                <a:lnTo>
                  <a:pt x="830" y="899"/>
                </a:lnTo>
                <a:lnTo>
                  <a:pt x="849" y="895"/>
                </a:lnTo>
                <a:lnTo>
                  <a:pt x="869" y="891"/>
                </a:lnTo>
                <a:lnTo>
                  <a:pt x="888" y="887"/>
                </a:lnTo>
                <a:lnTo>
                  <a:pt x="907" y="883"/>
                </a:lnTo>
                <a:lnTo>
                  <a:pt x="927" y="878"/>
                </a:lnTo>
                <a:lnTo>
                  <a:pt x="946" y="874"/>
                </a:lnTo>
                <a:lnTo>
                  <a:pt x="965" y="870"/>
                </a:lnTo>
                <a:lnTo>
                  <a:pt x="985" y="866"/>
                </a:lnTo>
                <a:lnTo>
                  <a:pt x="1004" y="862"/>
                </a:lnTo>
                <a:lnTo>
                  <a:pt x="1023" y="858"/>
                </a:lnTo>
                <a:lnTo>
                  <a:pt x="1042" y="853"/>
                </a:lnTo>
                <a:lnTo>
                  <a:pt x="1062" y="849"/>
                </a:lnTo>
                <a:lnTo>
                  <a:pt x="1081" y="845"/>
                </a:lnTo>
                <a:lnTo>
                  <a:pt x="1100" y="841"/>
                </a:lnTo>
                <a:lnTo>
                  <a:pt x="1120" y="837"/>
                </a:lnTo>
                <a:lnTo>
                  <a:pt x="1139" y="833"/>
                </a:lnTo>
                <a:lnTo>
                  <a:pt x="1158" y="828"/>
                </a:lnTo>
                <a:lnTo>
                  <a:pt x="1178" y="824"/>
                </a:lnTo>
                <a:lnTo>
                  <a:pt x="1197" y="820"/>
                </a:lnTo>
                <a:lnTo>
                  <a:pt x="1216" y="816"/>
                </a:lnTo>
                <a:lnTo>
                  <a:pt x="1236" y="812"/>
                </a:lnTo>
                <a:lnTo>
                  <a:pt x="1255" y="808"/>
                </a:lnTo>
                <a:lnTo>
                  <a:pt x="1274" y="803"/>
                </a:lnTo>
                <a:lnTo>
                  <a:pt x="1293" y="799"/>
                </a:lnTo>
                <a:lnTo>
                  <a:pt x="1313" y="795"/>
                </a:lnTo>
                <a:lnTo>
                  <a:pt x="1332" y="791"/>
                </a:lnTo>
                <a:lnTo>
                  <a:pt x="1351" y="787"/>
                </a:lnTo>
                <a:lnTo>
                  <a:pt x="1371" y="783"/>
                </a:lnTo>
                <a:lnTo>
                  <a:pt x="1390" y="779"/>
                </a:lnTo>
                <a:lnTo>
                  <a:pt x="1409" y="774"/>
                </a:lnTo>
                <a:lnTo>
                  <a:pt x="1429" y="770"/>
                </a:lnTo>
                <a:lnTo>
                  <a:pt x="1448" y="766"/>
                </a:lnTo>
                <a:lnTo>
                  <a:pt x="1467" y="762"/>
                </a:lnTo>
                <a:lnTo>
                  <a:pt x="1486" y="758"/>
                </a:lnTo>
                <a:lnTo>
                  <a:pt x="1506" y="754"/>
                </a:lnTo>
                <a:lnTo>
                  <a:pt x="1525" y="749"/>
                </a:lnTo>
                <a:lnTo>
                  <a:pt x="1544" y="745"/>
                </a:lnTo>
                <a:lnTo>
                  <a:pt x="1564" y="741"/>
                </a:lnTo>
                <a:lnTo>
                  <a:pt x="1583" y="737"/>
                </a:lnTo>
                <a:lnTo>
                  <a:pt x="1602" y="733"/>
                </a:lnTo>
                <a:lnTo>
                  <a:pt x="1622" y="729"/>
                </a:lnTo>
                <a:lnTo>
                  <a:pt x="1641" y="724"/>
                </a:lnTo>
                <a:lnTo>
                  <a:pt x="1660" y="720"/>
                </a:lnTo>
                <a:lnTo>
                  <a:pt x="1680" y="716"/>
                </a:lnTo>
                <a:lnTo>
                  <a:pt x="1699" y="712"/>
                </a:lnTo>
                <a:lnTo>
                  <a:pt x="1718" y="708"/>
                </a:lnTo>
                <a:lnTo>
                  <a:pt x="1737" y="704"/>
                </a:lnTo>
                <a:lnTo>
                  <a:pt x="1757" y="699"/>
                </a:lnTo>
                <a:lnTo>
                  <a:pt x="1776" y="695"/>
                </a:lnTo>
                <a:lnTo>
                  <a:pt x="1795" y="691"/>
                </a:lnTo>
                <a:lnTo>
                  <a:pt x="1815" y="687"/>
                </a:lnTo>
                <a:lnTo>
                  <a:pt x="1834" y="683"/>
                </a:lnTo>
                <a:lnTo>
                  <a:pt x="1853" y="679"/>
                </a:lnTo>
                <a:lnTo>
                  <a:pt x="1873" y="674"/>
                </a:lnTo>
                <a:lnTo>
                  <a:pt x="1892" y="670"/>
                </a:lnTo>
                <a:lnTo>
                  <a:pt x="1911" y="666"/>
                </a:lnTo>
                <a:lnTo>
                  <a:pt x="1931" y="662"/>
                </a:lnTo>
                <a:lnTo>
                  <a:pt x="1950" y="658"/>
                </a:lnTo>
                <a:lnTo>
                  <a:pt x="1969" y="654"/>
                </a:lnTo>
                <a:lnTo>
                  <a:pt x="1988" y="650"/>
                </a:lnTo>
                <a:lnTo>
                  <a:pt x="2008" y="645"/>
                </a:lnTo>
                <a:lnTo>
                  <a:pt x="2027" y="641"/>
                </a:lnTo>
                <a:lnTo>
                  <a:pt x="2046" y="637"/>
                </a:lnTo>
                <a:lnTo>
                  <a:pt x="2066" y="633"/>
                </a:lnTo>
                <a:lnTo>
                  <a:pt x="2085" y="629"/>
                </a:lnTo>
                <a:lnTo>
                  <a:pt x="2104" y="625"/>
                </a:lnTo>
                <a:lnTo>
                  <a:pt x="2124" y="620"/>
                </a:lnTo>
                <a:lnTo>
                  <a:pt x="2143" y="616"/>
                </a:lnTo>
                <a:lnTo>
                  <a:pt x="2162" y="612"/>
                </a:lnTo>
                <a:lnTo>
                  <a:pt x="2181" y="608"/>
                </a:lnTo>
                <a:lnTo>
                  <a:pt x="2201" y="604"/>
                </a:lnTo>
                <a:lnTo>
                  <a:pt x="2220" y="600"/>
                </a:lnTo>
                <a:lnTo>
                  <a:pt x="2239" y="595"/>
                </a:lnTo>
                <a:lnTo>
                  <a:pt x="2259" y="591"/>
                </a:lnTo>
                <a:lnTo>
                  <a:pt x="2278" y="587"/>
                </a:lnTo>
                <a:lnTo>
                  <a:pt x="2297" y="583"/>
                </a:lnTo>
                <a:lnTo>
                  <a:pt x="2317" y="579"/>
                </a:lnTo>
                <a:lnTo>
                  <a:pt x="2336" y="575"/>
                </a:lnTo>
                <a:lnTo>
                  <a:pt x="2355" y="570"/>
                </a:lnTo>
                <a:lnTo>
                  <a:pt x="2375" y="566"/>
                </a:lnTo>
                <a:lnTo>
                  <a:pt x="2394" y="562"/>
                </a:lnTo>
                <a:lnTo>
                  <a:pt x="2413" y="558"/>
                </a:lnTo>
                <a:lnTo>
                  <a:pt x="2432" y="554"/>
                </a:lnTo>
                <a:lnTo>
                  <a:pt x="2452" y="550"/>
                </a:lnTo>
                <a:lnTo>
                  <a:pt x="2471" y="545"/>
                </a:lnTo>
                <a:lnTo>
                  <a:pt x="2490" y="541"/>
                </a:lnTo>
                <a:lnTo>
                  <a:pt x="2510" y="537"/>
                </a:lnTo>
                <a:lnTo>
                  <a:pt x="2529" y="533"/>
                </a:lnTo>
                <a:lnTo>
                  <a:pt x="2548" y="529"/>
                </a:lnTo>
                <a:lnTo>
                  <a:pt x="2568" y="525"/>
                </a:lnTo>
                <a:lnTo>
                  <a:pt x="2587" y="521"/>
                </a:lnTo>
                <a:lnTo>
                  <a:pt x="2606" y="516"/>
                </a:lnTo>
                <a:lnTo>
                  <a:pt x="2625" y="512"/>
                </a:lnTo>
                <a:lnTo>
                  <a:pt x="2645" y="508"/>
                </a:lnTo>
                <a:lnTo>
                  <a:pt x="2664" y="504"/>
                </a:lnTo>
                <a:lnTo>
                  <a:pt x="2683" y="500"/>
                </a:lnTo>
                <a:lnTo>
                  <a:pt x="2703" y="496"/>
                </a:lnTo>
                <a:lnTo>
                  <a:pt x="2722" y="491"/>
                </a:lnTo>
                <a:lnTo>
                  <a:pt x="2741" y="487"/>
                </a:lnTo>
                <a:lnTo>
                  <a:pt x="2761" y="483"/>
                </a:lnTo>
                <a:lnTo>
                  <a:pt x="2780" y="479"/>
                </a:lnTo>
                <a:lnTo>
                  <a:pt x="2799" y="475"/>
                </a:lnTo>
                <a:lnTo>
                  <a:pt x="2819" y="471"/>
                </a:lnTo>
                <a:lnTo>
                  <a:pt x="2838" y="466"/>
                </a:lnTo>
                <a:lnTo>
                  <a:pt x="2857" y="462"/>
                </a:lnTo>
                <a:lnTo>
                  <a:pt x="2876" y="458"/>
                </a:lnTo>
                <a:lnTo>
                  <a:pt x="2896" y="454"/>
                </a:lnTo>
                <a:lnTo>
                  <a:pt x="2915" y="450"/>
                </a:lnTo>
                <a:lnTo>
                  <a:pt x="2934" y="446"/>
                </a:lnTo>
                <a:lnTo>
                  <a:pt x="2954" y="441"/>
                </a:lnTo>
                <a:lnTo>
                  <a:pt x="2973" y="437"/>
                </a:lnTo>
                <a:lnTo>
                  <a:pt x="2992" y="433"/>
                </a:lnTo>
                <a:lnTo>
                  <a:pt x="3012" y="429"/>
                </a:lnTo>
                <a:lnTo>
                  <a:pt x="3031" y="425"/>
                </a:lnTo>
                <a:lnTo>
                  <a:pt x="3050" y="421"/>
                </a:lnTo>
                <a:lnTo>
                  <a:pt x="3069" y="417"/>
                </a:lnTo>
                <a:lnTo>
                  <a:pt x="3089" y="412"/>
                </a:lnTo>
                <a:lnTo>
                  <a:pt x="3108" y="408"/>
                </a:lnTo>
                <a:lnTo>
                  <a:pt x="3127" y="404"/>
                </a:lnTo>
                <a:lnTo>
                  <a:pt x="3147" y="400"/>
                </a:lnTo>
                <a:lnTo>
                  <a:pt x="3166" y="396"/>
                </a:lnTo>
                <a:lnTo>
                  <a:pt x="3185" y="392"/>
                </a:lnTo>
                <a:lnTo>
                  <a:pt x="3205" y="387"/>
                </a:lnTo>
                <a:lnTo>
                  <a:pt x="3224" y="383"/>
                </a:lnTo>
                <a:lnTo>
                  <a:pt x="3243" y="379"/>
                </a:lnTo>
                <a:lnTo>
                  <a:pt x="3263" y="375"/>
                </a:lnTo>
                <a:lnTo>
                  <a:pt x="3282" y="371"/>
                </a:lnTo>
                <a:lnTo>
                  <a:pt x="3301" y="367"/>
                </a:lnTo>
                <a:lnTo>
                  <a:pt x="3320" y="362"/>
                </a:lnTo>
                <a:lnTo>
                  <a:pt x="3340" y="358"/>
                </a:lnTo>
                <a:lnTo>
                  <a:pt x="3359" y="354"/>
                </a:lnTo>
                <a:lnTo>
                  <a:pt x="3378" y="350"/>
                </a:lnTo>
                <a:lnTo>
                  <a:pt x="3398" y="346"/>
                </a:lnTo>
                <a:lnTo>
                  <a:pt x="3417" y="342"/>
                </a:lnTo>
                <a:lnTo>
                  <a:pt x="3436" y="337"/>
                </a:lnTo>
                <a:lnTo>
                  <a:pt x="3456" y="333"/>
                </a:lnTo>
                <a:lnTo>
                  <a:pt x="3475" y="329"/>
                </a:lnTo>
                <a:lnTo>
                  <a:pt x="3494" y="325"/>
                </a:lnTo>
                <a:lnTo>
                  <a:pt x="3514" y="321"/>
                </a:lnTo>
                <a:lnTo>
                  <a:pt x="3533" y="317"/>
                </a:lnTo>
                <a:lnTo>
                  <a:pt x="3552" y="312"/>
                </a:lnTo>
                <a:lnTo>
                  <a:pt x="3571" y="308"/>
                </a:lnTo>
                <a:lnTo>
                  <a:pt x="3591" y="304"/>
                </a:lnTo>
                <a:lnTo>
                  <a:pt x="3610" y="300"/>
                </a:lnTo>
                <a:lnTo>
                  <a:pt x="3629" y="296"/>
                </a:lnTo>
                <a:lnTo>
                  <a:pt x="3649" y="292"/>
                </a:lnTo>
                <a:lnTo>
                  <a:pt x="3668" y="288"/>
                </a:lnTo>
                <a:lnTo>
                  <a:pt x="3687" y="283"/>
                </a:lnTo>
                <a:lnTo>
                  <a:pt x="3707" y="279"/>
                </a:lnTo>
                <a:lnTo>
                  <a:pt x="3726" y="275"/>
                </a:lnTo>
                <a:lnTo>
                  <a:pt x="3745" y="271"/>
                </a:lnTo>
                <a:lnTo>
                  <a:pt x="3764" y="267"/>
                </a:lnTo>
                <a:lnTo>
                  <a:pt x="3784" y="263"/>
                </a:lnTo>
                <a:lnTo>
                  <a:pt x="3803" y="258"/>
                </a:lnTo>
                <a:lnTo>
                  <a:pt x="3822" y="254"/>
                </a:lnTo>
                <a:lnTo>
                  <a:pt x="3842" y="250"/>
                </a:lnTo>
                <a:lnTo>
                  <a:pt x="3861" y="246"/>
                </a:lnTo>
                <a:lnTo>
                  <a:pt x="3880" y="242"/>
                </a:lnTo>
                <a:lnTo>
                  <a:pt x="3900" y="238"/>
                </a:lnTo>
                <a:lnTo>
                  <a:pt x="3919" y="233"/>
                </a:lnTo>
                <a:lnTo>
                  <a:pt x="3938" y="229"/>
                </a:lnTo>
                <a:lnTo>
                  <a:pt x="3958" y="225"/>
                </a:lnTo>
                <a:lnTo>
                  <a:pt x="3977" y="221"/>
                </a:lnTo>
                <a:lnTo>
                  <a:pt x="3996" y="217"/>
                </a:lnTo>
                <a:lnTo>
                  <a:pt x="4015" y="213"/>
                </a:lnTo>
                <a:lnTo>
                  <a:pt x="4035" y="208"/>
                </a:lnTo>
                <a:lnTo>
                  <a:pt x="4054" y="204"/>
                </a:lnTo>
                <a:lnTo>
                  <a:pt x="4073" y="200"/>
                </a:lnTo>
                <a:lnTo>
                  <a:pt x="4093" y="196"/>
                </a:lnTo>
                <a:lnTo>
                  <a:pt x="4112" y="192"/>
                </a:lnTo>
                <a:lnTo>
                  <a:pt x="4131" y="188"/>
                </a:lnTo>
                <a:lnTo>
                  <a:pt x="4151" y="183"/>
                </a:lnTo>
                <a:lnTo>
                  <a:pt x="4170" y="179"/>
                </a:lnTo>
                <a:lnTo>
                  <a:pt x="4189" y="175"/>
                </a:lnTo>
                <a:lnTo>
                  <a:pt x="4208" y="171"/>
                </a:lnTo>
                <a:lnTo>
                  <a:pt x="4228" y="167"/>
                </a:lnTo>
                <a:lnTo>
                  <a:pt x="4247" y="163"/>
                </a:lnTo>
                <a:lnTo>
                  <a:pt x="4266" y="159"/>
                </a:lnTo>
                <a:lnTo>
                  <a:pt x="4286" y="154"/>
                </a:lnTo>
                <a:lnTo>
                  <a:pt x="4305" y="150"/>
                </a:lnTo>
                <a:lnTo>
                  <a:pt x="4324" y="146"/>
                </a:lnTo>
                <a:lnTo>
                  <a:pt x="4344" y="142"/>
                </a:lnTo>
                <a:lnTo>
                  <a:pt x="4363" y="138"/>
                </a:lnTo>
                <a:lnTo>
                  <a:pt x="4382" y="134"/>
                </a:lnTo>
                <a:lnTo>
                  <a:pt x="4402" y="129"/>
                </a:lnTo>
                <a:lnTo>
                  <a:pt x="4421" y="125"/>
                </a:lnTo>
                <a:lnTo>
                  <a:pt x="4440" y="121"/>
                </a:lnTo>
                <a:lnTo>
                  <a:pt x="4459" y="117"/>
                </a:lnTo>
                <a:lnTo>
                  <a:pt x="4479" y="113"/>
                </a:lnTo>
                <a:lnTo>
                  <a:pt x="4498" y="109"/>
                </a:lnTo>
                <a:lnTo>
                  <a:pt x="4517" y="104"/>
                </a:lnTo>
                <a:lnTo>
                  <a:pt x="4537" y="100"/>
                </a:lnTo>
                <a:lnTo>
                  <a:pt x="4556" y="96"/>
                </a:lnTo>
                <a:lnTo>
                  <a:pt x="4575" y="92"/>
                </a:lnTo>
                <a:lnTo>
                  <a:pt x="4595" y="88"/>
                </a:lnTo>
                <a:lnTo>
                  <a:pt x="4614" y="84"/>
                </a:lnTo>
                <a:lnTo>
                  <a:pt x="4633" y="79"/>
                </a:lnTo>
                <a:lnTo>
                  <a:pt x="4653" y="75"/>
                </a:lnTo>
                <a:lnTo>
                  <a:pt x="4672" y="71"/>
                </a:lnTo>
                <a:lnTo>
                  <a:pt x="4691" y="67"/>
                </a:lnTo>
                <a:lnTo>
                  <a:pt x="4710" y="63"/>
                </a:lnTo>
                <a:lnTo>
                  <a:pt x="4730" y="59"/>
                </a:lnTo>
                <a:lnTo>
                  <a:pt x="4749" y="54"/>
                </a:lnTo>
                <a:lnTo>
                  <a:pt x="4768" y="50"/>
                </a:lnTo>
                <a:lnTo>
                  <a:pt x="4788" y="46"/>
                </a:lnTo>
                <a:lnTo>
                  <a:pt x="4807" y="42"/>
                </a:lnTo>
                <a:lnTo>
                  <a:pt x="4826" y="38"/>
                </a:lnTo>
                <a:lnTo>
                  <a:pt x="4846" y="34"/>
                </a:lnTo>
                <a:lnTo>
                  <a:pt x="4865" y="30"/>
                </a:lnTo>
                <a:lnTo>
                  <a:pt x="4884" y="25"/>
                </a:lnTo>
                <a:lnTo>
                  <a:pt x="4903" y="21"/>
                </a:lnTo>
                <a:lnTo>
                  <a:pt x="4923" y="17"/>
                </a:lnTo>
                <a:lnTo>
                  <a:pt x="4942" y="13"/>
                </a:lnTo>
                <a:lnTo>
                  <a:pt x="4961" y="9"/>
                </a:lnTo>
                <a:lnTo>
                  <a:pt x="4981" y="5"/>
                </a:lnTo>
                <a:lnTo>
                  <a:pt x="500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5" name="Connector 34"/>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36" name="TextBox 35"/>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fit per sample</a:t>
            </a:r>
          </a:p>
        </p:txBody>
      </p:sp>
      <p:cxnSp>
        <p:nvCxnSpPr>
          <p:cNvPr id="37" name="Connector 36"/>
          <p:cNvCxnSpPr/>
          <p:nvPr/>
        </p:nvCxnSpPr>
        <p:spPr>
          <a:xfrm>
            <a:off x="3621024" y="5989320"/>
            <a:ext cx="256032" cy="0"/>
          </a:xfrm>
          <a:prstGeom prst="line">
            <a:avLst/>
          </a:prstGeom>
          <a:ln w="25400">
            <a:solidFill>
              <a:srgbClr val="181D16"/>
            </a:solidFill>
            <a:prstDash val="dash"/>
          </a:ln>
        </p:spPr>
        <p:style>
          <a:lnRef idx="2">
            <a:schemeClr val="accent1"/>
          </a:lnRef>
          <a:fillRef idx="0">
            <a:schemeClr val="accent1"/>
          </a:fillRef>
          <a:effectRef idx="0">
            <a:schemeClr val="accent1"/>
          </a:effectRef>
          <a:fontRef idx="minor">
            <a:schemeClr val="tx1"/>
          </a:fontRef>
        </p:style>
      </p:cxnSp>
      <p:sp>
        <p:nvSpPr>
          <p:cNvPr id="38" name="TextBox 37"/>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true pattern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sp>
        <p:nvSpPr>
          <p:cNvPr id="2" name="TextBox 1"/>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A closer fit is not always a better model.</a:t>
            </a:r>
          </a:p>
        </p:txBody>
      </p:sp>
      <p:cxnSp>
        <p:nvCxnSpPr>
          <p:cNvPr id="3" name="Connector 2"/>
          <p:cNvCxnSpPr/>
          <p:nvPr/>
        </p:nvCxnSpPr>
        <p:spPr>
          <a:xfrm>
            <a:off x="594360" y="6419088"/>
            <a:ext cx="109728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06/08</a:t>
            </a:r>
          </a:p>
        </p:txBody>
      </p:sp>
      <p:cxnSp>
        <p:nvCxnSpPr>
          <p:cNvPr id="5" name="Connector 4"/>
          <p:cNvCxnSpPr/>
          <p:nvPr/>
        </p:nvCxnSpPr>
        <p:spPr>
          <a:xfrm>
            <a:off x="932688" y="5330952"/>
            <a:ext cx="658368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932688" y="2743200"/>
            <a:ext cx="0" cy="2587752"/>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424928" y="5422392"/>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p>
        </p:txBody>
      </p:sp>
      <p:sp>
        <p:nvSpPr>
          <p:cNvPr id="8" name="TextBox 7"/>
          <p:cNvSpPr txBox="1"/>
          <p:nvPr/>
        </p:nvSpPr>
        <p:spPr>
          <a:xfrm>
            <a:off x="658368" y="256032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loss</a:t>
            </a:r>
          </a:p>
        </p:txBody>
      </p:sp>
      <p:sp>
        <p:nvSpPr>
          <p:cNvPr id="9" name="Freeform 8"/>
          <p:cNvSpPr/>
          <p:nvPr/>
        </p:nvSpPr>
        <p:spPr>
          <a:xfrm>
            <a:off x="932688" y="3941064"/>
            <a:ext cx="6583680" cy="1129284"/>
          </a:xfrm>
          <a:custGeom>
            <a:avLst/>
            <a:gdLst/>
            <a:ahLst/>
            <a:cxnLst/>
            <a:rect l="l" t="t" r="r" b="b"/>
            <a:pathLst>
              <a:path w="7200" h="1235">
                <a:moveTo>
                  <a:pt x="0" y="0"/>
                </a:moveTo>
                <a:lnTo>
                  <a:pt x="33" y="23"/>
                </a:lnTo>
                <a:lnTo>
                  <a:pt x="66" y="45"/>
                </a:lnTo>
                <a:lnTo>
                  <a:pt x="99" y="67"/>
                </a:lnTo>
                <a:lnTo>
                  <a:pt x="132" y="89"/>
                </a:lnTo>
                <a:lnTo>
                  <a:pt x="164" y="110"/>
                </a:lnTo>
                <a:lnTo>
                  <a:pt x="197" y="131"/>
                </a:lnTo>
                <a:lnTo>
                  <a:pt x="230" y="151"/>
                </a:lnTo>
                <a:lnTo>
                  <a:pt x="263" y="171"/>
                </a:lnTo>
                <a:lnTo>
                  <a:pt x="296" y="191"/>
                </a:lnTo>
                <a:lnTo>
                  <a:pt x="329" y="210"/>
                </a:lnTo>
                <a:lnTo>
                  <a:pt x="362" y="229"/>
                </a:lnTo>
                <a:lnTo>
                  <a:pt x="395" y="248"/>
                </a:lnTo>
                <a:lnTo>
                  <a:pt x="427" y="266"/>
                </a:lnTo>
                <a:lnTo>
                  <a:pt x="460" y="284"/>
                </a:lnTo>
                <a:lnTo>
                  <a:pt x="493" y="302"/>
                </a:lnTo>
                <a:lnTo>
                  <a:pt x="526" y="319"/>
                </a:lnTo>
                <a:lnTo>
                  <a:pt x="559" y="336"/>
                </a:lnTo>
                <a:lnTo>
                  <a:pt x="592" y="353"/>
                </a:lnTo>
                <a:lnTo>
                  <a:pt x="625" y="369"/>
                </a:lnTo>
                <a:lnTo>
                  <a:pt x="658" y="385"/>
                </a:lnTo>
                <a:lnTo>
                  <a:pt x="690" y="401"/>
                </a:lnTo>
                <a:lnTo>
                  <a:pt x="723" y="416"/>
                </a:lnTo>
                <a:lnTo>
                  <a:pt x="756" y="432"/>
                </a:lnTo>
                <a:lnTo>
                  <a:pt x="789" y="447"/>
                </a:lnTo>
                <a:lnTo>
                  <a:pt x="822" y="461"/>
                </a:lnTo>
                <a:lnTo>
                  <a:pt x="855" y="476"/>
                </a:lnTo>
                <a:lnTo>
                  <a:pt x="888" y="490"/>
                </a:lnTo>
                <a:lnTo>
                  <a:pt x="921" y="504"/>
                </a:lnTo>
                <a:lnTo>
                  <a:pt x="953" y="517"/>
                </a:lnTo>
                <a:lnTo>
                  <a:pt x="986" y="531"/>
                </a:lnTo>
                <a:lnTo>
                  <a:pt x="1019" y="544"/>
                </a:lnTo>
                <a:lnTo>
                  <a:pt x="1052" y="557"/>
                </a:lnTo>
                <a:lnTo>
                  <a:pt x="1085" y="570"/>
                </a:lnTo>
                <a:lnTo>
                  <a:pt x="1118" y="582"/>
                </a:lnTo>
                <a:lnTo>
                  <a:pt x="1151" y="594"/>
                </a:lnTo>
                <a:lnTo>
                  <a:pt x="1184" y="606"/>
                </a:lnTo>
                <a:lnTo>
                  <a:pt x="1216" y="618"/>
                </a:lnTo>
                <a:lnTo>
                  <a:pt x="1249" y="630"/>
                </a:lnTo>
                <a:lnTo>
                  <a:pt x="1282" y="641"/>
                </a:lnTo>
                <a:lnTo>
                  <a:pt x="1315" y="652"/>
                </a:lnTo>
                <a:lnTo>
                  <a:pt x="1348" y="663"/>
                </a:lnTo>
                <a:lnTo>
                  <a:pt x="1381" y="674"/>
                </a:lnTo>
                <a:lnTo>
                  <a:pt x="1414" y="684"/>
                </a:lnTo>
                <a:lnTo>
                  <a:pt x="1447" y="695"/>
                </a:lnTo>
                <a:lnTo>
                  <a:pt x="1479" y="705"/>
                </a:lnTo>
                <a:lnTo>
                  <a:pt x="1512" y="715"/>
                </a:lnTo>
                <a:lnTo>
                  <a:pt x="1545" y="725"/>
                </a:lnTo>
                <a:lnTo>
                  <a:pt x="1578" y="735"/>
                </a:lnTo>
                <a:lnTo>
                  <a:pt x="1611" y="744"/>
                </a:lnTo>
                <a:lnTo>
                  <a:pt x="1644" y="753"/>
                </a:lnTo>
                <a:lnTo>
                  <a:pt x="1677" y="762"/>
                </a:lnTo>
                <a:lnTo>
                  <a:pt x="1710" y="771"/>
                </a:lnTo>
                <a:lnTo>
                  <a:pt x="1742" y="780"/>
                </a:lnTo>
                <a:lnTo>
                  <a:pt x="1775" y="789"/>
                </a:lnTo>
                <a:lnTo>
                  <a:pt x="1808" y="797"/>
                </a:lnTo>
                <a:lnTo>
                  <a:pt x="1841" y="806"/>
                </a:lnTo>
                <a:lnTo>
                  <a:pt x="1874" y="814"/>
                </a:lnTo>
                <a:lnTo>
                  <a:pt x="1907" y="822"/>
                </a:lnTo>
                <a:lnTo>
                  <a:pt x="1940" y="830"/>
                </a:lnTo>
                <a:lnTo>
                  <a:pt x="1973" y="838"/>
                </a:lnTo>
                <a:lnTo>
                  <a:pt x="2005" y="845"/>
                </a:lnTo>
                <a:lnTo>
                  <a:pt x="2038" y="853"/>
                </a:lnTo>
                <a:lnTo>
                  <a:pt x="2071" y="860"/>
                </a:lnTo>
                <a:lnTo>
                  <a:pt x="2104" y="867"/>
                </a:lnTo>
                <a:lnTo>
                  <a:pt x="2137" y="874"/>
                </a:lnTo>
                <a:lnTo>
                  <a:pt x="2170" y="881"/>
                </a:lnTo>
                <a:lnTo>
                  <a:pt x="2203" y="888"/>
                </a:lnTo>
                <a:lnTo>
                  <a:pt x="2236" y="895"/>
                </a:lnTo>
                <a:lnTo>
                  <a:pt x="2268" y="901"/>
                </a:lnTo>
                <a:lnTo>
                  <a:pt x="2301" y="908"/>
                </a:lnTo>
                <a:lnTo>
                  <a:pt x="2334" y="914"/>
                </a:lnTo>
                <a:lnTo>
                  <a:pt x="2367" y="920"/>
                </a:lnTo>
                <a:lnTo>
                  <a:pt x="2400" y="926"/>
                </a:lnTo>
                <a:lnTo>
                  <a:pt x="2433" y="932"/>
                </a:lnTo>
                <a:lnTo>
                  <a:pt x="2466" y="938"/>
                </a:lnTo>
                <a:lnTo>
                  <a:pt x="2499" y="944"/>
                </a:lnTo>
                <a:lnTo>
                  <a:pt x="2532" y="950"/>
                </a:lnTo>
                <a:lnTo>
                  <a:pt x="2564" y="955"/>
                </a:lnTo>
                <a:lnTo>
                  <a:pt x="2597" y="961"/>
                </a:lnTo>
                <a:lnTo>
                  <a:pt x="2630" y="966"/>
                </a:lnTo>
                <a:lnTo>
                  <a:pt x="2663" y="971"/>
                </a:lnTo>
                <a:lnTo>
                  <a:pt x="2696" y="977"/>
                </a:lnTo>
                <a:lnTo>
                  <a:pt x="2729" y="982"/>
                </a:lnTo>
                <a:lnTo>
                  <a:pt x="2762" y="987"/>
                </a:lnTo>
                <a:lnTo>
                  <a:pt x="2795" y="992"/>
                </a:lnTo>
                <a:lnTo>
                  <a:pt x="2827" y="996"/>
                </a:lnTo>
                <a:lnTo>
                  <a:pt x="2860" y="1001"/>
                </a:lnTo>
                <a:lnTo>
                  <a:pt x="2893" y="1006"/>
                </a:lnTo>
                <a:lnTo>
                  <a:pt x="2926" y="1010"/>
                </a:lnTo>
                <a:lnTo>
                  <a:pt x="2959" y="1015"/>
                </a:lnTo>
                <a:lnTo>
                  <a:pt x="2992" y="1019"/>
                </a:lnTo>
                <a:lnTo>
                  <a:pt x="3025" y="1024"/>
                </a:lnTo>
                <a:lnTo>
                  <a:pt x="3058" y="1028"/>
                </a:lnTo>
                <a:lnTo>
                  <a:pt x="3090" y="1032"/>
                </a:lnTo>
                <a:lnTo>
                  <a:pt x="3123" y="1036"/>
                </a:lnTo>
                <a:lnTo>
                  <a:pt x="3156" y="1040"/>
                </a:lnTo>
                <a:lnTo>
                  <a:pt x="3189" y="1044"/>
                </a:lnTo>
                <a:lnTo>
                  <a:pt x="3222" y="1048"/>
                </a:lnTo>
                <a:lnTo>
                  <a:pt x="3255" y="1052"/>
                </a:lnTo>
                <a:lnTo>
                  <a:pt x="3288" y="1055"/>
                </a:lnTo>
                <a:lnTo>
                  <a:pt x="3321" y="1059"/>
                </a:lnTo>
                <a:lnTo>
                  <a:pt x="3353" y="1063"/>
                </a:lnTo>
                <a:lnTo>
                  <a:pt x="3386" y="1066"/>
                </a:lnTo>
                <a:lnTo>
                  <a:pt x="3419" y="1070"/>
                </a:lnTo>
                <a:lnTo>
                  <a:pt x="3452" y="1073"/>
                </a:lnTo>
                <a:lnTo>
                  <a:pt x="3485" y="1077"/>
                </a:lnTo>
                <a:lnTo>
                  <a:pt x="3518" y="1080"/>
                </a:lnTo>
                <a:lnTo>
                  <a:pt x="3551" y="1083"/>
                </a:lnTo>
                <a:lnTo>
                  <a:pt x="3584" y="1086"/>
                </a:lnTo>
                <a:lnTo>
                  <a:pt x="3616" y="1089"/>
                </a:lnTo>
                <a:lnTo>
                  <a:pt x="3649" y="1092"/>
                </a:lnTo>
                <a:lnTo>
                  <a:pt x="3682" y="1095"/>
                </a:lnTo>
                <a:lnTo>
                  <a:pt x="3715" y="1098"/>
                </a:lnTo>
                <a:lnTo>
                  <a:pt x="3748" y="1101"/>
                </a:lnTo>
                <a:lnTo>
                  <a:pt x="3781" y="1104"/>
                </a:lnTo>
                <a:lnTo>
                  <a:pt x="3814" y="1107"/>
                </a:lnTo>
                <a:lnTo>
                  <a:pt x="3847" y="1110"/>
                </a:lnTo>
                <a:lnTo>
                  <a:pt x="3879" y="1112"/>
                </a:lnTo>
                <a:lnTo>
                  <a:pt x="3912" y="1115"/>
                </a:lnTo>
                <a:lnTo>
                  <a:pt x="3945" y="1117"/>
                </a:lnTo>
                <a:lnTo>
                  <a:pt x="3978" y="1120"/>
                </a:lnTo>
                <a:lnTo>
                  <a:pt x="4011" y="1122"/>
                </a:lnTo>
                <a:lnTo>
                  <a:pt x="4044" y="1125"/>
                </a:lnTo>
                <a:lnTo>
                  <a:pt x="4077" y="1127"/>
                </a:lnTo>
                <a:lnTo>
                  <a:pt x="4110" y="1130"/>
                </a:lnTo>
                <a:lnTo>
                  <a:pt x="4142" y="1132"/>
                </a:lnTo>
                <a:lnTo>
                  <a:pt x="4175" y="1134"/>
                </a:lnTo>
                <a:lnTo>
                  <a:pt x="4208" y="1137"/>
                </a:lnTo>
                <a:lnTo>
                  <a:pt x="4241" y="1139"/>
                </a:lnTo>
                <a:lnTo>
                  <a:pt x="4274" y="1141"/>
                </a:lnTo>
                <a:lnTo>
                  <a:pt x="4307" y="1143"/>
                </a:lnTo>
                <a:lnTo>
                  <a:pt x="4340" y="1145"/>
                </a:lnTo>
                <a:lnTo>
                  <a:pt x="4373" y="1147"/>
                </a:lnTo>
                <a:lnTo>
                  <a:pt x="4405" y="1149"/>
                </a:lnTo>
                <a:lnTo>
                  <a:pt x="4438" y="1151"/>
                </a:lnTo>
                <a:lnTo>
                  <a:pt x="4471" y="1153"/>
                </a:lnTo>
                <a:lnTo>
                  <a:pt x="4504" y="1155"/>
                </a:lnTo>
                <a:lnTo>
                  <a:pt x="4537" y="1157"/>
                </a:lnTo>
                <a:lnTo>
                  <a:pt x="4570" y="1159"/>
                </a:lnTo>
                <a:lnTo>
                  <a:pt x="4603" y="1160"/>
                </a:lnTo>
                <a:lnTo>
                  <a:pt x="4636" y="1162"/>
                </a:lnTo>
                <a:lnTo>
                  <a:pt x="4668" y="1164"/>
                </a:lnTo>
                <a:lnTo>
                  <a:pt x="4701" y="1166"/>
                </a:lnTo>
                <a:lnTo>
                  <a:pt x="4734" y="1167"/>
                </a:lnTo>
                <a:lnTo>
                  <a:pt x="4767" y="1169"/>
                </a:lnTo>
                <a:lnTo>
                  <a:pt x="4800" y="1171"/>
                </a:lnTo>
                <a:lnTo>
                  <a:pt x="4833" y="1172"/>
                </a:lnTo>
                <a:lnTo>
                  <a:pt x="4866" y="1174"/>
                </a:lnTo>
                <a:lnTo>
                  <a:pt x="4899" y="1175"/>
                </a:lnTo>
                <a:lnTo>
                  <a:pt x="4932" y="1177"/>
                </a:lnTo>
                <a:lnTo>
                  <a:pt x="4964" y="1178"/>
                </a:lnTo>
                <a:lnTo>
                  <a:pt x="4997" y="1180"/>
                </a:lnTo>
                <a:lnTo>
                  <a:pt x="5030" y="1181"/>
                </a:lnTo>
                <a:lnTo>
                  <a:pt x="5063" y="1182"/>
                </a:lnTo>
                <a:lnTo>
                  <a:pt x="5096" y="1184"/>
                </a:lnTo>
                <a:lnTo>
                  <a:pt x="5129" y="1185"/>
                </a:lnTo>
                <a:lnTo>
                  <a:pt x="5162" y="1186"/>
                </a:lnTo>
                <a:lnTo>
                  <a:pt x="5195" y="1188"/>
                </a:lnTo>
                <a:lnTo>
                  <a:pt x="5227" y="1189"/>
                </a:lnTo>
                <a:lnTo>
                  <a:pt x="5260" y="1190"/>
                </a:lnTo>
                <a:lnTo>
                  <a:pt x="5293" y="1192"/>
                </a:lnTo>
                <a:lnTo>
                  <a:pt x="5326" y="1193"/>
                </a:lnTo>
                <a:lnTo>
                  <a:pt x="5359" y="1194"/>
                </a:lnTo>
                <a:lnTo>
                  <a:pt x="5392" y="1195"/>
                </a:lnTo>
                <a:lnTo>
                  <a:pt x="5425" y="1196"/>
                </a:lnTo>
                <a:lnTo>
                  <a:pt x="5458" y="1197"/>
                </a:lnTo>
                <a:lnTo>
                  <a:pt x="5490" y="1198"/>
                </a:lnTo>
                <a:lnTo>
                  <a:pt x="5523" y="1199"/>
                </a:lnTo>
                <a:lnTo>
                  <a:pt x="5556" y="1201"/>
                </a:lnTo>
                <a:lnTo>
                  <a:pt x="5589" y="1202"/>
                </a:lnTo>
                <a:lnTo>
                  <a:pt x="5622" y="1203"/>
                </a:lnTo>
                <a:lnTo>
                  <a:pt x="5655" y="1204"/>
                </a:lnTo>
                <a:lnTo>
                  <a:pt x="5688" y="1205"/>
                </a:lnTo>
                <a:lnTo>
                  <a:pt x="5721" y="1206"/>
                </a:lnTo>
                <a:lnTo>
                  <a:pt x="5753" y="1207"/>
                </a:lnTo>
                <a:lnTo>
                  <a:pt x="5786" y="1207"/>
                </a:lnTo>
                <a:lnTo>
                  <a:pt x="5819" y="1208"/>
                </a:lnTo>
                <a:lnTo>
                  <a:pt x="5852" y="1209"/>
                </a:lnTo>
                <a:lnTo>
                  <a:pt x="5885" y="1210"/>
                </a:lnTo>
                <a:lnTo>
                  <a:pt x="5918" y="1211"/>
                </a:lnTo>
                <a:lnTo>
                  <a:pt x="5951" y="1212"/>
                </a:lnTo>
                <a:lnTo>
                  <a:pt x="5984" y="1213"/>
                </a:lnTo>
                <a:lnTo>
                  <a:pt x="6016" y="1214"/>
                </a:lnTo>
                <a:lnTo>
                  <a:pt x="6049" y="1214"/>
                </a:lnTo>
                <a:lnTo>
                  <a:pt x="6082" y="1215"/>
                </a:lnTo>
                <a:lnTo>
                  <a:pt x="6115" y="1216"/>
                </a:lnTo>
                <a:lnTo>
                  <a:pt x="6148" y="1217"/>
                </a:lnTo>
                <a:lnTo>
                  <a:pt x="6181" y="1217"/>
                </a:lnTo>
                <a:lnTo>
                  <a:pt x="6214" y="1218"/>
                </a:lnTo>
                <a:lnTo>
                  <a:pt x="6247" y="1219"/>
                </a:lnTo>
                <a:lnTo>
                  <a:pt x="6279" y="1220"/>
                </a:lnTo>
                <a:lnTo>
                  <a:pt x="6312" y="1220"/>
                </a:lnTo>
                <a:lnTo>
                  <a:pt x="6345" y="1221"/>
                </a:lnTo>
                <a:lnTo>
                  <a:pt x="6378" y="1222"/>
                </a:lnTo>
                <a:lnTo>
                  <a:pt x="6411" y="1222"/>
                </a:lnTo>
                <a:lnTo>
                  <a:pt x="6444" y="1223"/>
                </a:lnTo>
                <a:lnTo>
                  <a:pt x="6477" y="1224"/>
                </a:lnTo>
                <a:lnTo>
                  <a:pt x="6510" y="1224"/>
                </a:lnTo>
                <a:lnTo>
                  <a:pt x="6542" y="1225"/>
                </a:lnTo>
                <a:lnTo>
                  <a:pt x="6575" y="1225"/>
                </a:lnTo>
                <a:lnTo>
                  <a:pt x="6608" y="1226"/>
                </a:lnTo>
                <a:lnTo>
                  <a:pt x="6641" y="1227"/>
                </a:lnTo>
                <a:lnTo>
                  <a:pt x="6674" y="1227"/>
                </a:lnTo>
                <a:lnTo>
                  <a:pt x="6707" y="1228"/>
                </a:lnTo>
                <a:lnTo>
                  <a:pt x="6740" y="1228"/>
                </a:lnTo>
                <a:lnTo>
                  <a:pt x="6773" y="1229"/>
                </a:lnTo>
                <a:lnTo>
                  <a:pt x="6805" y="1229"/>
                </a:lnTo>
                <a:lnTo>
                  <a:pt x="6838" y="1230"/>
                </a:lnTo>
                <a:lnTo>
                  <a:pt x="6871" y="1230"/>
                </a:lnTo>
                <a:lnTo>
                  <a:pt x="6904" y="1231"/>
                </a:lnTo>
                <a:lnTo>
                  <a:pt x="6937" y="1231"/>
                </a:lnTo>
                <a:lnTo>
                  <a:pt x="6970" y="1232"/>
                </a:lnTo>
                <a:lnTo>
                  <a:pt x="7003" y="1232"/>
                </a:lnTo>
                <a:lnTo>
                  <a:pt x="7036" y="1233"/>
                </a:lnTo>
                <a:lnTo>
                  <a:pt x="7068" y="1233"/>
                </a:lnTo>
                <a:lnTo>
                  <a:pt x="7101" y="1234"/>
                </a:lnTo>
                <a:lnTo>
                  <a:pt x="7134" y="1234"/>
                </a:lnTo>
                <a:lnTo>
                  <a:pt x="7167" y="1235"/>
                </a:lnTo>
                <a:lnTo>
                  <a:pt x="7200" y="1235"/>
                </a:lnTo>
              </a:path>
            </a:pathLst>
          </a:custGeom>
          <a:noFill/>
          <a:ln w="31750">
            <a:solidFill>
              <a:srgbClr val="686C6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Freeform 9"/>
          <p:cNvSpPr/>
          <p:nvPr/>
        </p:nvSpPr>
        <p:spPr>
          <a:xfrm>
            <a:off x="932688" y="3590849"/>
            <a:ext cx="6583680" cy="1068934"/>
          </a:xfrm>
          <a:custGeom>
            <a:avLst/>
            <a:gdLst/>
            <a:ahLst/>
            <a:cxnLst/>
            <a:rect l="l" t="t" r="r" b="b"/>
            <a:pathLst>
              <a:path w="7200" h="1169">
                <a:moveTo>
                  <a:pt x="0" y="173"/>
                </a:moveTo>
                <a:lnTo>
                  <a:pt x="33" y="192"/>
                </a:lnTo>
                <a:lnTo>
                  <a:pt x="66" y="211"/>
                </a:lnTo>
                <a:lnTo>
                  <a:pt x="99" y="229"/>
                </a:lnTo>
                <a:lnTo>
                  <a:pt x="132" y="248"/>
                </a:lnTo>
                <a:lnTo>
                  <a:pt x="164" y="266"/>
                </a:lnTo>
                <a:lnTo>
                  <a:pt x="197" y="284"/>
                </a:lnTo>
                <a:lnTo>
                  <a:pt x="230" y="301"/>
                </a:lnTo>
                <a:lnTo>
                  <a:pt x="263" y="319"/>
                </a:lnTo>
                <a:lnTo>
                  <a:pt x="296" y="336"/>
                </a:lnTo>
                <a:lnTo>
                  <a:pt x="329" y="354"/>
                </a:lnTo>
                <a:lnTo>
                  <a:pt x="362" y="371"/>
                </a:lnTo>
                <a:lnTo>
                  <a:pt x="395" y="388"/>
                </a:lnTo>
                <a:lnTo>
                  <a:pt x="427" y="404"/>
                </a:lnTo>
                <a:lnTo>
                  <a:pt x="460" y="421"/>
                </a:lnTo>
                <a:lnTo>
                  <a:pt x="493" y="437"/>
                </a:lnTo>
                <a:lnTo>
                  <a:pt x="526" y="453"/>
                </a:lnTo>
                <a:lnTo>
                  <a:pt x="559" y="469"/>
                </a:lnTo>
                <a:lnTo>
                  <a:pt x="592" y="485"/>
                </a:lnTo>
                <a:lnTo>
                  <a:pt x="625" y="501"/>
                </a:lnTo>
                <a:lnTo>
                  <a:pt x="658" y="516"/>
                </a:lnTo>
                <a:lnTo>
                  <a:pt x="690" y="531"/>
                </a:lnTo>
                <a:lnTo>
                  <a:pt x="723" y="546"/>
                </a:lnTo>
                <a:lnTo>
                  <a:pt x="756" y="561"/>
                </a:lnTo>
                <a:lnTo>
                  <a:pt x="789" y="576"/>
                </a:lnTo>
                <a:lnTo>
                  <a:pt x="822" y="591"/>
                </a:lnTo>
                <a:lnTo>
                  <a:pt x="855" y="605"/>
                </a:lnTo>
                <a:lnTo>
                  <a:pt x="888" y="619"/>
                </a:lnTo>
                <a:lnTo>
                  <a:pt x="921" y="633"/>
                </a:lnTo>
                <a:lnTo>
                  <a:pt x="953" y="647"/>
                </a:lnTo>
                <a:lnTo>
                  <a:pt x="986" y="661"/>
                </a:lnTo>
                <a:lnTo>
                  <a:pt x="1019" y="674"/>
                </a:lnTo>
                <a:lnTo>
                  <a:pt x="1052" y="687"/>
                </a:lnTo>
                <a:lnTo>
                  <a:pt x="1085" y="700"/>
                </a:lnTo>
                <a:lnTo>
                  <a:pt x="1118" y="713"/>
                </a:lnTo>
                <a:lnTo>
                  <a:pt x="1151" y="726"/>
                </a:lnTo>
                <a:lnTo>
                  <a:pt x="1184" y="739"/>
                </a:lnTo>
                <a:lnTo>
                  <a:pt x="1216" y="751"/>
                </a:lnTo>
                <a:lnTo>
                  <a:pt x="1249" y="763"/>
                </a:lnTo>
                <a:lnTo>
                  <a:pt x="1282" y="775"/>
                </a:lnTo>
                <a:lnTo>
                  <a:pt x="1315" y="787"/>
                </a:lnTo>
                <a:lnTo>
                  <a:pt x="1348" y="799"/>
                </a:lnTo>
                <a:lnTo>
                  <a:pt x="1381" y="810"/>
                </a:lnTo>
                <a:lnTo>
                  <a:pt x="1414" y="821"/>
                </a:lnTo>
                <a:lnTo>
                  <a:pt x="1447" y="833"/>
                </a:lnTo>
                <a:lnTo>
                  <a:pt x="1479" y="843"/>
                </a:lnTo>
                <a:lnTo>
                  <a:pt x="1512" y="854"/>
                </a:lnTo>
                <a:lnTo>
                  <a:pt x="1545" y="865"/>
                </a:lnTo>
                <a:lnTo>
                  <a:pt x="1578" y="875"/>
                </a:lnTo>
                <a:lnTo>
                  <a:pt x="1611" y="885"/>
                </a:lnTo>
                <a:lnTo>
                  <a:pt x="1644" y="895"/>
                </a:lnTo>
                <a:lnTo>
                  <a:pt x="1677" y="905"/>
                </a:lnTo>
                <a:lnTo>
                  <a:pt x="1710" y="915"/>
                </a:lnTo>
                <a:lnTo>
                  <a:pt x="1742" y="924"/>
                </a:lnTo>
                <a:lnTo>
                  <a:pt x="1775" y="934"/>
                </a:lnTo>
                <a:lnTo>
                  <a:pt x="1808" y="943"/>
                </a:lnTo>
                <a:lnTo>
                  <a:pt x="1841" y="952"/>
                </a:lnTo>
                <a:lnTo>
                  <a:pt x="1874" y="961"/>
                </a:lnTo>
                <a:lnTo>
                  <a:pt x="1907" y="969"/>
                </a:lnTo>
                <a:lnTo>
                  <a:pt x="1940" y="978"/>
                </a:lnTo>
                <a:lnTo>
                  <a:pt x="1973" y="986"/>
                </a:lnTo>
                <a:lnTo>
                  <a:pt x="2005" y="994"/>
                </a:lnTo>
                <a:lnTo>
                  <a:pt x="2038" y="1002"/>
                </a:lnTo>
                <a:lnTo>
                  <a:pt x="2071" y="1009"/>
                </a:lnTo>
                <a:lnTo>
                  <a:pt x="2104" y="1017"/>
                </a:lnTo>
                <a:lnTo>
                  <a:pt x="2137" y="1024"/>
                </a:lnTo>
                <a:lnTo>
                  <a:pt x="2170" y="1031"/>
                </a:lnTo>
                <a:lnTo>
                  <a:pt x="2203" y="1038"/>
                </a:lnTo>
                <a:lnTo>
                  <a:pt x="2236" y="1045"/>
                </a:lnTo>
                <a:lnTo>
                  <a:pt x="2268" y="1052"/>
                </a:lnTo>
                <a:lnTo>
                  <a:pt x="2301" y="1058"/>
                </a:lnTo>
                <a:lnTo>
                  <a:pt x="2334" y="1064"/>
                </a:lnTo>
                <a:lnTo>
                  <a:pt x="2367" y="1070"/>
                </a:lnTo>
                <a:lnTo>
                  <a:pt x="2400" y="1076"/>
                </a:lnTo>
                <a:lnTo>
                  <a:pt x="2433" y="1082"/>
                </a:lnTo>
                <a:lnTo>
                  <a:pt x="2466" y="1088"/>
                </a:lnTo>
                <a:lnTo>
                  <a:pt x="2499" y="1093"/>
                </a:lnTo>
                <a:lnTo>
                  <a:pt x="2532" y="1098"/>
                </a:lnTo>
                <a:lnTo>
                  <a:pt x="2564" y="1103"/>
                </a:lnTo>
                <a:lnTo>
                  <a:pt x="2597" y="1108"/>
                </a:lnTo>
                <a:lnTo>
                  <a:pt x="2630" y="1112"/>
                </a:lnTo>
                <a:lnTo>
                  <a:pt x="2663" y="1117"/>
                </a:lnTo>
                <a:lnTo>
                  <a:pt x="2696" y="1121"/>
                </a:lnTo>
                <a:lnTo>
                  <a:pt x="2729" y="1125"/>
                </a:lnTo>
                <a:lnTo>
                  <a:pt x="2762" y="1129"/>
                </a:lnTo>
                <a:lnTo>
                  <a:pt x="2795" y="1133"/>
                </a:lnTo>
                <a:lnTo>
                  <a:pt x="2827" y="1136"/>
                </a:lnTo>
                <a:lnTo>
                  <a:pt x="2860" y="1140"/>
                </a:lnTo>
                <a:lnTo>
                  <a:pt x="2893" y="1143"/>
                </a:lnTo>
                <a:lnTo>
                  <a:pt x="2926" y="1146"/>
                </a:lnTo>
                <a:lnTo>
                  <a:pt x="2959" y="1149"/>
                </a:lnTo>
                <a:lnTo>
                  <a:pt x="2992" y="1151"/>
                </a:lnTo>
                <a:lnTo>
                  <a:pt x="3025" y="1154"/>
                </a:lnTo>
                <a:lnTo>
                  <a:pt x="3058" y="1156"/>
                </a:lnTo>
                <a:lnTo>
                  <a:pt x="3090" y="1158"/>
                </a:lnTo>
                <a:lnTo>
                  <a:pt x="3123" y="1160"/>
                </a:lnTo>
                <a:lnTo>
                  <a:pt x="3156" y="1162"/>
                </a:lnTo>
                <a:lnTo>
                  <a:pt x="3189" y="1163"/>
                </a:lnTo>
                <a:lnTo>
                  <a:pt x="3222" y="1165"/>
                </a:lnTo>
                <a:lnTo>
                  <a:pt x="3255" y="1166"/>
                </a:lnTo>
                <a:lnTo>
                  <a:pt x="3288" y="1167"/>
                </a:lnTo>
                <a:lnTo>
                  <a:pt x="3321" y="1168"/>
                </a:lnTo>
                <a:lnTo>
                  <a:pt x="3353" y="1168"/>
                </a:lnTo>
                <a:lnTo>
                  <a:pt x="3386" y="1169"/>
                </a:lnTo>
                <a:lnTo>
                  <a:pt x="3419" y="1169"/>
                </a:lnTo>
                <a:lnTo>
                  <a:pt x="3452" y="1169"/>
                </a:lnTo>
                <a:lnTo>
                  <a:pt x="3485" y="1169"/>
                </a:lnTo>
                <a:lnTo>
                  <a:pt x="3518" y="1169"/>
                </a:lnTo>
                <a:lnTo>
                  <a:pt x="3551" y="1169"/>
                </a:lnTo>
                <a:lnTo>
                  <a:pt x="3584" y="1168"/>
                </a:lnTo>
                <a:lnTo>
                  <a:pt x="3616" y="1167"/>
                </a:lnTo>
                <a:lnTo>
                  <a:pt x="3649" y="1166"/>
                </a:lnTo>
                <a:lnTo>
                  <a:pt x="3682" y="1165"/>
                </a:lnTo>
                <a:lnTo>
                  <a:pt x="3715" y="1164"/>
                </a:lnTo>
                <a:lnTo>
                  <a:pt x="3748" y="1162"/>
                </a:lnTo>
                <a:lnTo>
                  <a:pt x="3781" y="1160"/>
                </a:lnTo>
                <a:lnTo>
                  <a:pt x="3814" y="1159"/>
                </a:lnTo>
                <a:lnTo>
                  <a:pt x="3847" y="1157"/>
                </a:lnTo>
                <a:lnTo>
                  <a:pt x="3879" y="1154"/>
                </a:lnTo>
                <a:lnTo>
                  <a:pt x="3912" y="1152"/>
                </a:lnTo>
                <a:lnTo>
                  <a:pt x="3945" y="1149"/>
                </a:lnTo>
                <a:lnTo>
                  <a:pt x="3978" y="1147"/>
                </a:lnTo>
                <a:lnTo>
                  <a:pt x="4011" y="1144"/>
                </a:lnTo>
                <a:lnTo>
                  <a:pt x="4044" y="1140"/>
                </a:lnTo>
                <a:lnTo>
                  <a:pt x="4077" y="1137"/>
                </a:lnTo>
                <a:lnTo>
                  <a:pt x="4110" y="1134"/>
                </a:lnTo>
                <a:lnTo>
                  <a:pt x="4142" y="1130"/>
                </a:lnTo>
                <a:lnTo>
                  <a:pt x="4175" y="1126"/>
                </a:lnTo>
                <a:lnTo>
                  <a:pt x="4208" y="1122"/>
                </a:lnTo>
                <a:lnTo>
                  <a:pt x="4241" y="1118"/>
                </a:lnTo>
                <a:lnTo>
                  <a:pt x="4274" y="1113"/>
                </a:lnTo>
                <a:lnTo>
                  <a:pt x="4307" y="1109"/>
                </a:lnTo>
                <a:lnTo>
                  <a:pt x="4340" y="1104"/>
                </a:lnTo>
                <a:lnTo>
                  <a:pt x="4373" y="1099"/>
                </a:lnTo>
                <a:lnTo>
                  <a:pt x="4405" y="1094"/>
                </a:lnTo>
                <a:lnTo>
                  <a:pt x="4438" y="1089"/>
                </a:lnTo>
                <a:lnTo>
                  <a:pt x="4471" y="1083"/>
                </a:lnTo>
                <a:lnTo>
                  <a:pt x="4504" y="1078"/>
                </a:lnTo>
                <a:lnTo>
                  <a:pt x="4537" y="1072"/>
                </a:lnTo>
                <a:lnTo>
                  <a:pt x="4570" y="1066"/>
                </a:lnTo>
                <a:lnTo>
                  <a:pt x="4603" y="1060"/>
                </a:lnTo>
                <a:lnTo>
                  <a:pt x="4636" y="1053"/>
                </a:lnTo>
                <a:lnTo>
                  <a:pt x="4668" y="1047"/>
                </a:lnTo>
                <a:lnTo>
                  <a:pt x="4701" y="1040"/>
                </a:lnTo>
                <a:lnTo>
                  <a:pt x="4734" y="1033"/>
                </a:lnTo>
                <a:lnTo>
                  <a:pt x="4767" y="1026"/>
                </a:lnTo>
                <a:lnTo>
                  <a:pt x="4800" y="1019"/>
                </a:lnTo>
                <a:lnTo>
                  <a:pt x="4833" y="1011"/>
                </a:lnTo>
                <a:lnTo>
                  <a:pt x="4866" y="1004"/>
                </a:lnTo>
                <a:lnTo>
                  <a:pt x="4899" y="996"/>
                </a:lnTo>
                <a:lnTo>
                  <a:pt x="4932" y="988"/>
                </a:lnTo>
                <a:lnTo>
                  <a:pt x="4964" y="980"/>
                </a:lnTo>
                <a:lnTo>
                  <a:pt x="4997" y="971"/>
                </a:lnTo>
                <a:lnTo>
                  <a:pt x="5030" y="963"/>
                </a:lnTo>
                <a:lnTo>
                  <a:pt x="5063" y="954"/>
                </a:lnTo>
                <a:lnTo>
                  <a:pt x="5096" y="945"/>
                </a:lnTo>
                <a:lnTo>
                  <a:pt x="5129" y="936"/>
                </a:lnTo>
                <a:lnTo>
                  <a:pt x="5162" y="927"/>
                </a:lnTo>
                <a:lnTo>
                  <a:pt x="5195" y="917"/>
                </a:lnTo>
                <a:lnTo>
                  <a:pt x="5227" y="908"/>
                </a:lnTo>
                <a:lnTo>
                  <a:pt x="5260" y="898"/>
                </a:lnTo>
                <a:lnTo>
                  <a:pt x="5293" y="888"/>
                </a:lnTo>
                <a:lnTo>
                  <a:pt x="5326" y="878"/>
                </a:lnTo>
                <a:lnTo>
                  <a:pt x="5359" y="867"/>
                </a:lnTo>
                <a:lnTo>
                  <a:pt x="5392" y="857"/>
                </a:lnTo>
                <a:lnTo>
                  <a:pt x="5425" y="846"/>
                </a:lnTo>
                <a:lnTo>
                  <a:pt x="5458" y="835"/>
                </a:lnTo>
                <a:lnTo>
                  <a:pt x="5490" y="824"/>
                </a:lnTo>
                <a:lnTo>
                  <a:pt x="5523" y="813"/>
                </a:lnTo>
                <a:lnTo>
                  <a:pt x="5556" y="801"/>
                </a:lnTo>
                <a:lnTo>
                  <a:pt x="5589" y="790"/>
                </a:lnTo>
                <a:lnTo>
                  <a:pt x="5622" y="778"/>
                </a:lnTo>
                <a:lnTo>
                  <a:pt x="5655" y="766"/>
                </a:lnTo>
                <a:lnTo>
                  <a:pt x="5688" y="754"/>
                </a:lnTo>
                <a:lnTo>
                  <a:pt x="5721" y="742"/>
                </a:lnTo>
                <a:lnTo>
                  <a:pt x="5753" y="729"/>
                </a:lnTo>
                <a:lnTo>
                  <a:pt x="5786" y="716"/>
                </a:lnTo>
                <a:lnTo>
                  <a:pt x="5819" y="704"/>
                </a:lnTo>
                <a:lnTo>
                  <a:pt x="5852" y="690"/>
                </a:lnTo>
                <a:lnTo>
                  <a:pt x="5885" y="677"/>
                </a:lnTo>
                <a:lnTo>
                  <a:pt x="5918" y="664"/>
                </a:lnTo>
                <a:lnTo>
                  <a:pt x="5951" y="650"/>
                </a:lnTo>
                <a:lnTo>
                  <a:pt x="5984" y="636"/>
                </a:lnTo>
                <a:lnTo>
                  <a:pt x="6016" y="623"/>
                </a:lnTo>
                <a:lnTo>
                  <a:pt x="6049" y="608"/>
                </a:lnTo>
                <a:lnTo>
                  <a:pt x="6082" y="594"/>
                </a:lnTo>
                <a:lnTo>
                  <a:pt x="6115" y="580"/>
                </a:lnTo>
                <a:lnTo>
                  <a:pt x="6148" y="565"/>
                </a:lnTo>
                <a:lnTo>
                  <a:pt x="6181" y="550"/>
                </a:lnTo>
                <a:lnTo>
                  <a:pt x="6214" y="535"/>
                </a:lnTo>
                <a:lnTo>
                  <a:pt x="6247" y="520"/>
                </a:lnTo>
                <a:lnTo>
                  <a:pt x="6279" y="504"/>
                </a:lnTo>
                <a:lnTo>
                  <a:pt x="6312" y="489"/>
                </a:lnTo>
                <a:lnTo>
                  <a:pt x="6345" y="473"/>
                </a:lnTo>
                <a:lnTo>
                  <a:pt x="6378" y="457"/>
                </a:lnTo>
                <a:lnTo>
                  <a:pt x="6411" y="441"/>
                </a:lnTo>
                <a:lnTo>
                  <a:pt x="6444" y="425"/>
                </a:lnTo>
                <a:lnTo>
                  <a:pt x="6477" y="408"/>
                </a:lnTo>
                <a:lnTo>
                  <a:pt x="6510" y="392"/>
                </a:lnTo>
                <a:lnTo>
                  <a:pt x="6542" y="375"/>
                </a:lnTo>
                <a:lnTo>
                  <a:pt x="6575" y="358"/>
                </a:lnTo>
                <a:lnTo>
                  <a:pt x="6608" y="341"/>
                </a:lnTo>
                <a:lnTo>
                  <a:pt x="6641" y="323"/>
                </a:lnTo>
                <a:lnTo>
                  <a:pt x="6674" y="306"/>
                </a:lnTo>
                <a:lnTo>
                  <a:pt x="6707" y="288"/>
                </a:lnTo>
                <a:lnTo>
                  <a:pt x="6740" y="270"/>
                </a:lnTo>
                <a:lnTo>
                  <a:pt x="6773" y="252"/>
                </a:lnTo>
                <a:lnTo>
                  <a:pt x="6805" y="234"/>
                </a:lnTo>
                <a:lnTo>
                  <a:pt x="6838" y="215"/>
                </a:lnTo>
                <a:lnTo>
                  <a:pt x="6871" y="196"/>
                </a:lnTo>
                <a:lnTo>
                  <a:pt x="6904" y="178"/>
                </a:lnTo>
                <a:lnTo>
                  <a:pt x="6937" y="159"/>
                </a:lnTo>
                <a:lnTo>
                  <a:pt x="6970" y="140"/>
                </a:lnTo>
                <a:lnTo>
                  <a:pt x="7003" y="120"/>
                </a:lnTo>
                <a:lnTo>
                  <a:pt x="7036" y="101"/>
                </a:lnTo>
                <a:lnTo>
                  <a:pt x="7068" y="81"/>
                </a:lnTo>
                <a:lnTo>
                  <a:pt x="7101" y="61"/>
                </a:lnTo>
                <a:lnTo>
                  <a:pt x="7134" y="41"/>
                </a:lnTo>
                <a:lnTo>
                  <a:pt x="7167" y="21"/>
                </a:lnTo>
                <a:lnTo>
                  <a:pt x="72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932688" y="5486400"/>
            <a:ext cx="18288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simpler</a:t>
            </a:r>
          </a:p>
        </p:txBody>
      </p:sp>
      <p:sp>
        <p:nvSpPr>
          <p:cNvPr id="12" name="TextBox 11"/>
          <p:cNvSpPr txBox="1"/>
          <p:nvPr/>
        </p:nvSpPr>
        <p:spPr>
          <a:xfrm>
            <a:off x="5961888" y="5486400"/>
            <a:ext cx="219456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more flexible →</a:t>
            </a:r>
          </a:p>
        </p:txBody>
      </p:sp>
      <p:sp>
        <p:nvSpPr>
          <p:cNvPr id="13" name="TextBox 12"/>
          <p:cNvSpPr txBox="1"/>
          <p:nvPr/>
        </p:nvSpPr>
        <p:spPr>
          <a:xfrm>
            <a:off x="1051560" y="2377440"/>
            <a:ext cx="1828800" cy="320040"/>
          </a:xfrm>
          <a:prstGeom prst="rect">
            <a:avLst/>
          </a:prstGeom>
          <a:noFill/>
        </p:spPr>
        <p:txBody>
          <a:bodyPr wrap="square" lIns="0" rIns="0" tIns="0" bIns="0">
            <a:spAutoFit/>
          </a:bodyPr>
          <a:lstStyle/>
          <a:p>
            <a:pPr>
              <a:spcAft>
                <a:spcPts val="0"/>
              </a:spcAft>
              <a:defRPr sz="1600" b="0">
                <a:solidFill>
                  <a:srgbClr val="686C66"/>
                </a:solidFill>
                <a:latin typeface="Arial"/>
              </a:defRPr>
            </a:pPr>
            <a:r>
              <a:t>Underfit</a:t>
            </a:r>
          </a:p>
        </p:txBody>
      </p:sp>
      <p:sp>
        <p:nvSpPr>
          <p:cNvPr id="14" name="TextBox 13"/>
          <p:cNvSpPr txBox="1"/>
          <p:nvPr/>
        </p:nvSpPr>
        <p:spPr>
          <a:xfrm>
            <a:off x="3657600" y="2377440"/>
            <a:ext cx="1828800" cy="320040"/>
          </a:xfrm>
          <a:prstGeom prst="rect">
            <a:avLst/>
          </a:prstGeom>
          <a:noFill/>
        </p:spPr>
        <p:txBody>
          <a:bodyPr wrap="square" lIns="0" rIns="0" tIns="0" bIns="0">
            <a:spAutoFit/>
          </a:bodyPr>
          <a:lstStyle/>
          <a:p>
            <a:pPr>
              <a:spcAft>
                <a:spcPts val="0"/>
              </a:spcAft>
              <a:defRPr sz="1600" b="0">
                <a:solidFill>
                  <a:srgbClr val="181D16"/>
                </a:solidFill>
                <a:latin typeface="Arial"/>
              </a:defRPr>
            </a:pPr>
            <a:r>
              <a:t>Balance</a:t>
            </a:r>
          </a:p>
        </p:txBody>
      </p:sp>
      <p:sp>
        <p:nvSpPr>
          <p:cNvPr id="15" name="TextBox 14"/>
          <p:cNvSpPr txBox="1"/>
          <p:nvPr/>
        </p:nvSpPr>
        <p:spPr>
          <a:xfrm>
            <a:off x="6163056" y="2377440"/>
            <a:ext cx="1828800" cy="320040"/>
          </a:xfrm>
          <a:prstGeom prst="rect">
            <a:avLst/>
          </a:prstGeom>
          <a:noFill/>
        </p:spPr>
        <p:txBody>
          <a:bodyPr wrap="square" lIns="0" rIns="0" tIns="0" bIns="0">
            <a:spAutoFit/>
          </a:bodyPr>
          <a:lstStyle/>
          <a:p>
            <a:pPr>
              <a:spcAft>
                <a:spcPts val="0"/>
              </a:spcAft>
              <a:defRPr sz="1600" b="0">
                <a:solidFill>
                  <a:srgbClr val="686C66"/>
                </a:solidFill>
                <a:latin typeface="Arial"/>
              </a:defRPr>
            </a:pPr>
            <a:r>
              <a:t>Overfit</a:t>
            </a:r>
          </a:p>
        </p:txBody>
      </p:sp>
      <p:sp>
        <p:nvSpPr>
          <p:cNvPr id="16" name="TextBox 15"/>
          <p:cNvSpPr txBox="1"/>
          <p:nvPr/>
        </p:nvSpPr>
        <p:spPr>
          <a:xfrm>
            <a:off x="8275320" y="3401568"/>
            <a:ext cx="3200400" cy="1280160"/>
          </a:xfrm>
          <a:prstGeom prst="rect">
            <a:avLst/>
          </a:prstGeom>
          <a:noFill/>
        </p:spPr>
        <p:txBody>
          <a:bodyPr wrap="square" lIns="0" rIns="0" tIns="0" bIns="0">
            <a:spAutoFit/>
          </a:bodyPr>
          <a:lstStyle/>
          <a:p>
            <a:pPr>
              <a:spcAft>
                <a:spcPts val="0"/>
              </a:spcAft>
              <a:defRPr sz="2800" b="0">
                <a:solidFill>
                  <a:srgbClr val="181D16"/>
                </a:solidFill>
                <a:latin typeface="Arial"/>
              </a:defRPr>
            </a:pPr>
            <a:r>
              <a:t>Choose using</a:t>
            </a:r>
          </a:p>
          <a:p>
            <a:pPr>
              <a:spcAft>
                <a:spcPts val="0"/>
              </a:spcAft>
              <a:defRPr sz="2800" b="0">
                <a:solidFill>
                  <a:srgbClr val="181D16"/>
                </a:solidFill>
                <a:latin typeface="Arial"/>
              </a:defRPr>
            </a:pPr>
            <a:r>
              <a:t>validation data.</a:t>
            </a:r>
          </a:p>
        </p:txBody>
      </p:sp>
      <p:cxnSp>
        <p:nvCxnSpPr>
          <p:cNvPr id="17" name="Connector 16"/>
          <p:cNvCxnSpPr/>
          <p:nvPr/>
        </p:nvCxnSpPr>
        <p:spPr>
          <a:xfrm>
            <a:off x="841248" y="5989320"/>
            <a:ext cx="256032" cy="0"/>
          </a:xfrm>
          <a:prstGeom prst="line">
            <a:avLst/>
          </a:prstGeom>
          <a:ln w="25400">
            <a:solidFill>
              <a:srgbClr val="686C66"/>
            </a:solidFill>
          </a:ln>
        </p:spPr>
        <p:style>
          <a:lnRef idx="2">
            <a:schemeClr val="accent1"/>
          </a:lnRef>
          <a:fillRef idx="0">
            <a:schemeClr val="accent1"/>
          </a:fillRef>
          <a:effectRef idx="0">
            <a:schemeClr val="accent1"/>
          </a:effectRef>
          <a:fontRef idx="minor">
            <a:schemeClr val="tx1"/>
          </a:fontRef>
        </p:style>
      </p:cxnSp>
      <p:sp>
        <p:nvSpPr>
          <p:cNvPr id="18" name="TextBox 17"/>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training loss</a:t>
            </a:r>
          </a:p>
        </p:txBody>
      </p:sp>
      <p:cxnSp>
        <p:nvCxnSpPr>
          <p:cNvPr id="19" name="Connector 18"/>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20" name="TextBox 19"/>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expected test loss</a:t>
            </a:r>
          </a:p>
        </p:txBody>
      </p:sp>
      <p:sp>
        <p:nvSpPr>
          <p:cNvPr id="21" name="TextBox 20"/>
          <p:cNvSpPr txBox="1"/>
          <p:nvPr/>
        </p:nvSpPr>
        <p:spPr>
          <a:xfrm>
            <a:off x="8266175" y="5888736"/>
            <a:ext cx="3108960" cy="274320"/>
          </a:xfrm>
          <a:prstGeom prst="rect">
            <a:avLst/>
          </a:prstGeom>
          <a:noFill/>
        </p:spPr>
        <p:txBody>
          <a:bodyPr wrap="square" lIns="0" rIns="0" tIns="0" bIns="0">
            <a:spAutoFit/>
          </a:bodyPr>
          <a:lstStyle/>
          <a:p>
            <a:pPr>
              <a:spcAft>
                <a:spcPts val="0"/>
              </a:spcAft>
              <a:defRPr sz="1200" b="0">
                <a:solidFill>
                  <a:srgbClr val="686C66"/>
                </a:solidFill>
                <a:latin typeface="Arial"/>
              </a:defRPr>
            </a:pPr>
            <a:r>
              <a:t>Schematic, not measured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sp>
        <p:nvSpPr>
          <p:cNvPr id="2" name="TextBox 1"/>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The smallest training loss can lose.</a:t>
            </a:r>
          </a:p>
        </p:txBody>
      </p:sp>
      <p:cxnSp>
        <p:nvCxnSpPr>
          <p:cNvPr id="3" name="Connector 2"/>
          <p:cNvCxnSpPr/>
          <p:nvPr/>
        </p:nvCxnSpPr>
        <p:spPr>
          <a:xfrm>
            <a:off x="594360" y="6419088"/>
            <a:ext cx="109728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07/08</a:t>
            </a:r>
          </a:p>
        </p:txBody>
      </p:sp>
      <p:graphicFrame>
        <p:nvGraphicFramePr>
          <p:cNvPr id="5" name="Table 4"/>
          <p:cNvGraphicFramePr>
            <a:graphicFrameLocks noGrp="1"/>
          </p:cNvGraphicFramePr>
          <p:nvPr/>
        </p:nvGraphicFramePr>
        <p:xfrm>
          <a:off x="786384" y="2834640"/>
          <a:ext cx="10579608" cy="2331720"/>
        </p:xfrm>
        <a:graphic>
          <a:graphicData uri="http://schemas.openxmlformats.org/drawingml/2006/table">
            <a:tbl>
              <a:tblPr firstRow="1" bandRow="1">
                <a:tableStyleId>{5C22544A-7EE6-4342-B048-85BDC9FD1C3A}</a:tableStyleId>
              </a:tblPr>
              <a:tblGrid>
                <a:gridCol w="3154680"/>
                <a:gridCol w="2487168"/>
                <a:gridCol w="2468880"/>
                <a:gridCol w="2468880"/>
              </a:tblGrid>
              <a:tr h="582930">
                <a:tc>
                  <a:txBody>
                    <a:bodyPr/>
                    <a:lstStyle/>
                    <a:p>
                      <a:pPr>
                        <a:defRPr sz="1600" b="0">
                          <a:solidFill>
                            <a:srgbClr val="686C66"/>
                          </a:solidFill>
                          <a:latin typeface="Arial"/>
                        </a:defRPr>
                      </a:pPr>
                      <a:r>
                        <a:t>Fit</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1600" b="0">
                          <a:solidFill>
                            <a:srgbClr val="686C66"/>
                          </a:solidFill>
                          <a:latin typeface="Arial"/>
                        </a:defRPr>
                      </a:pPr>
                      <a:r>
                        <a:t>Model degree</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1600" b="0">
                          <a:solidFill>
                            <a:srgbClr val="686C66"/>
                          </a:solidFill>
                          <a:latin typeface="Arial"/>
                        </a:defRPr>
                      </a:pPr>
                      <a:r>
                        <a:t>Training MSE ↓</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1600" b="0">
                          <a:solidFill>
                            <a:srgbClr val="686C66"/>
                          </a:solidFill>
                          <a:latin typeface="Arial"/>
                        </a:defRPr>
                      </a:pPr>
                      <a:r>
                        <a:t>Testing MSE ↓</a:t>
                      </a:r>
                    </a:p>
                  </a:txBody>
                  <a:tcPr marL="164592" marT="146304" marR="109728" marB="73152">
                    <a:solidFill>
                      <a:srgbClr val="F5F5F4"/>
                    </a:solidFill>
                    <a:lnL w="0">
                      <a:noFill/>
                    </a:lnL>
                    <a:lnR w="0">
                      <a:noFill/>
                    </a:lnR>
                    <a:lnT w="0">
                      <a:noFill/>
                    </a:lnT>
                    <a:lnB w="6350">
                      <a:solidFill>
                        <a:srgbClr val="D4D6D0"/>
                      </a:solidFill>
                    </a:lnB>
                  </a:tcPr>
                </a:tc>
              </a:tr>
              <a:tr h="582930">
                <a:tc>
                  <a:txBody>
                    <a:bodyPr/>
                    <a:lstStyle/>
                    <a:p>
                      <a:pPr>
                        <a:defRPr sz="2400" b="0">
                          <a:solidFill>
                            <a:srgbClr val="181D16"/>
                          </a:solidFill>
                          <a:latin typeface="Arial"/>
                        </a:defRPr>
                      </a:pPr>
                      <a:r>
                        <a:t>Underfitting</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1</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0.251</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0.183</a:t>
                      </a:r>
                    </a:p>
                  </a:txBody>
                  <a:tcPr marL="164592" marT="146304" marR="109728" marB="73152">
                    <a:solidFill>
                      <a:srgbClr val="F5F5F4"/>
                    </a:solidFill>
                    <a:lnL w="0">
                      <a:noFill/>
                    </a:lnL>
                    <a:lnR w="0">
                      <a:noFill/>
                    </a:lnR>
                    <a:lnT w="0">
                      <a:noFill/>
                    </a:lnT>
                    <a:lnB w="6350">
                      <a:solidFill>
                        <a:srgbClr val="D4D6D0"/>
                      </a:solidFill>
                    </a:lnB>
                  </a:tcPr>
                </a:tc>
              </a:tr>
              <a:tr h="582930">
                <a:tc>
                  <a:txBody>
                    <a:bodyPr/>
                    <a:lstStyle/>
                    <a:p>
                      <a:pPr>
                        <a:defRPr sz="2400" b="1">
                          <a:solidFill>
                            <a:srgbClr val="181D16"/>
                          </a:solidFill>
                          <a:latin typeface="Arial"/>
                        </a:defRPr>
                      </a:pPr>
                      <a:r>
                        <a:t>Good fit</a:t>
                      </a:r>
                    </a:p>
                  </a:txBody>
                  <a:tcPr marL="164592" marT="146304" marR="109728" marB="73152">
                    <a:solidFill>
                      <a:srgbClr val="E8E3EF"/>
                    </a:solidFill>
                    <a:lnL w="0">
                      <a:noFill/>
                    </a:lnL>
                    <a:lnR w="0">
                      <a:noFill/>
                    </a:lnR>
                    <a:lnT w="0">
                      <a:noFill/>
                    </a:lnT>
                    <a:lnB w="6350">
                      <a:solidFill>
                        <a:srgbClr val="D4D6D0"/>
                      </a:solidFill>
                    </a:lnB>
                  </a:tcPr>
                </a:tc>
                <a:tc>
                  <a:txBody>
                    <a:bodyPr/>
                    <a:lstStyle/>
                    <a:p>
                      <a:pPr>
                        <a:defRPr sz="2400" b="1">
                          <a:solidFill>
                            <a:srgbClr val="181D16"/>
                          </a:solidFill>
                          <a:latin typeface="Arial"/>
                        </a:defRPr>
                      </a:pPr>
                      <a:r>
                        <a:t>2</a:t>
                      </a:r>
                    </a:p>
                  </a:txBody>
                  <a:tcPr marL="164592" marT="146304" marR="109728" marB="73152">
                    <a:solidFill>
                      <a:srgbClr val="E8E3EF"/>
                    </a:solidFill>
                    <a:lnL w="0">
                      <a:noFill/>
                    </a:lnL>
                    <a:lnR w="0">
                      <a:noFill/>
                    </a:lnR>
                    <a:lnT w="0">
                      <a:noFill/>
                    </a:lnT>
                    <a:lnB w="6350">
                      <a:solidFill>
                        <a:srgbClr val="D4D6D0"/>
                      </a:solidFill>
                    </a:lnB>
                  </a:tcPr>
                </a:tc>
                <a:tc>
                  <a:txBody>
                    <a:bodyPr/>
                    <a:lstStyle/>
                    <a:p>
                      <a:pPr>
                        <a:defRPr sz="2400" b="1">
                          <a:solidFill>
                            <a:srgbClr val="181D16"/>
                          </a:solidFill>
                          <a:latin typeface="Arial"/>
                        </a:defRPr>
                      </a:pPr>
                      <a:r>
                        <a:t>0.021</a:t>
                      </a:r>
                    </a:p>
                  </a:txBody>
                  <a:tcPr marL="164592" marT="146304" marR="109728" marB="73152">
                    <a:solidFill>
                      <a:srgbClr val="E8E3EF"/>
                    </a:solidFill>
                    <a:lnL w="0">
                      <a:noFill/>
                    </a:lnL>
                    <a:lnR w="0">
                      <a:noFill/>
                    </a:lnR>
                    <a:lnT w="0">
                      <a:noFill/>
                    </a:lnT>
                    <a:lnB w="6350">
                      <a:solidFill>
                        <a:srgbClr val="D4D6D0"/>
                      </a:solidFill>
                    </a:lnB>
                  </a:tcPr>
                </a:tc>
                <a:tc>
                  <a:txBody>
                    <a:bodyPr/>
                    <a:lstStyle/>
                    <a:p>
                      <a:pPr>
                        <a:defRPr sz="2400" b="1">
                          <a:solidFill>
                            <a:srgbClr val="181D16"/>
                          </a:solidFill>
                          <a:latin typeface="Arial"/>
                        </a:defRPr>
                      </a:pPr>
                      <a:r>
                        <a:t>0.027</a:t>
                      </a:r>
                    </a:p>
                  </a:txBody>
                  <a:tcPr marL="164592" marT="146304" marR="109728" marB="73152">
                    <a:solidFill>
                      <a:srgbClr val="E8E3EF"/>
                    </a:solidFill>
                    <a:lnL w="0">
                      <a:noFill/>
                    </a:lnL>
                    <a:lnR w="0">
                      <a:noFill/>
                    </a:lnR>
                    <a:lnT w="0">
                      <a:noFill/>
                    </a:lnT>
                    <a:lnB w="6350">
                      <a:solidFill>
                        <a:srgbClr val="D4D6D0"/>
                      </a:solidFill>
                    </a:lnB>
                  </a:tcPr>
                </a:tc>
              </a:tr>
              <a:tr h="582930">
                <a:tc>
                  <a:txBody>
                    <a:bodyPr/>
                    <a:lstStyle/>
                    <a:p>
                      <a:pPr>
                        <a:defRPr sz="2400" b="0">
                          <a:solidFill>
                            <a:srgbClr val="181D16"/>
                          </a:solidFill>
                          <a:latin typeface="Arial"/>
                        </a:defRPr>
                      </a:pPr>
                      <a:r>
                        <a:t>Overfitting</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12</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0.008</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0.043</a:t>
                      </a:r>
                    </a:p>
                  </a:txBody>
                  <a:tcPr marL="164592" marT="146304" marR="109728" marB="73152">
                    <a:solidFill>
                      <a:srgbClr val="F5F5F4"/>
                    </a:solidFill>
                    <a:lnL w="0">
                      <a:noFill/>
                    </a:lnL>
                    <a:lnR w="0">
                      <a:noFill/>
                    </a:lnR>
                    <a:lnT w="0">
                      <a:noFill/>
                    </a:lnT>
                    <a:lnB w="6350">
                      <a:solidFill>
                        <a:srgbClr val="D4D6D0"/>
                      </a:solidFill>
                    </a:lnB>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1508760"/>
          </a:xfrm>
          <a:prstGeom prst="rect">
            <a:avLst/>
          </a:prstGeom>
          <a:noFill/>
        </p:spPr>
        <p:txBody>
          <a:bodyPr wrap="square" lIns="0" rIns="0" tIns="0" bIns="0">
            <a:spAutoFit/>
          </a:bodyPr>
          <a:lstStyle/>
          <a:p>
            <a:pPr>
              <a:spcAft>
                <a:spcPts val="0"/>
              </a:spcAft>
              <a:defRPr sz="4800" b="0">
                <a:solidFill>
                  <a:srgbClr val="181D16"/>
                </a:solidFill>
                <a:latin typeface="Arial"/>
              </a:defRPr>
            </a:pPr>
            <a:r>
              <a:t>Learn the pattern.</a:t>
            </a:r>
          </a:p>
          <a:p>
            <a:pPr>
              <a:spcAft>
                <a:spcPts val="0"/>
              </a:spcAft>
              <a:defRPr sz="4800" b="0">
                <a:solidFill>
                  <a:srgbClr val="181D16"/>
                </a:solidFill>
                <a:latin typeface="Arial"/>
              </a:defRPr>
            </a:pPr>
            <a:r>
              <a:t>Not the noise.</a:t>
            </a:r>
          </a:p>
        </p:txBody>
      </p:sp>
      <p:cxnSp>
        <p:nvCxnSpPr>
          <p:cNvPr id="4" name="Connector 3"/>
          <p:cNvCxnSpPr/>
          <p:nvPr/>
        </p:nvCxnSpPr>
        <p:spPr>
          <a:xfrm>
            <a:off x="594360" y="6419088"/>
            <a:ext cx="109728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08/08</a:t>
            </a:r>
          </a:p>
        </p:txBody>
      </p:sp>
      <p:cxnSp>
        <p:nvCxnSpPr>
          <p:cNvPr id="6" name="Connector 5"/>
          <p:cNvCxnSpPr/>
          <p:nvPr/>
        </p:nvCxnSpPr>
        <p:spPr>
          <a:xfrm>
            <a:off x="612648" y="4023360"/>
            <a:ext cx="315468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612648" y="4261104"/>
            <a:ext cx="3200400" cy="274320"/>
          </a:xfrm>
          <a:prstGeom prst="rect">
            <a:avLst/>
          </a:prstGeom>
          <a:noFill/>
        </p:spPr>
        <p:txBody>
          <a:bodyPr wrap="square" lIns="0" rIns="0" tIns="0" bIns="0">
            <a:spAutoFit/>
          </a:bodyPr>
          <a:lstStyle/>
          <a:p>
            <a:pPr>
              <a:spcAft>
                <a:spcPts val="0"/>
              </a:spcAft>
              <a:defRPr sz="1200" b="0">
                <a:solidFill>
                  <a:srgbClr val="686C66"/>
                </a:solidFill>
                <a:latin typeface="Arial"/>
              </a:defRPr>
            </a:pPr>
            <a:r>
              <a:t>BIAS</a:t>
            </a:r>
          </a:p>
        </p:txBody>
      </p:sp>
      <p:sp>
        <p:nvSpPr>
          <p:cNvPr id="8" name="TextBox 7"/>
          <p:cNvSpPr txBox="1"/>
          <p:nvPr/>
        </p:nvSpPr>
        <p:spPr>
          <a:xfrm>
            <a:off x="612648" y="4681728"/>
            <a:ext cx="3291840" cy="868680"/>
          </a:xfrm>
          <a:prstGeom prst="rect">
            <a:avLst/>
          </a:prstGeom>
          <a:noFill/>
        </p:spPr>
        <p:txBody>
          <a:bodyPr wrap="square" lIns="0" rIns="0" tIns="0" bIns="0">
            <a:spAutoFit/>
          </a:bodyPr>
          <a:lstStyle/>
          <a:p>
            <a:pPr>
              <a:spcAft>
                <a:spcPts val="0"/>
              </a:spcAft>
              <a:defRPr sz="2300" b="0">
                <a:solidFill>
                  <a:srgbClr val="181D16"/>
                </a:solidFill>
                <a:latin typeface="Arial"/>
              </a:defRPr>
            </a:pPr>
            <a:r>
              <a:t>Too rigid to capture</a:t>
            </a:r>
          </a:p>
          <a:p>
            <a:pPr>
              <a:spcAft>
                <a:spcPts val="0"/>
              </a:spcAft>
              <a:defRPr sz="2300" b="0">
                <a:solidFill>
                  <a:srgbClr val="181D16"/>
                </a:solidFill>
                <a:latin typeface="Arial"/>
              </a:defRPr>
            </a:pPr>
            <a:r>
              <a:t>the relationship.</a:t>
            </a:r>
          </a:p>
        </p:txBody>
      </p:sp>
      <p:cxnSp>
        <p:nvCxnSpPr>
          <p:cNvPr id="9" name="Connector 8"/>
          <p:cNvCxnSpPr/>
          <p:nvPr/>
        </p:nvCxnSpPr>
        <p:spPr>
          <a:xfrm>
            <a:off x="4361688" y="4023360"/>
            <a:ext cx="3154679"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10" name="TextBox 9"/>
          <p:cNvSpPr txBox="1"/>
          <p:nvPr/>
        </p:nvSpPr>
        <p:spPr>
          <a:xfrm>
            <a:off x="4361688" y="4261104"/>
            <a:ext cx="3200400" cy="274320"/>
          </a:xfrm>
          <a:prstGeom prst="rect">
            <a:avLst/>
          </a:prstGeom>
          <a:noFill/>
        </p:spPr>
        <p:txBody>
          <a:bodyPr wrap="square" lIns="0" rIns="0" tIns="0" bIns="0">
            <a:spAutoFit/>
          </a:bodyPr>
          <a:lstStyle/>
          <a:p>
            <a:pPr>
              <a:spcAft>
                <a:spcPts val="0"/>
              </a:spcAft>
              <a:defRPr sz="1200" b="0">
                <a:solidFill>
                  <a:srgbClr val="686C66"/>
                </a:solidFill>
                <a:latin typeface="Arial"/>
              </a:defRPr>
            </a:pPr>
            <a:r>
              <a:t>VARIANCE</a:t>
            </a:r>
          </a:p>
        </p:txBody>
      </p:sp>
      <p:sp>
        <p:nvSpPr>
          <p:cNvPr id="11" name="TextBox 10"/>
          <p:cNvSpPr txBox="1"/>
          <p:nvPr/>
        </p:nvSpPr>
        <p:spPr>
          <a:xfrm>
            <a:off x="4361688" y="4681728"/>
            <a:ext cx="3291840" cy="868680"/>
          </a:xfrm>
          <a:prstGeom prst="rect">
            <a:avLst/>
          </a:prstGeom>
          <a:noFill/>
        </p:spPr>
        <p:txBody>
          <a:bodyPr wrap="square" lIns="0" rIns="0" tIns="0" bIns="0">
            <a:spAutoFit/>
          </a:bodyPr>
          <a:lstStyle/>
          <a:p>
            <a:pPr>
              <a:spcAft>
                <a:spcPts val="0"/>
              </a:spcAft>
              <a:defRPr sz="2300" b="0">
                <a:solidFill>
                  <a:srgbClr val="181D16"/>
                </a:solidFill>
                <a:latin typeface="Arial"/>
              </a:defRPr>
            </a:pPr>
            <a:r>
              <a:t>Too sensitive to</a:t>
            </a:r>
          </a:p>
          <a:p>
            <a:pPr>
              <a:spcAft>
                <a:spcPts val="0"/>
              </a:spcAft>
              <a:defRPr sz="2300" b="0">
                <a:solidFill>
                  <a:srgbClr val="181D16"/>
                </a:solidFill>
                <a:latin typeface="Arial"/>
              </a:defRPr>
            </a:pPr>
            <a:r>
              <a:t>the training sample.</a:t>
            </a:r>
          </a:p>
        </p:txBody>
      </p:sp>
      <p:cxnSp>
        <p:nvCxnSpPr>
          <p:cNvPr id="12" name="Connector 11"/>
          <p:cNvCxnSpPr/>
          <p:nvPr/>
        </p:nvCxnSpPr>
        <p:spPr>
          <a:xfrm>
            <a:off x="8092440" y="4023360"/>
            <a:ext cx="315468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8092440" y="4261104"/>
            <a:ext cx="3200400" cy="274320"/>
          </a:xfrm>
          <a:prstGeom prst="rect">
            <a:avLst/>
          </a:prstGeom>
          <a:noFill/>
        </p:spPr>
        <p:txBody>
          <a:bodyPr wrap="square" lIns="0" rIns="0" tIns="0" bIns="0">
            <a:spAutoFit/>
          </a:bodyPr>
          <a:lstStyle/>
          <a:p>
            <a:pPr>
              <a:spcAft>
                <a:spcPts val="0"/>
              </a:spcAft>
              <a:defRPr sz="1200" b="0">
                <a:solidFill>
                  <a:srgbClr val="686C66"/>
                </a:solidFill>
                <a:latin typeface="Arial"/>
              </a:defRPr>
            </a:pPr>
            <a:r>
              <a:t>GENERALIZATION</a:t>
            </a:r>
          </a:p>
        </p:txBody>
      </p:sp>
      <p:sp>
        <p:nvSpPr>
          <p:cNvPr id="14" name="TextBox 13"/>
          <p:cNvSpPr txBox="1"/>
          <p:nvPr/>
        </p:nvSpPr>
        <p:spPr>
          <a:xfrm>
            <a:off x="8092440" y="4681728"/>
            <a:ext cx="3291840" cy="868680"/>
          </a:xfrm>
          <a:prstGeom prst="rect">
            <a:avLst/>
          </a:prstGeom>
          <a:noFill/>
        </p:spPr>
        <p:txBody>
          <a:bodyPr wrap="square" lIns="0" rIns="0" tIns="0" bIns="0">
            <a:spAutoFit/>
          </a:bodyPr>
          <a:lstStyle/>
          <a:p>
            <a:pPr>
              <a:spcAft>
                <a:spcPts val="0"/>
              </a:spcAft>
              <a:defRPr sz="2300" b="0">
                <a:solidFill>
                  <a:srgbClr val="181D16"/>
                </a:solidFill>
                <a:latin typeface="Arial"/>
              </a:defRPr>
            </a:pPr>
            <a:r>
              <a:t>How well it predicts</a:t>
            </a:r>
          </a:p>
          <a:p>
            <a:pPr>
              <a:spcAft>
                <a:spcPts val="0"/>
              </a:spcAft>
              <a:defRPr sz="2300" b="0">
                <a:solidFill>
                  <a:srgbClr val="181D16"/>
                </a:solidFill>
                <a:latin typeface="Arial"/>
              </a:defRPr>
            </a:pPr>
            <a:r>
              <a:t>new observations.</a:t>
            </a:r>
          </a:p>
        </p:txBody>
      </p:sp>
      <p:sp>
        <p:nvSpPr>
          <p:cNvPr id="15" name="TextBox 14"/>
          <p:cNvSpPr txBox="1"/>
          <p:nvPr/>
        </p:nvSpPr>
        <p:spPr>
          <a:xfrm>
            <a:off x="612648" y="5833872"/>
            <a:ext cx="10881360" cy="365760"/>
          </a:xfrm>
          <a:prstGeom prst="rect">
            <a:avLst/>
          </a:prstGeom>
          <a:noFill/>
        </p:spPr>
        <p:txBody>
          <a:bodyPr wrap="square" lIns="0" rIns="0" tIns="0" bIns="0">
            <a:spAutoFit/>
          </a:bodyPr>
          <a:lstStyle/>
          <a:p>
            <a:pPr>
              <a:spcAft>
                <a:spcPts val="0"/>
              </a:spcAft>
              <a:defRPr sz="2300" b="0">
                <a:solidFill>
                  <a:srgbClr val="C65326"/>
                </a:solidFill>
                <a:latin typeface="Arial"/>
              </a:defRPr>
            </a:pPr>
            <a:r>
              <a:t>Tune on validation. Report on the untouched test set.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bias–variance tradeoff</dc:title>
  <dc:subject>CMPSC 448 — an example-first introduction</dc:subject>
  <dc:creator>CMPSC 448</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