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question: If we collected our training data again, would we get exactly the same observations? Both panels use the same 20 x positions and the same underlying relationship, y = 0.3 + 0.4x + 1.3x² + noise. Only the independent Gaussian output noise changes, with standard deviation 0.4. Sample A is the original fixed-seed dataset; sample B is another draw. This is a controlled thought experiment, not train versus test and not distribution shift. We have not fitted a model yet. The other presentation explains underfitting and overfitting; our focus is what changes across training samples and why it matters for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exact same samples A and B from slide 1, and fit the same degree-12 polynomial procedure separately to each. Keep the inputs, model family, and fitting method fixed. At x = 0.5, A predicts 0.96 and B predicts 0.40. The vertical guides mark that identical input. The orange dots are model predictions, not additional observations. Retraining changed the prediction even though the underlying problem did not change. Two samples illustrate the idea; they do not estimate population variance reliably. We now repeat the experiment eight times.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pale curve is a model fitted to one of eight training samples, including A and B. Every degree sees exactly the same eight samples. The orange curve is the pointwise arithmetic average of those eight predictions, not a ninth fit and not the true relationship. At any fixed input, variance describes the spread of predictions around their average across training samples. The degree-12 procedure is more sensitive here; the degree-2 procedure is more stable. Wiggliness by itself is not the definition of variance, and variance is not the scatter of the raw data. Eight curves are a teaching illustration, not a precise population estimate. Axis limits are identical; curve portions outside the visible range are omitted. Flexibility need not produce high variance in every setting; sample size and regularization also matter.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reveal the true regression function, shown as the dashed curve. We know it because this is synthetic data; it is usually unknown in practice. These are degree-1 fits to the same eight samples. They cluster, yet their average misses the curved relationship. At x = 0 the average shown predicts 0.79, while the true mean output is 0.30; the vertical segment marks that gap. Bias at a fixed input is the expected model prediction over training samples minus the true regression function at that input. The displayed eight-fit average is only a finite-sample approximation to that expectation. Bias is not a single model's residual against one noisy observation. Low variance does not guarantee low bias. A straight-line family is too restrictive for this quadratic relationship, connecting briefly to the other student's underfitting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degree-2 fits from slide 3, now with the true pattern revealed. All data, noise levels, and axes remain unchanged. Their average is close to the true relationship, unlike the degree-1 average; their spread is smaller than the degree-12 spread. Low bias and low variance are relative descriptions for this controlled example, not claims of zero prediction error. Because the quadratic family contains the true function and noise has mean zero, fixed-design least squares is unbiased here in expectation. The eight-fit average need not equal truth exactly. Increasing flexibility from a line to a quadratic reduces systematic error; increasing it further can add sensitivity without useful signal. That is the tradeoff, not a universal requirement that bias and variance must always move in opposite directions.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equality is the squared-error decomposition at a fixed input x: E[(f_hat_D(x) - Y_new)²] = (E_D[f_hat_D(x)] - f(x))² + Var_D[f_hat_D(x)] + Var(Y_new | x). Average over random training datasets D and independent fresh output noise, with Y_new = f(x) + epsilon and E[epsilon | x] = 0. The noise term is conditional variance, not standard deviation; here it is 0.4² = 0.16. Even a predictor equal to the true mean function cannot predict the random noise in a fresh observation. The decomposition is not a formula for one observed residual or one training loss, and is not generally valid in this form for classification error or every loss function. Noise is irreducible relative to the information available to the model; better measurements or extra informative features can change that information. The build checks the finite-ensemble squared-error identity numerically. Do not imply the displayed eight curves are the full population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audience to distinguish two cases: all retrained models agree but miss the true mean, versus retrained models disagree strongly at the same input. The first signals systematic bias; the second signals variance. A single fitted curve cannot directly show either population quantity. Underfitting and overfitting are useful outcomes discussed by the other presenter; bias and variance explain different sources of prediction error across repeated training. Close with the two questions on screen. Teaching reference: An Introduction to Statistical Learning, 2nd edition, section 2.2.2, The Bias-Variance Trade-Off, https://www.statlearning.com/. All data and plots are original synthetic examples; the visual language is inspired by the saved superlogical profile without source-site branding or assets.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Same problem. Different training samples.</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01/07</a:t>
            </a:r>
          </a:p>
        </p:txBody>
      </p:sp>
      <p:sp>
        <p:nvSpPr>
          <p:cNvPr id="5" name="TextBox 4"/>
          <p:cNvSpPr txBox="1"/>
          <p:nvPr/>
        </p:nvSpPr>
        <p:spPr>
          <a:xfrm>
            <a:off x="896112" y="2423160"/>
            <a:ext cx="448056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Sample A</a:t>
            </a:r>
          </a:p>
        </p:txBody>
      </p:sp>
      <p:cxnSp>
        <p:nvCxnSpPr>
          <p:cNvPr id="6" name="Connector 5"/>
          <p:cNvCxnSpPr/>
          <p:nvPr/>
        </p:nvCxnSpPr>
        <p:spPr>
          <a:xfrm>
            <a:off x="896112"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a:off x="896112"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76672"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9" name="TextBox 8"/>
          <p:cNvSpPr txBox="1"/>
          <p:nvPr/>
        </p:nvSpPr>
        <p:spPr>
          <a:xfrm>
            <a:off x="621792"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10" name="Oval 9"/>
          <p:cNvSpPr/>
          <p:nvPr/>
        </p:nvSpPr>
        <p:spPr>
          <a:xfrm>
            <a:off x="854964" y="384661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1095595" y="367510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1336227" y="3935866"/>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1576858" y="407592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817490" y="388494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2058121" y="492036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2298753" y="478727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2539385" y="505780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2780016" y="4662988"/>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3020648" y="427973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3261279" y="458756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3501911" y="435382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3742542" y="507925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3983174" y="427923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4223806" y="450138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4464437" y="3442926"/>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4705069" y="356100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4945700" y="333506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5186332" y="344460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5426964" y="296570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510528" y="2423160"/>
            <a:ext cx="448056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Sample B</a:t>
            </a:r>
          </a:p>
        </p:txBody>
      </p:sp>
      <p:cxnSp>
        <p:nvCxnSpPr>
          <p:cNvPr id="31" name="Connector 30"/>
          <p:cNvCxnSpPr/>
          <p:nvPr/>
        </p:nvCxnSpPr>
        <p:spPr>
          <a:xfrm>
            <a:off x="6510528"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6510528"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10991088"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34" name="TextBox 33"/>
          <p:cNvSpPr txBox="1"/>
          <p:nvPr/>
        </p:nvSpPr>
        <p:spPr>
          <a:xfrm>
            <a:off x="6236208"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35" name="Oval 34"/>
          <p:cNvSpPr/>
          <p:nvPr/>
        </p:nvSpPr>
        <p:spPr>
          <a:xfrm>
            <a:off x="6469380" y="396525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val 35"/>
          <p:cNvSpPr/>
          <p:nvPr/>
        </p:nvSpPr>
        <p:spPr>
          <a:xfrm>
            <a:off x="6710011" y="362213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val 36"/>
          <p:cNvSpPr/>
          <p:nvPr/>
        </p:nvSpPr>
        <p:spPr>
          <a:xfrm>
            <a:off x="6950643" y="3715519"/>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Oval 37"/>
          <p:cNvSpPr/>
          <p:nvPr/>
        </p:nvSpPr>
        <p:spPr>
          <a:xfrm>
            <a:off x="7191274" y="421269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7431906" y="429002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val 39"/>
          <p:cNvSpPr/>
          <p:nvPr/>
        </p:nvSpPr>
        <p:spPr>
          <a:xfrm>
            <a:off x="7672537" y="467959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7913169" y="488384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8153801" y="491647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8394432" y="496249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8635064" y="430312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8875695" y="459911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9116327" y="447743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9356958" y="465193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9597590" y="469447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9838222" y="460058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10078853" y="432291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10319485" y="365774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10560116" y="364809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10800748" y="357874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11041380" y="3252248"/>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Oval 54"/>
          <p:cNvSpPr/>
          <p:nvPr/>
        </p:nvSpPr>
        <p:spPr>
          <a:xfrm>
            <a:off x="864108" y="594817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197864"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training observations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Train again. Does the prediction change?</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02/07</a:t>
            </a:r>
          </a:p>
        </p:txBody>
      </p:sp>
      <p:sp>
        <p:nvSpPr>
          <p:cNvPr id="5" name="TextBox 4"/>
          <p:cNvSpPr txBox="1"/>
          <p:nvPr/>
        </p:nvSpPr>
        <p:spPr>
          <a:xfrm>
            <a:off x="896112" y="2423160"/>
            <a:ext cx="448056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Sample A  /  prediction 0.96</a:t>
            </a:r>
          </a:p>
        </p:txBody>
      </p:sp>
      <p:cxnSp>
        <p:nvCxnSpPr>
          <p:cNvPr id="6" name="Connector 5"/>
          <p:cNvCxnSpPr/>
          <p:nvPr/>
        </p:nvCxnSpPr>
        <p:spPr>
          <a:xfrm>
            <a:off x="896112"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a:off x="896112"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76672"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9" name="TextBox 8"/>
          <p:cNvSpPr txBox="1"/>
          <p:nvPr/>
        </p:nvSpPr>
        <p:spPr>
          <a:xfrm>
            <a:off x="621792"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10" name="Freeform 9"/>
          <p:cNvSpPr/>
          <p:nvPr/>
        </p:nvSpPr>
        <p:spPr>
          <a:xfrm>
            <a:off x="896112" y="3007462"/>
            <a:ext cx="4572000" cy="2072945"/>
          </a:xfrm>
          <a:custGeom>
            <a:avLst/>
            <a:gdLst/>
            <a:ahLst/>
            <a:cxnLst/>
            <a:rect l="l" t="t" r="r" b="b"/>
            <a:pathLst>
              <a:path w="5000" h="2267">
                <a:moveTo>
                  <a:pt x="0" y="964"/>
                </a:moveTo>
                <a:lnTo>
                  <a:pt x="13" y="857"/>
                </a:lnTo>
                <a:lnTo>
                  <a:pt x="25" y="768"/>
                </a:lnTo>
                <a:lnTo>
                  <a:pt x="38" y="695"/>
                </a:lnTo>
                <a:lnTo>
                  <a:pt x="50" y="637"/>
                </a:lnTo>
                <a:lnTo>
                  <a:pt x="63" y="592"/>
                </a:lnTo>
                <a:lnTo>
                  <a:pt x="75" y="558"/>
                </a:lnTo>
                <a:lnTo>
                  <a:pt x="88" y="535"/>
                </a:lnTo>
                <a:lnTo>
                  <a:pt x="100" y="520"/>
                </a:lnTo>
                <a:lnTo>
                  <a:pt x="113" y="514"/>
                </a:lnTo>
                <a:lnTo>
                  <a:pt x="125" y="515"/>
                </a:lnTo>
                <a:lnTo>
                  <a:pt x="138" y="522"/>
                </a:lnTo>
                <a:lnTo>
                  <a:pt x="150" y="534"/>
                </a:lnTo>
                <a:lnTo>
                  <a:pt x="163" y="551"/>
                </a:lnTo>
                <a:lnTo>
                  <a:pt x="175" y="571"/>
                </a:lnTo>
                <a:lnTo>
                  <a:pt x="188" y="594"/>
                </a:lnTo>
                <a:lnTo>
                  <a:pt x="201" y="619"/>
                </a:lnTo>
                <a:lnTo>
                  <a:pt x="213" y="647"/>
                </a:lnTo>
                <a:lnTo>
                  <a:pt x="226" y="675"/>
                </a:lnTo>
                <a:lnTo>
                  <a:pt x="238" y="704"/>
                </a:lnTo>
                <a:lnTo>
                  <a:pt x="251" y="734"/>
                </a:lnTo>
                <a:lnTo>
                  <a:pt x="263" y="764"/>
                </a:lnTo>
                <a:lnTo>
                  <a:pt x="276" y="794"/>
                </a:lnTo>
                <a:lnTo>
                  <a:pt x="288" y="823"/>
                </a:lnTo>
                <a:lnTo>
                  <a:pt x="301" y="851"/>
                </a:lnTo>
                <a:lnTo>
                  <a:pt x="313" y="878"/>
                </a:lnTo>
                <a:lnTo>
                  <a:pt x="326" y="905"/>
                </a:lnTo>
                <a:lnTo>
                  <a:pt x="338" y="929"/>
                </a:lnTo>
                <a:lnTo>
                  <a:pt x="351" y="953"/>
                </a:lnTo>
                <a:lnTo>
                  <a:pt x="363" y="975"/>
                </a:lnTo>
                <a:lnTo>
                  <a:pt x="376" y="995"/>
                </a:lnTo>
                <a:lnTo>
                  <a:pt x="388" y="1014"/>
                </a:lnTo>
                <a:lnTo>
                  <a:pt x="401" y="1031"/>
                </a:lnTo>
                <a:lnTo>
                  <a:pt x="414" y="1046"/>
                </a:lnTo>
                <a:lnTo>
                  <a:pt x="426" y="1060"/>
                </a:lnTo>
                <a:lnTo>
                  <a:pt x="439" y="1072"/>
                </a:lnTo>
                <a:lnTo>
                  <a:pt x="451" y="1082"/>
                </a:lnTo>
                <a:lnTo>
                  <a:pt x="464" y="1091"/>
                </a:lnTo>
                <a:lnTo>
                  <a:pt x="476" y="1099"/>
                </a:lnTo>
                <a:lnTo>
                  <a:pt x="489" y="1104"/>
                </a:lnTo>
                <a:lnTo>
                  <a:pt x="501" y="1109"/>
                </a:lnTo>
                <a:lnTo>
                  <a:pt x="514" y="1112"/>
                </a:lnTo>
                <a:lnTo>
                  <a:pt x="526" y="1114"/>
                </a:lnTo>
                <a:lnTo>
                  <a:pt x="539" y="1115"/>
                </a:lnTo>
                <a:lnTo>
                  <a:pt x="551" y="1115"/>
                </a:lnTo>
                <a:lnTo>
                  <a:pt x="564" y="1114"/>
                </a:lnTo>
                <a:lnTo>
                  <a:pt x="576" y="1113"/>
                </a:lnTo>
                <a:lnTo>
                  <a:pt x="589" y="1110"/>
                </a:lnTo>
                <a:lnTo>
                  <a:pt x="602" y="1107"/>
                </a:lnTo>
                <a:lnTo>
                  <a:pt x="614" y="1104"/>
                </a:lnTo>
                <a:lnTo>
                  <a:pt x="627" y="1100"/>
                </a:lnTo>
                <a:lnTo>
                  <a:pt x="639" y="1096"/>
                </a:lnTo>
                <a:lnTo>
                  <a:pt x="652" y="1092"/>
                </a:lnTo>
                <a:lnTo>
                  <a:pt x="664" y="1087"/>
                </a:lnTo>
                <a:lnTo>
                  <a:pt x="677" y="1083"/>
                </a:lnTo>
                <a:lnTo>
                  <a:pt x="689" y="1079"/>
                </a:lnTo>
                <a:lnTo>
                  <a:pt x="702" y="1075"/>
                </a:lnTo>
                <a:lnTo>
                  <a:pt x="714" y="1071"/>
                </a:lnTo>
                <a:lnTo>
                  <a:pt x="727" y="1068"/>
                </a:lnTo>
                <a:lnTo>
                  <a:pt x="739" y="1065"/>
                </a:lnTo>
                <a:lnTo>
                  <a:pt x="752" y="1063"/>
                </a:lnTo>
                <a:lnTo>
                  <a:pt x="764" y="1061"/>
                </a:lnTo>
                <a:lnTo>
                  <a:pt x="777" y="1061"/>
                </a:lnTo>
                <a:lnTo>
                  <a:pt x="789" y="1060"/>
                </a:lnTo>
                <a:lnTo>
                  <a:pt x="802" y="1061"/>
                </a:lnTo>
                <a:lnTo>
                  <a:pt x="815" y="1062"/>
                </a:lnTo>
                <a:lnTo>
                  <a:pt x="827" y="1065"/>
                </a:lnTo>
                <a:lnTo>
                  <a:pt x="840" y="1068"/>
                </a:lnTo>
                <a:lnTo>
                  <a:pt x="852" y="1072"/>
                </a:lnTo>
                <a:lnTo>
                  <a:pt x="865" y="1077"/>
                </a:lnTo>
                <a:lnTo>
                  <a:pt x="877" y="1083"/>
                </a:lnTo>
                <a:lnTo>
                  <a:pt x="890" y="1091"/>
                </a:lnTo>
                <a:lnTo>
                  <a:pt x="902" y="1099"/>
                </a:lnTo>
                <a:lnTo>
                  <a:pt x="915" y="1108"/>
                </a:lnTo>
                <a:lnTo>
                  <a:pt x="927" y="1119"/>
                </a:lnTo>
                <a:lnTo>
                  <a:pt x="940" y="1130"/>
                </a:lnTo>
                <a:lnTo>
                  <a:pt x="952" y="1143"/>
                </a:lnTo>
                <a:lnTo>
                  <a:pt x="965" y="1156"/>
                </a:lnTo>
                <a:lnTo>
                  <a:pt x="977" y="1171"/>
                </a:lnTo>
                <a:lnTo>
                  <a:pt x="990" y="1187"/>
                </a:lnTo>
                <a:lnTo>
                  <a:pt x="1003" y="1203"/>
                </a:lnTo>
                <a:lnTo>
                  <a:pt x="1015" y="1221"/>
                </a:lnTo>
                <a:lnTo>
                  <a:pt x="1028" y="1239"/>
                </a:lnTo>
                <a:lnTo>
                  <a:pt x="1040" y="1259"/>
                </a:lnTo>
                <a:lnTo>
                  <a:pt x="1053" y="1279"/>
                </a:lnTo>
                <a:lnTo>
                  <a:pt x="1065" y="1300"/>
                </a:lnTo>
                <a:lnTo>
                  <a:pt x="1078" y="1322"/>
                </a:lnTo>
                <a:lnTo>
                  <a:pt x="1090" y="1345"/>
                </a:lnTo>
                <a:lnTo>
                  <a:pt x="1103" y="1368"/>
                </a:lnTo>
                <a:lnTo>
                  <a:pt x="1115" y="1392"/>
                </a:lnTo>
                <a:lnTo>
                  <a:pt x="1128" y="1417"/>
                </a:lnTo>
                <a:lnTo>
                  <a:pt x="1140" y="1442"/>
                </a:lnTo>
                <a:lnTo>
                  <a:pt x="1153" y="1468"/>
                </a:lnTo>
                <a:lnTo>
                  <a:pt x="1165" y="1494"/>
                </a:lnTo>
                <a:lnTo>
                  <a:pt x="1178" y="1520"/>
                </a:lnTo>
                <a:lnTo>
                  <a:pt x="1190" y="1547"/>
                </a:lnTo>
                <a:lnTo>
                  <a:pt x="1203" y="1574"/>
                </a:lnTo>
                <a:lnTo>
                  <a:pt x="1216" y="1601"/>
                </a:lnTo>
                <a:lnTo>
                  <a:pt x="1228" y="1628"/>
                </a:lnTo>
                <a:lnTo>
                  <a:pt x="1241" y="1656"/>
                </a:lnTo>
                <a:lnTo>
                  <a:pt x="1253" y="1683"/>
                </a:lnTo>
                <a:lnTo>
                  <a:pt x="1266" y="1711"/>
                </a:lnTo>
                <a:lnTo>
                  <a:pt x="1278" y="1738"/>
                </a:lnTo>
                <a:lnTo>
                  <a:pt x="1291" y="1765"/>
                </a:lnTo>
                <a:lnTo>
                  <a:pt x="1303" y="1792"/>
                </a:lnTo>
                <a:lnTo>
                  <a:pt x="1316" y="1818"/>
                </a:lnTo>
                <a:lnTo>
                  <a:pt x="1328" y="1845"/>
                </a:lnTo>
                <a:lnTo>
                  <a:pt x="1341" y="1871"/>
                </a:lnTo>
                <a:lnTo>
                  <a:pt x="1353" y="1896"/>
                </a:lnTo>
                <a:lnTo>
                  <a:pt x="1366" y="1921"/>
                </a:lnTo>
                <a:lnTo>
                  <a:pt x="1378" y="1945"/>
                </a:lnTo>
                <a:lnTo>
                  <a:pt x="1391" y="1969"/>
                </a:lnTo>
                <a:lnTo>
                  <a:pt x="1404" y="1992"/>
                </a:lnTo>
                <a:lnTo>
                  <a:pt x="1416" y="2014"/>
                </a:lnTo>
                <a:lnTo>
                  <a:pt x="1429" y="2036"/>
                </a:lnTo>
                <a:lnTo>
                  <a:pt x="1441" y="2057"/>
                </a:lnTo>
                <a:lnTo>
                  <a:pt x="1454" y="2077"/>
                </a:lnTo>
                <a:lnTo>
                  <a:pt x="1466" y="2096"/>
                </a:lnTo>
                <a:lnTo>
                  <a:pt x="1479" y="2115"/>
                </a:lnTo>
                <a:lnTo>
                  <a:pt x="1491" y="2132"/>
                </a:lnTo>
                <a:lnTo>
                  <a:pt x="1504" y="2148"/>
                </a:lnTo>
                <a:lnTo>
                  <a:pt x="1516" y="2164"/>
                </a:lnTo>
                <a:lnTo>
                  <a:pt x="1529" y="2178"/>
                </a:lnTo>
                <a:lnTo>
                  <a:pt x="1541" y="2192"/>
                </a:lnTo>
                <a:lnTo>
                  <a:pt x="1554" y="2204"/>
                </a:lnTo>
                <a:lnTo>
                  <a:pt x="1566" y="2215"/>
                </a:lnTo>
                <a:lnTo>
                  <a:pt x="1579" y="2225"/>
                </a:lnTo>
                <a:lnTo>
                  <a:pt x="1591" y="2234"/>
                </a:lnTo>
                <a:lnTo>
                  <a:pt x="1604" y="2242"/>
                </a:lnTo>
                <a:lnTo>
                  <a:pt x="1617" y="2249"/>
                </a:lnTo>
                <a:lnTo>
                  <a:pt x="1629" y="2255"/>
                </a:lnTo>
                <a:lnTo>
                  <a:pt x="1642" y="2260"/>
                </a:lnTo>
                <a:lnTo>
                  <a:pt x="1654" y="2263"/>
                </a:lnTo>
                <a:lnTo>
                  <a:pt x="1667" y="2266"/>
                </a:lnTo>
                <a:lnTo>
                  <a:pt x="1679" y="2267"/>
                </a:lnTo>
                <a:lnTo>
                  <a:pt x="1692" y="2267"/>
                </a:lnTo>
                <a:lnTo>
                  <a:pt x="1704" y="2267"/>
                </a:lnTo>
                <a:lnTo>
                  <a:pt x="1717" y="2265"/>
                </a:lnTo>
                <a:lnTo>
                  <a:pt x="1729" y="2262"/>
                </a:lnTo>
                <a:lnTo>
                  <a:pt x="1742" y="2258"/>
                </a:lnTo>
                <a:lnTo>
                  <a:pt x="1754" y="2253"/>
                </a:lnTo>
                <a:lnTo>
                  <a:pt x="1767" y="2247"/>
                </a:lnTo>
                <a:lnTo>
                  <a:pt x="1779" y="2240"/>
                </a:lnTo>
                <a:lnTo>
                  <a:pt x="1792" y="2232"/>
                </a:lnTo>
                <a:lnTo>
                  <a:pt x="1805" y="2223"/>
                </a:lnTo>
                <a:lnTo>
                  <a:pt x="1817" y="2214"/>
                </a:lnTo>
                <a:lnTo>
                  <a:pt x="1830" y="2203"/>
                </a:lnTo>
                <a:lnTo>
                  <a:pt x="1842" y="2192"/>
                </a:lnTo>
                <a:lnTo>
                  <a:pt x="1855" y="2180"/>
                </a:lnTo>
                <a:lnTo>
                  <a:pt x="1867" y="2167"/>
                </a:lnTo>
                <a:lnTo>
                  <a:pt x="1880" y="2154"/>
                </a:lnTo>
                <a:lnTo>
                  <a:pt x="1892" y="2140"/>
                </a:lnTo>
                <a:lnTo>
                  <a:pt x="1905" y="2125"/>
                </a:lnTo>
                <a:lnTo>
                  <a:pt x="1917" y="2109"/>
                </a:lnTo>
                <a:lnTo>
                  <a:pt x="1930" y="2094"/>
                </a:lnTo>
                <a:lnTo>
                  <a:pt x="1942" y="2077"/>
                </a:lnTo>
                <a:lnTo>
                  <a:pt x="1955" y="2061"/>
                </a:lnTo>
                <a:lnTo>
                  <a:pt x="1967" y="2043"/>
                </a:lnTo>
                <a:lnTo>
                  <a:pt x="1980" y="2026"/>
                </a:lnTo>
                <a:lnTo>
                  <a:pt x="1992" y="2008"/>
                </a:lnTo>
                <a:lnTo>
                  <a:pt x="2005" y="1990"/>
                </a:lnTo>
                <a:lnTo>
                  <a:pt x="2018" y="1972"/>
                </a:lnTo>
                <a:lnTo>
                  <a:pt x="2030" y="1953"/>
                </a:lnTo>
                <a:lnTo>
                  <a:pt x="2043" y="1935"/>
                </a:lnTo>
                <a:lnTo>
                  <a:pt x="2055" y="1916"/>
                </a:lnTo>
                <a:lnTo>
                  <a:pt x="2068" y="1897"/>
                </a:lnTo>
                <a:lnTo>
                  <a:pt x="2080" y="1879"/>
                </a:lnTo>
                <a:lnTo>
                  <a:pt x="2093" y="1860"/>
                </a:lnTo>
                <a:lnTo>
                  <a:pt x="2105" y="1842"/>
                </a:lnTo>
                <a:lnTo>
                  <a:pt x="2118" y="1823"/>
                </a:lnTo>
                <a:lnTo>
                  <a:pt x="2130" y="1805"/>
                </a:lnTo>
                <a:lnTo>
                  <a:pt x="2143" y="1787"/>
                </a:lnTo>
                <a:lnTo>
                  <a:pt x="2155" y="1770"/>
                </a:lnTo>
                <a:lnTo>
                  <a:pt x="2168" y="1752"/>
                </a:lnTo>
                <a:lnTo>
                  <a:pt x="2180" y="1735"/>
                </a:lnTo>
                <a:lnTo>
                  <a:pt x="2193" y="1719"/>
                </a:lnTo>
                <a:lnTo>
                  <a:pt x="2206" y="1703"/>
                </a:lnTo>
                <a:lnTo>
                  <a:pt x="2218" y="1687"/>
                </a:lnTo>
                <a:lnTo>
                  <a:pt x="2231" y="1672"/>
                </a:lnTo>
                <a:lnTo>
                  <a:pt x="2243" y="1657"/>
                </a:lnTo>
                <a:lnTo>
                  <a:pt x="2256" y="1643"/>
                </a:lnTo>
                <a:lnTo>
                  <a:pt x="2268" y="1629"/>
                </a:lnTo>
                <a:lnTo>
                  <a:pt x="2281" y="1617"/>
                </a:lnTo>
                <a:lnTo>
                  <a:pt x="2293" y="1604"/>
                </a:lnTo>
                <a:lnTo>
                  <a:pt x="2306" y="1593"/>
                </a:lnTo>
                <a:lnTo>
                  <a:pt x="2318" y="1582"/>
                </a:lnTo>
                <a:lnTo>
                  <a:pt x="2331" y="1572"/>
                </a:lnTo>
                <a:lnTo>
                  <a:pt x="2343" y="1562"/>
                </a:lnTo>
                <a:lnTo>
                  <a:pt x="2356" y="1554"/>
                </a:lnTo>
                <a:lnTo>
                  <a:pt x="2368" y="1546"/>
                </a:lnTo>
                <a:lnTo>
                  <a:pt x="2381" y="1539"/>
                </a:lnTo>
                <a:lnTo>
                  <a:pt x="2393" y="1532"/>
                </a:lnTo>
                <a:lnTo>
                  <a:pt x="2406" y="1527"/>
                </a:lnTo>
                <a:lnTo>
                  <a:pt x="2419" y="1522"/>
                </a:lnTo>
                <a:lnTo>
                  <a:pt x="2431" y="1518"/>
                </a:lnTo>
                <a:lnTo>
                  <a:pt x="2444" y="1515"/>
                </a:lnTo>
                <a:lnTo>
                  <a:pt x="2456" y="1512"/>
                </a:lnTo>
                <a:lnTo>
                  <a:pt x="2469" y="1511"/>
                </a:lnTo>
                <a:lnTo>
                  <a:pt x="2481" y="1510"/>
                </a:lnTo>
                <a:lnTo>
                  <a:pt x="2494" y="1510"/>
                </a:lnTo>
                <a:lnTo>
                  <a:pt x="2506" y="1511"/>
                </a:lnTo>
                <a:lnTo>
                  <a:pt x="2519" y="1513"/>
                </a:lnTo>
                <a:lnTo>
                  <a:pt x="2531" y="1515"/>
                </a:lnTo>
                <a:lnTo>
                  <a:pt x="2544" y="1518"/>
                </a:lnTo>
                <a:lnTo>
                  <a:pt x="2556" y="1522"/>
                </a:lnTo>
                <a:lnTo>
                  <a:pt x="2569" y="1527"/>
                </a:lnTo>
                <a:lnTo>
                  <a:pt x="2581" y="1532"/>
                </a:lnTo>
                <a:lnTo>
                  <a:pt x="2594" y="1538"/>
                </a:lnTo>
                <a:lnTo>
                  <a:pt x="2607" y="1544"/>
                </a:lnTo>
                <a:lnTo>
                  <a:pt x="2619" y="1552"/>
                </a:lnTo>
                <a:lnTo>
                  <a:pt x="2632" y="1560"/>
                </a:lnTo>
                <a:lnTo>
                  <a:pt x="2644" y="1568"/>
                </a:lnTo>
                <a:lnTo>
                  <a:pt x="2657" y="1577"/>
                </a:lnTo>
                <a:lnTo>
                  <a:pt x="2669" y="1587"/>
                </a:lnTo>
                <a:lnTo>
                  <a:pt x="2682" y="1597"/>
                </a:lnTo>
                <a:lnTo>
                  <a:pt x="2694" y="1607"/>
                </a:lnTo>
                <a:lnTo>
                  <a:pt x="2707" y="1618"/>
                </a:lnTo>
                <a:lnTo>
                  <a:pt x="2719" y="1629"/>
                </a:lnTo>
                <a:lnTo>
                  <a:pt x="2732" y="1641"/>
                </a:lnTo>
                <a:lnTo>
                  <a:pt x="2744" y="1653"/>
                </a:lnTo>
                <a:lnTo>
                  <a:pt x="2757" y="1665"/>
                </a:lnTo>
                <a:lnTo>
                  <a:pt x="2769" y="1678"/>
                </a:lnTo>
                <a:lnTo>
                  <a:pt x="2782" y="1690"/>
                </a:lnTo>
                <a:lnTo>
                  <a:pt x="2794" y="1703"/>
                </a:lnTo>
                <a:lnTo>
                  <a:pt x="2807" y="1716"/>
                </a:lnTo>
                <a:lnTo>
                  <a:pt x="2820" y="1730"/>
                </a:lnTo>
                <a:lnTo>
                  <a:pt x="2832" y="1743"/>
                </a:lnTo>
                <a:lnTo>
                  <a:pt x="2845" y="1756"/>
                </a:lnTo>
                <a:lnTo>
                  <a:pt x="2857" y="1769"/>
                </a:lnTo>
                <a:lnTo>
                  <a:pt x="2870" y="1782"/>
                </a:lnTo>
                <a:lnTo>
                  <a:pt x="2882" y="1795"/>
                </a:lnTo>
                <a:lnTo>
                  <a:pt x="2895" y="1808"/>
                </a:lnTo>
                <a:lnTo>
                  <a:pt x="2907" y="1821"/>
                </a:lnTo>
                <a:lnTo>
                  <a:pt x="2920" y="1833"/>
                </a:lnTo>
                <a:lnTo>
                  <a:pt x="2932" y="1845"/>
                </a:lnTo>
                <a:lnTo>
                  <a:pt x="2945" y="1857"/>
                </a:lnTo>
                <a:lnTo>
                  <a:pt x="2957" y="1868"/>
                </a:lnTo>
                <a:lnTo>
                  <a:pt x="2970" y="1880"/>
                </a:lnTo>
                <a:lnTo>
                  <a:pt x="2982" y="1890"/>
                </a:lnTo>
                <a:lnTo>
                  <a:pt x="2995" y="1900"/>
                </a:lnTo>
                <a:lnTo>
                  <a:pt x="3008" y="1910"/>
                </a:lnTo>
                <a:lnTo>
                  <a:pt x="3020" y="1919"/>
                </a:lnTo>
                <a:lnTo>
                  <a:pt x="3033" y="1928"/>
                </a:lnTo>
                <a:lnTo>
                  <a:pt x="3045" y="1936"/>
                </a:lnTo>
                <a:lnTo>
                  <a:pt x="3058" y="1943"/>
                </a:lnTo>
                <a:lnTo>
                  <a:pt x="3070" y="1950"/>
                </a:lnTo>
                <a:lnTo>
                  <a:pt x="3083" y="1956"/>
                </a:lnTo>
                <a:lnTo>
                  <a:pt x="3095" y="1961"/>
                </a:lnTo>
                <a:lnTo>
                  <a:pt x="3108" y="1966"/>
                </a:lnTo>
                <a:lnTo>
                  <a:pt x="3120" y="1970"/>
                </a:lnTo>
                <a:lnTo>
                  <a:pt x="3133" y="1973"/>
                </a:lnTo>
                <a:lnTo>
                  <a:pt x="3145" y="1975"/>
                </a:lnTo>
                <a:lnTo>
                  <a:pt x="3158" y="1977"/>
                </a:lnTo>
                <a:lnTo>
                  <a:pt x="3170" y="1977"/>
                </a:lnTo>
                <a:lnTo>
                  <a:pt x="3183" y="1977"/>
                </a:lnTo>
                <a:lnTo>
                  <a:pt x="3195" y="1976"/>
                </a:lnTo>
                <a:lnTo>
                  <a:pt x="3208" y="1974"/>
                </a:lnTo>
                <a:lnTo>
                  <a:pt x="3221" y="1971"/>
                </a:lnTo>
                <a:lnTo>
                  <a:pt x="3233" y="1967"/>
                </a:lnTo>
                <a:lnTo>
                  <a:pt x="3246" y="1963"/>
                </a:lnTo>
                <a:lnTo>
                  <a:pt x="3258" y="1957"/>
                </a:lnTo>
                <a:lnTo>
                  <a:pt x="3271" y="1951"/>
                </a:lnTo>
                <a:lnTo>
                  <a:pt x="3283" y="1943"/>
                </a:lnTo>
                <a:lnTo>
                  <a:pt x="3296" y="1935"/>
                </a:lnTo>
                <a:lnTo>
                  <a:pt x="3308" y="1926"/>
                </a:lnTo>
                <a:lnTo>
                  <a:pt x="3321" y="1916"/>
                </a:lnTo>
                <a:lnTo>
                  <a:pt x="3333" y="1905"/>
                </a:lnTo>
                <a:lnTo>
                  <a:pt x="3346" y="1893"/>
                </a:lnTo>
                <a:lnTo>
                  <a:pt x="3358" y="1880"/>
                </a:lnTo>
                <a:lnTo>
                  <a:pt x="3371" y="1867"/>
                </a:lnTo>
                <a:lnTo>
                  <a:pt x="3383" y="1852"/>
                </a:lnTo>
                <a:lnTo>
                  <a:pt x="3396" y="1837"/>
                </a:lnTo>
                <a:lnTo>
                  <a:pt x="3409" y="1821"/>
                </a:lnTo>
                <a:lnTo>
                  <a:pt x="3421" y="1804"/>
                </a:lnTo>
                <a:lnTo>
                  <a:pt x="3434" y="1786"/>
                </a:lnTo>
                <a:lnTo>
                  <a:pt x="3446" y="1768"/>
                </a:lnTo>
                <a:lnTo>
                  <a:pt x="3459" y="1749"/>
                </a:lnTo>
                <a:lnTo>
                  <a:pt x="3471" y="1729"/>
                </a:lnTo>
                <a:lnTo>
                  <a:pt x="3484" y="1708"/>
                </a:lnTo>
                <a:lnTo>
                  <a:pt x="3496" y="1687"/>
                </a:lnTo>
                <a:lnTo>
                  <a:pt x="3509" y="1666"/>
                </a:lnTo>
                <a:lnTo>
                  <a:pt x="3521" y="1643"/>
                </a:lnTo>
                <a:lnTo>
                  <a:pt x="3534" y="1621"/>
                </a:lnTo>
                <a:lnTo>
                  <a:pt x="3546" y="1597"/>
                </a:lnTo>
                <a:lnTo>
                  <a:pt x="3559" y="1573"/>
                </a:lnTo>
                <a:lnTo>
                  <a:pt x="3571" y="1549"/>
                </a:lnTo>
                <a:lnTo>
                  <a:pt x="3584" y="1524"/>
                </a:lnTo>
                <a:lnTo>
                  <a:pt x="3596" y="1499"/>
                </a:lnTo>
                <a:lnTo>
                  <a:pt x="3609" y="1474"/>
                </a:lnTo>
                <a:lnTo>
                  <a:pt x="3622" y="1448"/>
                </a:lnTo>
                <a:lnTo>
                  <a:pt x="3634" y="1422"/>
                </a:lnTo>
                <a:lnTo>
                  <a:pt x="3647" y="1396"/>
                </a:lnTo>
                <a:lnTo>
                  <a:pt x="3659" y="1370"/>
                </a:lnTo>
                <a:lnTo>
                  <a:pt x="3672" y="1343"/>
                </a:lnTo>
                <a:lnTo>
                  <a:pt x="3684" y="1316"/>
                </a:lnTo>
                <a:lnTo>
                  <a:pt x="3697" y="1290"/>
                </a:lnTo>
                <a:lnTo>
                  <a:pt x="3709" y="1263"/>
                </a:lnTo>
                <a:lnTo>
                  <a:pt x="3722" y="1236"/>
                </a:lnTo>
                <a:lnTo>
                  <a:pt x="3734" y="1210"/>
                </a:lnTo>
                <a:lnTo>
                  <a:pt x="3747" y="1183"/>
                </a:lnTo>
                <a:lnTo>
                  <a:pt x="3759" y="1157"/>
                </a:lnTo>
                <a:lnTo>
                  <a:pt x="3772" y="1130"/>
                </a:lnTo>
                <a:lnTo>
                  <a:pt x="3784" y="1104"/>
                </a:lnTo>
                <a:lnTo>
                  <a:pt x="3797" y="1078"/>
                </a:lnTo>
                <a:lnTo>
                  <a:pt x="3810" y="1053"/>
                </a:lnTo>
                <a:lnTo>
                  <a:pt x="3822" y="1027"/>
                </a:lnTo>
                <a:lnTo>
                  <a:pt x="3835" y="1002"/>
                </a:lnTo>
                <a:lnTo>
                  <a:pt x="3847" y="978"/>
                </a:lnTo>
                <a:lnTo>
                  <a:pt x="3860" y="953"/>
                </a:lnTo>
                <a:lnTo>
                  <a:pt x="3872" y="930"/>
                </a:lnTo>
                <a:lnTo>
                  <a:pt x="3885" y="906"/>
                </a:lnTo>
                <a:lnTo>
                  <a:pt x="3897" y="883"/>
                </a:lnTo>
                <a:lnTo>
                  <a:pt x="3910" y="861"/>
                </a:lnTo>
                <a:lnTo>
                  <a:pt x="3922" y="839"/>
                </a:lnTo>
                <a:lnTo>
                  <a:pt x="3935" y="817"/>
                </a:lnTo>
                <a:lnTo>
                  <a:pt x="3947" y="797"/>
                </a:lnTo>
                <a:lnTo>
                  <a:pt x="3960" y="776"/>
                </a:lnTo>
                <a:lnTo>
                  <a:pt x="3972" y="757"/>
                </a:lnTo>
                <a:lnTo>
                  <a:pt x="3985" y="738"/>
                </a:lnTo>
                <a:lnTo>
                  <a:pt x="3997" y="719"/>
                </a:lnTo>
                <a:lnTo>
                  <a:pt x="4010" y="701"/>
                </a:lnTo>
                <a:lnTo>
                  <a:pt x="4023" y="684"/>
                </a:lnTo>
                <a:lnTo>
                  <a:pt x="4035" y="667"/>
                </a:lnTo>
                <a:lnTo>
                  <a:pt x="4048" y="651"/>
                </a:lnTo>
                <a:lnTo>
                  <a:pt x="4060" y="636"/>
                </a:lnTo>
                <a:lnTo>
                  <a:pt x="4073" y="622"/>
                </a:lnTo>
                <a:lnTo>
                  <a:pt x="4085" y="608"/>
                </a:lnTo>
                <a:lnTo>
                  <a:pt x="4098" y="594"/>
                </a:lnTo>
                <a:lnTo>
                  <a:pt x="4110" y="582"/>
                </a:lnTo>
                <a:lnTo>
                  <a:pt x="4123" y="570"/>
                </a:lnTo>
                <a:lnTo>
                  <a:pt x="4135" y="558"/>
                </a:lnTo>
                <a:lnTo>
                  <a:pt x="4148" y="548"/>
                </a:lnTo>
                <a:lnTo>
                  <a:pt x="4160" y="538"/>
                </a:lnTo>
                <a:lnTo>
                  <a:pt x="4173" y="528"/>
                </a:lnTo>
                <a:lnTo>
                  <a:pt x="4185" y="519"/>
                </a:lnTo>
                <a:lnTo>
                  <a:pt x="4198" y="511"/>
                </a:lnTo>
                <a:lnTo>
                  <a:pt x="4211" y="503"/>
                </a:lnTo>
                <a:lnTo>
                  <a:pt x="4223" y="496"/>
                </a:lnTo>
                <a:lnTo>
                  <a:pt x="4236" y="490"/>
                </a:lnTo>
                <a:lnTo>
                  <a:pt x="4248" y="484"/>
                </a:lnTo>
                <a:lnTo>
                  <a:pt x="4261" y="479"/>
                </a:lnTo>
                <a:lnTo>
                  <a:pt x="4273" y="474"/>
                </a:lnTo>
                <a:lnTo>
                  <a:pt x="4286" y="469"/>
                </a:lnTo>
                <a:lnTo>
                  <a:pt x="4298" y="466"/>
                </a:lnTo>
                <a:lnTo>
                  <a:pt x="4311" y="462"/>
                </a:lnTo>
                <a:lnTo>
                  <a:pt x="4323" y="459"/>
                </a:lnTo>
                <a:lnTo>
                  <a:pt x="4336" y="457"/>
                </a:lnTo>
                <a:lnTo>
                  <a:pt x="4348" y="455"/>
                </a:lnTo>
                <a:lnTo>
                  <a:pt x="4361" y="453"/>
                </a:lnTo>
                <a:lnTo>
                  <a:pt x="4373" y="452"/>
                </a:lnTo>
                <a:lnTo>
                  <a:pt x="4386" y="451"/>
                </a:lnTo>
                <a:lnTo>
                  <a:pt x="4398" y="451"/>
                </a:lnTo>
                <a:lnTo>
                  <a:pt x="4411" y="450"/>
                </a:lnTo>
                <a:lnTo>
                  <a:pt x="4424" y="451"/>
                </a:lnTo>
                <a:lnTo>
                  <a:pt x="4436" y="451"/>
                </a:lnTo>
                <a:lnTo>
                  <a:pt x="4449" y="452"/>
                </a:lnTo>
                <a:lnTo>
                  <a:pt x="4461" y="453"/>
                </a:lnTo>
                <a:lnTo>
                  <a:pt x="4474" y="454"/>
                </a:lnTo>
                <a:lnTo>
                  <a:pt x="4486" y="456"/>
                </a:lnTo>
                <a:lnTo>
                  <a:pt x="4499" y="458"/>
                </a:lnTo>
                <a:lnTo>
                  <a:pt x="4511" y="460"/>
                </a:lnTo>
                <a:lnTo>
                  <a:pt x="4524" y="463"/>
                </a:lnTo>
                <a:lnTo>
                  <a:pt x="4536" y="465"/>
                </a:lnTo>
                <a:lnTo>
                  <a:pt x="4549" y="468"/>
                </a:lnTo>
                <a:lnTo>
                  <a:pt x="4561" y="471"/>
                </a:lnTo>
                <a:lnTo>
                  <a:pt x="4574" y="474"/>
                </a:lnTo>
                <a:lnTo>
                  <a:pt x="4586" y="477"/>
                </a:lnTo>
                <a:lnTo>
                  <a:pt x="4599" y="480"/>
                </a:lnTo>
                <a:lnTo>
                  <a:pt x="4612" y="484"/>
                </a:lnTo>
                <a:lnTo>
                  <a:pt x="4624" y="487"/>
                </a:lnTo>
                <a:lnTo>
                  <a:pt x="4637" y="491"/>
                </a:lnTo>
                <a:lnTo>
                  <a:pt x="4649" y="494"/>
                </a:lnTo>
                <a:lnTo>
                  <a:pt x="4662" y="497"/>
                </a:lnTo>
                <a:lnTo>
                  <a:pt x="4674" y="501"/>
                </a:lnTo>
                <a:lnTo>
                  <a:pt x="4687" y="504"/>
                </a:lnTo>
                <a:lnTo>
                  <a:pt x="4699" y="507"/>
                </a:lnTo>
                <a:lnTo>
                  <a:pt x="4712" y="509"/>
                </a:lnTo>
                <a:lnTo>
                  <a:pt x="4724" y="511"/>
                </a:lnTo>
                <a:lnTo>
                  <a:pt x="4737" y="513"/>
                </a:lnTo>
                <a:lnTo>
                  <a:pt x="4749" y="513"/>
                </a:lnTo>
                <a:lnTo>
                  <a:pt x="4762" y="514"/>
                </a:lnTo>
                <a:lnTo>
                  <a:pt x="4774" y="513"/>
                </a:lnTo>
                <a:lnTo>
                  <a:pt x="4787" y="511"/>
                </a:lnTo>
                <a:lnTo>
                  <a:pt x="4799" y="508"/>
                </a:lnTo>
                <a:lnTo>
                  <a:pt x="4812" y="503"/>
                </a:lnTo>
                <a:lnTo>
                  <a:pt x="4825" y="497"/>
                </a:lnTo>
                <a:lnTo>
                  <a:pt x="4837" y="488"/>
                </a:lnTo>
                <a:lnTo>
                  <a:pt x="4850" y="478"/>
                </a:lnTo>
                <a:lnTo>
                  <a:pt x="4862" y="464"/>
                </a:lnTo>
                <a:lnTo>
                  <a:pt x="4875" y="448"/>
                </a:lnTo>
                <a:lnTo>
                  <a:pt x="4887" y="428"/>
                </a:lnTo>
                <a:lnTo>
                  <a:pt x="4900" y="404"/>
                </a:lnTo>
                <a:lnTo>
                  <a:pt x="4912" y="376"/>
                </a:lnTo>
                <a:lnTo>
                  <a:pt x="4925" y="343"/>
                </a:lnTo>
                <a:lnTo>
                  <a:pt x="4937" y="304"/>
                </a:lnTo>
                <a:lnTo>
                  <a:pt x="4950" y="259"/>
                </a:lnTo>
                <a:lnTo>
                  <a:pt x="4962" y="207"/>
                </a:lnTo>
                <a:lnTo>
                  <a:pt x="4975" y="147"/>
                </a:lnTo>
                <a:lnTo>
                  <a:pt x="4987" y="79"/>
                </a:lnTo>
                <a:lnTo>
                  <a:pt x="5000" y="0"/>
                </a:lnTo>
              </a:path>
            </a:pathLst>
          </a:custGeom>
          <a:noFill/>
          <a:ln w="3810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854964" y="384661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1095595" y="367510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1336227" y="3935866"/>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576858" y="407592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1817490" y="388494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2058121" y="492036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2298753" y="478727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2539385" y="505780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2780016" y="4662988"/>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3020648" y="427973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3261279" y="458756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3501911" y="435382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val 22"/>
          <p:cNvSpPr/>
          <p:nvPr/>
        </p:nvSpPr>
        <p:spPr>
          <a:xfrm>
            <a:off x="3742542" y="507925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3983174" y="427923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val 24"/>
          <p:cNvSpPr/>
          <p:nvPr/>
        </p:nvSpPr>
        <p:spPr>
          <a:xfrm>
            <a:off x="4223806" y="450138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4464437" y="3442926"/>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4705069" y="356100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Oval 27"/>
          <p:cNvSpPr/>
          <p:nvPr/>
        </p:nvSpPr>
        <p:spPr>
          <a:xfrm>
            <a:off x="4945700" y="333506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Oval 28"/>
          <p:cNvSpPr/>
          <p:nvPr/>
        </p:nvSpPr>
        <p:spPr>
          <a:xfrm>
            <a:off x="5186332" y="344460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5426964" y="296570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a:off x="4325112" y="2834640"/>
            <a:ext cx="0" cy="2606040"/>
          </a:xfrm>
          <a:prstGeom prst="line">
            <a:avLst/>
          </a:prstGeom>
          <a:ln w="12700">
            <a:solidFill>
              <a:srgbClr val="7963AF"/>
            </a:solidFill>
            <a:prstDash val="dash"/>
          </a:ln>
        </p:spPr>
        <p:style>
          <a:lnRef idx="2">
            <a:schemeClr val="accent1"/>
          </a:lnRef>
          <a:fillRef idx="0">
            <a:schemeClr val="accent1"/>
          </a:fillRef>
          <a:effectRef idx="0">
            <a:schemeClr val="accent1"/>
          </a:effectRef>
          <a:fontRef idx="minor">
            <a:schemeClr val="tx1"/>
          </a:fontRef>
        </p:style>
      </p:cxnSp>
      <p:sp>
        <p:nvSpPr>
          <p:cNvPr id="32" name="Oval 31"/>
          <p:cNvSpPr/>
          <p:nvPr/>
        </p:nvSpPr>
        <p:spPr>
          <a:xfrm>
            <a:off x="4256532" y="4014645"/>
            <a:ext cx="137160" cy="137160"/>
          </a:xfrm>
          <a:prstGeom prst="ellipse">
            <a:avLst/>
          </a:prstGeom>
          <a:solidFill>
            <a:srgbClr val="C65326"/>
          </a:solidFill>
          <a:ln w="1905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3977640" y="5532120"/>
            <a:ext cx="914400" cy="274320"/>
          </a:xfrm>
          <a:prstGeom prst="rect">
            <a:avLst/>
          </a:prstGeom>
          <a:noFill/>
        </p:spPr>
        <p:txBody>
          <a:bodyPr wrap="square" lIns="0" rIns="0" tIns="0" bIns="0">
            <a:spAutoFit/>
          </a:bodyPr>
          <a:lstStyle/>
          <a:p>
            <a:pPr>
              <a:spcAft>
                <a:spcPts val="0"/>
              </a:spcAft>
              <a:defRPr sz="1400" b="0">
                <a:solidFill>
                  <a:srgbClr val="7963AF"/>
                </a:solidFill>
                <a:latin typeface="Arial"/>
              </a:defRPr>
            </a:pPr>
            <a:r>
              <a:t>x = 0.5</a:t>
            </a:r>
          </a:p>
        </p:txBody>
      </p:sp>
      <p:sp>
        <p:nvSpPr>
          <p:cNvPr id="34" name="TextBox 33"/>
          <p:cNvSpPr txBox="1"/>
          <p:nvPr/>
        </p:nvSpPr>
        <p:spPr>
          <a:xfrm>
            <a:off x="6510528" y="2423160"/>
            <a:ext cx="448056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Sample B  /  prediction 0.40</a:t>
            </a:r>
          </a:p>
        </p:txBody>
      </p:sp>
      <p:cxnSp>
        <p:nvCxnSpPr>
          <p:cNvPr id="35" name="Connector 34"/>
          <p:cNvCxnSpPr/>
          <p:nvPr/>
        </p:nvCxnSpPr>
        <p:spPr>
          <a:xfrm>
            <a:off x="6510528"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6510528"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0991088"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38" name="TextBox 37"/>
          <p:cNvSpPr txBox="1"/>
          <p:nvPr/>
        </p:nvSpPr>
        <p:spPr>
          <a:xfrm>
            <a:off x="6236208"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39" name="Freeform 38"/>
          <p:cNvSpPr/>
          <p:nvPr/>
        </p:nvSpPr>
        <p:spPr>
          <a:xfrm>
            <a:off x="6510528" y="3290926"/>
            <a:ext cx="4572000" cy="1703527"/>
          </a:xfrm>
          <a:custGeom>
            <a:avLst/>
            <a:gdLst/>
            <a:ahLst/>
            <a:cxnLst/>
            <a:rect l="l" t="t" r="r" b="b"/>
            <a:pathLst>
              <a:path w="5000" h="1863">
                <a:moveTo>
                  <a:pt x="0" y="784"/>
                </a:moveTo>
                <a:lnTo>
                  <a:pt x="13" y="773"/>
                </a:lnTo>
                <a:lnTo>
                  <a:pt x="25" y="758"/>
                </a:lnTo>
                <a:lnTo>
                  <a:pt x="38" y="739"/>
                </a:lnTo>
                <a:lnTo>
                  <a:pt x="50" y="718"/>
                </a:lnTo>
                <a:lnTo>
                  <a:pt x="63" y="695"/>
                </a:lnTo>
                <a:lnTo>
                  <a:pt x="75" y="671"/>
                </a:lnTo>
                <a:lnTo>
                  <a:pt x="88" y="646"/>
                </a:lnTo>
                <a:lnTo>
                  <a:pt x="100" y="620"/>
                </a:lnTo>
                <a:lnTo>
                  <a:pt x="113" y="595"/>
                </a:lnTo>
                <a:lnTo>
                  <a:pt x="125" y="570"/>
                </a:lnTo>
                <a:lnTo>
                  <a:pt x="138" y="547"/>
                </a:lnTo>
                <a:lnTo>
                  <a:pt x="150" y="524"/>
                </a:lnTo>
                <a:lnTo>
                  <a:pt x="163" y="502"/>
                </a:lnTo>
                <a:lnTo>
                  <a:pt x="175" y="482"/>
                </a:lnTo>
                <a:lnTo>
                  <a:pt x="188" y="464"/>
                </a:lnTo>
                <a:lnTo>
                  <a:pt x="201" y="447"/>
                </a:lnTo>
                <a:lnTo>
                  <a:pt x="213" y="432"/>
                </a:lnTo>
                <a:lnTo>
                  <a:pt x="226" y="419"/>
                </a:lnTo>
                <a:lnTo>
                  <a:pt x="238" y="408"/>
                </a:lnTo>
                <a:lnTo>
                  <a:pt x="251" y="398"/>
                </a:lnTo>
                <a:lnTo>
                  <a:pt x="263" y="391"/>
                </a:lnTo>
                <a:lnTo>
                  <a:pt x="276" y="385"/>
                </a:lnTo>
                <a:lnTo>
                  <a:pt x="288" y="381"/>
                </a:lnTo>
                <a:lnTo>
                  <a:pt x="301" y="379"/>
                </a:lnTo>
                <a:lnTo>
                  <a:pt x="313" y="379"/>
                </a:lnTo>
                <a:lnTo>
                  <a:pt x="326" y="381"/>
                </a:lnTo>
                <a:lnTo>
                  <a:pt x="338" y="384"/>
                </a:lnTo>
                <a:lnTo>
                  <a:pt x="351" y="388"/>
                </a:lnTo>
                <a:lnTo>
                  <a:pt x="363" y="395"/>
                </a:lnTo>
                <a:lnTo>
                  <a:pt x="376" y="402"/>
                </a:lnTo>
                <a:lnTo>
                  <a:pt x="388" y="411"/>
                </a:lnTo>
                <a:lnTo>
                  <a:pt x="401" y="421"/>
                </a:lnTo>
                <a:lnTo>
                  <a:pt x="414" y="432"/>
                </a:lnTo>
                <a:lnTo>
                  <a:pt x="426" y="444"/>
                </a:lnTo>
                <a:lnTo>
                  <a:pt x="439" y="457"/>
                </a:lnTo>
                <a:lnTo>
                  <a:pt x="451" y="471"/>
                </a:lnTo>
                <a:lnTo>
                  <a:pt x="464" y="486"/>
                </a:lnTo>
                <a:lnTo>
                  <a:pt x="476" y="502"/>
                </a:lnTo>
                <a:lnTo>
                  <a:pt x="489" y="518"/>
                </a:lnTo>
                <a:lnTo>
                  <a:pt x="501" y="534"/>
                </a:lnTo>
                <a:lnTo>
                  <a:pt x="514" y="551"/>
                </a:lnTo>
                <a:lnTo>
                  <a:pt x="526" y="569"/>
                </a:lnTo>
                <a:lnTo>
                  <a:pt x="539" y="587"/>
                </a:lnTo>
                <a:lnTo>
                  <a:pt x="551" y="605"/>
                </a:lnTo>
                <a:lnTo>
                  <a:pt x="564" y="623"/>
                </a:lnTo>
                <a:lnTo>
                  <a:pt x="576" y="641"/>
                </a:lnTo>
                <a:lnTo>
                  <a:pt x="589" y="660"/>
                </a:lnTo>
                <a:lnTo>
                  <a:pt x="602" y="678"/>
                </a:lnTo>
                <a:lnTo>
                  <a:pt x="614" y="697"/>
                </a:lnTo>
                <a:lnTo>
                  <a:pt x="627" y="716"/>
                </a:lnTo>
                <a:lnTo>
                  <a:pt x="639" y="734"/>
                </a:lnTo>
                <a:lnTo>
                  <a:pt x="652" y="752"/>
                </a:lnTo>
                <a:lnTo>
                  <a:pt x="664" y="771"/>
                </a:lnTo>
                <a:lnTo>
                  <a:pt x="677" y="789"/>
                </a:lnTo>
                <a:lnTo>
                  <a:pt x="689" y="807"/>
                </a:lnTo>
                <a:lnTo>
                  <a:pt x="702" y="825"/>
                </a:lnTo>
                <a:lnTo>
                  <a:pt x="714" y="842"/>
                </a:lnTo>
                <a:lnTo>
                  <a:pt x="727" y="859"/>
                </a:lnTo>
                <a:lnTo>
                  <a:pt x="739" y="876"/>
                </a:lnTo>
                <a:lnTo>
                  <a:pt x="752" y="893"/>
                </a:lnTo>
                <a:lnTo>
                  <a:pt x="764" y="910"/>
                </a:lnTo>
                <a:lnTo>
                  <a:pt x="777" y="926"/>
                </a:lnTo>
                <a:lnTo>
                  <a:pt x="789" y="942"/>
                </a:lnTo>
                <a:lnTo>
                  <a:pt x="802" y="958"/>
                </a:lnTo>
                <a:lnTo>
                  <a:pt x="815" y="974"/>
                </a:lnTo>
                <a:lnTo>
                  <a:pt x="827" y="989"/>
                </a:lnTo>
                <a:lnTo>
                  <a:pt x="840" y="1005"/>
                </a:lnTo>
                <a:lnTo>
                  <a:pt x="852" y="1020"/>
                </a:lnTo>
                <a:lnTo>
                  <a:pt x="865" y="1035"/>
                </a:lnTo>
                <a:lnTo>
                  <a:pt x="877" y="1049"/>
                </a:lnTo>
                <a:lnTo>
                  <a:pt x="890" y="1064"/>
                </a:lnTo>
                <a:lnTo>
                  <a:pt x="902" y="1078"/>
                </a:lnTo>
                <a:lnTo>
                  <a:pt x="915" y="1092"/>
                </a:lnTo>
                <a:lnTo>
                  <a:pt x="927" y="1106"/>
                </a:lnTo>
                <a:lnTo>
                  <a:pt x="940" y="1120"/>
                </a:lnTo>
                <a:lnTo>
                  <a:pt x="952" y="1134"/>
                </a:lnTo>
                <a:lnTo>
                  <a:pt x="965" y="1148"/>
                </a:lnTo>
                <a:lnTo>
                  <a:pt x="977" y="1161"/>
                </a:lnTo>
                <a:lnTo>
                  <a:pt x="990" y="1175"/>
                </a:lnTo>
                <a:lnTo>
                  <a:pt x="1003" y="1188"/>
                </a:lnTo>
                <a:lnTo>
                  <a:pt x="1015" y="1202"/>
                </a:lnTo>
                <a:lnTo>
                  <a:pt x="1028" y="1215"/>
                </a:lnTo>
                <a:lnTo>
                  <a:pt x="1040" y="1228"/>
                </a:lnTo>
                <a:lnTo>
                  <a:pt x="1053" y="1242"/>
                </a:lnTo>
                <a:lnTo>
                  <a:pt x="1065" y="1255"/>
                </a:lnTo>
                <a:lnTo>
                  <a:pt x="1078" y="1269"/>
                </a:lnTo>
                <a:lnTo>
                  <a:pt x="1090" y="1282"/>
                </a:lnTo>
                <a:lnTo>
                  <a:pt x="1103" y="1295"/>
                </a:lnTo>
                <a:lnTo>
                  <a:pt x="1115" y="1309"/>
                </a:lnTo>
                <a:lnTo>
                  <a:pt x="1128" y="1322"/>
                </a:lnTo>
                <a:lnTo>
                  <a:pt x="1140" y="1336"/>
                </a:lnTo>
                <a:lnTo>
                  <a:pt x="1153" y="1350"/>
                </a:lnTo>
                <a:lnTo>
                  <a:pt x="1165" y="1363"/>
                </a:lnTo>
                <a:lnTo>
                  <a:pt x="1178" y="1377"/>
                </a:lnTo>
                <a:lnTo>
                  <a:pt x="1190" y="1390"/>
                </a:lnTo>
                <a:lnTo>
                  <a:pt x="1203" y="1404"/>
                </a:lnTo>
                <a:lnTo>
                  <a:pt x="1216" y="1418"/>
                </a:lnTo>
                <a:lnTo>
                  <a:pt x="1228" y="1432"/>
                </a:lnTo>
                <a:lnTo>
                  <a:pt x="1241" y="1445"/>
                </a:lnTo>
                <a:lnTo>
                  <a:pt x="1253" y="1459"/>
                </a:lnTo>
                <a:lnTo>
                  <a:pt x="1266" y="1473"/>
                </a:lnTo>
                <a:lnTo>
                  <a:pt x="1278" y="1487"/>
                </a:lnTo>
                <a:lnTo>
                  <a:pt x="1291" y="1501"/>
                </a:lnTo>
                <a:lnTo>
                  <a:pt x="1303" y="1514"/>
                </a:lnTo>
                <a:lnTo>
                  <a:pt x="1316" y="1528"/>
                </a:lnTo>
                <a:lnTo>
                  <a:pt x="1328" y="1542"/>
                </a:lnTo>
                <a:lnTo>
                  <a:pt x="1341" y="1555"/>
                </a:lnTo>
                <a:lnTo>
                  <a:pt x="1353" y="1569"/>
                </a:lnTo>
                <a:lnTo>
                  <a:pt x="1366" y="1582"/>
                </a:lnTo>
                <a:lnTo>
                  <a:pt x="1378" y="1596"/>
                </a:lnTo>
                <a:lnTo>
                  <a:pt x="1391" y="1609"/>
                </a:lnTo>
                <a:lnTo>
                  <a:pt x="1404" y="1622"/>
                </a:lnTo>
                <a:lnTo>
                  <a:pt x="1416" y="1635"/>
                </a:lnTo>
                <a:lnTo>
                  <a:pt x="1429" y="1648"/>
                </a:lnTo>
                <a:lnTo>
                  <a:pt x="1441" y="1660"/>
                </a:lnTo>
                <a:lnTo>
                  <a:pt x="1454" y="1672"/>
                </a:lnTo>
                <a:lnTo>
                  <a:pt x="1466" y="1684"/>
                </a:lnTo>
                <a:lnTo>
                  <a:pt x="1479" y="1696"/>
                </a:lnTo>
                <a:lnTo>
                  <a:pt x="1491" y="1708"/>
                </a:lnTo>
                <a:lnTo>
                  <a:pt x="1504" y="1719"/>
                </a:lnTo>
                <a:lnTo>
                  <a:pt x="1516" y="1730"/>
                </a:lnTo>
                <a:lnTo>
                  <a:pt x="1529" y="1741"/>
                </a:lnTo>
                <a:lnTo>
                  <a:pt x="1541" y="1751"/>
                </a:lnTo>
                <a:lnTo>
                  <a:pt x="1554" y="1761"/>
                </a:lnTo>
                <a:lnTo>
                  <a:pt x="1566" y="1771"/>
                </a:lnTo>
                <a:lnTo>
                  <a:pt x="1579" y="1780"/>
                </a:lnTo>
                <a:lnTo>
                  <a:pt x="1591" y="1789"/>
                </a:lnTo>
                <a:lnTo>
                  <a:pt x="1604" y="1797"/>
                </a:lnTo>
                <a:lnTo>
                  <a:pt x="1617" y="1805"/>
                </a:lnTo>
                <a:lnTo>
                  <a:pt x="1629" y="1813"/>
                </a:lnTo>
                <a:lnTo>
                  <a:pt x="1642" y="1820"/>
                </a:lnTo>
                <a:lnTo>
                  <a:pt x="1654" y="1826"/>
                </a:lnTo>
                <a:lnTo>
                  <a:pt x="1667" y="1832"/>
                </a:lnTo>
                <a:lnTo>
                  <a:pt x="1679" y="1838"/>
                </a:lnTo>
                <a:lnTo>
                  <a:pt x="1692" y="1843"/>
                </a:lnTo>
                <a:lnTo>
                  <a:pt x="1704" y="1847"/>
                </a:lnTo>
                <a:lnTo>
                  <a:pt x="1717" y="1851"/>
                </a:lnTo>
                <a:lnTo>
                  <a:pt x="1729" y="1855"/>
                </a:lnTo>
                <a:lnTo>
                  <a:pt x="1742" y="1857"/>
                </a:lnTo>
                <a:lnTo>
                  <a:pt x="1754" y="1860"/>
                </a:lnTo>
                <a:lnTo>
                  <a:pt x="1767" y="1861"/>
                </a:lnTo>
                <a:lnTo>
                  <a:pt x="1779" y="1863"/>
                </a:lnTo>
                <a:lnTo>
                  <a:pt x="1792" y="1863"/>
                </a:lnTo>
                <a:lnTo>
                  <a:pt x="1805" y="1863"/>
                </a:lnTo>
                <a:lnTo>
                  <a:pt x="1817" y="1863"/>
                </a:lnTo>
                <a:lnTo>
                  <a:pt x="1830" y="1861"/>
                </a:lnTo>
                <a:lnTo>
                  <a:pt x="1842" y="1860"/>
                </a:lnTo>
                <a:lnTo>
                  <a:pt x="1855" y="1857"/>
                </a:lnTo>
                <a:lnTo>
                  <a:pt x="1867" y="1855"/>
                </a:lnTo>
                <a:lnTo>
                  <a:pt x="1880" y="1851"/>
                </a:lnTo>
                <a:lnTo>
                  <a:pt x="1892" y="1847"/>
                </a:lnTo>
                <a:lnTo>
                  <a:pt x="1905" y="1843"/>
                </a:lnTo>
                <a:lnTo>
                  <a:pt x="1917" y="1838"/>
                </a:lnTo>
                <a:lnTo>
                  <a:pt x="1930" y="1832"/>
                </a:lnTo>
                <a:lnTo>
                  <a:pt x="1942" y="1826"/>
                </a:lnTo>
                <a:lnTo>
                  <a:pt x="1955" y="1819"/>
                </a:lnTo>
                <a:lnTo>
                  <a:pt x="1967" y="1812"/>
                </a:lnTo>
                <a:lnTo>
                  <a:pt x="1980" y="1805"/>
                </a:lnTo>
                <a:lnTo>
                  <a:pt x="1992" y="1797"/>
                </a:lnTo>
                <a:lnTo>
                  <a:pt x="2005" y="1788"/>
                </a:lnTo>
                <a:lnTo>
                  <a:pt x="2018" y="1779"/>
                </a:lnTo>
                <a:lnTo>
                  <a:pt x="2030" y="1770"/>
                </a:lnTo>
                <a:lnTo>
                  <a:pt x="2043" y="1760"/>
                </a:lnTo>
                <a:lnTo>
                  <a:pt x="2055" y="1750"/>
                </a:lnTo>
                <a:lnTo>
                  <a:pt x="2068" y="1740"/>
                </a:lnTo>
                <a:lnTo>
                  <a:pt x="2080" y="1729"/>
                </a:lnTo>
                <a:lnTo>
                  <a:pt x="2093" y="1718"/>
                </a:lnTo>
                <a:lnTo>
                  <a:pt x="2105" y="1706"/>
                </a:lnTo>
                <a:lnTo>
                  <a:pt x="2118" y="1695"/>
                </a:lnTo>
                <a:lnTo>
                  <a:pt x="2130" y="1683"/>
                </a:lnTo>
                <a:lnTo>
                  <a:pt x="2143" y="1671"/>
                </a:lnTo>
                <a:lnTo>
                  <a:pt x="2155" y="1658"/>
                </a:lnTo>
                <a:lnTo>
                  <a:pt x="2168" y="1646"/>
                </a:lnTo>
                <a:lnTo>
                  <a:pt x="2180" y="1633"/>
                </a:lnTo>
                <a:lnTo>
                  <a:pt x="2193" y="1620"/>
                </a:lnTo>
                <a:lnTo>
                  <a:pt x="2206" y="1607"/>
                </a:lnTo>
                <a:lnTo>
                  <a:pt x="2218" y="1594"/>
                </a:lnTo>
                <a:lnTo>
                  <a:pt x="2231" y="1581"/>
                </a:lnTo>
                <a:lnTo>
                  <a:pt x="2243" y="1568"/>
                </a:lnTo>
                <a:lnTo>
                  <a:pt x="2256" y="1555"/>
                </a:lnTo>
                <a:lnTo>
                  <a:pt x="2268" y="1542"/>
                </a:lnTo>
                <a:lnTo>
                  <a:pt x="2281" y="1529"/>
                </a:lnTo>
                <a:lnTo>
                  <a:pt x="2293" y="1516"/>
                </a:lnTo>
                <a:lnTo>
                  <a:pt x="2306" y="1504"/>
                </a:lnTo>
                <a:lnTo>
                  <a:pt x="2318" y="1491"/>
                </a:lnTo>
                <a:lnTo>
                  <a:pt x="2331" y="1479"/>
                </a:lnTo>
                <a:lnTo>
                  <a:pt x="2343" y="1466"/>
                </a:lnTo>
                <a:lnTo>
                  <a:pt x="2356" y="1454"/>
                </a:lnTo>
                <a:lnTo>
                  <a:pt x="2368" y="1442"/>
                </a:lnTo>
                <a:lnTo>
                  <a:pt x="2381" y="1431"/>
                </a:lnTo>
                <a:lnTo>
                  <a:pt x="2393" y="1420"/>
                </a:lnTo>
                <a:lnTo>
                  <a:pt x="2406" y="1409"/>
                </a:lnTo>
                <a:lnTo>
                  <a:pt x="2419" y="1398"/>
                </a:lnTo>
                <a:lnTo>
                  <a:pt x="2431" y="1388"/>
                </a:lnTo>
                <a:lnTo>
                  <a:pt x="2444" y="1378"/>
                </a:lnTo>
                <a:lnTo>
                  <a:pt x="2456" y="1368"/>
                </a:lnTo>
                <a:lnTo>
                  <a:pt x="2469" y="1359"/>
                </a:lnTo>
                <a:lnTo>
                  <a:pt x="2481" y="1350"/>
                </a:lnTo>
                <a:lnTo>
                  <a:pt x="2494" y="1342"/>
                </a:lnTo>
                <a:lnTo>
                  <a:pt x="2506" y="1334"/>
                </a:lnTo>
                <a:lnTo>
                  <a:pt x="2519" y="1327"/>
                </a:lnTo>
                <a:lnTo>
                  <a:pt x="2531" y="1320"/>
                </a:lnTo>
                <a:lnTo>
                  <a:pt x="2544" y="1313"/>
                </a:lnTo>
                <a:lnTo>
                  <a:pt x="2556" y="1307"/>
                </a:lnTo>
                <a:lnTo>
                  <a:pt x="2569" y="1302"/>
                </a:lnTo>
                <a:lnTo>
                  <a:pt x="2581" y="1297"/>
                </a:lnTo>
                <a:lnTo>
                  <a:pt x="2594" y="1293"/>
                </a:lnTo>
                <a:lnTo>
                  <a:pt x="2607" y="1289"/>
                </a:lnTo>
                <a:lnTo>
                  <a:pt x="2619" y="1285"/>
                </a:lnTo>
                <a:lnTo>
                  <a:pt x="2632" y="1283"/>
                </a:lnTo>
                <a:lnTo>
                  <a:pt x="2644" y="1281"/>
                </a:lnTo>
                <a:lnTo>
                  <a:pt x="2657" y="1279"/>
                </a:lnTo>
                <a:lnTo>
                  <a:pt x="2669" y="1278"/>
                </a:lnTo>
                <a:lnTo>
                  <a:pt x="2682" y="1277"/>
                </a:lnTo>
                <a:lnTo>
                  <a:pt x="2694" y="1277"/>
                </a:lnTo>
                <a:lnTo>
                  <a:pt x="2707" y="1278"/>
                </a:lnTo>
                <a:lnTo>
                  <a:pt x="2719" y="1279"/>
                </a:lnTo>
                <a:lnTo>
                  <a:pt x="2732" y="1280"/>
                </a:lnTo>
                <a:lnTo>
                  <a:pt x="2744" y="1283"/>
                </a:lnTo>
                <a:lnTo>
                  <a:pt x="2757" y="1285"/>
                </a:lnTo>
                <a:lnTo>
                  <a:pt x="2769" y="1288"/>
                </a:lnTo>
                <a:lnTo>
                  <a:pt x="2782" y="1292"/>
                </a:lnTo>
                <a:lnTo>
                  <a:pt x="2794" y="1296"/>
                </a:lnTo>
                <a:lnTo>
                  <a:pt x="2807" y="1301"/>
                </a:lnTo>
                <a:lnTo>
                  <a:pt x="2820" y="1306"/>
                </a:lnTo>
                <a:lnTo>
                  <a:pt x="2832" y="1312"/>
                </a:lnTo>
                <a:lnTo>
                  <a:pt x="2845" y="1317"/>
                </a:lnTo>
                <a:lnTo>
                  <a:pt x="2857" y="1324"/>
                </a:lnTo>
                <a:lnTo>
                  <a:pt x="2870" y="1331"/>
                </a:lnTo>
                <a:lnTo>
                  <a:pt x="2882" y="1338"/>
                </a:lnTo>
                <a:lnTo>
                  <a:pt x="2895" y="1345"/>
                </a:lnTo>
                <a:lnTo>
                  <a:pt x="2907" y="1353"/>
                </a:lnTo>
                <a:lnTo>
                  <a:pt x="2920" y="1361"/>
                </a:lnTo>
                <a:lnTo>
                  <a:pt x="2932" y="1370"/>
                </a:lnTo>
                <a:lnTo>
                  <a:pt x="2945" y="1379"/>
                </a:lnTo>
                <a:lnTo>
                  <a:pt x="2957" y="1388"/>
                </a:lnTo>
                <a:lnTo>
                  <a:pt x="2970" y="1397"/>
                </a:lnTo>
                <a:lnTo>
                  <a:pt x="2982" y="1406"/>
                </a:lnTo>
                <a:lnTo>
                  <a:pt x="2995" y="1416"/>
                </a:lnTo>
                <a:lnTo>
                  <a:pt x="3008" y="1425"/>
                </a:lnTo>
                <a:lnTo>
                  <a:pt x="3020" y="1435"/>
                </a:lnTo>
                <a:lnTo>
                  <a:pt x="3033" y="1445"/>
                </a:lnTo>
                <a:lnTo>
                  <a:pt x="3045" y="1455"/>
                </a:lnTo>
                <a:lnTo>
                  <a:pt x="3058" y="1465"/>
                </a:lnTo>
                <a:lnTo>
                  <a:pt x="3070" y="1475"/>
                </a:lnTo>
                <a:lnTo>
                  <a:pt x="3083" y="1485"/>
                </a:lnTo>
                <a:lnTo>
                  <a:pt x="3095" y="1495"/>
                </a:lnTo>
                <a:lnTo>
                  <a:pt x="3108" y="1505"/>
                </a:lnTo>
                <a:lnTo>
                  <a:pt x="3120" y="1514"/>
                </a:lnTo>
                <a:lnTo>
                  <a:pt x="3133" y="1524"/>
                </a:lnTo>
                <a:lnTo>
                  <a:pt x="3145" y="1533"/>
                </a:lnTo>
                <a:lnTo>
                  <a:pt x="3158" y="1543"/>
                </a:lnTo>
                <a:lnTo>
                  <a:pt x="3170" y="1552"/>
                </a:lnTo>
                <a:lnTo>
                  <a:pt x="3183" y="1560"/>
                </a:lnTo>
                <a:lnTo>
                  <a:pt x="3195" y="1569"/>
                </a:lnTo>
                <a:lnTo>
                  <a:pt x="3208" y="1577"/>
                </a:lnTo>
                <a:lnTo>
                  <a:pt x="3221" y="1585"/>
                </a:lnTo>
                <a:lnTo>
                  <a:pt x="3233" y="1592"/>
                </a:lnTo>
                <a:lnTo>
                  <a:pt x="3246" y="1599"/>
                </a:lnTo>
                <a:lnTo>
                  <a:pt x="3258" y="1606"/>
                </a:lnTo>
                <a:lnTo>
                  <a:pt x="3271" y="1612"/>
                </a:lnTo>
                <a:lnTo>
                  <a:pt x="3283" y="1618"/>
                </a:lnTo>
                <a:lnTo>
                  <a:pt x="3296" y="1623"/>
                </a:lnTo>
                <a:lnTo>
                  <a:pt x="3308" y="1628"/>
                </a:lnTo>
                <a:lnTo>
                  <a:pt x="3321" y="1633"/>
                </a:lnTo>
                <a:lnTo>
                  <a:pt x="3333" y="1636"/>
                </a:lnTo>
                <a:lnTo>
                  <a:pt x="3346" y="1639"/>
                </a:lnTo>
                <a:lnTo>
                  <a:pt x="3358" y="1642"/>
                </a:lnTo>
                <a:lnTo>
                  <a:pt x="3371" y="1644"/>
                </a:lnTo>
                <a:lnTo>
                  <a:pt x="3383" y="1645"/>
                </a:lnTo>
                <a:lnTo>
                  <a:pt x="3396" y="1646"/>
                </a:lnTo>
                <a:lnTo>
                  <a:pt x="3409" y="1646"/>
                </a:lnTo>
                <a:lnTo>
                  <a:pt x="3421" y="1646"/>
                </a:lnTo>
                <a:lnTo>
                  <a:pt x="3434" y="1645"/>
                </a:lnTo>
                <a:lnTo>
                  <a:pt x="3446" y="1643"/>
                </a:lnTo>
                <a:lnTo>
                  <a:pt x="3459" y="1640"/>
                </a:lnTo>
                <a:lnTo>
                  <a:pt x="3471" y="1637"/>
                </a:lnTo>
                <a:lnTo>
                  <a:pt x="3484" y="1633"/>
                </a:lnTo>
                <a:lnTo>
                  <a:pt x="3496" y="1628"/>
                </a:lnTo>
                <a:lnTo>
                  <a:pt x="3509" y="1623"/>
                </a:lnTo>
                <a:lnTo>
                  <a:pt x="3521" y="1617"/>
                </a:lnTo>
                <a:lnTo>
                  <a:pt x="3534" y="1610"/>
                </a:lnTo>
                <a:lnTo>
                  <a:pt x="3546" y="1602"/>
                </a:lnTo>
                <a:lnTo>
                  <a:pt x="3559" y="1594"/>
                </a:lnTo>
                <a:lnTo>
                  <a:pt x="3571" y="1585"/>
                </a:lnTo>
                <a:lnTo>
                  <a:pt x="3584" y="1575"/>
                </a:lnTo>
                <a:lnTo>
                  <a:pt x="3596" y="1565"/>
                </a:lnTo>
                <a:lnTo>
                  <a:pt x="3609" y="1554"/>
                </a:lnTo>
                <a:lnTo>
                  <a:pt x="3622" y="1542"/>
                </a:lnTo>
                <a:lnTo>
                  <a:pt x="3634" y="1530"/>
                </a:lnTo>
                <a:lnTo>
                  <a:pt x="3647" y="1517"/>
                </a:lnTo>
                <a:lnTo>
                  <a:pt x="3659" y="1503"/>
                </a:lnTo>
                <a:lnTo>
                  <a:pt x="3672" y="1488"/>
                </a:lnTo>
                <a:lnTo>
                  <a:pt x="3684" y="1473"/>
                </a:lnTo>
                <a:lnTo>
                  <a:pt x="3697" y="1458"/>
                </a:lnTo>
                <a:lnTo>
                  <a:pt x="3709" y="1441"/>
                </a:lnTo>
                <a:lnTo>
                  <a:pt x="3722" y="1425"/>
                </a:lnTo>
                <a:lnTo>
                  <a:pt x="3734" y="1407"/>
                </a:lnTo>
                <a:lnTo>
                  <a:pt x="3747" y="1389"/>
                </a:lnTo>
                <a:lnTo>
                  <a:pt x="3759" y="1371"/>
                </a:lnTo>
                <a:lnTo>
                  <a:pt x="3772" y="1352"/>
                </a:lnTo>
                <a:lnTo>
                  <a:pt x="3784" y="1332"/>
                </a:lnTo>
                <a:lnTo>
                  <a:pt x="3797" y="1313"/>
                </a:lnTo>
                <a:lnTo>
                  <a:pt x="3810" y="1292"/>
                </a:lnTo>
                <a:lnTo>
                  <a:pt x="3822" y="1272"/>
                </a:lnTo>
                <a:lnTo>
                  <a:pt x="3835" y="1250"/>
                </a:lnTo>
                <a:lnTo>
                  <a:pt x="3847" y="1229"/>
                </a:lnTo>
                <a:lnTo>
                  <a:pt x="3860" y="1207"/>
                </a:lnTo>
                <a:lnTo>
                  <a:pt x="3872" y="1185"/>
                </a:lnTo>
                <a:lnTo>
                  <a:pt x="3885" y="1163"/>
                </a:lnTo>
                <a:lnTo>
                  <a:pt x="3897" y="1140"/>
                </a:lnTo>
                <a:lnTo>
                  <a:pt x="3910" y="1118"/>
                </a:lnTo>
                <a:lnTo>
                  <a:pt x="3922" y="1095"/>
                </a:lnTo>
                <a:lnTo>
                  <a:pt x="3935" y="1072"/>
                </a:lnTo>
                <a:lnTo>
                  <a:pt x="3947" y="1049"/>
                </a:lnTo>
                <a:lnTo>
                  <a:pt x="3960" y="1026"/>
                </a:lnTo>
                <a:lnTo>
                  <a:pt x="3972" y="1002"/>
                </a:lnTo>
                <a:lnTo>
                  <a:pt x="3985" y="979"/>
                </a:lnTo>
                <a:lnTo>
                  <a:pt x="3997" y="956"/>
                </a:lnTo>
                <a:lnTo>
                  <a:pt x="4010" y="933"/>
                </a:lnTo>
                <a:lnTo>
                  <a:pt x="4023" y="910"/>
                </a:lnTo>
                <a:lnTo>
                  <a:pt x="4035" y="887"/>
                </a:lnTo>
                <a:lnTo>
                  <a:pt x="4048" y="864"/>
                </a:lnTo>
                <a:lnTo>
                  <a:pt x="4060" y="841"/>
                </a:lnTo>
                <a:lnTo>
                  <a:pt x="4073" y="819"/>
                </a:lnTo>
                <a:lnTo>
                  <a:pt x="4085" y="796"/>
                </a:lnTo>
                <a:lnTo>
                  <a:pt x="4098" y="774"/>
                </a:lnTo>
                <a:lnTo>
                  <a:pt x="4110" y="753"/>
                </a:lnTo>
                <a:lnTo>
                  <a:pt x="4123" y="731"/>
                </a:lnTo>
                <a:lnTo>
                  <a:pt x="4135" y="710"/>
                </a:lnTo>
                <a:lnTo>
                  <a:pt x="4148" y="690"/>
                </a:lnTo>
                <a:lnTo>
                  <a:pt x="4160" y="670"/>
                </a:lnTo>
                <a:lnTo>
                  <a:pt x="4173" y="650"/>
                </a:lnTo>
                <a:lnTo>
                  <a:pt x="4185" y="631"/>
                </a:lnTo>
                <a:lnTo>
                  <a:pt x="4198" y="612"/>
                </a:lnTo>
                <a:lnTo>
                  <a:pt x="4211" y="593"/>
                </a:lnTo>
                <a:lnTo>
                  <a:pt x="4223" y="576"/>
                </a:lnTo>
                <a:lnTo>
                  <a:pt x="4236" y="558"/>
                </a:lnTo>
                <a:lnTo>
                  <a:pt x="4248" y="542"/>
                </a:lnTo>
                <a:lnTo>
                  <a:pt x="4261" y="526"/>
                </a:lnTo>
                <a:lnTo>
                  <a:pt x="4273" y="510"/>
                </a:lnTo>
                <a:lnTo>
                  <a:pt x="4286" y="496"/>
                </a:lnTo>
                <a:lnTo>
                  <a:pt x="4298" y="481"/>
                </a:lnTo>
                <a:lnTo>
                  <a:pt x="4311" y="468"/>
                </a:lnTo>
                <a:lnTo>
                  <a:pt x="4323" y="455"/>
                </a:lnTo>
                <a:lnTo>
                  <a:pt x="4336" y="443"/>
                </a:lnTo>
                <a:lnTo>
                  <a:pt x="4348" y="431"/>
                </a:lnTo>
                <a:lnTo>
                  <a:pt x="4361" y="421"/>
                </a:lnTo>
                <a:lnTo>
                  <a:pt x="4373" y="411"/>
                </a:lnTo>
                <a:lnTo>
                  <a:pt x="4386" y="401"/>
                </a:lnTo>
                <a:lnTo>
                  <a:pt x="4398" y="393"/>
                </a:lnTo>
                <a:lnTo>
                  <a:pt x="4411" y="385"/>
                </a:lnTo>
                <a:lnTo>
                  <a:pt x="4424" y="378"/>
                </a:lnTo>
                <a:lnTo>
                  <a:pt x="4436" y="371"/>
                </a:lnTo>
                <a:lnTo>
                  <a:pt x="4449" y="366"/>
                </a:lnTo>
                <a:lnTo>
                  <a:pt x="4461" y="361"/>
                </a:lnTo>
                <a:lnTo>
                  <a:pt x="4474" y="357"/>
                </a:lnTo>
                <a:lnTo>
                  <a:pt x="4486" y="353"/>
                </a:lnTo>
                <a:lnTo>
                  <a:pt x="4499" y="350"/>
                </a:lnTo>
                <a:lnTo>
                  <a:pt x="4511" y="348"/>
                </a:lnTo>
                <a:lnTo>
                  <a:pt x="4524" y="346"/>
                </a:lnTo>
                <a:lnTo>
                  <a:pt x="4536" y="345"/>
                </a:lnTo>
                <a:lnTo>
                  <a:pt x="4549" y="345"/>
                </a:lnTo>
                <a:lnTo>
                  <a:pt x="4561" y="345"/>
                </a:lnTo>
                <a:lnTo>
                  <a:pt x="4574" y="346"/>
                </a:lnTo>
                <a:lnTo>
                  <a:pt x="4586" y="347"/>
                </a:lnTo>
                <a:lnTo>
                  <a:pt x="4599" y="349"/>
                </a:lnTo>
                <a:lnTo>
                  <a:pt x="4612" y="351"/>
                </a:lnTo>
                <a:lnTo>
                  <a:pt x="4624" y="353"/>
                </a:lnTo>
                <a:lnTo>
                  <a:pt x="4637" y="356"/>
                </a:lnTo>
                <a:lnTo>
                  <a:pt x="4649" y="359"/>
                </a:lnTo>
                <a:lnTo>
                  <a:pt x="4662" y="363"/>
                </a:lnTo>
                <a:lnTo>
                  <a:pt x="4674" y="366"/>
                </a:lnTo>
                <a:lnTo>
                  <a:pt x="4687" y="369"/>
                </a:lnTo>
                <a:lnTo>
                  <a:pt x="4699" y="373"/>
                </a:lnTo>
                <a:lnTo>
                  <a:pt x="4712" y="376"/>
                </a:lnTo>
                <a:lnTo>
                  <a:pt x="4724" y="379"/>
                </a:lnTo>
                <a:lnTo>
                  <a:pt x="4737" y="381"/>
                </a:lnTo>
                <a:lnTo>
                  <a:pt x="4749" y="383"/>
                </a:lnTo>
                <a:lnTo>
                  <a:pt x="4762" y="385"/>
                </a:lnTo>
                <a:lnTo>
                  <a:pt x="4774" y="385"/>
                </a:lnTo>
                <a:lnTo>
                  <a:pt x="4787" y="385"/>
                </a:lnTo>
                <a:lnTo>
                  <a:pt x="4799" y="384"/>
                </a:lnTo>
                <a:lnTo>
                  <a:pt x="4812" y="381"/>
                </a:lnTo>
                <a:lnTo>
                  <a:pt x="4825" y="377"/>
                </a:lnTo>
                <a:lnTo>
                  <a:pt x="4837" y="371"/>
                </a:lnTo>
                <a:lnTo>
                  <a:pt x="4850" y="363"/>
                </a:lnTo>
                <a:lnTo>
                  <a:pt x="4862" y="353"/>
                </a:lnTo>
                <a:lnTo>
                  <a:pt x="4875" y="341"/>
                </a:lnTo>
                <a:lnTo>
                  <a:pt x="4887" y="326"/>
                </a:lnTo>
                <a:lnTo>
                  <a:pt x="4900" y="307"/>
                </a:lnTo>
                <a:lnTo>
                  <a:pt x="4912" y="286"/>
                </a:lnTo>
                <a:lnTo>
                  <a:pt x="4925" y="260"/>
                </a:lnTo>
                <a:lnTo>
                  <a:pt x="4937" y="230"/>
                </a:lnTo>
                <a:lnTo>
                  <a:pt x="4950" y="195"/>
                </a:lnTo>
                <a:lnTo>
                  <a:pt x="4962" y="156"/>
                </a:lnTo>
                <a:lnTo>
                  <a:pt x="4975" y="110"/>
                </a:lnTo>
                <a:lnTo>
                  <a:pt x="4987" y="59"/>
                </a:lnTo>
                <a:lnTo>
                  <a:pt x="5000" y="0"/>
                </a:lnTo>
              </a:path>
            </a:pathLst>
          </a:custGeom>
          <a:noFill/>
          <a:ln w="3810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Oval 39"/>
          <p:cNvSpPr/>
          <p:nvPr/>
        </p:nvSpPr>
        <p:spPr>
          <a:xfrm>
            <a:off x="6469380" y="3965257"/>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val 40"/>
          <p:cNvSpPr/>
          <p:nvPr/>
        </p:nvSpPr>
        <p:spPr>
          <a:xfrm>
            <a:off x="6710011" y="362213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Oval 41"/>
          <p:cNvSpPr/>
          <p:nvPr/>
        </p:nvSpPr>
        <p:spPr>
          <a:xfrm>
            <a:off x="6950643" y="3715519"/>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Oval 42"/>
          <p:cNvSpPr/>
          <p:nvPr/>
        </p:nvSpPr>
        <p:spPr>
          <a:xfrm>
            <a:off x="7191274" y="421269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Oval 43"/>
          <p:cNvSpPr/>
          <p:nvPr/>
        </p:nvSpPr>
        <p:spPr>
          <a:xfrm>
            <a:off x="7431906" y="4290024"/>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Oval 44"/>
          <p:cNvSpPr/>
          <p:nvPr/>
        </p:nvSpPr>
        <p:spPr>
          <a:xfrm>
            <a:off x="7672537" y="467959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Oval 45"/>
          <p:cNvSpPr/>
          <p:nvPr/>
        </p:nvSpPr>
        <p:spPr>
          <a:xfrm>
            <a:off x="7913169" y="488384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Oval 46"/>
          <p:cNvSpPr/>
          <p:nvPr/>
        </p:nvSpPr>
        <p:spPr>
          <a:xfrm>
            <a:off x="8153801" y="491647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8394432" y="496249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Oval 48"/>
          <p:cNvSpPr/>
          <p:nvPr/>
        </p:nvSpPr>
        <p:spPr>
          <a:xfrm>
            <a:off x="8635064" y="430312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Oval 49"/>
          <p:cNvSpPr/>
          <p:nvPr/>
        </p:nvSpPr>
        <p:spPr>
          <a:xfrm>
            <a:off x="8875695" y="459911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9116327" y="4477431"/>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Oval 51"/>
          <p:cNvSpPr/>
          <p:nvPr/>
        </p:nvSpPr>
        <p:spPr>
          <a:xfrm>
            <a:off x="9356958" y="465193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Oval 52"/>
          <p:cNvSpPr/>
          <p:nvPr/>
        </p:nvSpPr>
        <p:spPr>
          <a:xfrm>
            <a:off x="9597590" y="469447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Oval 53"/>
          <p:cNvSpPr/>
          <p:nvPr/>
        </p:nvSpPr>
        <p:spPr>
          <a:xfrm>
            <a:off x="9838222" y="460058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Oval 54"/>
          <p:cNvSpPr/>
          <p:nvPr/>
        </p:nvSpPr>
        <p:spPr>
          <a:xfrm>
            <a:off x="10078853" y="432291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Oval 55"/>
          <p:cNvSpPr/>
          <p:nvPr/>
        </p:nvSpPr>
        <p:spPr>
          <a:xfrm>
            <a:off x="10319485" y="3657743"/>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Oval 56"/>
          <p:cNvSpPr/>
          <p:nvPr/>
        </p:nvSpPr>
        <p:spPr>
          <a:xfrm>
            <a:off x="10560116" y="3648092"/>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10800748" y="3578745"/>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11041380" y="3252248"/>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0" name="Connector 59"/>
          <p:cNvCxnSpPr/>
          <p:nvPr/>
        </p:nvCxnSpPr>
        <p:spPr>
          <a:xfrm>
            <a:off x="9939528" y="2834640"/>
            <a:ext cx="0" cy="2606040"/>
          </a:xfrm>
          <a:prstGeom prst="line">
            <a:avLst/>
          </a:prstGeom>
          <a:ln w="12700">
            <a:solidFill>
              <a:srgbClr val="7963AF"/>
            </a:solidFill>
            <a:prstDash val="dash"/>
          </a:ln>
        </p:spPr>
        <p:style>
          <a:lnRef idx="2">
            <a:schemeClr val="accent1"/>
          </a:lnRef>
          <a:fillRef idx="0">
            <a:schemeClr val="accent1"/>
          </a:fillRef>
          <a:effectRef idx="0">
            <a:schemeClr val="accent1"/>
          </a:effectRef>
          <a:fontRef idx="minor">
            <a:schemeClr val="tx1"/>
          </a:fontRef>
        </p:style>
      </p:cxnSp>
      <p:sp>
        <p:nvSpPr>
          <p:cNvPr id="61" name="Oval 60"/>
          <p:cNvSpPr/>
          <p:nvPr/>
        </p:nvSpPr>
        <p:spPr>
          <a:xfrm>
            <a:off x="9870948" y="4488470"/>
            <a:ext cx="137160" cy="137160"/>
          </a:xfrm>
          <a:prstGeom prst="ellipse">
            <a:avLst/>
          </a:prstGeom>
          <a:solidFill>
            <a:srgbClr val="C65326"/>
          </a:solidFill>
          <a:ln w="1905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9592056" y="5532120"/>
            <a:ext cx="914400" cy="274320"/>
          </a:xfrm>
          <a:prstGeom prst="rect">
            <a:avLst/>
          </a:prstGeom>
          <a:noFill/>
        </p:spPr>
        <p:txBody>
          <a:bodyPr wrap="square" lIns="0" rIns="0" tIns="0" bIns="0">
            <a:spAutoFit/>
          </a:bodyPr>
          <a:lstStyle/>
          <a:p>
            <a:pPr>
              <a:spcAft>
                <a:spcPts val="0"/>
              </a:spcAft>
              <a:defRPr sz="1400" b="0">
                <a:solidFill>
                  <a:srgbClr val="7963AF"/>
                </a:solidFill>
                <a:latin typeface="Arial"/>
              </a:defRPr>
            </a:pPr>
            <a:r>
              <a:t>x = 0.5</a:t>
            </a:r>
          </a:p>
        </p:txBody>
      </p:sp>
      <p:sp>
        <p:nvSpPr>
          <p:cNvPr id="63" name="Oval 62"/>
          <p:cNvSpPr/>
          <p:nvPr/>
        </p:nvSpPr>
        <p:spPr>
          <a:xfrm>
            <a:off x="864108" y="6103620"/>
            <a:ext cx="82296" cy="82296"/>
          </a:xfrm>
          <a:prstGeom prst="ellipse">
            <a:avLst/>
          </a:prstGeom>
          <a:solidFill>
            <a:srgbClr val="181D16"/>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197864" y="6025896"/>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training observations</a:t>
            </a:r>
          </a:p>
        </p:txBody>
      </p:sp>
      <p:cxnSp>
        <p:nvCxnSpPr>
          <p:cNvPr id="65" name="Connector 64"/>
          <p:cNvCxnSpPr/>
          <p:nvPr/>
        </p:nvCxnSpPr>
        <p:spPr>
          <a:xfrm>
            <a:off x="3621024" y="6144768"/>
            <a:ext cx="256032" cy="0"/>
          </a:xfrm>
          <a:prstGeom prst="line">
            <a:avLst/>
          </a:prstGeom>
          <a:ln w="25400">
            <a:solidFill>
              <a:srgbClr val="C65326"/>
            </a:solidFill>
          </a:ln>
        </p:spPr>
        <p:style>
          <a:lnRef idx="2">
            <a:schemeClr val="accent1"/>
          </a:lnRef>
          <a:fillRef idx="0">
            <a:schemeClr val="accent1"/>
          </a:fillRef>
          <a:effectRef idx="0">
            <a:schemeClr val="accent1"/>
          </a:effectRef>
          <a:fontRef idx="minor">
            <a:schemeClr val="tx1"/>
          </a:fontRef>
        </p:style>
      </p:cxnSp>
      <p:sp>
        <p:nvSpPr>
          <p:cNvPr id="66" name="TextBox 65"/>
          <p:cNvSpPr txBox="1"/>
          <p:nvPr/>
        </p:nvSpPr>
        <p:spPr>
          <a:xfrm>
            <a:off x="3977639" y="6025896"/>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degree-12 fit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Variance is sensitivity to the sample.</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03/07</a:t>
            </a:r>
          </a:p>
        </p:txBody>
      </p:sp>
      <p:sp>
        <p:nvSpPr>
          <p:cNvPr id="5" name="TextBox 4"/>
          <p:cNvSpPr txBox="1"/>
          <p:nvPr/>
        </p:nvSpPr>
        <p:spPr>
          <a:xfrm>
            <a:off x="896112" y="2423160"/>
            <a:ext cx="457200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Degree 2  /  less variation</a:t>
            </a:r>
          </a:p>
        </p:txBody>
      </p:sp>
      <p:cxnSp>
        <p:nvCxnSpPr>
          <p:cNvPr id="6" name="Connector 5"/>
          <p:cNvCxnSpPr/>
          <p:nvPr/>
        </p:nvCxnSpPr>
        <p:spPr>
          <a:xfrm>
            <a:off x="896112"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a:off x="896112"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76672"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9" name="TextBox 8"/>
          <p:cNvSpPr txBox="1"/>
          <p:nvPr/>
        </p:nvSpPr>
        <p:spPr>
          <a:xfrm>
            <a:off x="621792"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10" name="Freeform 9"/>
          <p:cNvSpPr/>
          <p:nvPr/>
        </p:nvSpPr>
        <p:spPr>
          <a:xfrm>
            <a:off x="896112" y="2919679"/>
            <a:ext cx="4572000" cy="1805026"/>
          </a:xfrm>
          <a:custGeom>
            <a:avLst/>
            <a:gdLst/>
            <a:ahLst/>
            <a:cxnLst/>
            <a:rect l="l" t="t" r="r" b="b"/>
            <a:pathLst>
              <a:path w="5000" h="1974">
                <a:moveTo>
                  <a:pt x="0" y="766"/>
                </a:moveTo>
                <a:lnTo>
                  <a:pt x="13" y="780"/>
                </a:lnTo>
                <a:lnTo>
                  <a:pt x="25" y="794"/>
                </a:lnTo>
                <a:lnTo>
                  <a:pt x="38" y="807"/>
                </a:lnTo>
                <a:lnTo>
                  <a:pt x="50" y="821"/>
                </a:lnTo>
                <a:lnTo>
                  <a:pt x="63" y="834"/>
                </a:lnTo>
                <a:lnTo>
                  <a:pt x="75" y="848"/>
                </a:lnTo>
                <a:lnTo>
                  <a:pt x="88" y="861"/>
                </a:lnTo>
                <a:lnTo>
                  <a:pt x="100" y="874"/>
                </a:lnTo>
                <a:lnTo>
                  <a:pt x="113" y="887"/>
                </a:lnTo>
                <a:lnTo>
                  <a:pt x="125" y="900"/>
                </a:lnTo>
                <a:lnTo>
                  <a:pt x="138" y="913"/>
                </a:lnTo>
                <a:lnTo>
                  <a:pt x="150" y="926"/>
                </a:lnTo>
                <a:lnTo>
                  <a:pt x="163" y="939"/>
                </a:lnTo>
                <a:lnTo>
                  <a:pt x="175" y="952"/>
                </a:lnTo>
                <a:lnTo>
                  <a:pt x="188" y="964"/>
                </a:lnTo>
                <a:lnTo>
                  <a:pt x="201" y="977"/>
                </a:lnTo>
                <a:lnTo>
                  <a:pt x="213" y="989"/>
                </a:lnTo>
                <a:lnTo>
                  <a:pt x="226" y="1002"/>
                </a:lnTo>
                <a:lnTo>
                  <a:pt x="238" y="1014"/>
                </a:lnTo>
                <a:lnTo>
                  <a:pt x="251" y="1026"/>
                </a:lnTo>
                <a:lnTo>
                  <a:pt x="263" y="1039"/>
                </a:lnTo>
                <a:lnTo>
                  <a:pt x="276" y="1051"/>
                </a:lnTo>
                <a:lnTo>
                  <a:pt x="288" y="1063"/>
                </a:lnTo>
                <a:lnTo>
                  <a:pt x="301" y="1075"/>
                </a:lnTo>
                <a:lnTo>
                  <a:pt x="313" y="1086"/>
                </a:lnTo>
                <a:lnTo>
                  <a:pt x="326" y="1098"/>
                </a:lnTo>
                <a:lnTo>
                  <a:pt x="338" y="1110"/>
                </a:lnTo>
                <a:lnTo>
                  <a:pt x="351" y="1122"/>
                </a:lnTo>
                <a:lnTo>
                  <a:pt x="363" y="1133"/>
                </a:lnTo>
                <a:lnTo>
                  <a:pt x="376" y="1145"/>
                </a:lnTo>
                <a:lnTo>
                  <a:pt x="388" y="1156"/>
                </a:lnTo>
                <a:lnTo>
                  <a:pt x="401" y="1167"/>
                </a:lnTo>
                <a:lnTo>
                  <a:pt x="414" y="1178"/>
                </a:lnTo>
                <a:lnTo>
                  <a:pt x="426" y="1190"/>
                </a:lnTo>
                <a:lnTo>
                  <a:pt x="439" y="1201"/>
                </a:lnTo>
                <a:lnTo>
                  <a:pt x="451" y="1212"/>
                </a:lnTo>
                <a:lnTo>
                  <a:pt x="464" y="1223"/>
                </a:lnTo>
                <a:lnTo>
                  <a:pt x="476" y="1233"/>
                </a:lnTo>
                <a:lnTo>
                  <a:pt x="489" y="1244"/>
                </a:lnTo>
                <a:lnTo>
                  <a:pt x="501" y="1255"/>
                </a:lnTo>
                <a:lnTo>
                  <a:pt x="514" y="1265"/>
                </a:lnTo>
                <a:lnTo>
                  <a:pt x="526" y="1276"/>
                </a:lnTo>
                <a:lnTo>
                  <a:pt x="539" y="1286"/>
                </a:lnTo>
                <a:lnTo>
                  <a:pt x="551" y="1297"/>
                </a:lnTo>
                <a:lnTo>
                  <a:pt x="564" y="1307"/>
                </a:lnTo>
                <a:lnTo>
                  <a:pt x="576" y="1317"/>
                </a:lnTo>
                <a:lnTo>
                  <a:pt x="589" y="1327"/>
                </a:lnTo>
                <a:lnTo>
                  <a:pt x="602" y="1337"/>
                </a:lnTo>
                <a:lnTo>
                  <a:pt x="614" y="1347"/>
                </a:lnTo>
                <a:lnTo>
                  <a:pt x="627" y="1357"/>
                </a:lnTo>
                <a:lnTo>
                  <a:pt x="639" y="1367"/>
                </a:lnTo>
                <a:lnTo>
                  <a:pt x="652" y="1377"/>
                </a:lnTo>
                <a:lnTo>
                  <a:pt x="664" y="1387"/>
                </a:lnTo>
                <a:lnTo>
                  <a:pt x="677" y="1396"/>
                </a:lnTo>
                <a:lnTo>
                  <a:pt x="689" y="1406"/>
                </a:lnTo>
                <a:lnTo>
                  <a:pt x="702" y="1415"/>
                </a:lnTo>
                <a:lnTo>
                  <a:pt x="714" y="1424"/>
                </a:lnTo>
                <a:lnTo>
                  <a:pt x="727" y="1434"/>
                </a:lnTo>
                <a:lnTo>
                  <a:pt x="739" y="1443"/>
                </a:lnTo>
                <a:lnTo>
                  <a:pt x="752" y="1452"/>
                </a:lnTo>
                <a:lnTo>
                  <a:pt x="764" y="1461"/>
                </a:lnTo>
                <a:lnTo>
                  <a:pt x="777" y="1470"/>
                </a:lnTo>
                <a:lnTo>
                  <a:pt x="789" y="1479"/>
                </a:lnTo>
                <a:lnTo>
                  <a:pt x="802" y="1488"/>
                </a:lnTo>
                <a:lnTo>
                  <a:pt x="815" y="1496"/>
                </a:lnTo>
                <a:lnTo>
                  <a:pt x="827" y="1505"/>
                </a:lnTo>
                <a:lnTo>
                  <a:pt x="840" y="1513"/>
                </a:lnTo>
                <a:lnTo>
                  <a:pt x="852" y="1522"/>
                </a:lnTo>
                <a:lnTo>
                  <a:pt x="865" y="1530"/>
                </a:lnTo>
                <a:lnTo>
                  <a:pt x="877" y="1539"/>
                </a:lnTo>
                <a:lnTo>
                  <a:pt x="890" y="1547"/>
                </a:lnTo>
                <a:lnTo>
                  <a:pt x="902" y="1555"/>
                </a:lnTo>
                <a:lnTo>
                  <a:pt x="915" y="1563"/>
                </a:lnTo>
                <a:lnTo>
                  <a:pt x="927" y="1571"/>
                </a:lnTo>
                <a:lnTo>
                  <a:pt x="940" y="1579"/>
                </a:lnTo>
                <a:lnTo>
                  <a:pt x="952" y="1587"/>
                </a:lnTo>
                <a:lnTo>
                  <a:pt x="965" y="1595"/>
                </a:lnTo>
                <a:lnTo>
                  <a:pt x="977" y="1602"/>
                </a:lnTo>
                <a:lnTo>
                  <a:pt x="990" y="1610"/>
                </a:lnTo>
                <a:lnTo>
                  <a:pt x="1003" y="1617"/>
                </a:lnTo>
                <a:lnTo>
                  <a:pt x="1015" y="1625"/>
                </a:lnTo>
                <a:lnTo>
                  <a:pt x="1028" y="1632"/>
                </a:lnTo>
                <a:lnTo>
                  <a:pt x="1040" y="1640"/>
                </a:lnTo>
                <a:lnTo>
                  <a:pt x="1053" y="1647"/>
                </a:lnTo>
                <a:lnTo>
                  <a:pt x="1065" y="1654"/>
                </a:lnTo>
                <a:lnTo>
                  <a:pt x="1078" y="1661"/>
                </a:lnTo>
                <a:lnTo>
                  <a:pt x="1090" y="1668"/>
                </a:lnTo>
                <a:lnTo>
                  <a:pt x="1103" y="1675"/>
                </a:lnTo>
                <a:lnTo>
                  <a:pt x="1115" y="1682"/>
                </a:lnTo>
                <a:lnTo>
                  <a:pt x="1128" y="1688"/>
                </a:lnTo>
                <a:lnTo>
                  <a:pt x="1140" y="1695"/>
                </a:lnTo>
                <a:lnTo>
                  <a:pt x="1153" y="1702"/>
                </a:lnTo>
                <a:lnTo>
                  <a:pt x="1165" y="1708"/>
                </a:lnTo>
                <a:lnTo>
                  <a:pt x="1178" y="1715"/>
                </a:lnTo>
                <a:lnTo>
                  <a:pt x="1190" y="1721"/>
                </a:lnTo>
                <a:lnTo>
                  <a:pt x="1203" y="1727"/>
                </a:lnTo>
                <a:lnTo>
                  <a:pt x="1216" y="1733"/>
                </a:lnTo>
                <a:lnTo>
                  <a:pt x="1228" y="1740"/>
                </a:lnTo>
                <a:lnTo>
                  <a:pt x="1241" y="1746"/>
                </a:lnTo>
                <a:lnTo>
                  <a:pt x="1253" y="1752"/>
                </a:lnTo>
                <a:lnTo>
                  <a:pt x="1266" y="1757"/>
                </a:lnTo>
                <a:lnTo>
                  <a:pt x="1278" y="1763"/>
                </a:lnTo>
                <a:lnTo>
                  <a:pt x="1291" y="1769"/>
                </a:lnTo>
                <a:lnTo>
                  <a:pt x="1303" y="1775"/>
                </a:lnTo>
                <a:lnTo>
                  <a:pt x="1316" y="1780"/>
                </a:lnTo>
                <a:lnTo>
                  <a:pt x="1328" y="1786"/>
                </a:lnTo>
                <a:lnTo>
                  <a:pt x="1341" y="1791"/>
                </a:lnTo>
                <a:lnTo>
                  <a:pt x="1353" y="1796"/>
                </a:lnTo>
                <a:lnTo>
                  <a:pt x="1366" y="1802"/>
                </a:lnTo>
                <a:lnTo>
                  <a:pt x="1378" y="1807"/>
                </a:lnTo>
                <a:lnTo>
                  <a:pt x="1391" y="1812"/>
                </a:lnTo>
                <a:lnTo>
                  <a:pt x="1404" y="1817"/>
                </a:lnTo>
                <a:lnTo>
                  <a:pt x="1416" y="1822"/>
                </a:lnTo>
                <a:lnTo>
                  <a:pt x="1429" y="1827"/>
                </a:lnTo>
                <a:lnTo>
                  <a:pt x="1441" y="1831"/>
                </a:lnTo>
                <a:lnTo>
                  <a:pt x="1454" y="1836"/>
                </a:lnTo>
                <a:lnTo>
                  <a:pt x="1466" y="1841"/>
                </a:lnTo>
                <a:lnTo>
                  <a:pt x="1479" y="1845"/>
                </a:lnTo>
                <a:lnTo>
                  <a:pt x="1491" y="1850"/>
                </a:lnTo>
                <a:lnTo>
                  <a:pt x="1504" y="1854"/>
                </a:lnTo>
                <a:lnTo>
                  <a:pt x="1516" y="1858"/>
                </a:lnTo>
                <a:lnTo>
                  <a:pt x="1529" y="1863"/>
                </a:lnTo>
                <a:lnTo>
                  <a:pt x="1541" y="1867"/>
                </a:lnTo>
                <a:lnTo>
                  <a:pt x="1554" y="1871"/>
                </a:lnTo>
                <a:lnTo>
                  <a:pt x="1566" y="1875"/>
                </a:lnTo>
                <a:lnTo>
                  <a:pt x="1579" y="1879"/>
                </a:lnTo>
                <a:lnTo>
                  <a:pt x="1591" y="1883"/>
                </a:lnTo>
                <a:lnTo>
                  <a:pt x="1604" y="1886"/>
                </a:lnTo>
                <a:lnTo>
                  <a:pt x="1617" y="1890"/>
                </a:lnTo>
                <a:lnTo>
                  <a:pt x="1629" y="1894"/>
                </a:lnTo>
                <a:lnTo>
                  <a:pt x="1642" y="1897"/>
                </a:lnTo>
                <a:lnTo>
                  <a:pt x="1654" y="1901"/>
                </a:lnTo>
                <a:lnTo>
                  <a:pt x="1667" y="1904"/>
                </a:lnTo>
                <a:lnTo>
                  <a:pt x="1679" y="1907"/>
                </a:lnTo>
                <a:lnTo>
                  <a:pt x="1692" y="1910"/>
                </a:lnTo>
                <a:lnTo>
                  <a:pt x="1704" y="1913"/>
                </a:lnTo>
                <a:lnTo>
                  <a:pt x="1717" y="1916"/>
                </a:lnTo>
                <a:lnTo>
                  <a:pt x="1729" y="1919"/>
                </a:lnTo>
                <a:lnTo>
                  <a:pt x="1742" y="1922"/>
                </a:lnTo>
                <a:lnTo>
                  <a:pt x="1754" y="1925"/>
                </a:lnTo>
                <a:lnTo>
                  <a:pt x="1767" y="1928"/>
                </a:lnTo>
                <a:lnTo>
                  <a:pt x="1779" y="1931"/>
                </a:lnTo>
                <a:lnTo>
                  <a:pt x="1792" y="1933"/>
                </a:lnTo>
                <a:lnTo>
                  <a:pt x="1805" y="1936"/>
                </a:lnTo>
                <a:lnTo>
                  <a:pt x="1817" y="1938"/>
                </a:lnTo>
                <a:lnTo>
                  <a:pt x="1830" y="1940"/>
                </a:lnTo>
                <a:lnTo>
                  <a:pt x="1842" y="1943"/>
                </a:lnTo>
                <a:lnTo>
                  <a:pt x="1855" y="1945"/>
                </a:lnTo>
                <a:lnTo>
                  <a:pt x="1867" y="1947"/>
                </a:lnTo>
                <a:lnTo>
                  <a:pt x="1880" y="1949"/>
                </a:lnTo>
                <a:lnTo>
                  <a:pt x="1892" y="1951"/>
                </a:lnTo>
                <a:lnTo>
                  <a:pt x="1905" y="1953"/>
                </a:lnTo>
                <a:lnTo>
                  <a:pt x="1917" y="1954"/>
                </a:lnTo>
                <a:lnTo>
                  <a:pt x="1930" y="1956"/>
                </a:lnTo>
                <a:lnTo>
                  <a:pt x="1942" y="1958"/>
                </a:lnTo>
                <a:lnTo>
                  <a:pt x="1955" y="1959"/>
                </a:lnTo>
                <a:lnTo>
                  <a:pt x="1967" y="1961"/>
                </a:lnTo>
                <a:lnTo>
                  <a:pt x="1980" y="1962"/>
                </a:lnTo>
                <a:lnTo>
                  <a:pt x="1992" y="1963"/>
                </a:lnTo>
                <a:lnTo>
                  <a:pt x="2005" y="1965"/>
                </a:lnTo>
                <a:lnTo>
                  <a:pt x="2018" y="1966"/>
                </a:lnTo>
                <a:lnTo>
                  <a:pt x="2030" y="1967"/>
                </a:lnTo>
                <a:lnTo>
                  <a:pt x="2043" y="1968"/>
                </a:lnTo>
                <a:lnTo>
                  <a:pt x="2055" y="1969"/>
                </a:lnTo>
                <a:lnTo>
                  <a:pt x="2068" y="1970"/>
                </a:lnTo>
                <a:lnTo>
                  <a:pt x="2080" y="1970"/>
                </a:lnTo>
                <a:lnTo>
                  <a:pt x="2093" y="1971"/>
                </a:lnTo>
                <a:lnTo>
                  <a:pt x="2105" y="1972"/>
                </a:lnTo>
                <a:lnTo>
                  <a:pt x="2118" y="1972"/>
                </a:lnTo>
                <a:lnTo>
                  <a:pt x="2130" y="1973"/>
                </a:lnTo>
                <a:lnTo>
                  <a:pt x="2143" y="1973"/>
                </a:lnTo>
                <a:lnTo>
                  <a:pt x="2155" y="1973"/>
                </a:lnTo>
                <a:lnTo>
                  <a:pt x="2168" y="1974"/>
                </a:lnTo>
                <a:lnTo>
                  <a:pt x="2180" y="1974"/>
                </a:lnTo>
                <a:lnTo>
                  <a:pt x="2193" y="1974"/>
                </a:lnTo>
                <a:lnTo>
                  <a:pt x="2206" y="1974"/>
                </a:lnTo>
                <a:lnTo>
                  <a:pt x="2218" y="1974"/>
                </a:lnTo>
                <a:lnTo>
                  <a:pt x="2231" y="1973"/>
                </a:lnTo>
                <a:lnTo>
                  <a:pt x="2243" y="1973"/>
                </a:lnTo>
                <a:lnTo>
                  <a:pt x="2256" y="1973"/>
                </a:lnTo>
                <a:lnTo>
                  <a:pt x="2268" y="1972"/>
                </a:lnTo>
                <a:lnTo>
                  <a:pt x="2281" y="1972"/>
                </a:lnTo>
                <a:lnTo>
                  <a:pt x="2293" y="1971"/>
                </a:lnTo>
                <a:lnTo>
                  <a:pt x="2306" y="1971"/>
                </a:lnTo>
                <a:lnTo>
                  <a:pt x="2318" y="1970"/>
                </a:lnTo>
                <a:lnTo>
                  <a:pt x="2331" y="1969"/>
                </a:lnTo>
                <a:lnTo>
                  <a:pt x="2343" y="1968"/>
                </a:lnTo>
                <a:lnTo>
                  <a:pt x="2356" y="1967"/>
                </a:lnTo>
                <a:lnTo>
                  <a:pt x="2368" y="1966"/>
                </a:lnTo>
                <a:lnTo>
                  <a:pt x="2381" y="1965"/>
                </a:lnTo>
                <a:lnTo>
                  <a:pt x="2393" y="1964"/>
                </a:lnTo>
                <a:lnTo>
                  <a:pt x="2406" y="1962"/>
                </a:lnTo>
                <a:lnTo>
                  <a:pt x="2419" y="1961"/>
                </a:lnTo>
                <a:lnTo>
                  <a:pt x="2431" y="1960"/>
                </a:lnTo>
                <a:lnTo>
                  <a:pt x="2444" y="1958"/>
                </a:lnTo>
                <a:lnTo>
                  <a:pt x="2456" y="1956"/>
                </a:lnTo>
                <a:lnTo>
                  <a:pt x="2469" y="1955"/>
                </a:lnTo>
                <a:lnTo>
                  <a:pt x="2481" y="1953"/>
                </a:lnTo>
                <a:lnTo>
                  <a:pt x="2494" y="1951"/>
                </a:lnTo>
                <a:lnTo>
                  <a:pt x="2506" y="1949"/>
                </a:lnTo>
                <a:lnTo>
                  <a:pt x="2519" y="1947"/>
                </a:lnTo>
                <a:lnTo>
                  <a:pt x="2531" y="1945"/>
                </a:lnTo>
                <a:lnTo>
                  <a:pt x="2544" y="1943"/>
                </a:lnTo>
                <a:lnTo>
                  <a:pt x="2556" y="1941"/>
                </a:lnTo>
                <a:lnTo>
                  <a:pt x="2569" y="1938"/>
                </a:lnTo>
                <a:lnTo>
                  <a:pt x="2581" y="1936"/>
                </a:lnTo>
                <a:lnTo>
                  <a:pt x="2594" y="1934"/>
                </a:lnTo>
                <a:lnTo>
                  <a:pt x="2607" y="1931"/>
                </a:lnTo>
                <a:lnTo>
                  <a:pt x="2619" y="1928"/>
                </a:lnTo>
                <a:lnTo>
                  <a:pt x="2632" y="1926"/>
                </a:lnTo>
                <a:lnTo>
                  <a:pt x="2644" y="1923"/>
                </a:lnTo>
                <a:lnTo>
                  <a:pt x="2657" y="1920"/>
                </a:lnTo>
                <a:lnTo>
                  <a:pt x="2669" y="1917"/>
                </a:lnTo>
                <a:lnTo>
                  <a:pt x="2682" y="1914"/>
                </a:lnTo>
                <a:lnTo>
                  <a:pt x="2694" y="1911"/>
                </a:lnTo>
                <a:lnTo>
                  <a:pt x="2707" y="1908"/>
                </a:lnTo>
                <a:lnTo>
                  <a:pt x="2719" y="1905"/>
                </a:lnTo>
                <a:lnTo>
                  <a:pt x="2732" y="1901"/>
                </a:lnTo>
                <a:lnTo>
                  <a:pt x="2744" y="1898"/>
                </a:lnTo>
                <a:lnTo>
                  <a:pt x="2757" y="1894"/>
                </a:lnTo>
                <a:lnTo>
                  <a:pt x="2769" y="1891"/>
                </a:lnTo>
                <a:lnTo>
                  <a:pt x="2782" y="1887"/>
                </a:lnTo>
                <a:lnTo>
                  <a:pt x="2794" y="1883"/>
                </a:lnTo>
                <a:lnTo>
                  <a:pt x="2807" y="1880"/>
                </a:lnTo>
                <a:lnTo>
                  <a:pt x="2820" y="1876"/>
                </a:lnTo>
                <a:lnTo>
                  <a:pt x="2832" y="1872"/>
                </a:lnTo>
                <a:lnTo>
                  <a:pt x="2845" y="1868"/>
                </a:lnTo>
                <a:lnTo>
                  <a:pt x="2857" y="1864"/>
                </a:lnTo>
                <a:lnTo>
                  <a:pt x="2870" y="1859"/>
                </a:lnTo>
                <a:lnTo>
                  <a:pt x="2882" y="1855"/>
                </a:lnTo>
                <a:lnTo>
                  <a:pt x="2895" y="1851"/>
                </a:lnTo>
                <a:lnTo>
                  <a:pt x="2907" y="1846"/>
                </a:lnTo>
                <a:lnTo>
                  <a:pt x="2920" y="1842"/>
                </a:lnTo>
                <a:lnTo>
                  <a:pt x="2932" y="1837"/>
                </a:lnTo>
                <a:lnTo>
                  <a:pt x="2945" y="1832"/>
                </a:lnTo>
                <a:lnTo>
                  <a:pt x="2957" y="1828"/>
                </a:lnTo>
                <a:lnTo>
                  <a:pt x="2970" y="1823"/>
                </a:lnTo>
                <a:lnTo>
                  <a:pt x="2982" y="1818"/>
                </a:lnTo>
                <a:lnTo>
                  <a:pt x="2995" y="1813"/>
                </a:lnTo>
                <a:lnTo>
                  <a:pt x="3008" y="1808"/>
                </a:lnTo>
                <a:lnTo>
                  <a:pt x="3020" y="1803"/>
                </a:lnTo>
                <a:lnTo>
                  <a:pt x="3033" y="1797"/>
                </a:lnTo>
                <a:lnTo>
                  <a:pt x="3045" y="1792"/>
                </a:lnTo>
                <a:lnTo>
                  <a:pt x="3058" y="1787"/>
                </a:lnTo>
                <a:lnTo>
                  <a:pt x="3070" y="1781"/>
                </a:lnTo>
                <a:lnTo>
                  <a:pt x="3083" y="1776"/>
                </a:lnTo>
                <a:lnTo>
                  <a:pt x="3095" y="1770"/>
                </a:lnTo>
                <a:lnTo>
                  <a:pt x="3108" y="1764"/>
                </a:lnTo>
                <a:lnTo>
                  <a:pt x="3120" y="1759"/>
                </a:lnTo>
                <a:lnTo>
                  <a:pt x="3133" y="1753"/>
                </a:lnTo>
                <a:lnTo>
                  <a:pt x="3145" y="1747"/>
                </a:lnTo>
                <a:lnTo>
                  <a:pt x="3158" y="1741"/>
                </a:lnTo>
                <a:lnTo>
                  <a:pt x="3170" y="1735"/>
                </a:lnTo>
                <a:lnTo>
                  <a:pt x="3183" y="1729"/>
                </a:lnTo>
                <a:lnTo>
                  <a:pt x="3195" y="1722"/>
                </a:lnTo>
                <a:lnTo>
                  <a:pt x="3208" y="1716"/>
                </a:lnTo>
                <a:lnTo>
                  <a:pt x="3221" y="1710"/>
                </a:lnTo>
                <a:lnTo>
                  <a:pt x="3233" y="1703"/>
                </a:lnTo>
                <a:lnTo>
                  <a:pt x="3246" y="1697"/>
                </a:lnTo>
                <a:lnTo>
                  <a:pt x="3258" y="1690"/>
                </a:lnTo>
                <a:lnTo>
                  <a:pt x="3271" y="1683"/>
                </a:lnTo>
                <a:lnTo>
                  <a:pt x="3283" y="1676"/>
                </a:lnTo>
                <a:lnTo>
                  <a:pt x="3296" y="1669"/>
                </a:lnTo>
                <a:lnTo>
                  <a:pt x="3308" y="1663"/>
                </a:lnTo>
                <a:lnTo>
                  <a:pt x="3321" y="1655"/>
                </a:lnTo>
                <a:lnTo>
                  <a:pt x="3333" y="1648"/>
                </a:lnTo>
                <a:lnTo>
                  <a:pt x="3346" y="1641"/>
                </a:lnTo>
                <a:lnTo>
                  <a:pt x="3358" y="1634"/>
                </a:lnTo>
                <a:lnTo>
                  <a:pt x="3371" y="1627"/>
                </a:lnTo>
                <a:lnTo>
                  <a:pt x="3383" y="1619"/>
                </a:lnTo>
                <a:lnTo>
                  <a:pt x="3396" y="1612"/>
                </a:lnTo>
                <a:lnTo>
                  <a:pt x="3409" y="1604"/>
                </a:lnTo>
                <a:lnTo>
                  <a:pt x="3421" y="1596"/>
                </a:lnTo>
                <a:lnTo>
                  <a:pt x="3434" y="1589"/>
                </a:lnTo>
                <a:lnTo>
                  <a:pt x="3446" y="1581"/>
                </a:lnTo>
                <a:lnTo>
                  <a:pt x="3459" y="1573"/>
                </a:lnTo>
                <a:lnTo>
                  <a:pt x="3471" y="1565"/>
                </a:lnTo>
                <a:lnTo>
                  <a:pt x="3484" y="1557"/>
                </a:lnTo>
                <a:lnTo>
                  <a:pt x="3496" y="1549"/>
                </a:lnTo>
                <a:lnTo>
                  <a:pt x="3509" y="1540"/>
                </a:lnTo>
                <a:lnTo>
                  <a:pt x="3521" y="1532"/>
                </a:lnTo>
                <a:lnTo>
                  <a:pt x="3534" y="1524"/>
                </a:lnTo>
                <a:lnTo>
                  <a:pt x="3546" y="1515"/>
                </a:lnTo>
                <a:lnTo>
                  <a:pt x="3559" y="1507"/>
                </a:lnTo>
                <a:lnTo>
                  <a:pt x="3571" y="1498"/>
                </a:lnTo>
                <a:lnTo>
                  <a:pt x="3584" y="1489"/>
                </a:lnTo>
                <a:lnTo>
                  <a:pt x="3596" y="1481"/>
                </a:lnTo>
                <a:lnTo>
                  <a:pt x="3609" y="1472"/>
                </a:lnTo>
                <a:lnTo>
                  <a:pt x="3622" y="1463"/>
                </a:lnTo>
                <a:lnTo>
                  <a:pt x="3634" y="1454"/>
                </a:lnTo>
                <a:lnTo>
                  <a:pt x="3647" y="1445"/>
                </a:lnTo>
                <a:lnTo>
                  <a:pt x="3659" y="1436"/>
                </a:lnTo>
                <a:lnTo>
                  <a:pt x="3672" y="1426"/>
                </a:lnTo>
                <a:lnTo>
                  <a:pt x="3684" y="1417"/>
                </a:lnTo>
                <a:lnTo>
                  <a:pt x="3697" y="1408"/>
                </a:lnTo>
                <a:lnTo>
                  <a:pt x="3709" y="1398"/>
                </a:lnTo>
                <a:lnTo>
                  <a:pt x="3722" y="1389"/>
                </a:lnTo>
                <a:lnTo>
                  <a:pt x="3734" y="1379"/>
                </a:lnTo>
                <a:lnTo>
                  <a:pt x="3747" y="1369"/>
                </a:lnTo>
                <a:lnTo>
                  <a:pt x="3759" y="1359"/>
                </a:lnTo>
                <a:lnTo>
                  <a:pt x="3772" y="1350"/>
                </a:lnTo>
                <a:lnTo>
                  <a:pt x="3784" y="1340"/>
                </a:lnTo>
                <a:lnTo>
                  <a:pt x="3797" y="1330"/>
                </a:lnTo>
                <a:lnTo>
                  <a:pt x="3810" y="1319"/>
                </a:lnTo>
                <a:lnTo>
                  <a:pt x="3822" y="1309"/>
                </a:lnTo>
                <a:lnTo>
                  <a:pt x="3835" y="1299"/>
                </a:lnTo>
                <a:lnTo>
                  <a:pt x="3847" y="1289"/>
                </a:lnTo>
                <a:lnTo>
                  <a:pt x="3860" y="1278"/>
                </a:lnTo>
                <a:lnTo>
                  <a:pt x="3872" y="1268"/>
                </a:lnTo>
                <a:lnTo>
                  <a:pt x="3885" y="1257"/>
                </a:lnTo>
                <a:lnTo>
                  <a:pt x="3897" y="1246"/>
                </a:lnTo>
                <a:lnTo>
                  <a:pt x="3910" y="1236"/>
                </a:lnTo>
                <a:lnTo>
                  <a:pt x="3922" y="1225"/>
                </a:lnTo>
                <a:lnTo>
                  <a:pt x="3935" y="1214"/>
                </a:lnTo>
                <a:lnTo>
                  <a:pt x="3947" y="1203"/>
                </a:lnTo>
                <a:lnTo>
                  <a:pt x="3960" y="1192"/>
                </a:lnTo>
                <a:lnTo>
                  <a:pt x="3972" y="1181"/>
                </a:lnTo>
                <a:lnTo>
                  <a:pt x="3985" y="1170"/>
                </a:lnTo>
                <a:lnTo>
                  <a:pt x="3997" y="1158"/>
                </a:lnTo>
                <a:lnTo>
                  <a:pt x="4010" y="1147"/>
                </a:lnTo>
                <a:lnTo>
                  <a:pt x="4023" y="1136"/>
                </a:lnTo>
                <a:lnTo>
                  <a:pt x="4035" y="1124"/>
                </a:lnTo>
                <a:lnTo>
                  <a:pt x="4048" y="1112"/>
                </a:lnTo>
                <a:lnTo>
                  <a:pt x="4060" y="1101"/>
                </a:lnTo>
                <a:lnTo>
                  <a:pt x="4073" y="1089"/>
                </a:lnTo>
                <a:lnTo>
                  <a:pt x="4085" y="1077"/>
                </a:lnTo>
                <a:lnTo>
                  <a:pt x="4098" y="1065"/>
                </a:lnTo>
                <a:lnTo>
                  <a:pt x="4110" y="1053"/>
                </a:lnTo>
                <a:lnTo>
                  <a:pt x="4123" y="1041"/>
                </a:lnTo>
                <a:lnTo>
                  <a:pt x="4135" y="1029"/>
                </a:lnTo>
                <a:lnTo>
                  <a:pt x="4148" y="1017"/>
                </a:lnTo>
                <a:lnTo>
                  <a:pt x="4160" y="1004"/>
                </a:lnTo>
                <a:lnTo>
                  <a:pt x="4173" y="992"/>
                </a:lnTo>
                <a:lnTo>
                  <a:pt x="4185" y="980"/>
                </a:lnTo>
                <a:lnTo>
                  <a:pt x="4198" y="967"/>
                </a:lnTo>
                <a:lnTo>
                  <a:pt x="4211" y="954"/>
                </a:lnTo>
                <a:lnTo>
                  <a:pt x="4223" y="942"/>
                </a:lnTo>
                <a:lnTo>
                  <a:pt x="4236" y="929"/>
                </a:lnTo>
                <a:lnTo>
                  <a:pt x="4248" y="916"/>
                </a:lnTo>
                <a:lnTo>
                  <a:pt x="4261" y="903"/>
                </a:lnTo>
                <a:lnTo>
                  <a:pt x="4273" y="890"/>
                </a:lnTo>
                <a:lnTo>
                  <a:pt x="4286" y="877"/>
                </a:lnTo>
                <a:lnTo>
                  <a:pt x="4298" y="864"/>
                </a:lnTo>
                <a:lnTo>
                  <a:pt x="4311" y="850"/>
                </a:lnTo>
                <a:lnTo>
                  <a:pt x="4323" y="837"/>
                </a:lnTo>
                <a:lnTo>
                  <a:pt x="4336" y="824"/>
                </a:lnTo>
                <a:lnTo>
                  <a:pt x="4348" y="810"/>
                </a:lnTo>
                <a:lnTo>
                  <a:pt x="4361" y="797"/>
                </a:lnTo>
                <a:lnTo>
                  <a:pt x="4373" y="783"/>
                </a:lnTo>
                <a:lnTo>
                  <a:pt x="4386" y="769"/>
                </a:lnTo>
                <a:lnTo>
                  <a:pt x="4398" y="755"/>
                </a:lnTo>
                <a:lnTo>
                  <a:pt x="4411" y="742"/>
                </a:lnTo>
                <a:lnTo>
                  <a:pt x="4424" y="728"/>
                </a:lnTo>
                <a:lnTo>
                  <a:pt x="4436" y="713"/>
                </a:lnTo>
                <a:lnTo>
                  <a:pt x="4449" y="699"/>
                </a:lnTo>
                <a:lnTo>
                  <a:pt x="4461" y="685"/>
                </a:lnTo>
                <a:lnTo>
                  <a:pt x="4474" y="671"/>
                </a:lnTo>
                <a:lnTo>
                  <a:pt x="4486" y="656"/>
                </a:lnTo>
                <a:lnTo>
                  <a:pt x="4499" y="642"/>
                </a:lnTo>
                <a:lnTo>
                  <a:pt x="4511" y="628"/>
                </a:lnTo>
                <a:lnTo>
                  <a:pt x="4524" y="613"/>
                </a:lnTo>
                <a:lnTo>
                  <a:pt x="4536" y="598"/>
                </a:lnTo>
                <a:lnTo>
                  <a:pt x="4549" y="583"/>
                </a:lnTo>
                <a:lnTo>
                  <a:pt x="4561" y="569"/>
                </a:lnTo>
                <a:lnTo>
                  <a:pt x="4574" y="554"/>
                </a:lnTo>
                <a:lnTo>
                  <a:pt x="4586" y="539"/>
                </a:lnTo>
                <a:lnTo>
                  <a:pt x="4599" y="524"/>
                </a:lnTo>
                <a:lnTo>
                  <a:pt x="4612" y="509"/>
                </a:lnTo>
                <a:lnTo>
                  <a:pt x="4624" y="493"/>
                </a:lnTo>
                <a:lnTo>
                  <a:pt x="4637" y="478"/>
                </a:lnTo>
                <a:lnTo>
                  <a:pt x="4649" y="463"/>
                </a:lnTo>
                <a:lnTo>
                  <a:pt x="4662" y="447"/>
                </a:lnTo>
                <a:lnTo>
                  <a:pt x="4674" y="432"/>
                </a:lnTo>
                <a:lnTo>
                  <a:pt x="4687" y="416"/>
                </a:lnTo>
                <a:lnTo>
                  <a:pt x="4699" y="400"/>
                </a:lnTo>
                <a:lnTo>
                  <a:pt x="4712" y="384"/>
                </a:lnTo>
                <a:lnTo>
                  <a:pt x="4724" y="369"/>
                </a:lnTo>
                <a:lnTo>
                  <a:pt x="4737" y="353"/>
                </a:lnTo>
                <a:lnTo>
                  <a:pt x="4749" y="337"/>
                </a:lnTo>
                <a:lnTo>
                  <a:pt x="4762" y="321"/>
                </a:lnTo>
                <a:lnTo>
                  <a:pt x="4774" y="304"/>
                </a:lnTo>
                <a:lnTo>
                  <a:pt x="4787" y="288"/>
                </a:lnTo>
                <a:lnTo>
                  <a:pt x="4799" y="272"/>
                </a:lnTo>
                <a:lnTo>
                  <a:pt x="4812" y="255"/>
                </a:lnTo>
                <a:lnTo>
                  <a:pt x="4825" y="239"/>
                </a:lnTo>
                <a:lnTo>
                  <a:pt x="4837" y="222"/>
                </a:lnTo>
                <a:lnTo>
                  <a:pt x="4850" y="206"/>
                </a:lnTo>
                <a:lnTo>
                  <a:pt x="4862" y="189"/>
                </a:lnTo>
                <a:lnTo>
                  <a:pt x="4875" y="172"/>
                </a:lnTo>
                <a:lnTo>
                  <a:pt x="4887" y="155"/>
                </a:lnTo>
                <a:lnTo>
                  <a:pt x="4900" y="138"/>
                </a:lnTo>
                <a:lnTo>
                  <a:pt x="4912" y="121"/>
                </a:lnTo>
                <a:lnTo>
                  <a:pt x="4925" y="104"/>
                </a:lnTo>
                <a:lnTo>
                  <a:pt x="4937" y="87"/>
                </a:lnTo>
                <a:lnTo>
                  <a:pt x="4950" y="70"/>
                </a:lnTo>
                <a:lnTo>
                  <a:pt x="4962" y="52"/>
                </a:lnTo>
                <a:lnTo>
                  <a:pt x="4975" y="35"/>
                </a:lnTo>
                <a:lnTo>
                  <a:pt x="4987" y="17"/>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reeform 10"/>
          <p:cNvSpPr/>
          <p:nvPr/>
        </p:nvSpPr>
        <p:spPr>
          <a:xfrm>
            <a:off x="896112" y="3258007"/>
            <a:ext cx="4572000" cy="1534363"/>
          </a:xfrm>
          <a:custGeom>
            <a:avLst/>
            <a:gdLst/>
            <a:ahLst/>
            <a:cxnLst/>
            <a:rect l="l" t="t" r="r" b="b"/>
            <a:pathLst>
              <a:path w="5000" h="1678">
                <a:moveTo>
                  <a:pt x="0" y="417"/>
                </a:moveTo>
                <a:lnTo>
                  <a:pt x="13" y="431"/>
                </a:lnTo>
                <a:lnTo>
                  <a:pt x="25" y="444"/>
                </a:lnTo>
                <a:lnTo>
                  <a:pt x="38" y="458"/>
                </a:lnTo>
                <a:lnTo>
                  <a:pt x="50" y="471"/>
                </a:lnTo>
                <a:lnTo>
                  <a:pt x="63" y="484"/>
                </a:lnTo>
                <a:lnTo>
                  <a:pt x="75" y="497"/>
                </a:lnTo>
                <a:lnTo>
                  <a:pt x="88" y="510"/>
                </a:lnTo>
                <a:lnTo>
                  <a:pt x="100" y="524"/>
                </a:lnTo>
                <a:lnTo>
                  <a:pt x="113" y="537"/>
                </a:lnTo>
                <a:lnTo>
                  <a:pt x="125" y="549"/>
                </a:lnTo>
                <a:lnTo>
                  <a:pt x="138" y="562"/>
                </a:lnTo>
                <a:lnTo>
                  <a:pt x="150" y="575"/>
                </a:lnTo>
                <a:lnTo>
                  <a:pt x="163" y="588"/>
                </a:lnTo>
                <a:lnTo>
                  <a:pt x="175" y="600"/>
                </a:lnTo>
                <a:lnTo>
                  <a:pt x="188" y="613"/>
                </a:lnTo>
                <a:lnTo>
                  <a:pt x="201" y="625"/>
                </a:lnTo>
                <a:lnTo>
                  <a:pt x="213" y="638"/>
                </a:lnTo>
                <a:lnTo>
                  <a:pt x="226" y="650"/>
                </a:lnTo>
                <a:lnTo>
                  <a:pt x="238" y="662"/>
                </a:lnTo>
                <a:lnTo>
                  <a:pt x="251" y="674"/>
                </a:lnTo>
                <a:lnTo>
                  <a:pt x="263" y="687"/>
                </a:lnTo>
                <a:lnTo>
                  <a:pt x="276" y="699"/>
                </a:lnTo>
                <a:lnTo>
                  <a:pt x="288" y="711"/>
                </a:lnTo>
                <a:lnTo>
                  <a:pt x="301" y="722"/>
                </a:lnTo>
                <a:lnTo>
                  <a:pt x="313" y="734"/>
                </a:lnTo>
                <a:lnTo>
                  <a:pt x="326" y="746"/>
                </a:lnTo>
                <a:lnTo>
                  <a:pt x="338" y="758"/>
                </a:lnTo>
                <a:lnTo>
                  <a:pt x="351" y="769"/>
                </a:lnTo>
                <a:lnTo>
                  <a:pt x="363" y="781"/>
                </a:lnTo>
                <a:lnTo>
                  <a:pt x="376" y="792"/>
                </a:lnTo>
                <a:lnTo>
                  <a:pt x="388" y="804"/>
                </a:lnTo>
                <a:lnTo>
                  <a:pt x="401" y="815"/>
                </a:lnTo>
                <a:lnTo>
                  <a:pt x="414" y="826"/>
                </a:lnTo>
                <a:lnTo>
                  <a:pt x="426" y="837"/>
                </a:lnTo>
                <a:lnTo>
                  <a:pt x="439" y="848"/>
                </a:lnTo>
                <a:lnTo>
                  <a:pt x="451" y="859"/>
                </a:lnTo>
                <a:lnTo>
                  <a:pt x="464" y="870"/>
                </a:lnTo>
                <a:lnTo>
                  <a:pt x="476" y="881"/>
                </a:lnTo>
                <a:lnTo>
                  <a:pt x="489" y="892"/>
                </a:lnTo>
                <a:lnTo>
                  <a:pt x="501" y="903"/>
                </a:lnTo>
                <a:lnTo>
                  <a:pt x="514" y="913"/>
                </a:lnTo>
                <a:lnTo>
                  <a:pt x="526" y="924"/>
                </a:lnTo>
                <a:lnTo>
                  <a:pt x="539" y="934"/>
                </a:lnTo>
                <a:lnTo>
                  <a:pt x="551" y="945"/>
                </a:lnTo>
                <a:lnTo>
                  <a:pt x="564" y="955"/>
                </a:lnTo>
                <a:lnTo>
                  <a:pt x="576" y="965"/>
                </a:lnTo>
                <a:lnTo>
                  <a:pt x="589" y="975"/>
                </a:lnTo>
                <a:lnTo>
                  <a:pt x="602" y="986"/>
                </a:lnTo>
                <a:lnTo>
                  <a:pt x="614" y="996"/>
                </a:lnTo>
                <a:lnTo>
                  <a:pt x="627" y="1006"/>
                </a:lnTo>
                <a:lnTo>
                  <a:pt x="639" y="1015"/>
                </a:lnTo>
                <a:lnTo>
                  <a:pt x="652" y="1025"/>
                </a:lnTo>
                <a:lnTo>
                  <a:pt x="664" y="1035"/>
                </a:lnTo>
                <a:lnTo>
                  <a:pt x="677" y="1045"/>
                </a:lnTo>
                <a:lnTo>
                  <a:pt x="689" y="1054"/>
                </a:lnTo>
                <a:lnTo>
                  <a:pt x="702" y="1064"/>
                </a:lnTo>
                <a:lnTo>
                  <a:pt x="714" y="1073"/>
                </a:lnTo>
                <a:lnTo>
                  <a:pt x="727" y="1083"/>
                </a:lnTo>
                <a:lnTo>
                  <a:pt x="739" y="1092"/>
                </a:lnTo>
                <a:lnTo>
                  <a:pt x="752" y="1101"/>
                </a:lnTo>
                <a:lnTo>
                  <a:pt x="764" y="1110"/>
                </a:lnTo>
                <a:lnTo>
                  <a:pt x="777" y="1120"/>
                </a:lnTo>
                <a:lnTo>
                  <a:pt x="789" y="1129"/>
                </a:lnTo>
                <a:lnTo>
                  <a:pt x="802" y="1137"/>
                </a:lnTo>
                <a:lnTo>
                  <a:pt x="815" y="1146"/>
                </a:lnTo>
                <a:lnTo>
                  <a:pt x="827" y="1155"/>
                </a:lnTo>
                <a:lnTo>
                  <a:pt x="840" y="1164"/>
                </a:lnTo>
                <a:lnTo>
                  <a:pt x="852" y="1173"/>
                </a:lnTo>
                <a:lnTo>
                  <a:pt x="865" y="1181"/>
                </a:lnTo>
                <a:lnTo>
                  <a:pt x="877" y="1190"/>
                </a:lnTo>
                <a:lnTo>
                  <a:pt x="890" y="1198"/>
                </a:lnTo>
                <a:lnTo>
                  <a:pt x="902" y="1206"/>
                </a:lnTo>
                <a:lnTo>
                  <a:pt x="915" y="1215"/>
                </a:lnTo>
                <a:lnTo>
                  <a:pt x="927" y="1223"/>
                </a:lnTo>
                <a:lnTo>
                  <a:pt x="940" y="1231"/>
                </a:lnTo>
                <a:lnTo>
                  <a:pt x="952" y="1239"/>
                </a:lnTo>
                <a:lnTo>
                  <a:pt x="965" y="1247"/>
                </a:lnTo>
                <a:lnTo>
                  <a:pt x="977" y="1255"/>
                </a:lnTo>
                <a:lnTo>
                  <a:pt x="990" y="1263"/>
                </a:lnTo>
                <a:lnTo>
                  <a:pt x="1003" y="1271"/>
                </a:lnTo>
                <a:lnTo>
                  <a:pt x="1015" y="1278"/>
                </a:lnTo>
                <a:lnTo>
                  <a:pt x="1028" y="1286"/>
                </a:lnTo>
                <a:lnTo>
                  <a:pt x="1040" y="1293"/>
                </a:lnTo>
                <a:lnTo>
                  <a:pt x="1053" y="1301"/>
                </a:lnTo>
                <a:lnTo>
                  <a:pt x="1065" y="1308"/>
                </a:lnTo>
                <a:lnTo>
                  <a:pt x="1078" y="1316"/>
                </a:lnTo>
                <a:lnTo>
                  <a:pt x="1090" y="1323"/>
                </a:lnTo>
                <a:lnTo>
                  <a:pt x="1103" y="1330"/>
                </a:lnTo>
                <a:lnTo>
                  <a:pt x="1115" y="1337"/>
                </a:lnTo>
                <a:lnTo>
                  <a:pt x="1128" y="1344"/>
                </a:lnTo>
                <a:lnTo>
                  <a:pt x="1140" y="1351"/>
                </a:lnTo>
                <a:lnTo>
                  <a:pt x="1153" y="1358"/>
                </a:lnTo>
                <a:lnTo>
                  <a:pt x="1165" y="1365"/>
                </a:lnTo>
                <a:lnTo>
                  <a:pt x="1178" y="1372"/>
                </a:lnTo>
                <a:lnTo>
                  <a:pt x="1190" y="1378"/>
                </a:lnTo>
                <a:lnTo>
                  <a:pt x="1203" y="1385"/>
                </a:lnTo>
                <a:lnTo>
                  <a:pt x="1216" y="1391"/>
                </a:lnTo>
                <a:lnTo>
                  <a:pt x="1228" y="1398"/>
                </a:lnTo>
                <a:lnTo>
                  <a:pt x="1241" y="1404"/>
                </a:lnTo>
                <a:lnTo>
                  <a:pt x="1253" y="1411"/>
                </a:lnTo>
                <a:lnTo>
                  <a:pt x="1266" y="1417"/>
                </a:lnTo>
                <a:lnTo>
                  <a:pt x="1278" y="1423"/>
                </a:lnTo>
                <a:lnTo>
                  <a:pt x="1291" y="1429"/>
                </a:lnTo>
                <a:lnTo>
                  <a:pt x="1303" y="1435"/>
                </a:lnTo>
                <a:lnTo>
                  <a:pt x="1316" y="1441"/>
                </a:lnTo>
                <a:lnTo>
                  <a:pt x="1328" y="1447"/>
                </a:lnTo>
                <a:lnTo>
                  <a:pt x="1341" y="1453"/>
                </a:lnTo>
                <a:lnTo>
                  <a:pt x="1353" y="1458"/>
                </a:lnTo>
                <a:lnTo>
                  <a:pt x="1366" y="1464"/>
                </a:lnTo>
                <a:lnTo>
                  <a:pt x="1378" y="1469"/>
                </a:lnTo>
                <a:lnTo>
                  <a:pt x="1391" y="1475"/>
                </a:lnTo>
                <a:lnTo>
                  <a:pt x="1404" y="1480"/>
                </a:lnTo>
                <a:lnTo>
                  <a:pt x="1416" y="1486"/>
                </a:lnTo>
                <a:lnTo>
                  <a:pt x="1429" y="1491"/>
                </a:lnTo>
                <a:lnTo>
                  <a:pt x="1441" y="1496"/>
                </a:lnTo>
                <a:lnTo>
                  <a:pt x="1454" y="1501"/>
                </a:lnTo>
                <a:lnTo>
                  <a:pt x="1466" y="1506"/>
                </a:lnTo>
                <a:lnTo>
                  <a:pt x="1479" y="1511"/>
                </a:lnTo>
                <a:lnTo>
                  <a:pt x="1491" y="1516"/>
                </a:lnTo>
                <a:lnTo>
                  <a:pt x="1504" y="1521"/>
                </a:lnTo>
                <a:lnTo>
                  <a:pt x="1516" y="1526"/>
                </a:lnTo>
                <a:lnTo>
                  <a:pt x="1529" y="1531"/>
                </a:lnTo>
                <a:lnTo>
                  <a:pt x="1541" y="1535"/>
                </a:lnTo>
                <a:lnTo>
                  <a:pt x="1554" y="1540"/>
                </a:lnTo>
                <a:lnTo>
                  <a:pt x="1566" y="1544"/>
                </a:lnTo>
                <a:lnTo>
                  <a:pt x="1579" y="1549"/>
                </a:lnTo>
                <a:lnTo>
                  <a:pt x="1591" y="1553"/>
                </a:lnTo>
                <a:lnTo>
                  <a:pt x="1604" y="1557"/>
                </a:lnTo>
                <a:lnTo>
                  <a:pt x="1617" y="1561"/>
                </a:lnTo>
                <a:lnTo>
                  <a:pt x="1629" y="1565"/>
                </a:lnTo>
                <a:lnTo>
                  <a:pt x="1642" y="1569"/>
                </a:lnTo>
                <a:lnTo>
                  <a:pt x="1654" y="1573"/>
                </a:lnTo>
                <a:lnTo>
                  <a:pt x="1667" y="1577"/>
                </a:lnTo>
                <a:lnTo>
                  <a:pt x="1679" y="1581"/>
                </a:lnTo>
                <a:lnTo>
                  <a:pt x="1692" y="1585"/>
                </a:lnTo>
                <a:lnTo>
                  <a:pt x="1704" y="1588"/>
                </a:lnTo>
                <a:lnTo>
                  <a:pt x="1717" y="1592"/>
                </a:lnTo>
                <a:lnTo>
                  <a:pt x="1729" y="1596"/>
                </a:lnTo>
                <a:lnTo>
                  <a:pt x="1742" y="1599"/>
                </a:lnTo>
                <a:lnTo>
                  <a:pt x="1754" y="1602"/>
                </a:lnTo>
                <a:lnTo>
                  <a:pt x="1767" y="1606"/>
                </a:lnTo>
                <a:lnTo>
                  <a:pt x="1779" y="1609"/>
                </a:lnTo>
                <a:lnTo>
                  <a:pt x="1792" y="1612"/>
                </a:lnTo>
                <a:lnTo>
                  <a:pt x="1805" y="1615"/>
                </a:lnTo>
                <a:lnTo>
                  <a:pt x="1817" y="1618"/>
                </a:lnTo>
                <a:lnTo>
                  <a:pt x="1830" y="1621"/>
                </a:lnTo>
                <a:lnTo>
                  <a:pt x="1842" y="1624"/>
                </a:lnTo>
                <a:lnTo>
                  <a:pt x="1855" y="1627"/>
                </a:lnTo>
                <a:lnTo>
                  <a:pt x="1867" y="1629"/>
                </a:lnTo>
                <a:lnTo>
                  <a:pt x="1880" y="1632"/>
                </a:lnTo>
                <a:lnTo>
                  <a:pt x="1892" y="1634"/>
                </a:lnTo>
                <a:lnTo>
                  <a:pt x="1905" y="1637"/>
                </a:lnTo>
                <a:lnTo>
                  <a:pt x="1917" y="1639"/>
                </a:lnTo>
                <a:lnTo>
                  <a:pt x="1930" y="1642"/>
                </a:lnTo>
                <a:lnTo>
                  <a:pt x="1942" y="1644"/>
                </a:lnTo>
                <a:lnTo>
                  <a:pt x="1955" y="1646"/>
                </a:lnTo>
                <a:lnTo>
                  <a:pt x="1967" y="1648"/>
                </a:lnTo>
                <a:lnTo>
                  <a:pt x="1980" y="1650"/>
                </a:lnTo>
                <a:lnTo>
                  <a:pt x="1992" y="1652"/>
                </a:lnTo>
                <a:lnTo>
                  <a:pt x="2005" y="1654"/>
                </a:lnTo>
                <a:lnTo>
                  <a:pt x="2018" y="1656"/>
                </a:lnTo>
                <a:lnTo>
                  <a:pt x="2030" y="1658"/>
                </a:lnTo>
                <a:lnTo>
                  <a:pt x="2043" y="1659"/>
                </a:lnTo>
                <a:lnTo>
                  <a:pt x="2055" y="1661"/>
                </a:lnTo>
                <a:lnTo>
                  <a:pt x="2068" y="1662"/>
                </a:lnTo>
                <a:lnTo>
                  <a:pt x="2080" y="1664"/>
                </a:lnTo>
                <a:lnTo>
                  <a:pt x="2093" y="1665"/>
                </a:lnTo>
                <a:lnTo>
                  <a:pt x="2105" y="1667"/>
                </a:lnTo>
                <a:lnTo>
                  <a:pt x="2118" y="1668"/>
                </a:lnTo>
                <a:lnTo>
                  <a:pt x="2130" y="1669"/>
                </a:lnTo>
                <a:lnTo>
                  <a:pt x="2143" y="1670"/>
                </a:lnTo>
                <a:lnTo>
                  <a:pt x="2155" y="1671"/>
                </a:lnTo>
                <a:lnTo>
                  <a:pt x="2168" y="1672"/>
                </a:lnTo>
                <a:lnTo>
                  <a:pt x="2180" y="1673"/>
                </a:lnTo>
                <a:lnTo>
                  <a:pt x="2193" y="1674"/>
                </a:lnTo>
                <a:lnTo>
                  <a:pt x="2206" y="1674"/>
                </a:lnTo>
                <a:lnTo>
                  <a:pt x="2218" y="1675"/>
                </a:lnTo>
                <a:lnTo>
                  <a:pt x="2231" y="1676"/>
                </a:lnTo>
                <a:lnTo>
                  <a:pt x="2243" y="1676"/>
                </a:lnTo>
                <a:lnTo>
                  <a:pt x="2256" y="1677"/>
                </a:lnTo>
                <a:lnTo>
                  <a:pt x="2268" y="1677"/>
                </a:lnTo>
                <a:lnTo>
                  <a:pt x="2281" y="1677"/>
                </a:lnTo>
                <a:lnTo>
                  <a:pt x="2293" y="1677"/>
                </a:lnTo>
                <a:lnTo>
                  <a:pt x="2306" y="1678"/>
                </a:lnTo>
                <a:lnTo>
                  <a:pt x="2318" y="1678"/>
                </a:lnTo>
                <a:lnTo>
                  <a:pt x="2331" y="1678"/>
                </a:lnTo>
                <a:lnTo>
                  <a:pt x="2343" y="1677"/>
                </a:lnTo>
                <a:lnTo>
                  <a:pt x="2356" y="1677"/>
                </a:lnTo>
                <a:lnTo>
                  <a:pt x="2368" y="1677"/>
                </a:lnTo>
                <a:lnTo>
                  <a:pt x="2381" y="1677"/>
                </a:lnTo>
                <a:lnTo>
                  <a:pt x="2393" y="1676"/>
                </a:lnTo>
                <a:lnTo>
                  <a:pt x="2406" y="1676"/>
                </a:lnTo>
                <a:lnTo>
                  <a:pt x="2419" y="1675"/>
                </a:lnTo>
                <a:lnTo>
                  <a:pt x="2431" y="1675"/>
                </a:lnTo>
                <a:lnTo>
                  <a:pt x="2444" y="1674"/>
                </a:lnTo>
                <a:lnTo>
                  <a:pt x="2456" y="1673"/>
                </a:lnTo>
                <a:lnTo>
                  <a:pt x="2469" y="1673"/>
                </a:lnTo>
                <a:lnTo>
                  <a:pt x="2481" y="1672"/>
                </a:lnTo>
                <a:lnTo>
                  <a:pt x="2494" y="1671"/>
                </a:lnTo>
                <a:lnTo>
                  <a:pt x="2506" y="1670"/>
                </a:lnTo>
                <a:lnTo>
                  <a:pt x="2519" y="1669"/>
                </a:lnTo>
                <a:lnTo>
                  <a:pt x="2531" y="1667"/>
                </a:lnTo>
                <a:lnTo>
                  <a:pt x="2544" y="1666"/>
                </a:lnTo>
                <a:lnTo>
                  <a:pt x="2556" y="1665"/>
                </a:lnTo>
                <a:lnTo>
                  <a:pt x="2569" y="1663"/>
                </a:lnTo>
                <a:lnTo>
                  <a:pt x="2581" y="1662"/>
                </a:lnTo>
                <a:lnTo>
                  <a:pt x="2594" y="1660"/>
                </a:lnTo>
                <a:lnTo>
                  <a:pt x="2607" y="1659"/>
                </a:lnTo>
                <a:lnTo>
                  <a:pt x="2619" y="1657"/>
                </a:lnTo>
                <a:lnTo>
                  <a:pt x="2632" y="1655"/>
                </a:lnTo>
                <a:lnTo>
                  <a:pt x="2644" y="1653"/>
                </a:lnTo>
                <a:lnTo>
                  <a:pt x="2657" y="1651"/>
                </a:lnTo>
                <a:lnTo>
                  <a:pt x="2669" y="1649"/>
                </a:lnTo>
                <a:lnTo>
                  <a:pt x="2682" y="1647"/>
                </a:lnTo>
                <a:lnTo>
                  <a:pt x="2694" y="1645"/>
                </a:lnTo>
                <a:lnTo>
                  <a:pt x="2707" y="1643"/>
                </a:lnTo>
                <a:lnTo>
                  <a:pt x="2719" y="1641"/>
                </a:lnTo>
                <a:lnTo>
                  <a:pt x="2732" y="1638"/>
                </a:lnTo>
                <a:lnTo>
                  <a:pt x="2744" y="1636"/>
                </a:lnTo>
                <a:lnTo>
                  <a:pt x="2757" y="1633"/>
                </a:lnTo>
                <a:lnTo>
                  <a:pt x="2769" y="1631"/>
                </a:lnTo>
                <a:lnTo>
                  <a:pt x="2782" y="1628"/>
                </a:lnTo>
                <a:lnTo>
                  <a:pt x="2794" y="1625"/>
                </a:lnTo>
                <a:lnTo>
                  <a:pt x="2807" y="1623"/>
                </a:lnTo>
                <a:lnTo>
                  <a:pt x="2820" y="1620"/>
                </a:lnTo>
                <a:lnTo>
                  <a:pt x="2832" y="1617"/>
                </a:lnTo>
                <a:lnTo>
                  <a:pt x="2845" y="1614"/>
                </a:lnTo>
                <a:lnTo>
                  <a:pt x="2857" y="1611"/>
                </a:lnTo>
                <a:lnTo>
                  <a:pt x="2870" y="1607"/>
                </a:lnTo>
                <a:lnTo>
                  <a:pt x="2882" y="1604"/>
                </a:lnTo>
                <a:lnTo>
                  <a:pt x="2895" y="1601"/>
                </a:lnTo>
                <a:lnTo>
                  <a:pt x="2907" y="1597"/>
                </a:lnTo>
                <a:lnTo>
                  <a:pt x="2920" y="1594"/>
                </a:lnTo>
                <a:lnTo>
                  <a:pt x="2932" y="1590"/>
                </a:lnTo>
                <a:lnTo>
                  <a:pt x="2945" y="1587"/>
                </a:lnTo>
                <a:lnTo>
                  <a:pt x="2957" y="1583"/>
                </a:lnTo>
                <a:lnTo>
                  <a:pt x="2970" y="1579"/>
                </a:lnTo>
                <a:lnTo>
                  <a:pt x="2982" y="1576"/>
                </a:lnTo>
                <a:lnTo>
                  <a:pt x="2995" y="1572"/>
                </a:lnTo>
                <a:lnTo>
                  <a:pt x="3008" y="1568"/>
                </a:lnTo>
                <a:lnTo>
                  <a:pt x="3020" y="1564"/>
                </a:lnTo>
                <a:lnTo>
                  <a:pt x="3033" y="1559"/>
                </a:lnTo>
                <a:lnTo>
                  <a:pt x="3045" y="1555"/>
                </a:lnTo>
                <a:lnTo>
                  <a:pt x="3058" y="1551"/>
                </a:lnTo>
                <a:lnTo>
                  <a:pt x="3070" y="1547"/>
                </a:lnTo>
                <a:lnTo>
                  <a:pt x="3083" y="1542"/>
                </a:lnTo>
                <a:lnTo>
                  <a:pt x="3095" y="1538"/>
                </a:lnTo>
                <a:lnTo>
                  <a:pt x="3108" y="1533"/>
                </a:lnTo>
                <a:lnTo>
                  <a:pt x="3120" y="1529"/>
                </a:lnTo>
                <a:lnTo>
                  <a:pt x="3133" y="1524"/>
                </a:lnTo>
                <a:lnTo>
                  <a:pt x="3145" y="1519"/>
                </a:lnTo>
                <a:lnTo>
                  <a:pt x="3158" y="1514"/>
                </a:lnTo>
                <a:lnTo>
                  <a:pt x="3170" y="1509"/>
                </a:lnTo>
                <a:lnTo>
                  <a:pt x="3183" y="1504"/>
                </a:lnTo>
                <a:lnTo>
                  <a:pt x="3195" y="1499"/>
                </a:lnTo>
                <a:lnTo>
                  <a:pt x="3208" y="1494"/>
                </a:lnTo>
                <a:lnTo>
                  <a:pt x="3221" y="1489"/>
                </a:lnTo>
                <a:lnTo>
                  <a:pt x="3233" y="1483"/>
                </a:lnTo>
                <a:lnTo>
                  <a:pt x="3246" y="1478"/>
                </a:lnTo>
                <a:lnTo>
                  <a:pt x="3258" y="1473"/>
                </a:lnTo>
                <a:lnTo>
                  <a:pt x="3271" y="1467"/>
                </a:lnTo>
                <a:lnTo>
                  <a:pt x="3283" y="1461"/>
                </a:lnTo>
                <a:lnTo>
                  <a:pt x="3296" y="1456"/>
                </a:lnTo>
                <a:lnTo>
                  <a:pt x="3308" y="1450"/>
                </a:lnTo>
                <a:lnTo>
                  <a:pt x="3321" y="1444"/>
                </a:lnTo>
                <a:lnTo>
                  <a:pt x="3333" y="1438"/>
                </a:lnTo>
                <a:lnTo>
                  <a:pt x="3346" y="1432"/>
                </a:lnTo>
                <a:lnTo>
                  <a:pt x="3358" y="1426"/>
                </a:lnTo>
                <a:lnTo>
                  <a:pt x="3371" y="1420"/>
                </a:lnTo>
                <a:lnTo>
                  <a:pt x="3383" y="1414"/>
                </a:lnTo>
                <a:lnTo>
                  <a:pt x="3396" y="1408"/>
                </a:lnTo>
                <a:lnTo>
                  <a:pt x="3409" y="1401"/>
                </a:lnTo>
                <a:lnTo>
                  <a:pt x="3421" y="1395"/>
                </a:lnTo>
                <a:lnTo>
                  <a:pt x="3434" y="1389"/>
                </a:lnTo>
                <a:lnTo>
                  <a:pt x="3446" y="1382"/>
                </a:lnTo>
                <a:lnTo>
                  <a:pt x="3459" y="1375"/>
                </a:lnTo>
                <a:lnTo>
                  <a:pt x="3471" y="1369"/>
                </a:lnTo>
                <a:lnTo>
                  <a:pt x="3484" y="1362"/>
                </a:lnTo>
                <a:lnTo>
                  <a:pt x="3496" y="1355"/>
                </a:lnTo>
                <a:lnTo>
                  <a:pt x="3509" y="1348"/>
                </a:lnTo>
                <a:lnTo>
                  <a:pt x="3521" y="1341"/>
                </a:lnTo>
                <a:lnTo>
                  <a:pt x="3534" y="1334"/>
                </a:lnTo>
                <a:lnTo>
                  <a:pt x="3546" y="1327"/>
                </a:lnTo>
                <a:lnTo>
                  <a:pt x="3559" y="1320"/>
                </a:lnTo>
                <a:lnTo>
                  <a:pt x="3571" y="1312"/>
                </a:lnTo>
                <a:lnTo>
                  <a:pt x="3584" y="1305"/>
                </a:lnTo>
                <a:lnTo>
                  <a:pt x="3596" y="1298"/>
                </a:lnTo>
                <a:lnTo>
                  <a:pt x="3609" y="1290"/>
                </a:lnTo>
                <a:lnTo>
                  <a:pt x="3622" y="1283"/>
                </a:lnTo>
                <a:lnTo>
                  <a:pt x="3634" y="1275"/>
                </a:lnTo>
                <a:lnTo>
                  <a:pt x="3647" y="1267"/>
                </a:lnTo>
                <a:lnTo>
                  <a:pt x="3659" y="1259"/>
                </a:lnTo>
                <a:lnTo>
                  <a:pt x="3672" y="1252"/>
                </a:lnTo>
                <a:lnTo>
                  <a:pt x="3684" y="1244"/>
                </a:lnTo>
                <a:lnTo>
                  <a:pt x="3697" y="1236"/>
                </a:lnTo>
                <a:lnTo>
                  <a:pt x="3709" y="1227"/>
                </a:lnTo>
                <a:lnTo>
                  <a:pt x="3722" y="1219"/>
                </a:lnTo>
                <a:lnTo>
                  <a:pt x="3734" y="1211"/>
                </a:lnTo>
                <a:lnTo>
                  <a:pt x="3747" y="1203"/>
                </a:lnTo>
                <a:lnTo>
                  <a:pt x="3759" y="1194"/>
                </a:lnTo>
                <a:lnTo>
                  <a:pt x="3772" y="1186"/>
                </a:lnTo>
                <a:lnTo>
                  <a:pt x="3784" y="1177"/>
                </a:lnTo>
                <a:lnTo>
                  <a:pt x="3797" y="1169"/>
                </a:lnTo>
                <a:lnTo>
                  <a:pt x="3810" y="1160"/>
                </a:lnTo>
                <a:lnTo>
                  <a:pt x="3822" y="1151"/>
                </a:lnTo>
                <a:lnTo>
                  <a:pt x="3835" y="1142"/>
                </a:lnTo>
                <a:lnTo>
                  <a:pt x="3847" y="1134"/>
                </a:lnTo>
                <a:lnTo>
                  <a:pt x="3860" y="1125"/>
                </a:lnTo>
                <a:lnTo>
                  <a:pt x="3872" y="1116"/>
                </a:lnTo>
                <a:lnTo>
                  <a:pt x="3885" y="1106"/>
                </a:lnTo>
                <a:lnTo>
                  <a:pt x="3897" y="1097"/>
                </a:lnTo>
                <a:lnTo>
                  <a:pt x="3910" y="1088"/>
                </a:lnTo>
                <a:lnTo>
                  <a:pt x="3922" y="1079"/>
                </a:lnTo>
                <a:lnTo>
                  <a:pt x="3935" y="1069"/>
                </a:lnTo>
                <a:lnTo>
                  <a:pt x="3947" y="1060"/>
                </a:lnTo>
                <a:lnTo>
                  <a:pt x="3960" y="1050"/>
                </a:lnTo>
                <a:lnTo>
                  <a:pt x="3972" y="1041"/>
                </a:lnTo>
                <a:lnTo>
                  <a:pt x="3985" y="1031"/>
                </a:lnTo>
                <a:lnTo>
                  <a:pt x="3997" y="1021"/>
                </a:lnTo>
                <a:lnTo>
                  <a:pt x="4010" y="1011"/>
                </a:lnTo>
                <a:lnTo>
                  <a:pt x="4023" y="1001"/>
                </a:lnTo>
                <a:lnTo>
                  <a:pt x="4035" y="991"/>
                </a:lnTo>
                <a:lnTo>
                  <a:pt x="4048" y="981"/>
                </a:lnTo>
                <a:lnTo>
                  <a:pt x="4060" y="971"/>
                </a:lnTo>
                <a:lnTo>
                  <a:pt x="4073" y="961"/>
                </a:lnTo>
                <a:lnTo>
                  <a:pt x="4085" y="950"/>
                </a:lnTo>
                <a:lnTo>
                  <a:pt x="4098" y="940"/>
                </a:lnTo>
                <a:lnTo>
                  <a:pt x="4110" y="930"/>
                </a:lnTo>
                <a:lnTo>
                  <a:pt x="4123" y="919"/>
                </a:lnTo>
                <a:lnTo>
                  <a:pt x="4135" y="909"/>
                </a:lnTo>
                <a:lnTo>
                  <a:pt x="4148" y="898"/>
                </a:lnTo>
                <a:lnTo>
                  <a:pt x="4160" y="887"/>
                </a:lnTo>
                <a:lnTo>
                  <a:pt x="4173" y="876"/>
                </a:lnTo>
                <a:lnTo>
                  <a:pt x="4185" y="865"/>
                </a:lnTo>
                <a:lnTo>
                  <a:pt x="4198" y="855"/>
                </a:lnTo>
                <a:lnTo>
                  <a:pt x="4211" y="843"/>
                </a:lnTo>
                <a:lnTo>
                  <a:pt x="4223" y="832"/>
                </a:lnTo>
                <a:lnTo>
                  <a:pt x="4236" y="821"/>
                </a:lnTo>
                <a:lnTo>
                  <a:pt x="4248" y="810"/>
                </a:lnTo>
                <a:lnTo>
                  <a:pt x="4261" y="799"/>
                </a:lnTo>
                <a:lnTo>
                  <a:pt x="4273" y="787"/>
                </a:lnTo>
                <a:lnTo>
                  <a:pt x="4286" y="776"/>
                </a:lnTo>
                <a:lnTo>
                  <a:pt x="4298" y="764"/>
                </a:lnTo>
                <a:lnTo>
                  <a:pt x="4311" y="753"/>
                </a:lnTo>
                <a:lnTo>
                  <a:pt x="4323" y="741"/>
                </a:lnTo>
                <a:lnTo>
                  <a:pt x="4336" y="729"/>
                </a:lnTo>
                <a:lnTo>
                  <a:pt x="4348" y="717"/>
                </a:lnTo>
                <a:lnTo>
                  <a:pt x="4361" y="705"/>
                </a:lnTo>
                <a:lnTo>
                  <a:pt x="4373" y="693"/>
                </a:lnTo>
                <a:lnTo>
                  <a:pt x="4386" y="681"/>
                </a:lnTo>
                <a:lnTo>
                  <a:pt x="4398" y="669"/>
                </a:lnTo>
                <a:lnTo>
                  <a:pt x="4411" y="657"/>
                </a:lnTo>
                <a:lnTo>
                  <a:pt x="4424" y="645"/>
                </a:lnTo>
                <a:lnTo>
                  <a:pt x="4436" y="632"/>
                </a:lnTo>
                <a:lnTo>
                  <a:pt x="4449" y="620"/>
                </a:lnTo>
                <a:lnTo>
                  <a:pt x="4461" y="607"/>
                </a:lnTo>
                <a:lnTo>
                  <a:pt x="4474" y="595"/>
                </a:lnTo>
                <a:lnTo>
                  <a:pt x="4486" y="582"/>
                </a:lnTo>
                <a:lnTo>
                  <a:pt x="4499" y="569"/>
                </a:lnTo>
                <a:lnTo>
                  <a:pt x="4511" y="557"/>
                </a:lnTo>
                <a:lnTo>
                  <a:pt x="4524" y="544"/>
                </a:lnTo>
                <a:lnTo>
                  <a:pt x="4536" y="531"/>
                </a:lnTo>
                <a:lnTo>
                  <a:pt x="4549" y="518"/>
                </a:lnTo>
                <a:lnTo>
                  <a:pt x="4561" y="505"/>
                </a:lnTo>
                <a:lnTo>
                  <a:pt x="4574" y="492"/>
                </a:lnTo>
                <a:lnTo>
                  <a:pt x="4586" y="478"/>
                </a:lnTo>
                <a:lnTo>
                  <a:pt x="4599" y="465"/>
                </a:lnTo>
                <a:lnTo>
                  <a:pt x="4612" y="452"/>
                </a:lnTo>
                <a:lnTo>
                  <a:pt x="4624" y="438"/>
                </a:lnTo>
                <a:lnTo>
                  <a:pt x="4637" y="425"/>
                </a:lnTo>
                <a:lnTo>
                  <a:pt x="4649" y="411"/>
                </a:lnTo>
                <a:lnTo>
                  <a:pt x="4662" y="397"/>
                </a:lnTo>
                <a:lnTo>
                  <a:pt x="4674" y="384"/>
                </a:lnTo>
                <a:lnTo>
                  <a:pt x="4687" y="370"/>
                </a:lnTo>
                <a:lnTo>
                  <a:pt x="4699" y="356"/>
                </a:lnTo>
                <a:lnTo>
                  <a:pt x="4712" y="342"/>
                </a:lnTo>
                <a:lnTo>
                  <a:pt x="4724" y="328"/>
                </a:lnTo>
                <a:lnTo>
                  <a:pt x="4737" y="314"/>
                </a:lnTo>
                <a:lnTo>
                  <a:pt x="4749" y="300"/>
                </a:lnTo>
                <a:lnTo>
                  <a:pt x="4762" y="285"/>
                </a:lnTo>
                <a:lnTo>
                  <a:pt x="4774" y="271"/>
                </a:lnTo>
                <a:lnTo>
                  <a:pt x="4787" y="257"/>
                </a:lnTo>
                <a:lnTo>
                  <a:pt x="4799" y="242"/>
                </a:lnTo>
                <a:lnTo>
                  <a:pt x="4812" y="228"/>
                </a:lnTo>
                <a:lnTo>
                  <a:pt x="4825" y="213"/>
                </a:lnTo>
                <a:lnTo>
                  <a:pt x="4837" y="198"/>
                </a:lnTo>
                <a:lnTo>
                  <a:pt x="4850" y="183"/>
                </a:lnTo>
                <a:lnTo>
                  <a:pt x="4862" y="169"/>
                </a:lnTo>
                <a:lnTo>
                  <a:pt x="4875" y="154"/>
                </a:lnTo>
                <a:lnTo>
                  <a:pt x="4887" y="139"/>
                </a:lnTo>
                <a:lnTo>
                  <a:pt x="4900" y="124"/>
                </a:lnTo>
                <a:lnTo>
                  <a:pt x="4912" y="108"/>
                </a:lnTo>
                <a:lnTo>
                  <a:pt x="4925" y="93"/>
                </a:lnTo>
                <a:lnTo>
                  <a:pt x="4937" y="78"/>
                </a:lnTo>
                <a:lnTo>
                  <a:pt x="4950" y="63"/>
                </a:lnTo>
                <a:lnTo>
                  <a:pt x="4962" y="47"/>
                </a:lnTo>
                <a:lnTo>
                  <a:pt x="4975" y="32"/>
                </a:lnTo>
                <a:lnTo>
                  <a:pt x="4987" y="16"/>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896112" y="2836469"/>
            <a:ext cx="4560113" cy="1898294"/>
          </a:xfrm>
          <a:custGeom>
            <a:avLst/>
            <a:gdLst/>
            <a:ahLst/>
            <a:cxnLst/>
            <a:rect l="l" t="t" r="r" b="b"/>
            <a:pathLst>
              <a:path w="4987" h="2076">
                <a:moveTo>
                  <a:pt x="0" y="992"/>
                </a:moveTo>
                <a:lnTo>
                  <a:pt x="13" y="1005"/>
                </a:lnTo>
                <a:lnTo>
                  <a:pt x="25" y="1017"/>
                </a:lnTo>
                <a:lnTo>
                  <a:pt x="38" y="1030"/>
                </a:lnTo>
                <a:lnTo>
                  <a:pt x="50" y="1043"/>
                </a:lnTo>
                <a:lnTo>
                  <a:pt x="63" y="1056"/>
                </a:lnTo>
                <a:lnTo>
                  <a:pt x="75" y="1068"/>
                </a:lnTo>
                <a:lnTo>
                  <a:pt x="88" y="1081"/>
                </a:lnTo>
                <a:lnTo>
                  <a:pt x="100" y="1093"/>
                </a:lnTo>
                <a:lnTo>
                  <a:pt x="113" y="1105"/>
                </a:lnTo>
                <a:lnTo>
                  <a:pt x="125" y="1118"/>
                </a:lnTo>
                <a:lnTo>
                  <a:pt x="138" y="1130"/>
                </a:lnTo>
                <a:lnTo>
                  <a:pt x="150" y="1142"/>
                </a:lnTo>
                <a:lnTo>
                  <a:pt x="163" y="1154"/>
                </a:lnTo>
                <a:lnTo>
                  <a:pt x="175" y="1166"/>
                </a:lnTo>
                <a:lnTo>
                  <a:pt x="188" y="1178"/>
                </a:lnTo>
                <a:lnTo>
                  <a:pt x="201" y="1190"/>
                </a:lnTo>
                <a:lnTo>
                  <a:pt x="213" y="1201"/>
                </a:lnTo>
                <a:lnTo>
                  <a:pt x="226" y="1213"/>
                </a:lnTo>
                <a:lnTo>
                  <a:pt x="238" y="1224"/>
                </a:lnTo>
                <a:lnTo>
                  <a:pt x="251" y="1236"/>
                </a:lnTo>
                <a:lnTo>
                  <a:pt x="263" y="1247"/>
                </a:lnTo>
                <a:lnTo>
                  <a:pt x="276" y="1259"/>
                </a:lnTo>
                <a:lnTo>
                  <a:pt x="288" y="1270"/>
                </a:lnTo>
                <a:lnTo>
                  <a:pt x="301" y="1281"/>
                </a:lnTo>
                <a:lnTo>
                  <a:pt x="313" y="1292"/>
                </a:lnTo>
                <a:lnTo>
                  <a:pt x="326" y="1303"/>
                </a:lnTo>
                <a:lnTo>
                  <a:pt x="338" y="1314"/>
                </a:lnTo>
                <a:lnTo>
                  <a:pt x="351" y="1325"/>
                </a:lnTo>
                <a:lnTo>
                  <a:pt x="363" y="1336"/>
                </a:lnTo>
                <a:lnTo>
                  <a:pt x="376" y="1346"/>
                </a:lnTo>
                <a:lnTo>
                  <a:pt x="388" y="1357"/>
                </a:lnTo>
                <a:lnTo>
                  <a:pt x="401" y="1368"/>
                </a:lnTo>
                <a:lnTo>
                  <a:pt x="414" y="1378"/>
                </a:lnTo>
                <a:lnTo>
                  <a:pt x="426" y="1388"/>
                </a:lnTo>
                <a:lnTo>
                  <a:pt x="439" y="1399"/>
                </a:lnTo>
                <a:lnTo>
                  <a:pt x="451" y="1409"/>
                </a:lnTo>
                <a:lnTo>
                  <a:pt x="464" y="1419"/>
                </a:lnTo>
                <a:lnTo>
                  <a:pt x="476" y="1429"/>
                </a:lnTo>
                <a:lnTo>
                  <a:pt x="489" y="1439"/>
                </a:lnTo>
                <a:lnTo>
                  <a:pt x="501" y="1449"/>
                </a:lnTo>
                <a:lnTo>
                  <a:pt x="514" y="1459"/>
                </a:lnTo>
                <a:lnTo>
                  <a:pt x="526" y="1469"/>
                </a:lnTo>
                <a:lnTo>
                  <a:pt x="539" y="1478"/>
                </a:lnTo>
                <a:lnTo>
                  <a:pt x="551" y="1488"/>
                </a:lnTo>
                <a:lnTo>
                  <a:pt x="564" y="1497"/>
                </a:lnTo>
                <a:lnTo>
                  <a:pt x="576" y="1507"/>
                </a:lnTo>
                <a:lnTo>
                  <a:pt x="589" y="1516"/>
                </a:lnTo>
                <a:lnTo>
                  <a:pt x="602" y="1526"/>
                </a:lnTo>
                <a:lnTo>
                  <a:pt x="614" y="1535"/>
                </a:lnTo>
                <a:lnTo>
                  <a:pt x="627" y="1544"/>
                </a:lnTo>
                <a:lnTo>
                  <a:pt x="639" y="1553"/>
                </a:lnTo>
                <a:lnTo>
                  <a:pt x="652" y="1562"/>
                </a:lnTo>
                <a:lnTo>
                  <a:pt x="664" y="1571"/>
                </a:lnTo>
                <a:lnTo>
                  <a:pt x="677" y="1580"/>
                </a:lnTo>
                <a:lnTo>
                  <a:pt x="689" y="1589"/>
                </a:lnTo>
                <a:lnTo>
                  <a:pt x="702" y="1597"/>
                </a:lnTo>
                <a:lnTo>
                  <a:pt x="714" y="1606"/>
                </a:lnTo>
                <a:lnTo>
                  <a:pt x="727" y="1614"/>
                </a:lnTo>
                <a:lnTo>
                  <a:pt x="739" y="1623"/>
                </a:lnTo>
                <a:lnTo>
                  <a:pt x="752" y="1631"/>
                </a:lnTo>
                <a:lnTo>
                  <a:pt x="764" y="1639"/>
                </a:lnTo>
                <a:lnTo>
                  <a:pt x="777" y="1648"/>
                </a:lnTo>
                <a:lnTo>
                  <a:pt x="789" y="1656"/>
                </a:lnTo>
                <a:lnTo>
                  <a:pt x="802" y="1664"/>
                </a:lnTo>
                <a:lnTo>
                  <a:pt x="815" y="1672"/>
                </a:lnTo>
                <a:lnTo>
                  <a:pt x="827" y="1680"/>
                </a:lnTo>
                <a:lnTo>
                  <a:pt x="840" y="1687"/>
                </a:lnTo>
                <a:lnTo>
                  <a:pt x="852" y="1695"/>
                </a:lnTo>
                <a:lnTo>
                  <a:pt x="865" y="1703"/>
                </a:lnTo>
                <a:lnTo>
                  <a:pt x="877" y="1710"/>
                </a:lnTo>
                <a:lnTo>
                  <a:pt x="890" y="1718"/>
                </a:lnTo>
                <a:lnTo>
                  <a:pt x="902" y="1725"/>
                </a:lnTo>
                <a:lnTo>
                  <a:pt x="915" y="1733"/>
                </a:lnTo>
                <a:lnTo>
                  <a:pt x="927" y="1740"/>
                </a:lnTo>
                <a:lnTo>
                  <a:pt x="940" y="1747"/>
                </a:lnTo>
                <a:lnTo>
                  <a:pt x="952" y="1754"/>
                </a:lnTo>
                <a:lnTo>
                  <a:pt x="965" y="1761"/>
                </a:lnTo>
                <a:lnTo>
                  <a:pt x="977" y="1768"/>
                </a:lnTo>
                <a:lnTo>
                  <a:pt x="990" y="1775"/>
                </a:lnTo>
                <a:lnTo>
                  <a:pt x="1003" y="1782"/>
                </a:lnTo>
                <a:lnTo>
                  <a:pt x="1015" y="1789"/>
                </a:lnTo>
                <a:lnTo>
                  <a:pt x="1028" y="1795"/>
                </a:lnTo>
                <a:lnTo>
                  <a:pt x="1040" y="1802"/>
                </a:lnTo>
                <a:lnTo>
                  <a:pt x="1053" y="1808"/>
                </a:lnTo>
                <a:lnTo>
                  <a:pt x="1065" y="1815"/>
                </a:lnTo>
                <a:lnTo>
                  <a:pt x="1078" y="1821"/>
                </a:lnTo>
                <a:lnTo>
                  <a:pt x="1090" y="1828"/>
                </a:lnTo>
                <a:lnTo>
                  <a:pt x="1103" y="1834"/>
                </a:lnTo>
                <a:lnTo>
                  <a:pt x="1115" y="1840"/>
                </a:lnTo>
                <a:lnTo>
                  <a:pt x="1128" y="1846"/>
                </a:lnTo>
                <a:lnTo>
                  <a:pt x="1140" y="1852"/>
                </a:lnTo>
                <a:lnTo>
                  <a:pt x="1153" y="1858"/>
                </a:lnTo>
                <a:lnTo>
                  <a:pt x="1165" y="1863"/>
                </a:lnTo>
                <a:lnTo>
                  <a:pt x="1178" y="1869"/>
                </a:lnTo>
                <a:lnTo>
                  <a:pt x="1190" y="1875"/>
                </a:lnTo>
                <a:lnTo>
                  <a:pt x="1203" y="1880"/>
                </a:lnTo>
                <a:lnTo>
                  <a:pt x="1216" y="1886"/>
                </a:lnTo>
                <a:lnTo>
                  <a:pt x="1228" y="1891"/>
                </a:lnTo>
                <a:lnTo>
                  <a:pt x="1241" y="1897"/>
                </a:lnTo>
                <a:lnTo>
                  <a:pt x="1253" y="1902"/>
                </a:lnTo>
                <a:lnTo>
                  <a:pt x="1266" y="1907"/>
                </a:lnTo>
                <a:lnTo>
                  <a:pt x="1278" y="1912"/>
                </a:lnTo>
                <a:lnTo>
                  <a:pt x="1291" y="1917"/>
                </a:lnTo>
                <a:lnTo>
                  <a:pt x="1303" y="1922"/>
                </a:lnTo>
                <a:lnTo>
                  <a:pt x="1316" y="1927"/>
                </a:lnTo>
                <a:lnTo>
                  <a:pt x="1328" y="1932"/>
                </a:lnTo>
                <a:lnTo>
                  <a:pt x="1341" y="1936"/>
                </a:lnTo>
                <a:lnTo>
                  <a:pt x="1353" y="1941"/>
                </a:lnTo>
                <a:lnTo>
                  <a:pt x="1366" y="1946"/>
                </a:lnTo>
                <a:lnTo>
                  <a:pt x="1378" y="1950"/>
                </a:lnTo>
                <a:lnTo>
                  <a:pt x="1391" y="1954"/>
                </a:lnTo>
                <a:lnTo>
                  <a:pt x="1404" y="1959"/>
                </a:lnTo>
                <a:lnTo>
                  <a:pt x="1416" y="1963"/>
                </a:lnTo>
                <a:lnTo>
                  <a:pt x="1429" y="1967"/>
                </a:lnTo>
                <a:lnTo>
                  <a:pt x="1441" y="1971"/>
                </a:lnTo>
                <a:lnTo>
                  <a:pt x="1454" y="1975"/>
                </a:lnTo>
                <a:lnTo>
                  <a:pt x="1466" y="1979"/>
                </a:lnTo>
                <a:lnTo>
                  <a:pt x="1479" y="1983"/>
                </a:lnTo>
                <a:lnTo>
                  <a:pt x="1491" y="1987"/>
                </a:lnTo>
                <a:lnTo>
                  <a:pt x="1504" y="1991"/>
                </a:lnTo>
                <a:lnTo>
                  <a:pt x="1516" y="1994"/>
                </a:lnTo>
                <a:lnTo>
                  <a:pt x="1529" y="1998"/>
                </a:lnTo>
                <a:lnTo>
                  <a:pt x="1541" y="2001"/>
                </a:lnTo>
                <a:lnTo>
                  <a:pt x="1554" y="2005"/>
                </a:lnTo>
                <a:lnTo>
                  <a:pt x="1566" y="2008"/>
                </a:lnTo>
                <a:lnTo>
                  <a:pt x="1579" y="2011"/>
                </a:lnTo>
                <a:lnTo>
                  <a:pt x="1591" y="2014"/>
                </a:lnTo>
                <a:lnTo>
                  <a:pt x="1604" y="2017"/>
                </a:lnTo>
                <a:lnTo>
                  <a:pt x="1617" y="2020"/>
                </a:lnTo>
                <a:lnTo>
                  <a:pt x="1629" y="2023"/>
                </a:lnTo>
                <a:lnTo>
                  <a:pt x="1642" y="2026"/>
                </a:lnTo>
                <a:lnTo>
                  <a:pt x="1654" y="2029"/>
                </a:lnTo>
                <a:lnTo>
                  <a:pt x="1667" y="2031"/>
                </a:lnTo>
                <a:lnTo>
                  <a:pt x="1679" y="2034"/>
                </a:lnTo>
                <a:lnTo>
                  <a:pt x="1692" y="2037"/>
                </a:lnTo>
                <a:lnTo>
                  <a:pt x="1704" y="2039"/>
                </a:lnTo>
                <a:lnTo>
                  <a:pt x="1717" y="2041"/>
                </a:lnTo>
                <a:lnTo>
                  <a:pt x="1729" y="2044"/>
                </a:lnTo>
                <a:lnTo>
                  <a:pt x="1742" y="2046"/>
                </a:lnTo>
                <a:lnTo>
                  <a:pt x="1754" y="2048"/>
                </a:lnTo>
                <a:lnTo>
                  <a:pt x="1767" y="2050"/>
                </a:lnTo>
                <a:lnTo>
                  <a:pt x="1779" y="2052"/>
                </a:lnTo>
                <a:lnTo>
                  <a:pt x="1792" y="2054"/>
                </a:lnTo>
                <a:lnTo>
                  <a:pt x="1805" y="2056"/>
                </a:lnTo>
                <a:lnTo>
                  <a:pt x="1817" y="2058"/>
                </a:lnTo>
                <a:lnTo>
                  <a:pt x="1830" y="2059"/>
                </a:lnTo>
                <a:lnTo>
                  <a:pt x="1842" y="2061"/>
                </a:lnTo>
                <a:lnTo>
                  <a:pt x="1855" y="2062"/>
                </a:lnTo>
                <a:lnTo>
                  <a:pt x="1867" y="2064"/>
                </a:lnTo>
                <a:lnTo>
                  <a:pt x="1880" y="2065"/>
                </a:lnTo>
                <a:lnTo>
                  <a:pt x="1892" y="2066"/>
                </a:lnTo>
                <a:lnTo>
                  <a:pt x="1905" y="2068"/>
                </a:lnTo>
                <a:lnTo>
                  <a:pt x="1917" y="2069"/>
                </a:lnTo>
                <a:lnTo>
                  <a:pt x="1930" y="2070"/>
                </a:lnTo>
                <a:lnTo>
                  <a:pt x="1942" y="2071"/>
                </a:lnTo>
                <a:lnTo>
                  <a:pt x="1955" y="2072"/>
                </a:lnTo>
                <a:lnTo>
                  <a:pt x="1967" y="2073"/>
                </a:lnTo>
                <a:lnTo>
                  <a:pt x="1980" y="2073"/>
                </a:lnTo>
                <a:lnTo>
                  <a:pt x="1992" y="2074"/>
                </a:lnTo>
                <a:lnTo>
                  <a:pt x="2005" y="2075"/>
                </a:lnTo>
                <a:lnTo>
                  <a:pt x="2018" y="2075"/>
                </a:lnTo>
                <a:lnTo>
                  <a:pt x="2030" y="2075"/>
                </a:lnTo>
                <a:lnTo>
                  <a:pt x="2043" y="2076"/>
                </a:lnTo>
                <a:lnTo>
                  <a:pt x="2055" y="2076"/>
                </a:lnTo>
                <a:lnTo>
                  <a:pt x="2068" y="2076"/>
                </a:lnTo>
                <a:lnTo>
                  <a:pt x="2080" y="2076"/>
                </a:lnTo>
                <a:lnTo>
                  <a:pt x="2093" y="2076"/>
                </a:lnTo>
                <a:lnTo>
                  <a:pt x="2105" y="2076"/>
                </a:lnTo>
                <a:lnTo>
                  <a:pt x="2118" y="2076"/>
                </a:lnTo>
                <a:lnTo>
                  <a:pt x="2130" y="2076"/>
                </a:lnTo>
                <a:lnTo>
                  <a:pt x="2143" y="2076"/>
                </a:lnTo>
                <a:lnTo>
                  <a:pt x="2155" y="2075"/>
                </a:lnTo>
                <a:lnTo>
                  <a:pt x="2168" y="2075"/>
                </a:lnTo>
                <a:lnTo>
                  <a:pt x="2180" y="2074"/>
                </a:lnTo>
                <a:lnTo>
                  <a:pt x="2193" y="2074"/>
                </a:lnTo>
                <a:lnTo>
                  <a:pt x="2206" y="2073"/>
                </a:lnTo>
                <a:lnTo>
                  <a:pt x="2218" y="2073"/>
                </a:lnTo>
                <a:lnTo>
                  <a:pt x="2231" y="2072"/>
                </a:lnTo>
                <a:lnTo>
                  <a:pt x="2243" y="2071"/>
                </a:lnTo>
                <a:lnTo>
                  <a:pt x="2256" y="2070"/>
                </a:lnTo>
                <a:lnTo>
                  <a:pt x="2268" y="2069"/>
                </a:lnTo>
                <a:lnTo>
                  <a:pt x="2281" y="2068"/>
                </a:lnTo>
                <a:lnTo>
                  <a:pt x="2293" y="2066"/>
                </a:lnTo>
                <a:lnTo>
                  <a:pt x="2306" y="2065"/>
                </a:lnTo>
                <a:lnTo>
                  <a:pt x="2318" y="2064"/>
                </a:lnTo>
                <a:lnTo>
                  <a:pt x="2331" y="2062"/>
                </a:lnTo>
                <a:lnTo>
                  <a:pt x="2343" y="2061"/>
                </a:lnTo>
                <a:lnTo>
                  <a:pt x="2356" y="2059"/>
                </a:lnTo>
                <a:lnTo>
                  <a:pt x="2368" y="2058"/>
                </a:lnTo>
                <a:lnTo>
                  <a:pt x="2381" y="2056"/>
                </a:lnTo>
                <a:lnTo>
                  <a:pt x="2393" y="2054"/>
                </a:lnTo>
                <a:lnTo>
                  <a:pt x="2406" y="2052"/>
                </a:lnTo>
                <a:lnTo>
                  <a:pt x="2419" y="2050"/>
                </a:lnTo>
                <a:lnTo>
                  <a:pt x="2431" y="2048"/>
                </a:lnTo>
                <a:lnTo>
                  <a:pt x="2444" y="2046"/>
                </a:lnTo>
                <a:lnTo>
                  <a:pt x="2456" y="2044"/>
                </a:lnTo>
                <a:lnTo>
                  <a:pt x="2469" y="2041"/>
                </a:lnTo>
                <a:lnTo>
                  <a:pt x="2481" y="2039"/>
                </a:lnTo>
                <a:lnTo>
                  <a:pt x="2494" y="2037"/>
                </a:lnTo>
                <a:lnTo>
                  <a:pt x="2506" y="2034"/>
                </a:lnTo>
                <a:lnTo>
                  <a:pt x="2519" y="2031"/>
                </a:lnTo>
                <a:lnTo>
                  <a:pt x="2531" y="2029"/>
                </a:lnTo>
                <a:lnTo>
                  <a:pt x="2544" y="2026"/>
                </a:lnTo>
                <a:lnTo>
                  <a:pt x="2556" y="2023"/>
                </a:lnTo>
                <a:lnTo>
                  <a:pt x="2569" y="2020"/>
                </a:lnTo>
                <a:lnTo>
                  <a:pt x="2581" y="2017"/>
                </a:lnTo>
                <a:lnTo>
                  <a:pt x="2594" y="2014"/>
                </a:lnTo>
                <a:lnTo>
                  <a:pt x="2607" y="2011"/>
                </a:lnTo>
                <a:lnTo>
                  <a:pt x="2619" y="2008"/>
                </a:lnTo>
                <a:lnTo>
                  <a:pt x="2632" y="2004"/>
                </a:lnTo>
                <a:lnTo>
                  <a:pt x="2644" y="2001"/>
                </a:lnTo>
                <a:lnTo>
                  <a:pt x="2657" y="1998"/>
                </a:lnTo>
                <a:lnTo>
                  <a:pt x="2669" y="1994"/>
                </a:lnTo>
                <a:lnTo>
                  <a:pt x="2682" y="1990"/>
                </a:lnTo>
                <a:lnTo>
                  <a:pt x="2694" y="1987"/>
                </a:lnTo>
                <a:lnTo>
                  <a:pt x="2707" y="1983"/>
                </a:lnTo>
                <a:lnTo>
                  <a:pt x="2719" y="1979"/>
                </a:lnTo>
                <a:lnTo>
                  <a:pt x="2732" y="1975"/>
                </a:lnTo>
                <a:lnTo>
                  <a:pt x="2744" y="1971"/>
                </a:lnTo>
                <a:lnTo>
                  <a:pt x="2757" y="1967"/>
                </a:lnTo>
                <a:lnTo>
                  <a:pt x="2769" y="1963"/>
                </a:lnTo>
                <a:lnTo>
                  <a:pt x="2782" y="1959"/>
                </a:lnTo>
                <a:lnTo>
                  <a:pt x="2794" y="1954"/>
                </a:lnTo>
                <a:lnTo>
                  <a:pt x="2807" y="1950"/>
                </a:lnTo>
                <a:lnTo>
                  <a:pt x="2820" y="1945"/>
                </a:lnTo>
                <a:lnTo>
                  <a:pt x="2832" y="1941"/>
                </a:lnTo>
                <a:lnTo>
                  <a:pt x="2845" y="1936"/>
                </a:lnTo>
                <a:lnTo>
                  <a:pt x="2857" y="1932"/>
                </a:lnTo>
                <a:lnTo>
                  <a:pt x="2870" y="1927"/>
                </a:lnTo>
                <a:lnTo>
                  <a:pt x="2882" y="1922"/>
                </a:lnTo>
                <a:lnTo>
                  <a:pt x="2895" y="1917"/>
                </a:lnTo>
                <a:lnTo>
                  <a:pt x="2907" y="1912"/>
                </a:lnTo>
                <a:lnTo>
                  <a:pt x="2920" y="1907"/>
                </a:lnTo>
                <a:lnTo>
                  <a:pt x="2932" y="1902"/>
                </a:lnTo>
                <a:lnTo>
                  <a:pt x="2945" y="1896"/>
                </a:lnTo>
                <a:lnTo>
                  <a:pt x="2957" y="1891"/>
                </a:lnTo>
                <a:lnTo>
                  <a:pt x="2970" y="1886"/>
                </a:lnTo>
                <a:lnTo>
                  <a:pt x="2982" y="1880"/>
                </a:lnTo>
                <a:lnTo>
                  <a:pt x="2995" y="1875"/>
                </a:lnTo>
                <a:lnTo>
                  <a:pt x="3008" y="1869"/>
                </a:lnTo>
                <a:lnTo>
                  <a:pt x="3020" y="1863"/>
                </a:lnTo>
                <a:lnTo>
                  <a:pt x="3033" y="1857"/>
                </a:lnTo>
                <a:lnTo>
                  <a:pt x="3045" y="1852"/>
                </a:lnTo>
                <a:lnTo>
                  <a:pt x="3058" y="1846"/>
                </a:lnTo>
                <a:lnTo>
                  <a:pt x="3070" y="1840"/>
                </a:lnTo>
                <a:lnTo>
                  <a:pt x="3083" y="1833"/>
                </a:lnTo>
                <a:lnTo>
                  <a:pt x="3095" y="1827"/>
                </a:lnTo>
                <a:lnTo>
                  <a:pt x="3108" y="1821"/>
                </a:lnTo>
                <a:lnTo>
                  <a:pt x="3120" y="1815"/>
                </a:lnTo>
                <a:lnTo>
                  <a:pt x="3133" y="1808"/>
                </a:lnTo>
                <a:lnTo>
                  <a:pt x="3145" y="1802"/>
                </a:lnTo>
                <a:lnTo>
                  <a:pt x="3158" y="1795"/>
                </a:lnTo>
                <a:lnTo>
                  <a:pt x="3170" y="1789"/>
                </a:lnTo>
                <a:lnTo>
                  <a:pt x="3183" y="1782"/>
                </a:lnTo>
                <a:lnTo>
                  <a:pt x="3195" y="1775"/>
                </a:lnTo>
                <a:lnTo>
                  <a:pt x="3208" y="1768"/>
                </a:lnTo>
                <a:lnTo>
                  <a:pt x="3221" y="1761"/>
                </a:lnTo>
                <a:lnTo>
                  <a:pt x="3233" y="1754"/>
                </a:lnTo>
                <a:lnTo>
                  <a:pt x="3246" y="1747"/>
                </a:lnTo>
                <a:lnTo>
                  <a:pt x="3258" y="1740"/>
                </a:lnTo>
                <a:lnTo>
                  <a:pt x="3271" y="1733"/>
                </a:lnTo>
                <a:lnTo>
                  <a:pt x="3283" y="1725"/>
                </a:lnTo>
                <a:lnTo>
                  <a:pt x="3296" y="1718"/>
                </a:lnTo>
                <a:lnTo>
                  <a:pt x="3308" y="1710"/>
                </a:lnTo>
                <a:lnTo>
                  <a:pt x="3321" y="1703"/>
                </a:lnTo>
                <a:lnTo>
                  <a:pt x="3333" y="1695"/>
                </a:lnTo>
                <a:lnTo>
                  <a:pt x="3346" y="1687"/>
                </a:lnTo>
                <a:lnTo>
                  <a:pt x="3358" y="1679"/>
                </a:lnTo>
                <a:lnTo>
                  <a:pt x="3371" y="1671"/>
                </a:lnTo>
                <a:lnTo>
                  <a:pt x="3383" y="1664"/>
                </a:lnTo>
                <a:lnTo>
                  <a:pt x="3396" y="1655"/>
                </a:lnTo>
                <a:lnTo>
                  <a:pt x="3409" y="1647"/>
                </a:lnTo>
                <a:lnTo>
                  <a:pt x="3421" y="1639"/>
                </a:lnTo>
                <a:lnTo>
                  <a:pt x="3434" y="1631"/>
                </a:lnTo>
                <a:lnTo>
                  <a:pt x="3446" y="1622"/>
                </a:lnTo>
                <a:lnTo>
                  <a:pt x="3459" y="1614"/>
                </a:lnTo>
                <a:lnTo>
                  <a:pt x="3471" y="1606"/>
                </a:lnTo>
                <a:lnTo>
                  <a:pt x="3484" y="1597"/>
                </a:lnTo>
                <a:lnTo>
                  <a:pt x="3496" y="1588"/>
                </a:lnTo>
                <a:lnTo>
                  <a:pt x="3509" y="1579"/>
                </a:lnTo>
                <a:lnTo>
                  <a:pt x="3521" y="1571"/>
                </a:lnTo>
                <a:lnTo>
                  <a:pt x="3534" y="1562"/>
                </a:lnTo>
                <a:lnTo>
                  <a:pt x="3546" y="1553"/>
                </a:lnTo>
                <a:lnTo>
                  <a:pt x="3559" y="1544"/>
                </a:lnTo>
                <a:lnTo>
                  <a:pt x="3571" y="1535"/>
                </a:lnTo>
                <a:lnTo>
                  <a:pt x="3584" y="1525"/>
                </a:lnTo>
                <a:lnTo>
                  <a:pt x="3596" y="1516"/>
                </a:lnTo>
                <a:lnTo>
                  <a:pt x="3609" y="1507"/>
                </a:lnTo>
                <a:lnTo>
                  <a:pt x="3622" y="1497"/>
                </a:lnTo>
                <a:lnTo>
                  <a:pt x="3634" y="1488"/>
                </a:lnTo>
                <a:lnTo>
                  <a:pt x="3647" y="1478"/>
                </a:lnTo>
                <a:lnTo>
                  <a:pt x="3659" y="1468"/>
                </a:lnTo>
                <a:lnTo>
                  <a:pt x="3672" y="1459"/>
                </a:lnTo>
                <a:lnTo>
                  <a:pt x="3684" y="1449"/>
                </a:lnTo>
                <a:lnTo>
                  <a:pt x="3697" y="1439"/>
                </a:lnTo>
                <a:lnTo>
                  <a:pt x="3709" y="1429"/>
                </a:lnTo>
                <a:lnTo>
                  <a:pt x="3722" y="1419"/>
                </a:lnTo>
                <a:lnTo>
                  <a:pt x="3734" y="1409"/>
                </a:lnTo>
                <a:lnTo>
                  <a:pt x="3747" y="1398"/>
                </a:lnTo>
                <a:lnTo>
                  <a:pt x="3759" y="1388"/>
                </a:lnTo>
                <a:lnTo>
                  <a:pt x="3772" y="1378"/>
                </a:lnTo>
                <a:lnTo>
                  <a:pt x="3784" y="1367"/>
                </a:lnTo>
                <a:lnTo>
                  <a:pt x="3797" y="1357"/>
                </a:lnTo>
                <a:lnTo>
                  <a:pt x="3810" y="1346"/>
                </a:lnTo>
                <a:lnTo>
                  <a:pt x="3822" y="1335"/>
                </a:lnTo>
                <a:lnTo>
                  <a:pt x="3835" y="1325"/>
                </a:lnTo>
                <a:lnTo>
                  <a:pt x="3847" y="1314"/>
                </a:lnTo>
                <a:lnTo>
                  <a:pt x="3860" y="1303"/>
                </a:lnTo>
                <a:lnTo>
                  <a:pt x="3872" y="1292"/>
                </a:lnTo>
                <a:lnTo>
                  <a:pt x="3885" y="1281"/>
                </a:lnTo>
                <a:lnTo>
                  <a:pt x="3897" y="1269"/>
                </a:lnTo>
                <a:lnTo>
                  <a:pt x="3910" y="1258"/>
                </a:lnTo>
                <a:lnTo>
                  <a:pt x="3922" y="1247"/>
                </a:lnTo>
                <a:lnTo>
                  <a:pt x="3935" y="1235"/>
                </a:lnTo>
                <a:lnTo>
                  <a:pt x="3947" y="1224"/>
                </a:lnTo>
                <a:lnTo>
                  <a:pt x="3960" y="1212"/>
                </a:lnTo>
                <a:lnTo>
                  <a:pt x="3972" y="1201"/>
                </a:lnTo>
                <a:lnTo>
                  <a:pt x="3985" y="1189"/>
                </a:lnTo>
                <a:lnTo>
                  <a:pt x="3997" y="1177"/>
                </a:lnTo>
                <a:lnTo>
                  <a:pt x="4010" y="1165"/>
                </a:lnTo>
                <a:lnTo>
                  <a:pt x="4023" y="1154"/>
                </a:lnTo>
                <a:lnTo>
                  <a:pt x="4035" y="1141"/>
                </a:lnTo>
                <a:lnTo>
                  <a:pt x="4048" y="1129"/>
                </a:lnTo>
                <a:lnTo>
                  <a:pt x="4060" y="1117"/>
                </a:lnTo>
                <a:lnTo>
                  <a:pt x="4073" y="1105"/>
                </a:lnTo>
                <a:lnTo>
                  <a:pt x="4085" y="1093"/>
                </a:lnTo>
                <a:lnTo>
                  <a:pt x="4098" y="1080"/>
                </a:lnTo>
                <a:lnTo>
                  <a:pt x="4110" y="1068"/>
                </a:lnTo>
                <a:lnTo>
                  <a:pt x="4123" y="1055"/>
                </a:lnTo>
                <a:lnTo>
                  <a:pt x="4135" y="1043"/>
                </a:lnTo>
                <a:lnTo>
                  <a:pt x="4148" y="1030"/>
                </a:lnTo>
                <a:lnTo>
                  <a:pt x="4160" y="1017"/>
                </a:lnTo>
                <a:lnTo>
                  <a:pt x="4173" y="1004"/>
                </a:lnTo>
                <a:lnTo>
                  <a:pt x="4185" y="991"/>
                </a:lnTo>
                <a:lnTo>
                  <a:pt x="4198" y="978"/>
                </a:lnTo>
                <a:lnTo>
                  <a:pt x="4211" y="965"/>
                </a:lnTo>
                <a:lnTo>
                  <a:pt x="4223" y="952"/>
                </a:lnTo>
                <a:lnTo>
                  <a:pt x="4236" y="939"/>
                </a:lnTo>
                <a:lnTo>
                  <a:pt x="4248" y="925"/>
                </a:lnTo>
                <a:lnTo>
                  <a:pt x="4261" y="912"/>
                </a:lnTo>
                <a:lnTo>
                  <a:pt x="4273" y="898"/>
                </a:lnTo>
                <a:lnTo>
                  <a:pt x="4286" y="885"/>
                </a:lnTo>
                <a:lnTo>
                  <a:pt x="4298" y="871"/>
                </a:lnTo>
                <a:lnTo>
                  <a:pt x="4311" y="857"/>
                </a:lnTo>
                <a:lnTo>
                  <a:pt x="4323" y="843"/>
                </a:lnTo>
                <a:lnTo>
                  <a:pt x="4336" y="830"/>
                </a:lnTo>
                <a:lnTo>
                  <a:pt x="4348" y="816"/>
                </a:lnTo>
                <a:lnTo>
                  <a:pt x="4361" y="802"/>
                </a:lnTo>
                <a:lnTo>
                  <a:pt x="4373" y="787"/>
                </a:lnTo>
                <a:lnTo>
                  <a:pt x="4386" y="773"/>
                </a:lnTo>
                <a:lnTo>
                  <a:pt x="4398" y="759"/>
                </a:lnTo>
                <a:lnTo>
                  <a:pt x="4411" y="745"/>
                </a:lnTo>
                <a:lnTo>
                  <a:pt x="4424" y="730"/>
                </a:lnTo>
                <a:lnTo>
                  <a:pt x="4436" y="716"/>
                </a:lnTo>
                <a:lnTo>
                  <a:pt x="4449" y="701"/>
                </a:lnTo>
                <a:lnTo>
                  <a:pt x="4461" y="686"/>
                </a:lnTo>
                <a:lnTo>
                  <a:pt x="4474" y="672"/>
                </a:lnTo>
                <a:lnTo>
                  <a:pt x="4486" y="657"/>
                </a:lnTo>
                <a:lnTo>
                  <a:pt x="4499" y="642"/>
                </a:lnTo>
                <a:lnTo>
                  <a:pt x="4511" y="627"/>
                </a:lnTo>
                <a:lnTo>
                  <a:pt x="4524" y="612"/>
                </a:lnTo>
                <a:lnTo>
                  <a:pt x="4536" y="597"/>
                </a:lnTo>
                <a:lnTo>
                  <a:pt x="4549" y="582"/>
                </a:lnTo>
                <a:lnTo>
                  <a:pt x="4561" y="566"/>
                </a:lnTo>
                <a:lnTo>
                  <a:pt x="4574" y="551"/>
                </a:lnTo>
                <a:lnTo>
                  <a:pt x="4586" y="535"/>
                </a:lnTo>
                <a:lnTo>
                  <a:pt x="4599" y="520"/>
                </a:lnTo>
                <a:lnTo>
                  <a:pt x="4612" y="504"/>
                </a:lnTo>
                <a:lnTo>
                  <a:pt x="4624" y="489"/>
                </a:lnTo>
                <a:lnTo>
                  <a:pt x="4637" y="473"/>
                </a:lnTo>
                <a:lnTo>
                  <a:pt x="4649" y="457"/>
                </a:lnTo>
                <a:lnTo>
                  <a:pt x="4662" y="441"/>
                </a:lnTo>
                <a:lnTo>
                  <a:pt x="4674" y="425"/>
                </a:lnTo>
                <a:lnTo>
                  <a:pt x="4687" y="409"/>
                </a:lnTo>
                <a:lnTo>
                  <a:pt x="4699" y="393"/>
                </a:lnTo>
                <a:lnTo>
                  <a:pt x="4712" y="377"/>
                </a:lnTo>
                <a:lnTo>
                  <a:pt x="4724" y="360"/>
                </a:lnTo>
                <a:lnTo>
                  <a:pt x="4737" y="344"/>
                </a:lnTo>
                <a:lnTo>
                  <a:pt x="4749" y="328"/>
                </a:lnTo>
                <a:lnTo>
                  <a:pt x="4762" y="311"/>
                </a:lnTo>
                <a:lnTo>
                  <a:pt x="4774" y="294"/>
                </a:lnTo>
                <a:lnTo>
                  <a:pt x="4787" y="278"/>
                </a:lnTo>
                <a:lnTo>
                  <a:pt x="4799" y="261"/>
                </a:lnTo>
                <a:lnTo>
                  <a:pt x="4812" y="244"/>
                </a:lnTo>
                <a:lnTo>
                  <a:pt x="4825" y="227"/>
                </a:lnTo>
                <a:lnTo>
                  <a:pt x="4837" y="210"/>
                </a:lnTo>
                <a:lnTo>
                  <a:pt x="4850" y="193"/>
                </a:lnTo>
                <a:lnTo>
                  <a:pt x="4862" y="176"/>
                </a:lnTo>
                <a:lnTo>
                  <a:pt x="4875" y="159"/>
                </a:lnTo>
                <a:lnTo>
                  <a:pt x="4887" y="141"/>
                </a:lnTo>
                <a:lnTo>
                  <a:pt x="4900" y="124"/>
                </a:lnTo>
                <a:lnTo>
                  <a:pt x="4912" y="107"/>
                </a:lnTo>
                <a:lnTo>
                  <a:pt x="4925" y="89"/>
                </a:lnTo>
                <a:lnTo>
                  <a:pt x="4937" y="71"/>
                </a:lnTo>
                <a:lnTo>
                  <a:pt x="4950" y="54"/>
                </a:lnTo>
                <a:lnTo>
                  <a:pt x="4962" y="36"/>
                </a:lnTo>
                <a:lnTo>
                  <a:pt x="4975" y="18"/>
                </a:lnTo>
                <a:lnTo>
                  <a:pt x="4987"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896112" y="3641141"/>
            <a:ext cx="4572000" cy="874166"/>
          </a:xfrm>
          <a:custGeom>
            <a:avLst/>
            <a:gdLst/>
            <a:ahLst/>
            <a:cxnLst/>
            <a:rect l="l" t="t" r="r" b="b"/>
            <a:pathLst>
              <a:path w="5000" h="956">
                <a:moveTo>
                  <a:pt x="0" y="887"/>
                </a:moveTo>
                <a:lnTo>
                  <a:pt x="13" y="888"/>
                </a:lnTo>
                <a:lnTo>
                  <a:pt x="25" y="890"/>
                </a:lnTo>
                <a:lnTo>
                  <a:pt x="38" y="891"/>
                </a:lnTo>
                <a:lnTo>
                  <a:pt x="50" y="893"/>
                </a:lnTo>
                <a:lnTo>
                  <a:pt x="63" y="895"/>
                </a:lnTo>
                <a:lnTo>
                  <a:pt x="75" y="896"/>
                </a:lnTo>
                <a:lnTo>
                  <a:pt x="88" y="898"/>
                </a:lnTo>
                <a:lnTo>
                  <a:pt x="100" y="899"/>
                </a:lnTo>
                <a:lnTo>
                  <a:pt x="113" y="901"/>
                </a:lnTo>
                <a:lnTo>
                  <a:pt x="125" y="902"/>
                </a:lnTo>
                <a:lnTo>
                  <a:pt x="138" y="903"/>
                </a:lnTo>
                <a:lnTo>
                  <a:pt x="150" y="905"/>
                </a:lnTo>
                <a:lnTo>
                  <a:pt x="163" y="906"/>
                </a:lnTo>
                <a:lnTo>
                  <a:pt x="175" y="908"/>
                </a:lnTo>
                <a:lnTo>
                  <a:pt x="188" y="909"/>
                </a:lnTo>
                <a:lnTo>
                  <a:pt x="201" y="910"/>
                </a:lnTo>
                <a:lnTo>
                  <a:pt x="213" y="912"/>
                </a:lnTo>
                <a:lnTo>
                  <a:pt x="226" y="913"/>
                </a:lnTo>
                <a:lnTo>
                  <a:pt x="238" y="914"/>
                </a:lnTo>
                <a:lnTo>
                  <a:pt x="251" y="916"/>
                </a:lnTo>
                <a:lnTo>
                  <a:pt x="263" y="917"/>
                </a:lnTo>
                <a:lnTo>
                  <a:pt x="276" y="918"/>
                </a:lnTo>
                <a:lnTo>
                  <a:pt x="288" y="919"/>
                </a:lnTo>
                <a:lnTo>
                  <a:pt x="301" y="920"/>
                </a:lnTo>
                <a:lnTo>
                  <a:pt x="313" y="922"/>
                </a:lnTo>
                <a:lnTo>
                  <a:pt x="326" y="923"/>
                </a:lnTo>
                <a:lnTo>
                  <a:pt x="338" y="924"/>
                </a:lnTo>
                <a:lnTo>
                  <a:pt x="351" y="925"/>
                </a:lnTo>
                <a:lnTo>
                  <a:pt x="363" y="926"/>
                </a:lnTo>
                <a:lnTo>
                  <a:pt x="376" y="927"/>
                </a:lnTo>
                <a:lnTo>
                  <a:pt x="388" y="928"/>
                </a:lnTo>
                <a:lnTo>
                  <a:pt x="401" y="929"/>
                </a:lnTo>
                <a:lnTo>
                  <a:pt x="414" y="930"/>
                </a:lnTo>
                <a:lnTo>
                  <a:pt x="426" y="931"/>
                </a:lnTo>
                <a:lnTo>
                  <a:pt x="439" y="932"/>
                </a:lnTo>
                <a:lnTo>
                  <a:pt x="451" y="933"/>
                </a:lnTo>
                <a:lnTo>
                  <a:pt x="464" y="934"/>
                </a:lnTo>
                <a:lnTo>
                  <a:pt x="476" y="935"/>
                </a:lnTo>
                <a:lnTo>
                  <a:pt x="489" y="936"/>
                </a:lnTo>
                <a:lnTo>
                  <a:pt x="501" y="937"/>
                </a:lnTo>
                <a:lnTo>
                  <a:pt x="514" y="938"/>
                </a:lnTo>
                <a:lnTo>
                  <a:pt x="526" y="939"/>
                </a:lnTo>
                <a:lnTo>
                  <a:pt x="539" y="939"/>
                </a:lnTo>
                <a:lnTo>
                  <a:pt x="551" y="940"/>
                </a:lnTo>
                <a:lnTo>
                  <a:pt x="564" y="941"/>
                </a:lnTo>
                <a:lnTo>
                  <a:pt x="576" y="942"/>
                </a:lnTo>
                <a:lnTo>
                  <a:pt x="589" y="942"/>
                </a:lnTo>
                <a:lnTo>
                  <a:pt x="602" y="943"/>
                </a:lnTo>
                <a:lnTo>
                  <a:pt x="614" y="944"/>
                </a:lnTo>
                <a:lnTo>
                  <a:pt x="627" y="945"/>
                </a:lnTo>
                <a:lnTo>
                  <a:pt x="639" y="945"/>
                </a:lnTo>
                <a:lnTo>
                  <a:pt x="652" y="946"/>
                </a:lnTo>
                <a:lnTo>
                  <a:pt x="664" y="946"/>
                </a:lnTo>
                <a:lnTo>
                  <a:pt x="677" y="947"/>
                </a:lnTo>
                <a:lnTo>
                  <a:pt x="689" y="948"/>
                </a:lnTo>
                <a:lnTo>
                  <a:pt x="702" y="948"/>
                </a:lnTo>
                <a:lnTo>
                  <a:pt x="714" y="949"/>
                </a:lnTo>
                <a:lnTo>
                  <a:pt x="727" y="949"/>
                </a:lnTo>
                <a:lnTo>
                  <a:pt x="739" y="950"/>
                </a:lnTo>
                <a:lnTo>
                  <a:pt x="752" y="950"/>
                </a:lnTo>
                <a:lnTo>
                  <a:pt x="764" y="951"/>
                </a:lnTo>
                <a:lnTo>
                  <a:pt x="777" y="951"/>
                </a:lnTo>
                <a:lnTo>
                  <a:pt x="789" y="952"/>
                </a:lnTo>
                <a:lnTo>
                  <a:pt x="802" y="952"/>
                </a:lnTo>
                <a:lnTo>
                  <a:pt x="815" y="953"/>
                </a:lnTo>
                <a:lnTo>
                  <a:pt x="827" y="953"/>
                </a:lnTo>
                <a:lnTo>
                  <a:pt x="840" y="953"/>
                </a:lnTo>
                <a:lnTo>
                  <a:pt x="852" y="954"/>
                </a:lnTo>
                <a:lnTo>
                  <a:pt x="865" y="954"/>
                </a:lnTo>
                <a:lnTo>
                  <a:pt x="877" y="954"/>
                </a:lnTo>
                <a:lnTo>
                  <a:pt x="890" y="954"/>
                </a:lnTo>
                <a:lnTo>
                  <a:pt x="902" y="955"/>
                </a:lnTo>
                <a:lnTo>
                  <a:pt x="915" y="955"/>
                </a:lnTo>
                <a:lnTo>
                  <a:pt x="927" y="955"/>
                </a:lnTo>
                <a:lnTo>
                  <a:pt x="940" y="955"/>
                </a:lnTo>
                <a:lnTo>
                  <a:pt x="952" y="956"/>
                </a:lnTo>
                <a:lnTo>
                  <a:pt x="965" y="956"/>
                </a:lnTo>
                <a:lnTo>
                  <a:pt x="977" y="956"/>
                </a:lnTo>
                <a:lnTo>
                  <a:pt x="990" y="956"/>
                </a:lnTo>
                <a:lnTo>
                  <a:pt x="1003" y="956"/>
                </a:lnTo>
                <a:lnTo>
                  <a:pt x="1015" y="956"/>
                </a:lnTo>
                <a:lnTo>
                  <a:pt x="1028" y="956"/>
                </a:lnTo>
                <a:lnTo>
                  <a:pt x="1040" y="956"/>
                </a:lnTo>
                <a:lnTo>
                  <a:pt x="1053" y="956"/>
                </a:lnTo>
                <a:lnTo>
                  <a:pt x="1065" y="956"/>
                </a:lnTo>
                <a:lnTo>
                  <a:pt x="1078" y="956"/>
                </a:lnTo>
                <a:lnTo>
                  <a:pt x="1090" y="956"/>
                </a:lnTo>
                <a:lnTo>
                  <a:pt x="1103" y="956"/>
                </a:lnTo>
                <a:lnTo>
                  <a:pt x="1115" y="956"/>
                </a:lnTo>
                <a:lnTo>
                  <a:pt x="1128" y="956"/>
                </a:lnTo>
                <a:lnTo>
                  <a:pt x="1140" y="956"/>
                </a:lnTo>
                <a:lnTo>
                  <a:pt x="1153" y="956"/>
                </a:lnTo>
                <a:lnTo>
                  <a:pt x="1165" y="956"/>
                </a:lnTo>
                <a:lnTo>
                  <a:pt x="1178" y="956"/>
                </a:lnTo>
                <a:lnTo>
                  <a:pt x="1190" y="955"/>
                </a:lnTo>
                <a:lnTo>
                  <a:pt x="1203" y="955"/>
                </a:lnTo>
                <a:lnTo>
                  <a:pt x="1216" y="955"/>
                </a:lnTo>
                <a:lnTo>
                  <a:pt x="1228" y="955"/>
                </a:lnTo>
                <a:lnTo>
                  <a:pt x="1241" y="954"/>
                </a:lnTo>
                <a:lnTo>
                  <a:pt x="1253" y="954"/>
                </a:lnTo>
                <a:lnTo>
                  <a:pt x="1266" y="954"/>
                </a:lnTo>
                <a:lnTo>
                  <a:pt x="1278" y="953"/>
                </a:lnTo>
                <a:lnTo>
                  <a:pt x="1291" y="953"/>
                </a:lnTo>
                <a:lnTo>
                  <a:pt x="1303" y="953"/>
                </a:lnTo>
                <a:lnTo>
                  <a:pt x="1316" y="952"/>
                </a:lnTo>
                <a:lnTo>
                  <a:pt x="1328" y="952"/>
                </a:lnTo>
                <a:lnTo>
                  <a:pt x="1341" y="952"/>
                </a:lnTo>
                <a:lnTo>
                  <a:pt x="1353" y="951"/>
                </a:lnTo>
                <a:lnTo>
                  <a:pt x="1366" y="951"/>
                </a:lnTo>
                <a:lnTo>
                  <a:pt x="1378" y="950"/>
                </a:lnTo>
                <a:lnTo>
                  <a:pt x="1391" y="950"/>
                </a:lnTo>
                <a:lnTo>
                  <a:pt x="1404" y="949"/>
                </a:lnTo>
                <a:lnTo>
                  <a:pt x="1416" y="949"/>
                </a:lnTo>
                <a:lnTo>
                  <a:pt x="1429" y="948"/>
                </a:lnTo>
                <a:lnTo>
                  <a:pt x="1441" y="948"/>
                </a:lnTo>
                <a:lnTo>
                  <a:pt x="1454" y="947"/>
                </a:lnTo>
                <a:lnTo>
                  <a:pt x="1466" y="946"/>
                </a:lnTo>
                <a:lnTo>
                  <a:pt x="1479" y="946"/>
                </a:lnTo>
                <a:lnTo>
                  <a:pt x="1491" y="945"/>
                </a:lnTo>
                <a:lnTo>
                  <a:pt x="1504" y="944"/>
                </a:lnTo>
                <a:lnTo>
                  <a:pt x="1516" y="944"/>
                </a:lnTo>
                <a:lnTo>
                  <a:pt x="1529" y="943"/>
                </a:lnTo>
                <a:lnTo>
                  <a:pt x="1541" y="942"/>
                </a:lnTo>
                <a:lnTo>
                  <a:pt x="1554" y="941"/>
                </a:lnTo>
                <a:lnTo>
                  <a:pt x="1566" y="941"/>
                </a:lnTo>
                <a:lnTo>
                  <a:pt x="1579" y="940"/>
                </a:lnTo>
                <a:lnTo>
                  <a:pt x="1591" y="939"/>
                </a:lnTo>
                <a:lnTo>
                  <a:pt x="1604" y="938"/>
                </a:lnTo>
                <a:lnTo>
                  <a:pt x="1617" y="937"/>
                </a:lnTo>
                <a:lnTo>
                  <a:pt x="1629" y="937"/>
                </a:lnTo>
                <a:lnTo>
                  <a:pt x="1642" y="936"/>
                </a:lnTo>
                <a:lnTo>
                  <a:pt x="1654" y="935"/>
                </a:lnTo>
                <a:lnTo>
                  <a:pt x="1667" y="934"/>
                </a:lnTo>
                <a:lnTo>
                  <a:pt x="1679" y="933"/>
                </a:lnTo>
                <a:lnTo>
                  <a:pt x="1692" y="932"/>
                </a:lnTo>
                <a:lnTo>
                  <a:pt x="1704" y="931"/>
                </a:lnTo>
                <a:lnTo>
                  <a:pt x="1717" y="930"/>
                </a:lnTo>
                <a:lnTo>
                  <a:pt x="1729" y="929"/>
                </a:lnTo>
                <a:lnTo>
                  <a:pt x="1742" y="928"/>
                </a:lnTo>
                <a:lnTo>
                  <a:pt x="1754" y="927"/>
                </a:lnTo>
                <a:lnTo>
                  <a:pt x="1767" y="926"/>
                </a:lnTo>
                <a:lnTo>
                  <a:pt x="1779" y="925"/>
                </a:lnTo>
                <a:lnTo>
                  <a:pt x="1792" y="924"/>
                </a:lnTo>
                <a:lnTo>
                  <a:pt x="1805" y="922"/>
                </a:lnTo>
                <a:lnTo>
                  <a:pt x="1817" y="921"/>
                </a:lnTo>
                <a:lnTo>
                  <a:pt x="1830" y="920"/>
                </a:lnTo>
                <a:lnTo>
                  <a:pt x="1842" y="919"/>
                </a:lnTo>
                <a:lnTo>
                  <a:pt x="1855" y="918"/>
                </a:lnTo>
                <a:lnTo>
                  <a:pt x="1867" y="916"/>
                </a:lnTo>
                <a:lnTo>
                  <a:pt x="1880" y="915"/>
                </a:lnTo>
                <a:lnTo>
                  <a:pt x="1892" y="914"/>
                </a:lnTo>
                <a:lnTo>
                  <a:pt x="1905" y="913"/>
                </a:lnTo>
                <a:lnTo>
                  <a:pt x="1917" y="911"/>
                </a:lnTo>
                <a:lnTo>
                  <a:pt x="1930" y="910"/>
                </a:lnTo>
                <a:lnTo>
                  <a:pt x="1942" y="909"/>
                </a:lnTo>
                <a:lnTo>
                  <a:pt x="1955" y="907"/>
                </a:lnTo>
                <a:lnTo>
                  <a:pt x="1967" y="906"/>
                </a:lnTo>
                <a:lnTo>
                  <a:pt x="1980" y="904"/>
                </a:lnTo>
                <a:lnTo>
                  <a:pt x="1992" y="903"/>
                </a:lnTo>
                <a:lnTo>
                  <a:pt x="2005" y="902"/>
                </a:lnTo>
                <a:lnTo>
                  <a:pt x="2018" y="900"/>
                </a:lnTo>
                <a:lnTo>
                  <a:pt x="2030" y="899"/>
                </a:lnTo>
                <a:lnTo>
                  <a:pt x="2043" y="897"/>
                </a:lnTo>
                <a:lnTo>
                  <a:pt x="2055" y="896"/>
                </a:lnTo>
                <a:lnTo>
                  <a:pt x="2068" y="894"/>
                </a:lnTo>
                <a:lnTo>
                  <a:pt x="2080" y="892"/>
                </a:lnTo>
                <a:lnTo>
                  <a:pt x="2093" y="891"/>
                </a:lnTo>
                <a:lnTo>
                  <a:pt x="2105" y="889"/>
                </a:lnTo>
                <a:lnTo>
                  <a:pt x="2118" y="888"/>
                </a:lnTo>
                <a:lnTo>
                  <a:pt x="2130" y="886"/>
                </a:lnTo>
                <a:lnTo>
                  <a:pt x="2143" y="884"/>
                </a:lnTo>
                <a:lnTo>
                  <a:pt x="2155" y="883"/>
                </a:lnTo>
                <a:lnTo>
                  <a:pt x="2168" y="881"/>
                </a:lnTo>
                <a:lnTo>
                  <a:pt x="2180" y="879"/>
                </a:lnTo>
                <a:lnTo>
                  <a:pt x="2193" y="878"/>
                </a:lnTo>
                <a:lnTo>
                  <a:pt x="2206" y="876"/>
                </a:lnTo>
                <a:lnTo>
                  <a:pt x="2218" y="874"/>
                </a:lnTo>
                <a:lnTo>
                  <a:pt x="2231" y="872"/>
                </a:lnTo>
                <a:lnTo>
                  <a:pt x="2243" y="870"/>
                </a:lnTo>
                <a:lnTo>
                  <a:pt x="2256" y="869"/>
                </a:lnTo>
                <a:lnTo>
                  <a:pt x="2268" y="867"/>
                </a:lnTo>
                <a:lnTo>
                  <a:pt x="2281" y="865"/>
                </a:lnTo>
                <a:lnTo>
                  <a:pt x="2293" y="863"/>
                </a:lnTo>
                <a:lnTo>
                  <a:pt x="2306" y="861"/>
                </a:lnTo>
                <a:lnTo>
                  <a:pt x="2318" y="859"/>
                </a:lnTo>
                <a:lnTo>
                  <a:pt x="2331" y="857"/>
                </a:lnTo>
                <a:lnTo>
                  <a:pt x="2343" y="855"/>
                </a:lnTo>
                <a:lnTo>
                  <a:pt x="2356" y="853"/>
                </a:lnTo>
                <a:lnTo>
                  <a:pt x="2368" y="851"/>
                </a:lnTo>
                <a:lnTo>
                  <a:pt x="2381" y="849"/>
                </a:lnTo>
                <a:lnTo>
                  <a:pt x="2393" y="847"/>
                </a:lnTo>
                <a:lnTo>
                  <a:pt x="2406" y="845"/>
                </a:lnTo>
                <a:lnTo>
                  <a:pt x="2419" y="843"/>
                </a:lnTo>
                <a:lnTo>
                  <a:pt x="2431" y="841"/>
                </a:lnTo>
                <a:lnTo>
                  <a:pt x="2444" y="839"/>
                </a:lnTo>
                <a:lnTo>
                  <a:pt x="2456" y="837"/>
                </a:lnTo>
                <a:lnTo>
                  <a:pt x="2469" y="834"/>
                </a:lnTo>
                <a:lnTo>
                  <a:pt x="2481" y="832"/>
                </a:lnTo>
                <a:lnTo>
                  <a:pt x="2494" y="830"/>
                </a:lnTo>
                <a:lnTo>
                  <a:pt x="2506" y="828"/>
                </a:lnTo>
                <a:lnTo>
                  <a:pt x="2519" y="826"/>
                </a:lnTo>
                <a:lnTo>
                  <a:pt x="2531" y="823"/>
                </a:lnTo>
                <a:lnTo>
                  <a:pt x="2544" y="821"/>
                </a:lnTo>
                <a:lnTo>
                  <a:pt x="2556" y="819"/>
                </a:lnTo>
                <a:lnTo>
                  <a:pt x="2569" y="816"/>
                </a:lnTo>
                <a:lnTo>
                  <a:pt x="2581" y="814"/>
                </a:lnTo>
                <a:lnTo>
                  <a:pt x="2594" y="812"/>
                </a:lnTo>
                <a:lnTo>
                  <a:pt x="2607" y="809"/>
                </a:lnTo>
                <a:lnTo>
                  <a:pt x="2619" y="807"/>
                </a:lnTo>
                <a:lnTo>
                  <a:pt x="2632" y="804"/>
                </a:lnTo>
                <a:lnTo>
                  <a:pt x="2644" y="802"/>
                </a:lnTo>
                <a:lnTo>
                  <a:pt x="2657" y="800"/>
                </a:lnTo>
                <a:lnTo>
                  <a:pt x="2669" y="797"/>
                </a:lnTo>
                <a:lnTo>
                  <a:pt x="2682" y="795"/>
                </a:lnTo>
                <a:lnTo>
                  <a:pt x="2694" y="792"/>
                </a:lnTo>
                <a:lnTo>
                  <a:pt x="2707" y="790"/>
                </a:lnTo>
                <a:lnTo>
                  <a:pt x="2719" y="787"/>
                </a:lnTo>
                <a:lnTo>
                  <a:pt x="2732" y="784"/>
                </a:lnTo>
                <a:lnTo>
                  <a:pt x="2744" y="782"/>
                </a:lnTo>
                <a:lnTo>
                  <a:pt x="2757" y="779"/>
                </a:lnTo>
                <a:lnTo>
                  <a:pt x="2769" y="777"/>
                </a:lnTo>
                <a:lnTo>
                  <a:pt x="2782" y="774"/>
                </a:lnTo>
                <a:lnTo>
                  <a:pt x="2794" y="771"/>
                </a:lnTo>
                <a:lnTo>
                  <a:pt x="2807" y="769"/>
                </a:lnTo>
                <a:lnTo>
                  <a:pt x="2820" y="766"/>
                </a:lnTo>
                <a:lnTo>
                  <a:pt x="2832" y="763"/>
                </a:lnTo>
                <a:lnTo>
                  <a:pt x="2845" y="760"/>
                </a:lnTo>
                <a:lnTo>
                  <a:pt x="2857" y="758"/>
                </a:lnTo>
                <a:lnTo>
                  <a:pt x="2870" y="755"/>
                </a:lnTo>
                <a:lnTo>
                  <a:pt x="2882" y="752"/>
                </a:lnTo>
                <a:lnTo>
                  <a:pt x="2895" y="749"/>
                </a:lnTo>
                <a:lnTo>
                  <a:pt x="2907" y="746"/>
                </a:lnTo>
                <a:lnTo>
                  <a:pt x="2920" y="744"/>
                </a:lnTo>
                <a:lnTo>
                  <a:pt x="2932" y="741"/>
                </a:lnTo>
                <a:lnTo>
                  <a:pt x="2945" y="738"/>
                </a:lnTo>
                <a:lnTo>
                  <a:pt x="2957" y="735"/>
                </a:lnTo>
                <a:lnTo>
                  <a:pt x="2970" y="732"/>
                </a:lnTo>
                <a:lnTo>
                  <a:pt x="2982" y="729"/>
                </a:lnTo>
                <a:lnTo>
                  <a:pt x="2995" y="726"/>
                </a:lnTo>
                <a:lnTo>
                  <a:pt x="3008" y="723"/>
                </a:lnTo>
                <a:lnTo>
                  <a:pt x="3020" y="720"/>
                </a:lnTo>
                <a:lnTo>
                  <a:pt x="3033" y="717"/>
                </a:lnTo>
                <a:lnTo>
                  <a:pt x="3045" y="714"/>
                </a:lnTo>
                <a:lnTo>
                  <a:pt x="3058" y="711"/>
                </a:lnTo>
                <a:lnTo>
                  <a:pt x="3070" y="708"/>
                </a:lnTo>
                <a:lnTo>
                  <a:pt x="3083" y="705"/>
                </a:lnTo>
                <a:lnTo>
                  <a:pt x="3095" y="701"/>
                </a:lnTo>
                <a:lnTo>
                  <a:pt x="3108" y="698"/>
                </a:lnTo>
                <a:lnTo>
                  <a:pt x="3120" y="695"/>
                </a:lnTo>
                <a:lnTo>
                  <a:pt x="3133" y="692"/>
                </a:lnTo>
                <a:lnTo>
                  <a:pt x="3145" y="689"/>
                </a:lnTo>
                <a:lnTo>
                  <a:pt x="3158" y="685"/>
                </a:lnTo>
                <a:lnTo>
                  <a:pt x="3170" y="682"/>
                </a:lnTo>
                <a:lnTo>
                  <a:pt x="3183" y="679"/>
                </a:lnTo>
                <a:lnTo>
                  <a:pt x="3195" y="676"/>
                </a:lnTo>
                <a:lnTo>
                  <a:pt x="3208" y="672"/>
                </a:lnTo>
                <a:lnTo>
                  <a:pt x="3221" y="669"/>
                </a:lnTo>
                <a:lnTo>
                  <a:pt x="3233" y="666"/>
                </a:lnTo>
                <a:lnTo>
                  <a:pt x="3246" y="662"/>
                </a:lnTo>
                <a:lnTo>
                  <a:pt x="3258" y="659"/>
                </a:lnTo>
                <a:lnTo>
                  <a:pt x="3271" y="655"/>
                </a:lnTo>
                <a:lnTo>
                  <a:pt x="3283" y="652"/>
                </a:lnTo>
                <a:lnTo>
                  <a:pt x="3296" y="649"/>
                </a:lnTo>
                <a:lnTo>
                  <a:pt x="3308" y="645"/>
                </a:lnTo>
                <a:lnTo>
                  <a:pt x="3321" y="642"/>
                </a:lnTo>
                <a:lnTo>
                  <a:pt x="3333" y="638"/>
                </a:lnTo>
                <a:lnTo>
                  <a:pt x="3346" y="635"/>
                </a:lnTo>
                <a:lnTo>
                  <a:pt x="3358" y="631"/>
                </a:lnTo>
                <a:lnTo>
                  <a:pt x="3371" y="628"/>
                </a:lnTo>
                <a:lnTo>
                  <a:pt x="3383" y="624"/>
                </a:lnTo>
                <a:lnTo>
                  <a:pt x="3396" y="620"/>
                </a:lnTo>
                <a:lnTo>
                  <a:pt x="3409" y="617"/>
                </a:lnTo>
                <a:lnTo>
                  <a:pt x="3421" y="613"/>
                </a:lnTo>
                <a:lnTo>
                  <a:pt x="3434" y="609"/>
                </a:lnTo>
                <a:lnTo>
                  <a:pt x="3446" y="606"/>
                </a:lnTo>
                <a:lnTo>
                  <a:pt x="3459" y="602"/>
                </a:lnTo>
                <a:lnTo>
                  <a:pt x="3471" y="598"/>
                </a:lnTo>
                <a:lnTo>
                  <a:pt x="3484" y="595"/>
                </a:lnTo>
                <a:lnTo>
                  <a:pt x="3496" y="591"/>
                </a:lnTo>
                <a:lnTo>
                  <a:pt x="3509" y="587"/>
                </a:lnTo>
                <a:lnTo>
                  <a:pt x="3521" y="583"/>
                </a:lnTo>
                <a:lnTo>
                  <a:pt x="3534" y="579"/>
                </a:lnTo>
                <a:lnTo>
                  <a:pt x="3546" y="576"/>
                </a:lnTo>
                <a:lnTo>
                  <a:pt x="3559" y="572"/>
                </a:lnTo>
                <a:lnTo>
                  <a:pt x="3571" y="568"/>
                </a:lnTo>
                <a:lnTo>
                  <a:pt x="3584" y="564"/>
                </a:lnTo>
                <a:lnTo>
                  <a:pt x="3596" y="560"/>
                </a:lnTo>
                <a:lnTo>
                  <a:pt x="3609" y="556"/>
                </a:lnTo>
                <a:lnTo>
                  <a:pt x="3622" y="552"/>
                </a:lnTo>
                <a:lnTo>
                  <a:pt x="3634" y="548"/>
                </a:lnTo>
                <a:lnTo>
                  <a:pt x="3647" y="544"/>
                </a:lnTo>
                <a:lnTo>
                  <a:pt x="3659" y="540"/>
                </a:lnTo>
                <a:lnTo>
                  <a:pt x="3672" y="536"/>
                </a:lnTo>
                <a:lnTo>
                  <a:pt x="3684" y="532"/>
                </a:lnTo>
                <a:lnTo>
                  <a:pt x="3697" y="528"/>
                </a:lnTo>
                <a:lnTo>
                  <a:pt x="3709" y="524"/>
                </a:lnTo>
                <a:lnTo>
                  <a:pt x="3722" y="520"/>
                </a:lnTo>
                <a:lnTo>
                  <a:pt x="3734" y="516"/>
                </a:lnTo>
                <a:lnTo>
                  <a:pt x="3747" y="512"/>
                </a:lnTo>
                <a:lnTo>
                  <a:pt x="3759" y="508"/>
                </a:lnTo>
                <a:lnTo>
                  <a:pt x="3772" y="503"/>
                </a:lnTo>
                <a:lnTo>
                  <a:pt x="3784" y="499"/>
                </a:lnTo>
                <a:lnTo>
                  <a:pt x="3797" y="495"/>
                </a:lnTo>
                <a:lnTo>
                  <a:pt x="3810" y="491"/>
                </a:lnTo>
                <a:lnTo>
                  <a:pt x="3822" y="486"/>
                </a:lnTo>
                <a:lnTo>
                  <a:pt x="3835" y="482"/>
                </a:lnTo>
                <a:lnTo>
                  <a:pt x="3847" y="478"/>
                </a:lnTo>
                <a:lnTo>
                  <a:pt x="3860" y="474"/>
                </a:lnTo>
                <a:lnTo>
                  <a:pt x="3872" y="469"/>
                </a:lnTo>
                <a:lnTo>
                  <a:pt x="3885" y="465"/>
                </a:lnTo>
                <a:lnTo>
                  <a:pt x="3897" y="460"/>
                </a:lnTo>
                <a:lnTo>
                  <a:pt x="3910" y="456"/>
                </a:lnTo>
                <a:lnTo>
                  <a:pt x="3922" y="452"/>
                </a:lnTo>
                <a:lnTo>
                  <a:pt x="3935" y="447"/>
                </a:lnTo>
                <a:lnTo>
                  <a:pt x="3947" y="443"/>
                </a:lnTo>
                <a:lnTo>
                  <a:pt x="3960" y="438"/>
                </a:lnTo>
                <a:lnTo>
                  <a:pt x="3972" y="434"/>
                </a:lnTo>
                <a:lnTo>
                  <a:pt x="3985" y="429"/>
                </a:lnTo>
                <a:lnTo>
                  <a:pt x="3997" y="425"/>
                </a:lnTo>
                <a:lnTo>
                  <a:pt x="4010" y="420"/>
                </a:lnTo>
                <a:lnTo>
                  <a:pt x="4023" y="416"/>
                </a:lnTo>
                <a:lnTo>
                  <a:pt x="4035" y="411"/>
                </a:lnTo>
                <a:lnTo>
                  <a:pt x="4048" y="406"/>
                </a:lnTo>
                <a:lnTo>
                  <a:pt x="4060" y="402"/>
                </a:lnTo>
                <a:lnTo>
                  <a:pt x="4073" y="397"/>
                </a:lnTo>
                <a:lnTo>
                  <a:pt x="4085" y="393"/>
                </a:lnTo>
                <a:lnTo>
                  <a:pt x="4098" y="388"/>
                </a:lnTo>
                <a:lnTo>
                  <a:pt x="4110" y="383"/>
                </a:lnTo>
                <a:lnTo>
                  <a:pt x="4123" y="378"/>
                </a:lnTo>
                <a:lnTo>
                  <a:pt x="4135" y="374"/>
                </a:lnTo>
                <a:lnTo>
                  <a:pt x="4148" y="369"/>
                </a:lnTo>
                <a:lnTo>
                  <a:pt x="4160" y="364"/>
                </a:lnTo>
                <a:lnTo>
                  <a:pt x="4173" y="359"/>
                </a:lnTo>
                <a:lnTo>
                  <a:pt x="4185" y="355"/>
                </a:lnTo>
                <a:lnTo>
                  <a:pt x="4198" y="350"/>
                </a:lnTo>
                <a:lnTo>
                  <a:pt x="4211" y="345"/>
                </a:lnTo>
                <a:lnTo>
                  <a:pt x="4223" y="340"/>
                </a:lnTo>
                <a:lnTo>
                  <a:pt x="4236" y="335"/>
                </a:lnTo>
                <a:lnTo>
                  <a:pt x="4248" y="330"/>
                </a:lnTo>
                <a:lnTo>
                  <a:pt x="4261" y="325"/>
                </a:lnTo>
                <a:lnTo>
                  <a:pt x="4273" y="320"/>
                </a:lnTo>
                <a:lnTo>
                  <a:pt x="4286" y="315"/>
                </a:lnTo>
                <a:lnTo>
                  <a:pt x="4298" y="310"/>
                </a:lnTo>
                <a:lnTo>
                  <a:pt x="4311" y="305"/>
                </a:lnTo>
                <a:lnTo>
                  <a:pt x="4323" y="300"/>
                </a:lnTo>
                <a:lnTo>
                  <a:pt x="4336" y="295"/>
                </a:lnTo>
                <a:lnTo>
                  <a:pt x="4348" y="290"/>
                </a:lnTo>
                <a:lnTo>
                  <a:pt x="4361" y="285"/>
                </a:lnTo>
                <a:lnTo>
                  <a:pt x="4373" y="280"/>
                </a:lnTo>
                <a:lnTo>
                  <a:pt x="4386" y="275"/>
                </a:lnTo>
                <a:lnTo>
                  <a:pt x="4398" y="270"/>
                </a:lnTo>
                <a:lnTo>
                  <a:pt x="4411" y="264"/>
                </a:lnTo>
                <a:lnTo>
                  <a:pt x="4424" y="259"/>
                </a:lnTo>
                <a:lnTo>
                  <a:pt x="4436" y="254"/>
                </a:lnTo>
                <a:lnTo>
                  <a:pt x="4449" y="249"/>
                </a:lnTo>
                <a:lnTo>
                  <a:pt x="4461" y="244"/>
                </a:lnTo>
                <a:lnTo>
                  <a:pt x="4474" y="238"/>
                </a:lnTo>
                <a:lnTo>
                  <a:pt x="4486" y="233"/>
                </a:lnTo>
                <a:lnTo>
                  <a:pt x="4499" y="228"/>
                </a:lnTo>
                <a:lnTo>
                  <a:pt x="4511" y="222"/>
                </a:lnTo>
                <a:lnTo>
                  <a:pt x="4524" y="217"/>
                </a:lnTo>
                <a:lnTo>
                  <a:pt x="4536" y="212"/>
                </a:lnTo>
                <a:lnTo>
                  <a:pt x="4549" y="206"/>
                </a:lnTo>
                <a:lnTo>
                  <a:pt x="4561" y="201"/>
                </a:lnTo>
                <a:lnTo>
                  <a:pt x="4574" y="195"/>
                </a:lnTo>
                <a:lnTo>
                  <a:pt x="4586" y="190"/>
                </a:lnTo>
                <a:lnTo>
                  <a:pt x="4599" y="185"/>
                </a:lnTo>
                <a:lnTo>
                  <a:pt x="4612" y="179"/>
                </a:lnTo>
                <a:lnTo>
                  <a:pt x="4624" y="174"/>
                </a:lnTo>
                <a:lnTo>
                  <a:pt x="4637" y="168"/>
                </a:lnTo>
                <a:lnTo>
                  <a:pt x="4649" y="163"/>
                </a:lnTo>
                <a:lnTo>
                  <a:pt x="4662" y="157"/>
                </a:lnTo>
                <a:lnTo>
                  <a:pt x="4674" y="151"/>
                </a:lnTo>
                <a:lnTo>
                  <a:pt x="4687" y="146"/>
                </a:lnTo>
                <a:lnTo>
                  <a:pt x="4699" y="140"/>
                </a:lnTo>
                <a:lnTo>
                  <a:pt x="4712" y="135"/>
                </a:lnTo>
                <a:lnTo>
                  <a:pt x="4724" y="129"/>
                </a:lnTo>
                <a:lnTo>
                  <a:pt x="4737" y="123"/>
                </a:lnTo>
                <a:lnTo>
                  <a:pt x="4749" y="117"/>
                </a:lnTo>
                <a:lnTo>
                  <a:pt x="4762" y="112"/>
                </a:lnTo>
                <a:lnTo>
                  <a:pt x="4774" y="106"/>
                </a:lnTo>
                <a:lnTo>
                  <a:pt x="4787" y="100"/>
                </a:lnTo>
                <a:lnTo>
                  <a:pt x="4799" y="95"/>
                </a:lnTo>
                <a:lnTo>
                  <a:pt x="4812" y="89"/>
                </a:lnTo>
                <a:lnTo>
                  <a:pt x="4825" y="83"/>
                </a:lnTo>
                <a:lnTo>
                  <a:pt x="4837" y="77"/>
                </a:lnTo>
                <a:lnTo>
                  <a:pt x="4850" y="71"/>
                </a:lnTo>
                <a:lnTo>
                  <a:pt x="4862" y="65"/>
                </a:lnTo>
                <a:lnTo>
                  <a:pt x="4875" y="59"/>
                </a:lnTo>
                <a:lnTo>
                  <a:pt x="4887" y="54"/>
                </a:lnTo>
                <a:lnTo>
                  <a:pt x="4900" y="48"/>
                </a:lnTo>
                <a:lnTo>
                  <a:pt x="4912" y="42"/>
                </a:lnTo>
                <a:lnTo>
                  <a:pt x="4925" y="36"/>
                </a:lnTo>
                <a:lnTo>
                  <a:pt x="4937" y="30"/>
                </a:lnTo>
                <a:lnTo>
                  <a:pt x="4950" y="24"/>
                </a:lnTo>
                <a:lnTo>
                  <a:pt x="4962" y="18"/>
                </a:lnTo>
                <a:lnTo>
                  <a:pt x="4975" y="12"/>
                </a:lnTo>
                <a:lnTo>
                  <a:pt x="4987" y="6"/>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896112" y="3306470"/>
            <a:ext cx="4572000" cy="1342339"/>
          </a:xfrm>
          <a:custGeom>
            <a:avLst/>
            <a:gdLst/>
            <a:ahLst/>
            <a:cxnLst/>
            <a:rect l="l" t="t" r="r" b="b"/>
            <a:pathLst>
              <a:path w="5000" h="1468">
                <a:moveTo>
                  <a:pt x="0" y="741"/>
                </a:moveTo>
                <a:lnTo>
                  <a:pt x="13" y="749"/>
                </a:lnTo>
                <a:lnTo>
                  <a:pt x="25" y="758"/>
                </a:lnTo>
                <a:lnTo>
                  <a:pt x="38" y="767"/>
                </a:lnTo>
                <a:lnTo>
                  <a:pt x="50" y="776"/>
                </a:lnTo>
                <a:lnTo>
                  <a:pt x="63" y="784"/>
                </a:lnTo>
                <a:lnTo>
                  <a:pt x="75" y="793"/>
                </a:lnTo>
                <a:lnTo>
                  <a:pt x="88" y="801"/>
                </a:lnTo>
                <a:lnTo>
                  <a:pt x="100" y="810"/>
                </a:lnTo>
                <a:lnTo>
                  <a:pt x="113" y="818"/>
                </a:lnTo>
                <a:lnTo>
                  <a:pt x="125" y="826"/>
                </a:lnTo>
                <a:lnTo>
                  <a:pt x="138" y="835"/>
                </a:lnTo>
                <a:lnTo>
                  <a:pt x="150" y="843"/>
                </a:lnTo>
                <a:lnTo>
                  <a:pt x="163" y="851"/>
                </a:lnTo>
                <a:lnTo>
                  <a:pt x="175" y="859"/>
                </a:lnTo>
                <a:lnTo>
                  <a:pt x="188" y="867"/>
                </a:lnTo>
                <a:lnTo>
                  <a:pt x="201" y="875"/>
                </a:lnTo>
                <a:lnTo>
                  <a:pt x="213" y="883"/>
                </a:lnTo>
                <a:lnTo>
                  <a:pt x="226" y="891"/>
                </a:lnTo>
                <a:lnTo>
                  <a:pt x="238" y="899"/>
                </a:lnTo>
                <a:lnTo>
                  <a:pt x="251" y="907"/>
                </a:lnTo>
                <a:lnTo>
                  <a:pt x="263" y="914"/>
                </a:lnTo>
                <a:lnTo>
                  <a:pt x="276" y="922"/>
                </a:lnTo>
                <a:lnTo>
                  <a:pt x="288" y="930"/>
                </a:lnTo>
                <a:lnTo>
                  <a:pt x="301" y="937"/>
                </a:lnTo>
                <a:lnTo>
                  <a:pt x="313" y="945"/>
                </a:lnTo>
                <a:lnTo>
                  <a:pt x="326" y="952"/>
                </a:lnTo>
                <a:lnTo>
                  <a:pt x="338" y="960"/>
                </a:lnTo>
                <a:lnTo>
                  <a:pt x="351" y="967"/>
                </a:lnTo>
                <a:lnTo>
                  <a:pt x="363" y="974"/>
                </a:lnTo>
                <a:lnTo>
                  <a:pt x="376" y="981"/>
                </a:lnTo>
                <a:lnTo>
                  <a:pt x="388" y="989"/>
                </a:lnTo>
                <a:lnTo>
                  <a:pt x="401" y="996"/>
                </a:lnTo>
                <a:lnTo>
                  <a:pt x="414" y="1003"/>
                </a:lnTo>
                <a:lnTo>
                  <a:pt x="426" y="1010"/>
                </a:lnTo>
                <a:lnTo>
                  <a:pt x="439" y="1017"/>
                </a:lnTo>
                <a:lnTo>
                  <a:pt x="451" y="1024"/>
                </a:lnTo>
                <a:lnTo>
                  <a:pt x="464" y="1031"/>
                </a:lnTo>
                <a:lnTo>
                  <a:pt x="476" y="1037"/>
                </a:lnTo>
                <a:lnTo>
                  <a:pt x="489" y="1044"/>
                </a:lnTo>
                <a:lnTo>
                  <a:pt x="501" y="1051"/>
                </a:lnTo>
                <a:lnTo>
                  <a:pt x="514" y="1058"/>
                </a:lnTo>
                <a:lnTo>
                  <a:pt x="526" y="1064"/>
                </a:lnTo>
                <a:lnTo>
                  <a:pt x="539" y="1071"/>
                </a:lnTo>
                <a:lnTo>
                  <a:pt x="551" y="1077"/>
                </a:lnTo>
                <a:lnTo>
                  <a:pt x="564" y="1084"/>
                </a:lnTo>
                <a:lnTo>
                  <a:pt x="576" y="1090"/>
                </a:lnTo>
                <a:lnTo>
                  <a:pt x="589" y="1096"/>
                </a:lnTo>
                <a:lnTo>
                  <a:pt x="602" y="1103"/>
                </a:lnTo>
                <a:lnTo>
                  <a:pt x="614" y="1109"/>
                </a:lnTo>
                <a:lnTo>
                  <a:pt x="627" y="1115"/>
                </a:lnTo>
                <a:lnTo>
                  <a:pt x="639" y="1121"/>
                </a:lnTo>
                <a:lnTo>
                  <a:pt x="652" y="1127"/>
                </a:lnTo>
                <a:lnTo>
                  <a:pt x="664" y="1133"/>
                </a:lnTo>
                <a:lnTo>
                  <a:pt x="677" y="1139"/>
                </a:lnTo>
                <a:lnTo>
                  <a:pt x="689" y="1145"/>
                </a:lnTo>
                <a:lnTo>
                  <a:pt x="702" y="1151"/>
                </a:lnTo>
                <a:lnTo>
                  <a:pt x="714" y="1157"/>
                </a:lnTo>
                <a:lnTo>
                  <a:pt x="727" y="1163"/>
                </a:lnTo>
                <a:lnTo>
                  <a:pt x="739" y="1168"/>
                </a:lnTo>
                <a:lnTo>
                  <a:pt x="752" y="1174"/>
                </a:lnTo>
                <a:lnTo>
                  <a:pt x="764" y="1180"/>
                </a:lnTo>
                <a:lnTo>
                  <a:pt x="777" y="1185"/>
                </a:lnTo>
                <a:lnTo>
                  <a:pt x="789" y="1191"/>
                </a:lnTo>
                <a:lnTo>
                  <a:pt x="802" y="1196"/>
                </a:lnTo>
                <a:lnTo>
                  <a:pt x="815" y="1201"/>
                </a:lnTo>
                <a:lnTo>
                  <a:pt x="827" y="1207"/>
                </a:lnTo>
                <a:lnTo>
                  <a:pt x="840" y="1212"/>
                </a:lnTo>
                <a:lnTo>
                  <a:pt x="852" y="1217"/>
                </a:lnTo>
                <a:lnTo>
                  <a:pt x="865" y="1222"/>
                </a:lnTo>
                <a:lnTo>
                  <a:pt x="877" y="1227"/>
                </a:lnTo>
                <a:lnTo>
                  <a:pt x="890" y="1232"/>
                </a:lnTo>
                <a:lnTo>
                  <a:pt x="902" y="1237"/>
                </a:lnTo>
                <a:lnTo>
                  <a:pt x="915" y="1242"/>
                </a:lnTo>
                <a:lnTo>
                  <a:pt x="927" y="1247"/>
                </a:lnTo>
                <a:lnTo>
                  <a:pt x="940" y="1252"/>
                </a:lnTo>
                <a:lnTo>
                  <a:pt x="952" y="1257"/>
                </a:lnTo>
                <a:lnTo>
                  <a:pt x="965" y="1262"/>
                </a:lnTo>
                <a:lnTo>
                  <a:pt x="977" y="1266"/>
                </a:lnTo>
                <a:lnTo>
                  <a:pt x="990" y="1271"/>
                </a:lnTo>
                <a:lnTo>
                  <a:pt x="1003" y="1276"/>
                </a:lnTo>
                <a:lnTo>
                  <a:pt x="1015" y="1280"/>
                </a:lnTo>
                <a:lnTo>
                  <a:pt x="1028" y="1285"/>
                </a:lnTo>
                <a:lnTo>
                  <a:pt x="1040" y="1289"/>
                </a:lnTo>
                <a:lnTo>
                  <a:pt x="1053" y="1293"/>
                </a:lnTo>
                <a:lnTo>
                  <a:pt x="1065" y="1298"/>
                </a:lnTo>
                <a:lnTo>
                  <a:pt x="1078" y="1302"/>
                </a:lnTo>
                <a:lnTo>
                  <a:pt x="1090" y="1306"/>
                </a:lnTo>
                <a:lnTo>
                  <a:pt x="1103" y="1310"/>
                </a:lnTo>
                <a:lnTo>
                  <a:pt x="1115" y="1314"/>
                </a:lnTo>
                <a:lnTo>
                  <a:pt x="1128" y="1318"/>
                </a:lnTo>
                <a:lnTo>
                  <a:pt x="1140" y="1322"/>
                </a:lnTo>
                <a:lnTo>
                  <a:pt x="1153" y="1326"/>
                </a:lnTo>
                <a:lnTo>
                  <a:pt x="1165" y="1330"/>
                </a:lnTo>
                <a:lnTo>
                  <a:pt x="1178" y="1334"/>
                </a:lnTo>
                <a:lnTo>
                  <a:pt x="1190" y="1338"/>
                </a:lnTo>
                <a:lnTo>
                  <a:pt x="1203" y="1341"/>
                </a:lnTo>
                <a:lnTo>
                  <a:pt x="1216" y="1345"/>
                </a:lnTo>
                <a:lnTo>
                  <a:pt x="1228" y="1349"/>
                </a:lnTo>
                <a:lnTo>
                  <a:pt x="1241" y="1352"/>
                </a:lnTo>
                <a:lnTo>
                  <a:pt x="1253" y="1356"/>
                </a:lnTo>
                <a:lnTo>
                  <a:pt x="1266" y="1359"/>
                </a:lnTo>
                <a:lnTo>
                  <a:pt x="1278" y="1363"/>
                </a:lnTo>
                <a:lnTo>
                  <a:pt x="1291" y="1366"/>
                </a:lnTo>
                <a:lnTo>
                  <a:pt x="1303" y="1369"/>
                </a:lnTo>
                <a:lnTo>
                  <a:pt x="1316" y="1372"/>
                </a:lnTo>
                <a:lnTo>
                  <a:pt x="1328" y="1376"/>
                </a:lnTo>
                <a:lnTo>
                  <a:pt x="1341" y="1379"/>
                </a:lnTo>
                <a:lnTo>
                  <a:pt x="1353" y="1382"/>
                </a:lnTo>
                <a:lnTo>
                  <a:pt x="1366" y="1385"/>
                </a:lnTo>
                <a:lnTo>
                  <a:pt x="1378" y="1388"/>
                </a:lnTo>
                <a:lnTo>
                  <a:pt x="1391" y="1391"/>
                </a:lnTo>
                <a:lnTo>
                  <a:pt x="1404" y="1394"/>
                </a:lnTo>
                <a:lnTo>
                  <a:pt x="1416" y="1396"/>
                </a:lnTo>
                <a:lnTo>
                  <a:pt x="1429" y="1399"/>
                </a:lnTo>
                <a:lnTo>
                  <a:pt x="1441" y="1402"/>
                </a:lnTo>
                <a:lnTo>
                  <a:pt x="1454" y="1404"/>
                </a:lnTo>
                <a:lnTo>
                  <a:pt x="1466" y="1407"/>
                </a:lnTo>
                <a:lnTo>
                  <a:pt x="1479" y="1410"/>
                </a:lnTo>
                <a:lnTo>
                  <a:pt x="1491" y="1412"/>
                </a:lnTo>
                <a:lnTo>
                  <a:pt x="1504" y="1414"/>
                </a:lnTo>
                <a:lnTo>
                  <a:pt x="1516" y="1417"/>
                </a:lnTo>
                <a:lnTo>
                  <a:pt x="1529" y="1419"/>
                </a:lnTo>
                <a:lnTo>
                  <a:pt x="1541" y="1421"/>
                </a:lnTo>
                <a:lnTo>
                  <a:pt x="1554" y="1424"/>
                </a:lnTo>
                <a:lnTo>
                  <a:pt x="1566" y="1426"/>
                </a:lnTo>
                <a:lnTo>
                  <a:pt x="1579" y="1428"/>
                </a:lnTo>
                <a:lnTo>
                  <a:pt x="1591" y="1430"/>
                </a:lnTo>
                <a:lnTo>
                  <a:pt x="1604" y="1432"/>
                </a:lnTo>
                <a:lnTo>
                  <a:pt x="1617" y="1434"/>
                </a:lnTo>
                <a:lnTo>
                  <a:pt x="1629" y="1436"/>
                </a:lnTo>
                <a:lnTo>
                  <a:pt x="1642" y="1438"/>
                </a:lnTo>
                <a:lnTo>
                  <a:pt x="1654" y="1439"/>
                </a:lnTo>
                <a:lnTo>
                  <a:pt x="1667" y="1441"/>
                </a:lnTo>
                <a:lnTo>
                  <a:pt x="1679" y="1443"/>
                </a:lnTo>
                <a:lnTo>
                  <a:pt x="1692" y="1444"/>
                </a:lnTo>
                <a:lnTo>
                  <a:pt x="1704" y="1446"/>
                </a:lnTo>
                <a:lnTo>
                  <a:pt x="1717" y="1448"/>
                </a:lnTo>
                <a:lnTo>
                  <a:pt x="1729" y="1449"/>
                </a:lnTo>
                <a:lnTo>
                  <a:pt x="1742" y="1450"/>
                </a:lnTo>
                <a:lnTo>
                  <a:pt x="1754" y="1452"/>
                </a:lnTo>
                <a:lnTo>
                  <a:pt x="1767" y="1453"/>
                </a:lnTo>
                <a:lnTo>
                  <a:pt x="1779" y="1454"/>
                </a:lnTo>
                <a:lnTo>
                  <a:pt x="1792" y="1456"/>
                </a:lnTo>
                <a:lnTo>
                  <a:pt x="1805" y="1457"/>
                </a:lnTo>
                <a:lnTo>
                  <a:pt x="1817" y="1458"/>
                </a:lnTo>
                <a:lnTo>
                  <a:pt x="1830" y="1459"/>
                </a:lnTo>
                <a:lnTo>
                  <a:pt x="1842" y="1460"/>
                </a:lnTo>
                <a:lnTo>
                  <a:pt x="1855" y="1461"/>
                </a:lnTo>
                <a:lnTo>
                  <a:pt x="1867" y="1462"/>
                </a:lnTo>
                <a:lnTo>
                  <a:pt x="1880" y="1462"/>
                </a:lnTo>
                <a:lnTo>
                  <a:pt x="1892" y="1463"/>
                </a:lnTo>
                <a:lnTo>
                  <a:pt x="1905" y="1464"/>
                </a:lnTo>
                <a:lnTo>
                  <a:pt x="1917" y="1465"/>
                </a:lnTo>
                <a:lnTo>
                  <a:pt x="1930" y="1465"/>
                </a:lnTo>
                <a:lnTo>
                  <a:pt x="1942" y="1466"/>
                </a:lnTo>
                <a:lnTo>
                  <a:pt x="1955" y="1466"/>
                </a:lnTo>
                <a:lnTo>
                  <a:pt x="1967" y="1467"/>
                </a:lnTo>
                <a:lnTo>
                  <a:pt x="1980" y="1467"/>
                </a:lnTo>
                <a:lnTo>
                  <a:pt x="1992" y="1467"/>
                </a:lnTo>
                <a:lnTo>
                  <a:pt x="2005" y="1468"/>
                </a:lnTo>
                <a:lnTo>
                  <a:pt x="2018" y="1468"/>
                </a:lnTo>
                <a:lnTo>
                  <a:pt x="2030" y="1468"/>
                </a:lnTo>
                <a:lnTo>
                  <a:pt x="2043" y="1468"/>
                </a:lnTo>
                <a:lnTo>
                  <a:pt x="2055" y="1468"/>
                </a:lnTo>
                <a:lnTo>
                  <a:pt x="2068" y="1468"/>
                </a:lnTo>
                <a:lnTo>
                  <a:pt x="2080" y="1468"/>
                </a:lnTo>
                <a:lnTo>
                  <a:pt x="2093" y="1468"/>
                </a:lnTo>
                <a:lnTo>
                  <a:pt x="2105" y="1468"/>
                </a:lnTo>
                <a:lnTo>
                  <a:pt x="2118" y="1468"/>
                </a:lnTo>
                <a:lnTo>
                  <a:pt x="2130" y="1468"/>
                </a:lnTo>
                <a:lnTo>
                  <a:pt x="2143" y="1467"/>
                </a:lnTo>
                <a:lnTo>
                  <a:pt x="2155" y="1467"/>
                </a:lnTo>
                <a:lnTo>
                  <a:pt x="2168" y="1467"/>
                </a:lnTo>
                <a:lnTo>
                  <a:pt x="2180" y="1466"/>
                </a:lnTo>
                <a:lnTo>
                  <a:pt x="2193" y="1466"/>
                </a:lnTo>
                <a:lnTo>
                  <a:pt x="2206" y="1465"/>
                </a:lnTo>
                <a:lnTo>
                  <a:pt x="2218" y="1464"/>
                </a:lnTo>
                <a:lnTo>
                  <a:pt x="2231" y="1464"/>
                </a:lnTo>
                <a:lnTo>
                  <a:pt x="2243" y="1463"/>
                </a:lnTo>
                <a:lnTo>
                  <a:pt x="2256" y="1462"/>
                </a:lnTo>
                <a:lnTo>
                  <a:pt x="2268" y="1461"/>
                </a:lnTo>
                <a:lnTo>
                  <a:pt x="2281" y="1460"/>
                </a:lnTo>
                <a:lnTo>
                  <a:pt x="2293" y="1459"/>
                </a:lnTo>
                <a:lnTo>
                  <a:pt x="2306" y="1458"/>
                </a:lnTo>
                <a:lnTo>
                  <a:pt x="2318" y="1457"/>
                </a:lnTo>
                <a:lnTo>
                  <a:pt x="2331" y="1456"/>
                </a:lnTo>
                <a:lnTo>
                  <a:pt x="2343" y="1455"/>
                </a:lnTo>
                <a:lnTo>
                  <a:pt x="2356" y="1454"/>
                </a:lnTo>
                <a:lnTo>
                  <a:pt x="2368" y="1453"/>
                </a:lnTo>
                <a:lnTo>
                  <a:pt x="2381" y="1451"/>
                </a:lnTo>
                <a:lnTo>
                  <a:pt x="2393" y="1450"/>
                </a:lnTo>
                <a:lnTo>
                  <a:pt x="2406" y="1449"/>
                </a:lnTo>
                <a:lnTo>
                  <a:pt x="2419" y="1447"/>
                </a:lnTo>
                <a:lnTo>
                  <a:pt x="2431" y="1446"/>
                </a:lnTo>
                <a:lnTo>
                  <a:pt x="2444" y="1444"/>
                </a:lnTo>
                <a:lnTo>
                  <a:pt x="2456" y="1442"/>
                </a:lnTo>
                <a:lnTo>
                  <a:pt x="2469" y="1441"/>
                </a:lnTo>
                <a:lnTo>
                  <a:pt x="2481" y="1439"/>
                </a:lnTo>
                <a:lnTo>
                  <a:pt x="2494" y="1437"/>
                </a:lnTo>
                <a:lnTo>
                  <a:pt x="2506" y="1435"/>
                </a:lnTo>
                <a:lnTo>
                  <a:pt x="2519" y="1433"/>
                </a:lnTo>
                <a:lnTo>
                  <a:pt x="2531" y="1431"/>
                </a:lnTo>
                <a:lnTo>
                  <a:pt x="2544" y="1429"/>
                </a:lnTo>
                <a:lnTo>
                  <a:pt x="2556" y="1427"/>
                </a:lnTo>
                <a:lnTo>
                  <a:pt x="2569" y="1425"/>
                </a:lnTo>
                <a:lnTo>
                  <a:pt x="2581" y="1423"/>
                </a:lnTo>
                <a:lnTo>
                  <a:pt x="2594" y="1421"/>
                </a:lnTo>
                <a:lnTo>
                  <a:pt x="2607" y="1418"/>
                </a:lnTo>
                <a:lnTo>
                  <a:pt x="2619" y="1416"/>
                </a:lnTo>
                <a:lnTo>
                  <a:pt x="2632" y="1414"/>
                </a:lnTo>
                <a:lnTo>
                  <a:pt x="2644" y="1411"/>
                </a:lnTo>
                <a:lnTo>
                  <a:pt x="2657" y="1409"/>
                </a:lnTo>
                <a:lnTo>
                  <a:pt x="2669" y="1406"/>
                </a:lnTo>
                <a:lnTo>
                  <a:pt x="2682" y="1404"/>
                </a:lnTo>
                <a:lnTo>
                  <a:pt x="2694" y="1401"/>
                </a:lnTo>
                <a:lnTo>
                  <a:pt x="2707" y="1398"/>
                </a:lnTo>
                <a:lnTo>
                  <a:pt x="2719" y="1395"/>
                </a:lnTo>
                <a:lnTo>
                  <a:pt x="2732" y="1393"/>
                </a:lnTo>
                <a:lnTo>
                  <a:pt x="2744" y="1390"/>
                </a:lnTo>
                <a:lnTo>
                  <a:pt x="2757" y="1387"/>
                </a:lnTo>
                <a:lnTo>
                  <a:pt x="2769" y="1384"/>
                </a:lnTo>
                <a:lnTo>
                  <a:pt x="2782" y="1381"/>
                </a:lnTo>
                <a:lnTo>
                  <a:pt x="2794" y="1378"/>
                </a:lnTo>
                <a:lnTo>
                  <a:pt x="2807" y="1375"/>
                </a:lnTo>
                <a:lnTo>
                  <a:pt x="2820" y="1371"/>
                </a:lnTo>
                <a:lnTo>
                  <a:pt x="2832" y="1368"/>
                </a:lnTo>
                <a:lnTo>
                  <a:pt x="2845" y="1365"/>
                </a:lnTo>
                <a:lnTo>
                  <a:pt x="2857" y="1362"/>
                </a:lnTo>
                <a:lnTo>
                  <a:pt x="2870" y="1358"/>
                </a:lnTo>
                <a:lnTo>
                  <a:pt x="2882" y="1355"/>
                </a:lnTo>
                <a:lnTo>
                  <a:pt x="2895" y="1351"/>
                </a:lnTo>
                <a:lnTo>
                  <a:pt x="2907" y="1348"/>
                </a:lnTo>
                <a:lnTo>
                  <a:pt x="2920" y="1344"/>
                </a:lnTo>
                <a:lnTo>
                  <a:pt x="2932" y="1340"/>
                </a:lnTo>
                <a:lnTo>
                  <a:pt x="2945" y="1337"/>
                </a:lnTo>
                <a:lnTo>
                  <a:pt x="2957" y="1333"/>
                </a:lnTo>
                <a:lnTo>
                  <a:pt x="2970" y="1329"/>
                </a:lnTo>
                <a:lnTo>
                  <a:pt x="2982" y="1325"/>
                </a:lnTo>
                <a:lnTo>
                  <a:pt x="2995" y="1321"/>
                </a:lnTo>
                <a:lnTo>
                  <a:pt x="3008" y="1317"/>
                </a:lnTo>
                <a:lnTo>
                  <a:pt x="3020" y="1313"/>
                </a:lnTo>
                <a:lnTo>
                  <a:pt x="3033" y="1309"/>
                </a:lnTo>
                <a:lnTo>
                  <a:pt x="3045" y="1305"/>
                </a:lnTo>
                <a:lnTo>
                  <a:pt x="3058" y="1301"/>
                </a:lnTo>
                <a:lnTo>
                  <a:pt x="3070" y="1296"/>
                </a:lnTo>
                <a:lnTo>
                  <a:pt x="3083" y="1292"/>
                </a:lnTo>
                <a:lnTo>
                  <a:pt x="3095" y="1288"/>
                </a:lnTo>
                <a:lnTo>
                  <a:pt x="3108" y="1283"/>
                </a:lnTo>
                <a:lnTo>
                  <a:pt x="3120" y="1279"/>
                </a:lnTo>
                <a:lnTo>
                  <a:pt x="3133" y="1274"/>
                </a:lnTo>
                <a:lnTo>
                  <a:pt x="3145" y="1270"/>
                </a:lnTo>
                <a:lnTo>
                  <a:pt x="3158" y="1265"/>
                </a:lnTo>
                <a:lnTo>
                  <a:pt x="3170" y="1260"/>
                </a:lnTo>
                <a:lnTo>
                  <a:pt x="3183" y="1256"/>
                </a:lnTo>
                <a:lnTo>
                  <a:pt x="3195" y="1251"/>
                </a:lnTo>
                <a:lnTo>
                  <a:pt x="3208" y="1246"/>
                </a:lnTo>
                <a:lnTo>
                  <a:pt x="3221" y="1241"/>
                </a:lnTo>
                <a:lnTo>
                  <a:pt x="3233" y="1236"/>
                </a:lnTo>
                <a:lnTo>
                  <a:pt x="3246" y="1231"/>
                </a:lnTo>
                <a:lnTo>
                  <a:pt x="3258" y="1226"/>
                </a:lnTo>
                <a:lnTo>
                  <a:pt x="3271" y="1221"/>
                </a:lnTo>
                <a:lnTo>
                  <a:pt x="3283" y="1216"/>
                </a:lnTo>
                <a:lnTo>
                  <a:pt x="3296" y="1210"/>
                </a:lnTo>
                <a:lnTo>
                  <a:pt x="3308" y="1205"/>
                </a:lnTo>
                <a:lnTo>
                  <a:pt x="3321" y="1200"/>
                </a:lnTo>
                <a:lnTo>
                  <a:pt x="3333" y="1194"/>
                </a:lnTo>
                <a:lnTo>
                  <a:pt x="3346" y="1189"/>
                </a:lnTo>
                <a:lnTo>
                  <a:pt x="3358" y="1183"/>
                </a:lnTo>
                <a:lnTo>
                  <a:pt x="3371" y="1178"/>
                </a:lnTo>
                <a:lnTo>
                  <a:pt x="3383" y="1172"/>
                </a:lnTo>
                <a:lnTo>
                  <a:pt x="3396" y="1167"/>
                </a:lnTo>
                <a:lnTo>
                  <a:pt x="3409" y="1161"/>
                </a:lnTo>
                <a:lnTo>
                  <a:pt x="3421" y="1155"/>
                </a:lnTo>
                <a:lnTo>
                  <a:pt x="3434" y="1149"/>
                </a:lnTo>
                <a:lnTo>
                  <a:pt x="3446" y="1143"/>
                </a:lnTo>
                <a:lnTo>
                  <a:pt x="3459" y="1138"/>
                </a:lnTo>
                <a:lnTo>
                  <a:pt x="3471" y="1132"/>
                </a:lnTo>
                <a:lnTo>
                  <a:pt x="3484" y="1126"/>
                </a:lnTo>
                <a:lnTo>
                  <a:pt x="3496" y="1119"/>
                </a:lnTo>
                <a:lnTo>
                  <a:pt x="3509" y="1113"/>
                </a:lnTo>
                <a:lnTo>
                  <a:pt x="3521" y="1107"/>
                </a:lnTo>
                <a:lnTo>
                  <a:pt x="3534" y="1101"/>
                </a:lnTo>
                <a:lnTo>
                  <a:pt x="3546" y="1095"/>
                </a:lnTo>
                <a:lnTo>
                  <a:pt x="3559" y="1088"/>
                </a:lnTo>
                <a:lnTo>
                  <a:pt x="3571" y="1082"/>
                </a:lnTo>
                <a:lnTo>
                  <a:pt x="3584" y="1075"/>
                </a:lnTo>
                <a:lnTo>
                  <a:pt x="3596" y="1069"/>
                </a:lnTo>
                <a:lnTo>
                  <a:pt x="3609" y="1062"/>
                </a:lnTo>
                <a:lnTo>
                  <a:pt x="3622" y="1056"/>
                </a:lnTo>
                <a:lnTo>
                  <a:pt x="3634" y="1049"/>
                </a:lnTo>
                <a:lnTo>
                  <a:pt x="3647" y="1042"/>
                </a:lnTo>
                <a:lnTo>
                  <a:pt x="3659" y="1035"/>
                </a:lnTo>
                <a:lnTo>
                  <a:pt x="3672" y="1029"/>
                </a:lnTo>
                <a:lnTo>
                  <a:pt x="3684" y="1022"/>
                </a:lnTo>
                <a:lnTo>
                  <a:pt x="3697" y="1015"/>
                </a:lnTo>
                <a:lnTo>
                  <a:pt x="3709" y="1008"/>
                </a:lnTo>
                <a:lnTo>
                  <a:pt x="3722" y="1001"/>
                </a:lnTo>
                <a:lnTo>
                  <a:pt x="3734" y="994"/>
                </a:lnTo>
                <a:lnTo>
                  <a:pt x="3747" y="986"/>
                </a:lnTo>
                <a:lnTo>
                  <a:pt x="3759" y="979"/>
                </a:lnTo>
                <a:lnTo>
                  <a:pt x="3772" y="972"/>
                </a:lnTo>
                <a:lnTo>
                  <a:pt x="3784" y="965"/>
                </a:lnTo>
                <a:lnTo>
                  <a:pt x="3797" y="957"/>
                </a:lnTo>
                <a:lnTo>
                  <a:pt x="3810" y="950"/>
                </a:lnTo>
                <a:lnTo>
                  <a:pt x="3822" y="942"/>
                </a:lnTo>
                <a:lnTo>
                  <a:pt x="3835" y="935"/>
                </a:lnTo>
                <a:lnTo>
                  <a:pt x="3847" y="927"/>
                </a:lnTo>
                <a:lnTo>
                  <a:pt x="3860" y="920"/>
                </a:lnTo>
                <a:lnTo>
                  <a:pt x="3872" y="912"/>
                </a:lnTo>
                <a:lnTo>
                  <a:pt x="3885" y="904"/>
                </a:lnTo>
                <a:lnTo>
                  <a:pt x="3897" y="896"/>
                </a:lnTo>
                <a:lnTo>
                  <a:pt x="3910" y="889"/>
                </a:lnTo>
                <a:lnTo>
                  <a:pt x="3922" y="881"/>
                </a:lnTo>
                <a:lnTo>
                  <a:pt x="3935" y="873"/>
                </a:lnTo>
                <a:lnTo>
                  <a:pt x="3947" y="865"/>
                </a:lnTo>
                <a:lnTo>
                  <a:pt x="3960" y="857"/>
                </a:lnTo>
                <a:lnTo>
                  <a:pt x="3972" y="848"/>
                </a:lnTo>
                <a:lnTo>
                  <a:pt x="3985" y="840"/>
                </a:lnTo>
                <a:lnTo>
                  <a:pt x="3997" y="832"/>
                </a:lnTo>
                <a:lnTo>
                  <a:pt x="4010" y="824"/>
                </a:lnTo>
                <a:lnTo>
                  <a:pt x="4023" y="815"/>
                </a:lnTo>
                <a:lnTo>
                  <a:pt x="4035" y="807"/>
                </a:lnTo>
                <a:lnTo>
                  <a:pt x="4048" y="799"/>
                </a:lnTo>
                <a:lnTo>
                  <a:pt x="4060" y="790"/>
                </a:lnTo>
                <a:lnTo>
                  <a:pt x="4073" y="782"/>
                </a:lnTo>
                <a:lnTo>
                  <a:pt x="4085" y="773"/>
                </a:lnTo>
                <a:lnTo>
                  <a:pt x="4098" y="764"/>
                </a:lnTo>
                <a:lnTo>
                  <a:pt x="4110" y="756"/>
                </a:lnTo>
                <a:lnTo>
                  <a:pt x="4123" y="747"/>
                </a:lnTo>
                <a:lnTo>
                  <a:pt x="4135" y="738"/>
                </a:lnTo>
                <a:lnTo>
                  <a:pt x="4148" y="729"/>
                </a:lnTo>
                <a:lnTo>
                  <a:pt x="4160" y="720"/>
                </a:lnTo>
                <a:lnTo>
                  <a:pt x="4173" y="711"/>
                </a:lnTo>
                <a:lnTo>
                  <a:pt x="4185" y="702"/>
                </a:lnTo>
                <a:lnTo>
                  <a:pt x="4198" y="693"/>
                </a:lnTo>
                <a:lnTo>
                  <a:pt x="4211" y="684"/>
                </a:lnTo>
                <a:lnTo>
                  <a:pt x="4223" y="675"/>
                </a:lnTo>
                <a:lnTo>
                  <a:pt x="4236" y="666"/>
                </a:lnTo>
                <a:lnTo>
                  <a:pt x="4248" y="656"/>
                </a:lnTo>
                <a:lnTo>
                  <a:pt x="4261" y="647"/>
                </a:lnTo>
                <a:lnTo>
                  <a:pt x="4273" y="637"/>
                </a:lnTo>
                <a:lnTo>
                  <a:pt x="4286" y="628"/>
                </a:lnTo>
                <a:lnTo>
                  <a:pt x="4298" y="619"/>
                </a:lnTo>
                <a:lnTo>
                  <a:pt x="4311" y="609"/>
                </a:lnTo>
                <a:lnTo>
                  <a:pt x="4323" y="599"/>
                </a:lnTo>
                <a:lnTo>
                  <a:pt x="4336" y="590"/>
                </a:lnTo>
                <a:lnTo>
                  <a:pt x="4348" y="580"/>
                </a:lnTo>
                <a:lnTo>
                  <a:pt x="4361" y="570"/>
                </a:lnTo>
                <a:lnTo>
                  <a:pt x="4373" y="560"/>
                </a:lnTo>
                <a:lnTo>
                  <a:pt x="4386" y="550"/>
                </a:lnTo>
                <a:lnTo>
                  <a:pt x="4398" y="540"/>
                </a:lnTo>
                <a:lnTo>
                  <a:pt x="4411" y="530"/>
                </a:lnTo>
                <a:lnTo>
                  <a:pt x="4424" y="520"/>
                </a:lnTo>
                <a:lnTo>
                  <a:pt x="4436" y="510"/>
                </a:lnTo>
                <a:lnTo>
                  <a:pt x="4449" y="500"/>
                </a:lnTo>
                <a:lnTo>
                  <a:pt x="4461" y="490"/>
                </a:lnTo>
                <a:lnTo>
                  <a:pt x="4474" y="480"/>
                </a:lnTo>
                <a:lnTo>
                  <a:pt x="4486" y="469"/>
                </a:lnTo>
                <a:lnTo>
                  <a:pt x="4499" y="459"/>
                </a:lnTo>
                <a:lnTo>
                  <a:pt x="4511" y="449"/>
                </a:lnTo>
                <a:lnTo>
                  <a:pt x="4524" y="438"/>
                </a:lnTo>
                <a:lnTo>
                  <a:pt x="4536" y="428"/>
                </a:lnTo>
                <a:lnTo>
                  <a:pt x="4549" y="417"/>
                </a:lnTo>
                <a:lnTo>
                  <a:pt x="4561" y="406"/>
                </a:lnTo>
                <a:lnTo>
                  <a:pt x="4574" y="396"/>
                </a:lnTo>
                <a:lnTo>
                  <a:pt x="4586" y="385"/>
                </a:lnTo>
                <a:lnTo>
                  <a:pt x="4599" y="374"/>
                </a:lnTo>
                <a:lnTo>
                  <a:pt x="4612" y="363"/>
                </a:lnTo>
                <a:lnTo>
                  <a:pt x="4624" y="352"/>
                </a:lnTo>
                <a:lnTo>
                  <a:pt x="4637" y="341"/>
                </a:lnTo>
                <a:lnTo>
                  <a:pt x="4649" y="330"/>
                </a:lnTo>
                <a:lnTo>
                  <a:pt x="4662" y="319"/>
                </a:lnTo>
                <a:lnTo>
                  <a:pt x="4674" y="308"/>
                </a:lnTo>
                <a:lnTo>
                  <a:pt x="4687" y="297"/>
                </a:lnTo>
                <a:lnTo>
                  <a:pt x="4699" y="286"/>
                </a:lnTo>
                <a:lnTo>
                  <a:pt x="4712" y="275"/>
                </a:lnTo>
                <a:lnTo>
                  <a:pt x="4724" y="263"/>
                </a:lnTo>
                <a:lnTo>
                  <a:pt x="4737" y="252"/>
                </a:lnTo>
                <a:lnTo>
                  <a:pt x="4749" y="240"/>
                </a:lnTo>
                <a:lnTo>
                  <a:pt x="4762" y="229"/>
                </a:lnTo>
                <a:lnTo>
                  <a:pt x="4774" y="217"/>
                </a:lnTo>
                <a:lnTo>
                  <a:pt x="4787" y="206"/>
                </a:lnTo>
                <a:lnTo>
                  <a:pt x="4799" y="194"/>
                </a:lnTo>
                <a:lnTo>
                  <a:pt x="4812" y="182"/>
                </a:lnTo>
                <a:lnTo>
                  <a:pt x="4825" y="171"/>
                </a:lnTo>
                <a:lnTo>
                  <a:pt x="4837" y="159"/>
                </a:lnTo>
                <a:lnTo>
                  <a:pt x="4850" y="147"/>
                </a:lnTo>
                <a:lnTo>
                  <a:pt x="4862" y="135"/>
                </a:lnTo>
                <a:lnTo>
                  <a:pt x="4875" y="123"/>
                </a:lnTo>
                <a:lnTo>
                  <a:pt x="4887" y="111"/>
                </a:lnTo>
                <a:lnTo>
                  <a:pt x="4900" y="99"/>
                </a:lnTo>
                <a:lnTo>
                  <a:pt x="4912" y="87"/>
                </a:lnTo>
                <a:lnTo>
                  <a:pt x="4925" y="75"/>
                </a:lnTo>
                <a:lnTo>
                  <a:pt x="4937" y="62"/>
                </a:lnTo>
                <a:lnTo>
                  <a:pt x="4950" y="50"/>
                </a:lnTo>
                <a:lnTo>
                  <a:pt x="4962" y="38"/>
                </a:lnTo>
                <a:lnTo>
                  <a:pt x="4975" y="25"/>
                </a:lnTo>
                <a:lnTo>
                  <a:pt x="4987" y="13"/>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896112" y="3176626"/>
            <a:ext cx="4572000" cy="1502359"/>
          </a:xfrm>
          <a:custGeom>
            <a:avLst/>
            <a:gdLst/>
            <a:ahLst/>
            <a:cxnLst/>
            <a:rect l="l" t="t" r="r" b="b"/>
            <a:pathLst>
              <a:path w="5000" h="1643">
                <a:moveTo>
                  <a:pt x="0" y="724"/>
                </a:moveTo>
                <a:lnTo>
                  <a:pt x="13" y="735"/>
                </a:lnTo>
                <a:lnTo>
                  <a:pt x="25" y="746"/>
                </a:lnTo>
                <a:lnTo>
                  <a:pt x="38" y="756"/>
                </a:lnTo>
                <a:lnTo>
                  <a:pt x="50" y="767"/>
                </a:lnTo>
                <a:lnTo>
                  <a:pt x="63" y="777"/>
                </a:lnTo>
                <a:lnTo>
                  <a:pt x="75" y="788"/>
                </a:lnTo>
                <a:lnTo>
                  <a:pt x="88" y="798"/>
                </a:lnTo>
                <a:lnTo>
                  <a:pt x="100" y="809"/>
                </a:lnTo>
                <a:lnTo>
                  <a:pt x="113" y="819"/>
                </a:lnTo>
                <a:lnTo>
                  <a:pt x="125" y="829"/>
                </a:lnTo>
                <a:lnTo>
                  <a:pt x="138" y="839"/>
                </a:lnTo>
                <a:lnTo>
                  <a:pt x="150" y="849"/>
                </a:lnTo>
                <a:lnTo>
                  <a:pt x="163" y="859"/>
                </a:lnTo>
                <a:lnTo>
                  <a:pt x="175" y="869"/>
                </a:lnTo>
                <a:lnTo>
                  <a:pt x="188" y="879"/>
                </a:lnTo>
                <a:lnTo>
                  <a:pt x="201" y="889"/>
                </a:lnTo>
                <a:lnTo>
                  <a:pt x="213" y="898"/>
                </a:lnTo>
                <a:lnTo>
                  <a:pt x="226" y="908"/>
                </a:lnTo>
                <a:lnTo>
                  <a:pt x="238" y="917"/>
                </a:lnTo>
                <a:lnTo>
                  <a:pt x="251" y="927"/>
                </a:lnTo>
                <a:lnTo>
                  <a:pt x="263" y="936"/>
                </a:lnTo>
                <a:lnTo>
                  <a:pt x="276" y="946"/>
                </a:lnTo>
                <a:lnTo>
                  <a:pt x="288" y="955"/>
                </a:lnTo>
                <a:lnTo>
                  <a:pt x="301" y="964"/>
                </a:lnTo>
                <a:lnTo>
                  <a:pt x="313" y="974"/>
                </a:lnTo>
                <a:lnTo>
                  <a:pt x="326" y="983"/>
                </a:lnTo>
                <a:lnTo>
                  <a:pt x="338" y="992"/>
                </a:lnTo>
                <a:lnTo>
                  <a:pt x="351" y="1001"/>
                </a:lnTo>
                <a:lnTo>
                  <a:pt x="363" y="1010"/>
                </a:lnTo>
                <a:lnTo>
                  <a:pt x="376" y="1019"/>
                </a:lnTo>
                <a:lnTo>
                  <a:pt x="388" y="1028"/>
                </a:lnTo>
                <a:lnTo>
                  <a:pt x="401" y="1036"/>
                </a:lnTo>
                <a:lnTo>
                  <a:pt x="414" y="1045"/>
                </a:lnTo>
                <a:lnTo>
                  <a:pt x="426" y="1054"/>
                </a:lnTo>
                <a:lnTo>
                  <a:pt x="439" y="1062"/>
                </a:lnTo>
                <a:lnTo>
                  <a:pt x="451" y="1071"/>
                </a:lnTo>
                <a:lnTo>
                  <a:pt x="464" y="1079"/>
                </a:lnTo>
                <a:lnTo>
                  <a:pt x="476" y="1088"/>
                </a:lnTo>
                <a:lnTo>
                  <a:pt x="489" y="1096"/>
                </a:lnTo>
                <a:lnTo>
                  <a:pt x="501" y="1104"/>
                </a:lnTo>
                <a:lnTo>
                  <a:pt x="514" y="1113"/>
                </a:lnTo>
                <a:lnTo>
                  <a:pt x="526" y="1121"/>
                </a:lnTo>
                <a:lnTo>
                  <a:pt x="539" y="1129"/>
                </a:lnTo>
                <a:lnTo>
                  <a:pt x="551" y="1137"/>
                </a:lnTo>
                <a:lnTo>
                  <a:pt x="564" y="1145"/>
                </a:lnTo>
                <a:lnTo>
                  <a:pt x="576" y="1153"/>
                </a:lnTo>
                <a:lnTo>
                  <a:pt x="589" y="1160"/>
                </a:lnTo>
                <a:lnTo>
                  <a:pt x="602" y="1168"/>
                </a:lnTo>
                <a:lnTo>
                  <a:pt x="614" y="1176"/>
                </a:lnTo>
                <a:lnTo>
                  <a:pt x="627" y="1184"/>
                </a:lnTo>
                <a:lnTo>
                  <a:pt x="639" y="1191"/>
                </a:lnTo>
                <a:lnTo>
                  <a:pt x="652" y="1199"/>
                </a:lnTo>
                <a:lnTo>
                  <a:pt x="664" y="1206"/>
                </a:lnTo>
                <a:lnTo>
                  <a:pt x="677" y="1213"/>
                </a:lnTo>
                <a:lnTo>
                  <a:pt x="689" y="1221"/>
                </a:lnTo>
                <a:lnTo>
                  <a:pt x="702" y="1228"/>
                </a:lnTo>
                <a:lnTo>
                  <a:pt x="714" y="1235"/>
                </a:lnTo>
                <a:lnTo>
                  <a:pt x="727" y="1242"/>
                </a:lnTo>
                <a:lnTo>
                  <a:pt x="739" y="1249"/>
                </a:lnTo>
                <a:lnTo>
                  <a:pt x="752" y="1256"/>
                </a:lnTo>
                <a:lnTo>
                  <a:pt x="764" y="1263"/>
                </a:lnTo>
                <a:lnTo>
                  <a:pt x="777" y="1270"/>
                </a:lnTo>
                <a:lnTo>
                  <a:pt x="789" y="1277"/>
                </a:lnTo>
                <a:lnTo>
                  <a:pt x="802" y="1284"/>
                </a:lnTo>
                <a:lnTo>
                  <a:pt x="815" y="1291"/>
                </a:lnTo>
                <a:lnTo>
                  <a:pt x="827" y="1297"/>
                </a:lnTo>
                <a:lnTo>
                  <a:pt x="840" y="1304"/>
                </a:lnTo>
                <a:lnTo>
                  <a:pt x="852" y="1310"/>
                </a:lnTo>
                <a:lnTo>
                  <a:pt x="865" y="1317"/>
                </a:lnTo>
                <a:lnTo>
                  <a:pt x="877" y="1323"/>
                </a:lnTo>
                <a:lnTo>
                  <a:pt x="890" y="1329"/>
                </a:lnTo>
                <a:lnTo>
                  <a:pt x="902" y="1336"/>
                </a:lnTo>
                <a:lnTo>
                  <a:pt x="915" y="1342"/>
                </a:lnTo>
                <a:lnTo>
                  <a:pt x="927" y="1348"/>
                </a:lnTo>
                <a:lnTo>
                  <a:pt x="940" y="1354"/>
                </a:lnTo>
                <a:lnTo>
                  <a:pt x="952" y="1360"/>
                </a:lnTo>
                <a:lnTo>
                  <a:pt x="965" y="1366"/>
                </a:lnTo>
                <a:lnTo>
                  <a:pt x="977" y="1372"/>
                </a:lnTo>
                <a:lnTo>
                  <a:pt x="990" y="1378"/>
                </a:lnTo>
                <a:lnTo>
                  <a:pt x="1003" y="1383"/>
                </a:lnTo>
                <a:lnTo>
                  <a:pt x="1015" y="1389"/>
                </a:lnTo>
                <a:lnTo>
                  <a:pt x="1028" y="1395"/>
                </a:lnTo>
                <a:lnTo>
                  <a:pt x="1040" y="1400"/>
                </a:lnTo>
                <a:lnTo>
                  <a:pt x="1053" y="1406"/>
                </a:lnTo>
                <a:lnTo>
                  <a:pt x="1065" y="1411"/>
                </a:lnTo>
                <a:lnTo>
                  <a:pt x="1078" y="1417"/>
                </a:lnTo>
                <a:lnTo>
                  <a:pt x="1090" y="1422"/>
                </a:lnTo>
                <a:lnTo>
                  <a:pt x="1103" y="1427"/>
                </a:lnTo>
                <a:lnTo>
                  <a:pt x="1115" y="1432"/>
                </a:lnTo>
                <a:lnTo>
                  <a:pt x="1128" y="1437"/>
                </a:lnTo>
                <a:lnTo>
                  <a:pt x="1140" y="1442"/>
                </a:lnTo>
                <a:lnTo>
                  <a:pt x="1153" y="1447"/>
                </a:lnTo>
                <a:lnTo>
                  <a:pt x="1165" y="1452"/>
                </a:lnTo>
                <a:lnTo>
                  <a:pt x="1178" y="1457"/>
                </a:lnTo>
                <a:lnTo>
                  <a:pt x="1190" y="1462"/>
                </a:lnTo>
                <a:lnTo>
                  <a:pt x="1203" y="1467"/>
                </a:lnTo>
                <a:lnTo>
                  <a:pt x="1216" y="1471"/>
                </a:lnTo>
                <a:lnTo>
                  <a:pt x="1228" y="1476"/>
                </a:lnTo>
                <a:lnTo>
                  <a:pt x="1241" y="1481"/>
                </a:lnTo>
                <a:lnTo>
                  <a:pt x="1253" y="1485"/>
                </a:lnTo>
                <a:lnTo>
                  <a:pt x="1266" y="1489"/>
                </a:lnTo>
                <a:lnTo>
                  <a:pt x="1278" y="1494"/>
                </a:lnTo>
                <a:lnTo>
                  <a:pt x="1291" y="1498"/>
                </a:lnTo>
                <a:lnTo>
                  <a:pt x="1303" y="1502"/>
                </a:lnTo>
                <a:lnTo>
                  <a:pt x="1316" y="1507"/>
                </a:lnTo>
                <a:lnTo>
                  <a:pt x="1328" y="1511"/>
                </a:lnTo>
                <a:lnTo>
                  <a:pt x="1341" y="1515"/>
                </a:lnTo>
                <a:lnTo>
                  <a:pt x="1353" y="1519"/>
                </a:lnTo>
                <a:lnTo>
                  <a:pt x="1366" y="1523"/>
                </a:lnTo>
                <a:lnTo>
                  <a:pt x="1378" y="1526"/>
                </a:lnTo>
                <a:lnTo>
                  <a:pt x="1391" y="1530"/>
                </a:lnTo>
                <a:lnTo>
                  <a:pt x="1404" y="1534"/>
                </a:lnTo>
                <a:lnTo>
                  <a:pt x="1416" y="1538"/>
                </a:lnTo>
                <a:lnTo>
                  <a:pt x="1429" y="1541"/>
                </a:lnTo>
                <a:lnTo>
                  <a:pt x="1441" y="1545"/>
                </a:lnTo>
                <a:lnTo>
                  <a:pt x="1454" y="1548"/>
                </a:lnTo>
                <a:lnTo>
                  <a:pt x="1466" y="1552"/>
                </a:lnTo>
                <a:lnTo>
                  <a:pt x="1479" y="1555"/>
                </a:lnTo>
                <a:lnTo>
                  <a:pt x="1491" y="1558"/>
                </a:lnTo>
                <a:lnTo>
                  <a:pt x="1504" y="1562"/>
                </a:lnTo>
                <a:lnTo>
                  <a:pt x="1516" y="1565"/>
                </a:lnTo>
                <a:lnTo>
                  <a:pt x="1529" y="1568"/>
                </a:lnTo>
                <a:lnTo>
                  <a:pt x="1541" y="1571"/>
                </a:lnTo>
                <a:lnTo>
                  <a:pt x="1554" y="1574"/>
                </a:lnTo>
                <a:lnTo>
                  <a:pt x="1566" y="1577"/>
                </a:lnTo>
                <a:lnTo>
                  <a:pt x="1579" y="1580"/>
                </a:lnTo>
                <a:lnTo>
                  <a:pt x="1591" y="1582"/>
                </a:lnTo>
                <a:lnTo>
                  <a:pt x="1604" y="1585"/>
                </a:lnTo>
                <a:lnTo>
                  <a:pt x="1617" y="1588"/>
                </a:lnTo>
                <a:lnTo>
                  <a:pt x="1629" y="1590"/>
                </a:lnTo>
                <a:lnTo>
                  <a:pt x="1642" y="1593"/>
                </a:lnTo>
                <a:lnTo>
                  <a:pt x="1654" y="1595"/>
                </a:lnTo>
                <a:lnTo>
                  <a:pt x="1667" y="1598"/>
                </a:lnTo>
                <a:lnTo>
                  <a:pt x="1679" y="1600"/>
                </a:lnTo>
                <a:lnTo>
                  <a:pt x="1692" y="1602"/>
                </a:lnTo>
                <a:lnTo>
                  <a:pt x="1704" y="1605"/>
                </a:lnTo>
                <a:lnTo>
                  <a:pt x="1717" y="1607"/>
                </a:lnTo>
                <a:lnTo>
                  <a:pt x="1729" y="1609"/>
                </a:lnTo>
                <a:lnTo>
                  <a:pt x="1742" y="1611"/>
                </a:lnTo>
                <a:lnTo>
                  <a:pt x="1754" y="1613"/>
                </a:lnTo>
                <a:lnTo>
                  <a:pt x="1767" y="1615"/>
                </a:lnTo>
                <a:lnTo>
                  <a:pt x="1779" y="1617"/>
                </a:lnTo>
                <a:lnTo>
                  <a:pt x="1792" y="1618"/>
                </a:lnTo>
                <a:lnTo>
                  <a:pt x="1805" y="1620"/>
                </a:lnTo>
                <a:lnTo>
                  <a:pt x="1817" y="1622"/>
                </a:lnTo>
                <a:lnTo>
                  <a:pt x="1830" y="1623"/>
                </a:lnTo>
                <a:lnTo>
                  <a:pt x="1842" y="1625"/>
                </a:lnTo>
                <a:lnTo>
                  <a:pt x="1855" y="1626"/>
                </a:lnTo>
                <a:lnTo>
                  <a:pt x="1867" y="1628"/>
                </a:lnTo>
                <a:lnTo>
                  <a:pt x="1880" y="1629"/>
                </a:lnTo>
                <a:lnTo>
                  <a:pt x="1892" y="1630"/>
                </a:lnTo>
                <a:lnTo>
                  <a:pt x="1905" y="1632"/>
                </a:lnTo>
                <a:lnTo>
                  <a:pt x="1917" y="1633"/>
                </a:lnTo>
                <a:lnTo>
                  <a:pt x="1930" y="1634"/>
                </a:lnTo>
                <a:lnTo>
                  <a:pt x="1942" y="1635"/>
                </a:lnTo>
                <a:lnTo>
                  <a:pt x="1955" y="1636"/>
                </a:lnTo>
                <a:lnTo>
                  <a:pt x="1967" y="1637"/>
                </a:lnTo>
                <a:lnTo>
                  <a:pt x="1980" y="1637"/>
                </a:lnTo>
                <a:lnTo>
                  <a:pt x="1992" y="1638"/>
                </a:lnTo>
                <a:lnTo>
                  <a:pt x="2005" y="1639"/>
                </a:lnTo>
                <a:lnTo>
                  <a:pt x="2018" y="1640"/>
                </a:lnTo>
                <a:lnTo>
                  <a:pt x="2030" y="1640"/>
                </a:lnTo>
                <a:lnTo>
                  <a:pt x="2043" y="1641"/>
                </a:lnTo>
                <a:lnTo>
                  <a:pt x="2055" y="1641"/>
                </a:lnTo>
                <a:lnTo>
                  <a:pt x="2068" y="1642"/>
                </a:lnTo>
                <a:lnTo>
                  <a:pt x="2080" y="1642"/>
                </a:lnTo>
                <a:lnTo>
                  <a:pt x="2093" y="1642"/>
                </a:lnTo>
                <a:lnTo>
                  <a:pt x="2105" y="1642"/>
                </a:lnTo>
                <a:lnTo>
                  <a:pt x="2118" y="1642"/>
                </a:lnTo>
                <a:lnTo>
                  <a:pt x="2130" y="1643"/>
                </a:lnTo>
                <a:lnTo>
                  <a:pt x="2143" y="1643"/>
                </a:lnTo>
                <a:lnTo>
                  <a:pt x="2155" y="1642"/>
                </a:lnTo>
                <a:lnTo>
                  <a:pt x="2168" y="1642"/>
                </a:lnTo>
                <a:lnTo>
                  <a:pt x="2180" y="1642"/>
                </a:lnTo>
                <a:lnTo>
                  <a:pt x="2193" y="1642"/>
                </a:lnTo>
                <a:lnTo>
                  <a:pt x="2206" y="1642"/>
                </a:lnTo>
                <a:lnTo>
                  <a:pt x="2218" y="1641"/>
                </a:lnTo>
                <a:lnTo>
                  <a:pt x="2231" y="1641"/>
                </a:lnTo>
                <a:lnTo>
                  <a:pt x="2243" y="1640"/>
                </a:lnTo>
                <a:lnTo>
                  <a:pt x="2256" y="1640"/>
                </a:lnTo>
                <a:lnTo>
                  <a:pt x="2268" y="1639"/>
                </a:lnTo>
                <a:lnTo>
                  <a:pt x="2281" y="1638"/>
                </a:lnTo>
                <a:lnTo>
                  <a:pt x="2293" y="1638"/>
                </a:lnTo>
                <a:lnTo>
                  <a:pt x="2306" y="1637"/>
                </a:lnTo>
                <a:lnTo>
                  <a:pt x="2318" y="1636"/>
                </a:lnTo>
                <a:lnTo>
                  <a:pt x="2331" y="1635"/>
                </a:lnTo>
                <a:lnTo>
                  <a:pt x="2343" y="1634"/>
                </a:lnTo>
                <a:lnTo>
                  <a:pt x="2356" y="1633"/>
                </a:lnTo>
                <a:lnTo>
                  <a:pt x="2368" y="1632"/>
                </a:lnTo>
                <a:lnTo>
                  <a:pt x="2381" y="1631"/>
                </a:lnTo>
                <a:lnTo>
                  <a:pt x="2393" y="1630"/>
                </a:lnTo>
                <a:lnTo>
                  <a:pt x="2406" y="1628"/>
                </a:lnTo>
                <a:lnTo>
                  <a:pt x="2419" y="1627"/>
                </a:lnTo>
                <a:lnTo>
                  <a:pt x="2431" y="1625"/>
                </a:lnTo>
                <a:lnTo>
                  <a:pt x="2444" y="1624"/>
                </a:lnTo>
                <a:lnTo>
                  <a:pt x="2456" y="1622"/>
                </a:lnTo>
                <a:lnTo>
                  <a:pt x="2469" y="1621"/>
                </a:lnTo>
                <a:lnTo>
                  <a:pt x="2481" y="1619"/>
                </a:lnTo>
                <a:lnTo>
                  <a:pt x="2494" y="1617"/>
                </a:lnTo>
                <a:lnTo>
                  <a:pt x="2506" y="1615"/>
                </a:lnTo>
                <a:lnTo>
                  <a:pt x="2519" y="1614"/>
                </a:lnTo>
                <a:lnTo>
                  <a:pt x="2531" y="1612"/>
                </a:lnTo>
                <a:lnTo>
                  <a:pt x="2544" y="1610"/>
                </a:lnTo>
                <a:lnTo>
                  <a:pt x="2556" y="1608"/>
                </a:lnTo>
                <a:lnTo>
                  <a:pt x="2569" y="1605"/>
                </a:lnTo>
                <a:lnTo>
                  <a:pt x="2581" y="1603"/>
                </a:lnTo>
                <a:lnTo>
                  <a:pt x="2594" y="1601"/>
                </a:lnTo>
                <a:lnTo>
                  <a:pt x="2607" y="1599"/>
                </a:lnTo>
                <a:lnTo>
                  <a:pt x="2619" y="1596"/>
                </a:lnTo>
                <a:lnTo>
                  <a:pt x="2632" y="1594"/>
                </a:lnTo>
                <a:lnTo>
                  <a:pt x="2644" y="1591"/>
                </a:lnTo>
                <a:lnTo>
                  <a:pt x="2657" y="1589"/>
                </a:lnTo>
                <a:lnTo>
                  <a:pt x="2669" y="1586"/>
                </a:lnTo>
                <a:lnTo>
                  <a:pt x="2682" y="1583"/>
                </a:lnTo>
                <a:lnTo>
                  <a:pt x="2694" y="1581"/>
                </a:lnTo>
                <a:lnTo>
                  <a:pt x="2707" y="1578"/>
                </a:lnTo>
                <a:lnTo>
                  <a:pt x="2719" y="1575"/>
                </a:lnTo>
                <a:lnTo>
                  <a:pt x="2732" y="1572"/>
                </a:lnTo>
                <a:lnTo>
                  <a:pt x="2744" y="1569"/>
                </a:lnTo>
                <a:lnTo>
                  <a:pt x="2757" y="1566"/>
                </a:lnTo>
                <a:lnTo>
                  <a:pt x="2769" y="1563"/>
                </a:lnTo>
                <a:lnTo>
                  <a:pt x="2782" y="1560"/>
                </a:lnTo>
                <a:lnTo>
                  <a:pt x="2794" y="1556"/>
                </a:lnTo>
                <a:lnTo>
                  <a:pt x="2807" y="1553"/>
                </a:lnTo>
                <a:lnTo>
                  <a:pt x="2820" y="1550"/>
                </a:lnTo>
                <a:lnTo>
                  <a:pt x="2832" y="1546"/>
                </a:lnTo>
                <a:lnTo>
                  <a:pt x="2845" y="1543"/>
                </a:lnTo>
                <a:lnTo>
                  <a:pt x="2857" y="1539"/>
                </a:lnTo>
                <a:lnTo>
                  <a:pt x="2870" y="1535"/>
                </a:lnTo>
                <a:lnTo>
                  <a:pt x="2882" y="1532"/>
                </a:lnTo>
                <a:lnTo>
                  <a:pt x="2895" y="1528"/>
                </a:lnTo>
                <a:lnTo>
                  <a:pt x="2907" y="1524"/>
                </a:lnTo>
                <a:lnTo>
                  <a:pt x="2920" y="1520"/>
                </a:lnTo>
                <a:lnTo>
                  <a:pt x="2932" y="1516"/>
                </a:lnTo>
                <a:lnTo>
                  <a:pt x="2945" y="1512"/>
                </a:lnTo>
                <a:lnTo>
                  <a:pt x="2957" y="1508"/>
                </a:lnTo>
                <a:lnTo>
                  <a:pt x="2970" y="1504"/>
                </a:lnTo>
                <a:lnTo>
                  <a:pt x="2982" y="1500"/>
                </a:lnTo>
                <a:lnTo>
                  <a:pt x="2995" y="1496"/>
                </a:lnTo>
                <a:lnTo>
                  <a:pt x="3008" y="1491"/>
                </a:lnTo>
                <a:lnTo>
                  <a:pt x="3020" y="1487"/>
                </a:lnTo>
                <a:lnTo>
                  <a:pt x="3033" y="1482"/>
                </a:lnTo>
                <a:lnTo>
                  <a:pt x="3045" y="1478"/>
                </a:lnTo>
                <a:lnTo>
                  <a:pt x="3058" y="1473"/>
                </a:lnTo>
                <a:lnTo>
                  <a:pt x="3070" y="1469"/>
                </a:lnTo>
                <a:lnTo>
                  <a:pt x="3083" y="1464"/>
                </a:lnTo>
                <a:lnTo>
                  <a:pt x="3095" y="1459"/>
                </a:lnTo>
                <a:lnTo>
                  <a:pt x="3108" y="1454"/>
                </a:lnTo>
                <a:lnTo>
                  <a:pt x="3120" y="1449"/>
                </a:lnTo>
                <a:lnTo>
                  <a:pt x="3133" y="1444"/>
                </a:lnTo>
                <a:lnTo>
                  <a:pt x="3145" y="1439"/>
                </a:lnTo>
                <a:lnTo>
                  <a:pt x="3158" y="1434"/>
                </a:lnTo>
                <a:lnTo>
                  <a:pt x="3170" y="1429"/>
                </a:lnTo>
                <a:lnTo>
                  <a:pt x="3183" y="1424"/>
                </a:lnTo>
                <a:lnTo>
                  <a:pt x="3195" y="1419"/>
                </a:lnTo>
                <a:lnTo>
                  <a:pt x="3208" y="1413"/>
                </a:lnTo>
                <a:lnTo>
                  <a:pt x="3221" y="1408"/>
                </a:lnTo>
                <a:lnTo>
                  <a:pt x="3233" y="1402"/>
                </a:lnTo>
                <a:lnTo>
                  <a:pt x="3246" y="1397"/>
                </a:lnTo>
                <a:lnTo>
                  <a:pt x="3258" y="1391"/>
                </a:lnTo>
                <a:lnTo>
                  <a:pt x="3271" y="1386"/>
                </a:lnTo>
                <a:lnTo>
                  <a:pt x="3283" y="1380"/>
                </a:lnTo>
                <a:lnTo>
                  <a:pt x="3296" y="1374"/>
                </a:lnTo>
                <a:lnTo>
                  <a:pt x="3308" y="1368"/>
                </a:lnTo>
                <a:lnTo>
                  <a:pt x="3321" y="1362"/>
                </a:lnTo>
                <a:lnTo>
                  <a:pt x="3333" y="1356"/>
                </a:lnTo>
                <a:lnTo>
                  <a:pt x="3346" y="1350"/>
                </a:lnTo>
                <a:lnTo>
                  <a:pt x="3358" y="1344"/>
                </a:lnTo>
                <a:lnTo>
                  <a:pt x="3371" y="1338"/>
                </a:lnTo>
                <a:lnTo>
                  <a:pt x="3383" y="1332"/>
                </a:lnTo>
                <a:lnTo>
                  <a:pt x="3396" y="1326"/>
                </a:lnTo>
                <a:lnTo>
                  <a:pt x="3409" y="1319"/>
                </a:lnTo>
                <a:lnTo>
                  <a:pt x="3421" y="1313"/>
                </a:lnTo>
                <a:lnTo>
                  <a:pt x="3434" y="1306"/>
                </a:lnTo>
                <a:lnTo>
                  <a:pt x="3446" y="1300"/>
                </a:lnTo>
                <a:lnTo>
                  <a:pt x="3459" y="1293"/>
                </a:lnTo>
                <a:lnTo>
                  <a:pt x="3471" y="1286"/>
                </a:lnTo>
                <a:lnTo>
                  <a:pt x="3484" y="1280"/>
                </a:lnTo>
                <a:lnTo>
                  <a:pt x="3496" y="1273"/>
                </a:lnTo>
                <a:lnTo>
                  <a:pt x="3509" y="1266"/>
                </a:lnTo>
                <a:lnTo>
                  <a:pt x="3521" y="1259"/>
                </a:lnTo>
                <a:lnTo>
                  <a:pt x="3534" y="1252"/>
                </a:lnTo>
                <a:lnTo>
                  <a:pt x="3546" y="1245"/>
                </a:lnTo>
                <a:lnTo>
                  <a:pt x="3559" y="1238"/>
                </a:lnTo>
                <a:lnTo>
                  <a:pt x="3571" y="1231"/>
                </a:lnTo>
                <a:lnTo>
                  <a:pt x="3584" y="1224"/>
                </a:lnTo>
                <a:lnTo>
                  <a:pt x="3596" y="1216"/>
                </a:lnTo>
                <a:lnTo>
                  <a:pt x="3609" y="1209"/>
                </a:lnTo>
                <a:lnTo>
                  <a:pt x="3622" y="1202"/>
                </a:lnTo>
                <a:lnTo>
                  <a:pt x="3634" y="1194"/>
                </a:lnTo>
                <a:lnTo>
                  <a:pt x="3647" y="1187"/>
                </a:lnTo>
                <a:lnTo>
                  <a:pt x="3659" y="1179"/>
                </a:lnTo>
                <a:lnTo>
                  <a:pt x="3672" y="1171"/>
                </a:lnTo>
                <a:lnTo>
                  <a:pt x="3684" y="1163"/>
                </a:lnTo>
                <a:lnTo>
                  <a:pt x="3697" y="1156"/>
                </a:lnTo>
                <a:lnTo>
                  <a:pt x="3709" y="1148"/>
                </a:lnTo>
                <a:lnTo>
                  <a:pt x="3722" y="1140"/>
                </a:lnTo>
                <a:lnTo>
                  <a:pt x="3734" y="1132"/>
                </a:lnTo>
                <a:lnTo>
                  <a:pt x="3747" y="1124"/>
                </a:lnTo>
                <a:lnTo>
                  <a:pt x="3759" y="1116"/>
                </a:lnTo>
                <a:lnTo>
                  <a:pt x="3772" y="1108"/>
                </a:lnTo>
                <a:lnTo>
                  <a:pt x="3784" y="1099"/>
                </a:lnTo>
                <a:lnTo>
                  <a:pt x="3797" y="1091"/>
                </a:lnTo>
                <a:lnTo>
                  <a:pt x="3810" y="1083"/>
                </a:lnTo>
                <a:lnTo>
                  <a:pt x="3822" y="1074"/>
                </a:lnTo>
                <a:lnTo>
                  <a:pt x="3835" y="1066"/>
                </a:lnTo>
                <a:lnTo>
                  <a:pt x="3847" y="1057"/>
                </a:lnTo>
                <a:lnTo>
                  <a:pt x="3860" y="1049"/>
                </a:lnTo>
                <a:lnTo>
                  <a:pt x="3872" y="1040"/>
                </a:lnTo>
                <a:lnTo>
                  <a:pt x="3885" y="1031"/>
                </a:lnTo>
                <a:lnTo>
                  <a:pt x="3897" y="1022"/>
                </a:lnTo>
                <a:lnTo>
                  <a:pt x="3910" y="1013"/>
                </a:lnTo>
                <a:lnTo>
                  <a:pt x="3922" y="1004"/>
                </a:lnTo>
                <a:lnTo>
                  <a:pt x="3935" y="995"/>
                </a:lnTo>
                <a:lnTo>
                  <a:pt x="3947" y="986"/>
                </a:lnTo>
                <a:lnTo>
                  <a:pt x="3960" y="977"/>
                </a:lnTo>
                <a:lnTo>
                  <a:pt x="3972" y="968"/>
                </a:lnTo>
                <a:lnTo>
                  <a:pt x="3985" y="959"/>
                </a:lnTo>
                <a:lnTo>
                  <a:pt x="3997" y="950"/>
                </a:lnTo>
                <a:lnTo>
                  <a:pt x="4010" y="940"/>
                </a:lnTo>
                <a:lnTo>
                  <a:pt x="4023" y="931"/>
                </a:lnTo>
                <a:lnTo>
                  <a:pt x="4035" y="921"/>
                </a:lnTo>
                <a:lnTo>
                  <a:pt x="4048" y="912"/>
                </a:lnTo>
                <a:lnTo>
                  <a:pt x="4060" y="902"/>
                </a:lnTo>
                <a:lnTo>
                  <a:pt x="4073" y="892"/>
                </a:lnTo>
                <a:lnTo>
                  <a:pt x="4085" y="883"/>
                </a:lnTo>
                <a:lnTo>
                  <a:pt x="4098" y="873"/>
                </a:lnTo>
                <a:lnTo>
                  <a:pt x="4110" y="863"/>
                </a:lnTo>
                <a:lnTo>
                  <a:pt x="4123" y="853"/>
                </a:lnTo>
                <a:lnTo>
                  <a:pt x="4135" y="843"/>
                </a:lnTo>
                <a:lnTo>
                  <a:pt x="4148" y="833"/>
                </a:lnTo>
                <a:lnTo>
                  <a:pt x="4160" y="823"/>
                </a:lnTo>
                <a:lnTo>
                  <a:pt x="4173" y="813"/>
                </a:lnTo>
                <a:lnTo>
                  <a:pt x="4185" y="802"/>
                </a:lnTo>
                <a:lnTo>
                  <a:pt x="4198" y="792"/>
                </a:lnTo>
                <a:lnTo>
                  <a:pt x="4211" y="782"/>
                </a:lnTo>
                <a:lnTo>
                  <a:pt x="4223" y="771"/>
                </a:lnTo>
                <a:lnTo>
                  <a:pt x="4236" y="761"/>
                </a:lnTo>
                <a:lnTo>
                  <a:pt x="4248" y="750"/>
                </a:lnTo>
                <a:lnTo>
                  <a:pt x="4261" y="739"/>
                </a:lnTo>
                <a:lnTo>
                  <a:pt x="4273" y="729"/>
                </a:lnTo>
                <a:lnTo>
                  <a:pt x="4286" y="718"/>
                </a:lnTo>
                <a:lnTo>
                  <a:pt x="4298" y="707"/>
                </a:lnTo>
                <a:lnTo>
                  <a:pt x="4311" y="696"/>
                </a:lnTo>
                <a:lnTo>
                  <a:pt x="4323" y="685"/>
                </a:lnTo>
                <a:lnTo>
                  <a:pt x="4336" y="674"/>
                </a:lnTo>
                <a:lnTo>
                  <a:pt x="4348" y="663"/>
                </a:lnTo>
                <a:lnTo>
                  <a:pt x="4361" y="652"/>
                </a:lnTo>
                <a:lnTo>
                  <a:pt x="4373" y="641"/>
                </a:lnTo>
                <a:lnTo>
                  <a:pt x="4386" y="630"/>
                </a:lnTo>
                <a:lnTo>
                  <a:pt x="4398" y="618"/>
                </a:lnTo>
                <a:lnTo>
                  <a:pt x="4411" y="607"/>
                </a:lnTo>
                <a:lnTo>
                  <a:pt x="4424" y="595"/>
                </a:lnTo>
                <a:lnTo>
                  <a:pt x="4436" y="584"/>
                </a:lnTo>
                <a:lnTo>
                  <a:pt x="4449" y="572"/>
                </a:lnTo>
                <a:lnTo>
                  <a:pt x="4461" y="561"/>
                </a:lnTo>
                <a:lnTo>
                  <a:pt x="4474" y="549"/>
                </a:lnTo>
                <a:lnTo>
                  <a:pt x="4486" y="537"/>
                </a:lnTo>
                <a:lnTo>
                  <a:pt x="4499" y="525"/>
                </a:lnTo>
                <a:lnTo>
                  <a:pt x="4511" y="513"/>
                </a:lnTo>
                <a:lnTo>
                  <a:pt x="4524" y="501"/>
                </a:lnTo>
                <a:lnTo>
                  <a:pt x="4536" y="489"/>
                </a:lnTo>
                <a:lnTo>
                  <a:pt x="4549" y="477"/>
                </a:lnTo>
                <a:lnTo>
                  <a:pt x="4561" y="465"/>
                </a:lnTo>
                <a:lnTo>
                  <a:pt x="4574" y="453"/>
                </a:lnTo>
                <a:lnTo>
                  <a:pt x="4586" y="441"/>
                </a:lnTo>
                <a:lnTo>
                  <a:pt x="4599" y="428"/>
                </a:lnTo>
                <a:lnTo>
                  <a:pt x="4612" y="416"/>
                </a:lnTo>
                <a:lnTo>
                  <a:pt x="4624" y="404"/>
                </a:lnTo>
                <a:lnTo>
                  <a:pt x="4637" y="391"/>
                </a:lnTo>
                <a:lnTo>
                  <a:pt x="4649" y="378"/>
                </a:lnTo>
                <a:lnTo>
                  <a:pt x="4662" y="366"/>
                </a:lnTo>
                <a:lnTo>
                  <a:pt x="4674" y="353"/>
                </a:lnTo>
                <a:lnTo>
                  <a:pt x="4687" y="340"/>
                </a:lnTo>
                <a:lnTo>
                  <a:pt x="4699" y="327"/>
                </a:lnTo>
                <a:lnTo>
                  <a:pt x="4712" y="315"/>
                </a:lnTo>
                <a:lnTo>
                  <a:pt x="4724" y="302"/>
                </a:lnTo>
                <a:lnTo>
                  <a:pt x="4737" y="289"/>
                </a:lnTo>
                <a:lnTo>
                  <a:pt x="4749" y="275"/>
                </a:lnTo>
                <a:lnTo>
                  <a:pt x="4762" y="262"/>
                </a:lnTo>
                <a:lnTo>
                  <a:pt x="4774" y="249"/>
                </a:lnTo>
                <a:lnTo>
                  <a:pt x="4787" y="236"/>
                </a:lnTo>
                <a:lnTo>
                  <a:pt x="4799" y="222"/>
                </a:lnTo>
                <a:lnTo>
                  <a:pt x="4812" y="209"/>
                </a:lnTo>
                <a:lnTo>
                  <a:pt x="4825" y="196"/>
                </a:lnTo>
                <a:lnTo>
                  <a:pt x="4837" y="182"/>
                </a:lnTo>
                <a:lnTo>
                  <a:pt x="4850" y="168"/>
                </a:lnTo>
                <a:lnTo>
                  <a:pt x="4862" y="155"/>
                </a:lnTo>
                <a:lnTo>
                  <a:pt x="4875" y="141"/>
                </a:lnTo>
                <a:lnTo>
                  <a:pt x="4887" y="127"/>
                </a:lnTo>
                <a:lnTo>
                  <a:pt x="4900" y="113"/>
                </a:lnTo>
                <a:lnTo>
                  <a:pt x="4912" y="99"/>
                </a:lnTo>
                <a:lnTo>
                  <a:pt x="4925" y="85"/>
                </a:lnTo>
                <a:lnTo>
                  <a:pt x="4937" y="71"/>
                </a:lnTo>
                <a:lnTo>
                  <a:pt x="4950" y="57"/>
                </a:lnTo>
                <a:lnTo>
                  <a:pt x="4962" y="43"/>
                </a:lnTo>
                <a:lnTo>
                  <a:pt x="4975" y="29"/>
                </a:lnTo>
                <a:lnTo>
                  <a:pt x="4987" y="15"/>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reeform 15"/>
          <p:cNvSpPr/>
          <p:nvPr/>
        </p:nvSpPr>
        <p:spPr>
          <a:xfrm>
            <a:off x="896112" y="3348533"/>
            <a:ext cx="4572000" cy="1120140"/>
          </a:xfrm>
          <a:custGeom>
            <a:avLst/>
            <a:gdLst/>
            <a:ahLst/>
            <a:cxnLst/>
            <a:rect l="l" t="t" r="r" b="b"/>
            <a:pathLst>
              <a:path w="5000" h="1225">
                <a:moveTo>
                  <a:pt x="0" y="821"/>
                </a:moveTo>
                <a:lnTo>
                  <a:pt x="13" y="827"/>
                </a:lnTo>
                <a:lnTo>
                  <a:pt x="25" y="832"/>
                </a:lnTo>
                <a:lnTo>
                  <a:pt x="38" y="838"/>
                </a:lnTo>
                <a:lnTo>
                  <a:pt x="50" y="843"/>
                </a:lnTo>
                <a:lnTo>
                  <a:pt x="63" y="848"/>
                </a:lnTo>
                <a:lnTo>
                  <a:pt x="75" y="854"/>
                </a:lnTo>
                <a:lnTo>
                  <a:pt x="88" y="859"/>
                </a:lnTo>
                <a:lnTo>
                  <a:pt x="100" y="864"/>
                </a:lnTo>
                <a:lnTo>
                  <a:pt x="113" y="869"/>
                </a:lnTo>
                <a:lnTo>
                  <a:pt x="125" y="875"/>
                </a:lnTo>
                <a:lnTo>
                  <a:pt x="138" y="880"/>
                </a:lnTo>
                <a:lnTo>
                  <a:pt x="150" y="885"/>
                </a:lnTo>
                <a:lnTo>
                  <a:pt x="163" y="890"/>
                </a:lnTo>
                <a:lnTo>
                  <a:pt x="175" y="895"/>
                </a:lnTo>
                <a:lnTo>
                  <a:pt x="188" y="900"/>
                </a:lnTo>
                <a:lnTo>
                  <a:pt x="201" y="905"/>
                </a:lnTo>
                <a:lnTo>
                  <a:pt x="213" y="910"/>
                </a:lnTo>
                <a:lnTo>
                  <a:pt x="226" y="915"/>
                </a:lnTo>
                <a:lnTo>
                  <a:pt x="238" y="920"/>
                </a:lnTo>
                <a:lnTo>
                  <a:pt x="251" y="924"/>
                </a:lnTo>
                <a:lnTo>
                  <a:pt x="263" y="929"/>
                </a:lnTo>
                <a:lnTo>
                  <a:pt x="276" y="934"/>
                </a:lnTo>
                <a:lnTo>
                  <a:pt x="288" y="939"/>
                </a:lnTo>
                <a:lnTo>
                  <a:pt x="301" y="943"/>
                </a:lnTo>
                <a:lnTo>
                  <a:pt x="313" y="948"/>
                </a:lnTo>
                <a:lnTo>
                  <a:pt x="326" y="952"/>
                </a:lnTo>
                <a:lnTo>
                  <a:pt x="338" y="957"/>
                </a:lnTo>
                <a:lnTo>
                  <a:pt x="351" y="962"/>
                </a:lnTo>
                <a:lnTo>
                  <a:pt x="363" y="966"/>
                </a:lnTo>
                <a:lnTo>
                  <a:pt x="376" y="970"/>
                </a:lnTo>
                <a:lnTo>
                  <a:pt x="388" y="975"/>
                </a:lnTo>
                <a:lnTo>
                  <a:pt x="401" y="979"/>
                </a:lnTo>
                <a:lnTo>
                  <a:pt x="414" y="983"/>
                </a:lnTo>
                <a:lnTo>
                  <a:pt x="426" y="988"/>
                </a:lnTo>
                <a:lnTo>
                  <a:pt x="439" y="992"/>
                </a:lnTo>
                <a:lnTo>
                  <a:pt x="451" y="996"/>
                </a:lnTo>
                <a:lnTo>
                  <a:pt x="464" y="1000"/>
                </a:lnTo>
                <a:lnTo>
                  <a:pt x="476" y="1004"/>
                </a:lnTo>
                <a:lnTo>
                  <a:pt x="489" y="1009"/>
                </a:lnTo>
                <a:lnTo>
                  <a:pt x="501" y="1013"/>
                </a:lnTo>
                <a:lnTo>
                  <a:pt x="514" y="1017"/>
                </a:lnTo>
                <a:lnTo>
                  <a:pt x="526" y="1021"/>
                </a:lnTo>
                <a:lnTo>
                  <a:pt x="539" y="1024"/>
                </a:lnTo>
                <a:lnTo>
                  <a:pt x="551" y="1028"/>
                </a:lnTo>
                <a:lnTo>
                  <a:pt x="564" y="1032"/>
                </a:lnTo>
                <a:lnTo>
                  <a:pt x="576" y="1036"/>
                </a:lnTo>
                <a:lnTo>
                  <a:pt x="589" y="1040"/>
                </a:lnTo>
                <a:lnTo>
                  <a:pt x="602" y="1044"/>
                </a:lnTo>
                <a:lnTo>
                  <a:pt x="614" y="1047"/>
                </a:lnTo>
                <a:lnTo>
                  <a:pt x="627" y="1051"/>
                </a:lnTo>
                <a:lnTo>
                  <a:pt x="639" y="1055"/>
                </a:lnTo>
                <a:lnTo>
                  <a:pt x="652" y="1058"/>
                </a:lnTo>
                <a:lnTo>
                  <a:pt x="664" y="1062"/>
                </a:lnTo>
                <a:lnTo>
                  <a:pt x="677" y="1065"/>
                </a:lnTo>
                <a:lnTo>
                  <a:pt x="689" y="1069"/>
                </a:lnTo>
                <a:lnTo>
                  <a:pt x="702" y="1072"/>
                </a:lnTo>
                <a:lnTo>
                  <a:pt x="714" y="1075"/>
                </a:lnTo>
                <a:lnTo>
                  <a:pt x="727" y="1079"/>
                </a:lnTo>
                <a:lnTo>
                  <a:pt x="739" y="1082"/>
                </a:lnTo>
                <a:lnTo>
                  <a:pt x="752" y="1085"/>
                </a:lnTo>
                <a:lnTo>
                  <a:pt x="764" y="1089"/>
                </a:lnTo>
                <a:lnTo>
                  <a:pt x="777" y="1092"/>
                </a:lnTo>
                <a:lnTo>
                  <a:pt x="789" y="1095"/>
                </a:lnTo>
                <a:lnTo>
                  <a:pt x="802" y="1098"/>
                </a:lnTo>
                <a:lnTo>
                  <a:pt x="815" y="1101"/>
                </a:lnTo>
                <a:lnTo>
                  <a:pt x="827" y="1104"/>
                </a:lnTo>
                <a:lnTo>
                  <a:pt x="840" y="1107"/>
                </a:lnTo>
                <a:lnTo>
                  <a:pt x="852" y="1110"/>
                </a:lnTo>
                <a:lnTo>
                  <a:pt x="865" y="1113"/>
                </a:lnTo>
                <a:lnTo>
                  <a:pt x="877" y="1116"/>
                </a:lnTo>
                <a:lnTo>
                  <a:pt x="890" y="1119"/>
                </a:lnTo>
                <a:lnTo>
                  <a:pt x="902" y="1122"/>
                </a:lnTo>
                <a:lnTo>
                  <a:pt x="915" y="1125"/>
                </a:lnTo>
                <a:lnTo>
                  <a:pt x="927" y="1127"/>
                </a:lnTo>
                <a:lnTo>
                  <a:pt x="940" y="1130"/>
                </a:lnTo>
                <a:lnTo>
                  <a:pt x="952" y="1133"/>
                </a:lnTo>
                <a:lnTo>
                  <a:pt x="965" y="1135"/>
                </a:lnTo>
                <a:lnTo>
                  <a:pt x="977" y="1138"/>
                </a:lnTo>
                <a:lnTo>
                  <a:pt x="990" y="1141"/>
                </a:lnTo>
                <a:lnTo>
                  <a:pt x="1003" y="1143"/>
                </a:lnTo>
                <a:lnTo>
                  <a:pt x="1015" y="1146"/>
                </a:lnTo>
                <a:lnTo>
                  <a:pt x="1028" y="1148"/>
                </a:lnTo>
                <a:lnTo>
                  <a:pt x="1040" y="1150"/>
                </a:lnTo>
                <a:lnTo>
                  <a:pt x="1053" y="1153"/>
                </a:lnTo>
                <a:lnTo>
                  <a:pt x="1065" y="1155"/>
                </a:lnTo>
                <a:lnTo>
                  <a:pt x="1078" y="1157"/>
                </a:lnTo>
                <a:lnTo>
                  <a:pt x="1090" y="1160"/>
                </a:lnTo>
                <a:lnTo>
                  <a:pt x="1103" y="1162"/>
                </a:lnTo>
                <a:lnTo>
                  <a:pt x="1115" y="1164"/>
                </a:lnTo>
                <a:lnTo>
                  <a:pt x="1128" y="1166"/>
                </a:lnTo>
                <a:lnTo>
                  <a:pt x="1140" y="1168"/>
                </a:lnTo>
                <a:lnTo>
                  <a:pt x="1153" y="1170"/>
                </a:lnTo>
                <a:lnTo>
                  <a:pt x="1165" y="1172"/>
                </a:lnTo>
                <a:lnTo>
                  <a:pt x="1178" y="1174"/>
                </a:lnTo>
                <a:lnTo>
                  <a:pt x="1190" y="1176"/>
                </a:lnTo>
                <a:lnTo>
                  <a:pt x="1203" y="1178"/>
                </a:lnTo>
                <a:lnTo>
                  <a:pt x="1216" y="1180"/>
                </a:lnTo>
                <a:lnTo>
                  <a:pt x="1228" y="1182"/>
                </a:lnTo>
                <a:lnTo>
                  <a:pt x="1241" y="1184"/>
                </a:lnTo>
                <a:lnTo>
                  <a:pt x="1253" y="1185"/>
                </a:lnTo>
                <a:lnTo>
                  <a:pt x="1266" y="1187"/>
                </a:lnTo>
                <a:lnTo>
                  <a:pt x="1278" y="1189"/>
                </a:lnTo>
                <a:lnTo>
                  <a:pt x="1291" y="1190"/>
                </a:lnTo>
                <a:lnTo>
                  <a:pt x="1303" y="1192"/>
                </a:lnTo>
                <a:lnTo>
                  <a:pt x="1316" y="1194"/>
                </a:lnTo>
                <a:lnTo>
                  <a:pt x="1328" y="1195"/>
                </a:lnTo>
                <a:lnTo>
                  <a:pt x="1341" y="1197"/>
                </a:lnTo>
                <a:lnTo>
                  <a:pt x="1353" y="1198"/>
                </a:lnTo>
                <a:lnTo>
                  <a:pt x="1366" y="1199"/>
                </a:lnTo>
                <a:lnTo>
                  <a:pt x="1378" y="1201"/>
                </a:lnTo>
                <a:lnTo>
                  <a:pt x="1391" y="1202"/>
                </a:lnTo>
                <a:lnTo>
                  <a:pt x="1404" y="1203"/>
                </a:lnTo>
                <a:lnTo>
                  <a:pt x="1416" y="1205"/>
                </a:lnTo>
                <a:lnTo>
                  <a:pt x="1429" y="1206"/>
                </a:lnTo>
                <a:lnTo>
                  <a:pt x="1441" y="1207"/>
                </a:lnTo>
                <a:lnTo>
                  <a:pt x="1454" y="1208"/>
                </a:lnTo>
                <a:lnTo>
                  <a:pt x="1466" y="1209"/>
                </a:lnTo>
                <a:lnTo>
                  <a:pt x="1479" y="1210"/>
                </a:lnTo>
                <a:lnTo>
                  <a:pt x="1491" y="1212"/>
                </a:lnTo>
                <a:lnTo>
                  <a:pt x="1504" y="1213"/>
                </a:lnTo>
                <a:lnTo>
                  <a:pt x="1516" y="1213"/>
                </a:lnTo>
                <a:lnTo>
                  <a:pt x="1529" y="1214"/>
                </a:lnTo>
                <a:lnTo>
                  <a:pt x="1541" y="1215"/>
                </a:lnTo>
                <a:lnTo>
                  <a:pt x="1554" y="1216"/>
                </a:lnTo>
                <a:lnTo>
                  <a:pt x="1566" y="1217"/>
                </a:lnTo>
                <a:lnTo>
                  <a:pt x="1579" y="1218"/>
                </a:lnTo>
                <a:lnTo>
                  <a:pt x="1591" y="1218"/>
                </a:lnTo>
                <a:lnTo>
                  <a:pt x="1604" y="1219"/>
                </a:lnTo>
                <a:lnTo>
                  <a:pt x="1617" y="1220"/>
                </a:lnTo>
                <a:lnTo>
                  <a:pt x="1629" y="1220"/>
                </a:lnTo>
                <a:lnTo>
                  <a:pt x="1642" y="1221"/>
                </a:lnTo>
                <a:lnTo>
                  <a:pt x="1654" y="1221"/>
                </a:lnTo>
                <a:lnTo>
                  <a:pt x="1667" y="1222"/>
                </a:lnTo>
                <a:lnTo>
                  <a:pt x="1679" y="1222"/>
                </a:lnTo>
                <a:lnTo>
                  <a:pt x="1692" y="1223"/>
                </a:lnTo>
                <a:lnTo>
                  <a:pt x="1704" y="1223"/>
                </a:lnTo>
                <a:lnTo>
                  <a:pt x="1717" y="1224"/>
                </a:lnTo>
                <a:lnTo>
                  <a:pt x="1729" y="1224"/>
                </a:lnTo>
                <a:lnTo>
                  <a:pt x="1742" y="1224"/>
                </a:lnTo>
                <a:lnTo>
                  <a:pt x="1754" y="1224"/>
                </a:lnTo>
                <a:lnTo>
                  <a:pt x="1767" y="1225"/>
                </a:lnTo>
                <a:lnTo>
                  <a:pt x="1779" y="1225"/>
                </a:lnTo>
                <a:lnTo>
                  <a:pt x="1792" y="1225"/>
                </a:lnTo>
                <a:lnTo>
                  <a:pt x="1805" y="1225"/>
                </a:lnTo>
                <a:lnTo>
                  <a:pt x="1817" y="1225"/>
                </a:lnTo>
                <a:lnTo>
                  <a:pt x="1830" y="1225"/>
                </a:lnTo>
                <a:lnTo>
                  <a:pt x="1842" y="1225"/>
                </a:lnTo>
                <a:lnTo>
                  <a:pt x="1855" y="1225"/>
                </a:lnTo>
                <a:lnTo>
                  <a:pt x="1867" y="1225"/>
                </a:lnTo>
                <a:lnTo>
                  <a:pt x="1880" y="1225"/>
                </a:lnTo>
                <a:lnTo>
                  <a:pt x="1892" y="1224"/>
                </a:lnTo>
                <a:lnTo>
                  <a:pt x="1905" y="1224"/>
                </a:lnTo>
                <a:lnTo>
                  <a:pt x="1917" y="1224"/>
                </a:lnTo>
                <a:lnTo>
                  <a:pt x="1930" y="1224"/>
                </a:lnTo>
                <a:lnTo>
                  <a:pt x="1942" y="1223"/>
                </a:lnTo>
                <a:lnTo>
                  <a:pt x="1955" y="1223"/>
                </a:lnTo>
                <a:lnTo>
                  <a:pt x="1967" y="1222"/>
                </a:lnTo>
                <a:lnTo>
                  <a:pt x="1980" y="1222"/>
                </a:lnTo>
                <a:lnTo>
                  <a:pt x="1992" y="1222"/>
                </a:lnTo>
                <a:lnTo>
                  <a:pt x="2005" y="1221"/>
                </a:lnTo>
                <a:lnTo>
                  <a:pt x="2018" y="1220"/>
                </a:lnTo>
                <a:lnTo>
                  <a:pt x="2030" y="1220"/>
                </a:lnTo>
                <a:lnTo>
                  <a:pt x="2043" y="1219"/>
                </a:lnTo>
                <a:lnTo>
                  <a:pt x="2055" y="1218"/>
                </a:lnTo>
                <a:lnTo>
                  <a:pt x="2068" y="1218"/>
                </a:lnTo>
                <a:lnTo>
                  <a:pt x="2080" y="1217"/>
                </a:lnTo>
                <a:lnTo>
                  <a:pt x="2093" y="1216"/>
                </a:lnTo>
                <a:lnTo>
                  <a:pt x="2105" y="1215"/>
                </a:lnTo>
                <a:lnTo>
                  <a:pt x="2118" y="1214"/>
                </a:lnTo>
                <a:lnTo>
                  <a:pt x="2130" y="1214"/>
                </a:lnTo>
                <a:lnTo>
                  <a:pt x="2143" y="1213"/>
                </a:lnTo>
                <a:lnTo>
                  <a:pt x="2155" y="1212"/>
                </a:lnTo>
                <a:lnTo>
                  <a:pt x="2168" y="1211"/>
                </a:lnTo>
                <a:lnTo>
                  <a:pt x="2180" y="1210"/>
                </a:lnTo>
                <a:lnTo>
                  <a:pt x="2193" y="1208"/>
                </a:lnTo>
                <a:lnTo>
                  <a:pt x="2206" y="1207"/>
                </a:lnTo>
                <a:lnTo>
                  <a:pt x="2218" y="1206"/>
                </a:lnTo>
                <a:lnTo>
                  <a:pt x="2231" y="1205"/>
                </a:lnTo>
                <a:lnTo>
                  <a:pt x="2243" y="1204"/>
                </a:lnTo>
                <a:lnTo>
                  <a:pt x="2256" y="1202"/>
                </a:lnTo>
                <a:lnTo>
                  <a:pt x="2268" y="1201"/>
                </a:lnTo>
                <a:lnTo>
                  <a:pt x="2281" y="1200"/>
                </a:lnTo>
                <a:lnTo>
                  <a:pt x="2293" y="1198"/>
                </a:lnTo>
                <a:lnTo>
                  <a:pt x="2306" y="1197"/>
                </a:lnTo>
                <a:lnTo>
                  <a:pt x="2318" y="1195"/>
                </a:lnTo>
                <a:lnTo>
                  <a:pt x="2331" y="1194"/>
                </a:lnTo>
                <a:lnTo>
                  <a:pt x="2343" y="1192"/>
                </a:lnTo>
                <a:lnTo>
                  <a:pt x="2356" y="1191"/>
                </a:lnTo>
                <a:lnTo>
                  <a:pt x="2368" y="1189"/>
                </a:lnTo>
                <a:lnTo>
                  <a:pt x="2381" y="1187"/>
                </a:lnTo>
                <a:lnTo>
                  <a:pt x="2393" y="1186"/>
                </a:lnTo>
                <a:lnTo>
                  <a:pt x="2406" y="1184"/>
                </a:lnTo>
                <a:lnTo>
                  <a:pt x="2419" y="1182"/>
                </a:lnTo>
                <a:lnTo>
                  <a:pt x="2431" y="1180"/>
                </a:lnTo>
                <a:lnTo>
                  <a:pt x="2444" y="1178"/>
                </a:lnTo>
                <a:lnTo>
                  <a:pt x="2456" y="1176"/>
                </a:lnTo>
                <a:lnTo>
                  <a:pt x="2469" y="1174"/>
                </a:lnTo>
                <a:lnTo>
                  <a:pt x="2481" y="1173"/>
                </a:lnTo>
                <a:lnTo>
                  <a:pt x="2494" y="1170"/>
                </a:lnTo>
                <a:lnTo>
                  <a:pt x="2506" y="1168"/>
                </a:lnTo>
                <a:lnTo>
                  <a:pt x="2519" y="1166"/>
                </a:lnTo>
                <a:lnTo>
                  <a:pt x="2531" y="1164"/>
                </a:lnTo>
                <a:lnTo>
                  <a:pt x="2544" y="1162"/>
                </a:lnTo>
                <a:lnTo>
                  <a:pt x="2556" y="1160"/>
                </a:lnTo>
                <a:lnTo>
                  <a:pt x="2569" y="1158"/>
                </a:lnTo>
                <a:lnTo>
                  <a:pt x="2581" y="1155"/>
                </a:lnTo>
                <a:lnTo>
                  <a:pt x="2594" y="1153"/>
                </a:lnTo>
                <a:lnTo>
                  <a:pt x="2607" y="1151"/>
                </a:lnTo>
                <a:lnTo>
                  <a:pt x="2619" y="1148"/>
                </a:lnTo>
                <a:lnTo>
                  <a:pt x="2632" y="1146"/>
                </a:lnTo>
                <a:lnTo>
                  <a:pt x="2644" y="1143"/>
                </a:lnTo>
                <a:lnTo>
                  <a:pt x="2657" y="1141"/>
                </a:lnTo>
                <a:lnTo>
                  <a:pt x="2669" y="1138"/>
                </a:lnTo>
                <a:lnTo>
                  <a:pt x="2682" y="1136"/>
                </a:lnTo>
                <a:lnTo>
                  <a:pt x="2694" y="1133"/>
                </a:lnTo>
                <a:lnTo>
                  <a:pt x="2707" y="1130"/>
                </a:lnTo>
                <a:lnTo>
                  <a:pt x="2719" y="1128"/>
                </a:lnTo>
                <a:lnTo>
                  <a:pt x="2732" y="1125"/>
                </a:lnTo>
                <a:lnTo>
                  <a:pt x="2744" y="1122"/>
                </a:lnTo>
                <a:lnTo>
                  <a:pt x="2757" y="1119"/>
                </a:lnTo>
                <a:lnTo>
                  <a:pt x="2769" y="1116"/>
                </a:lnTo>
                <a:lnTo>
                  <a:pt x="2782" y="1114"/>
                </a:lnTo>
                <a:lnTo>
                  <a:pt x="2794" y="1111"/>
                </a:lnTo>
                <a:lnTo>
                  <a:pt x="2807" y="1108"/>
                </a:lnTo>
                <a:lnTo>
                  <a:pt x="2820" y="1105"/>
                </a:lnTo>
                <a:lnTo>
                  <a:pt x="2832" y="1102"/>
                </a:lnTo>
                <a:lnTo>
                  <a:pt x="2845" y="1098"/>
                </a:lnTo>
                <a:lnTo>
                  <a:pt x="2857" y="1095"/>
                </a:lnTo>
                <a:lnTo>
                  <a:pt x="2870" y="1092"/>
                </a:lnTo>
                <a:lnTo>
                  <a:pt x="2882" y="1089"/>
                </a:lnTo>
                <a:lnTo>
                  <a:pt x="2895" y="1086"/>
                </a:lnTo>
                <a:lnTo>
                  <a:pt x="2907" y="1082"/>
                </a:lnTo>
                <a:lnTo>
                  <a:pt x="2920" y="1079"/>
                </a:lnTo>
                <a:lnTo>
                  <a:pt x="2932" y="1076"/>
                </a:lnTo>
                <a:lnTo>
                  <a:pt x="2945" y="1072"/>
                </a:lnTo>
                <a:lnTo>
                  <a:pt x="2957" y="1069"/>
                </a:lnTo>
                <a:lnTo>
                  <a:pt x="2970" y="1066"/>
                </a:lnTo>
                <a:lnTo>
                  <a:pt x="2982" y="1062"/>
                </a:lnTo>
                <a:lnTo>
                  <a:pt x="2995" y="1058"/>
                </a:lnTo>
                <a:lnTo>
                  <a:pt x="3008" y="1055"/>
                </a:lnTo>
                <a:lnTo>
                  <a:pt x="3020" y="1051"/>
                </a:lnTo>
                <a:lnTo>
                  <a:pt x="3033" y="1048"/>
                </a:lnTo>
                <a:lnTo>
                  <a:pt x="3045" y="1044"/>
                </a:lnTo>
                <a:lnTo>
                  <a:pt x="3058" y="1040"/>
                </a:lnTo>
                <a:lnTo>
                  <a:pt x="3070" y="1036"/>
                </a:lnTo>
                <a:lnTo>
                  <a:pt x="3083" y="1033"/>
                </a:lnTo>
                <a:lnTo>
                  <a:pt x="3095" y="1029"/>
                </a:lnTo>
                <a:lnTo>
                  <a:pt x="3108" y="1025"/>
                </a:lnTo>
                <a:lnTo>
                  <a:pt x="3120" y="1021"/>
                </a:lnTo>
                <a:lnTo>
                  <a:pt x="3133" y="1017"/>
                </a:lnTo>
                <a:lnTo>
                  <a:pt x="3145" y="1013"/>
                </a:lnTo>
                <a:lnTo>
                  <a:pt x="3158" y="1009"/>
                </a:lnTo>
                <a:lnTo>
                  <a:pt x="3170" y="1005"/>
                </a:lnTo>
                <a:lnTo>
                  <a:pt x="3183" y="1001"/>
                </a:lnTo>
                <a:lnTo>
                  <a:pt x="3195" y="997"/>
                </a:lnTo>
                <a:lnTo>
                  <a:pt x="3208" y="992"/>
                </a:lnTo>
                <a:lnTo>
                  <a:pt x="3221" y="988"/>
                </a:lnTo>
                <a:lnTo>
                  <a:pt x="3233" y="984"/>
                </a:lnTo>
                <a:lnTo>
                  <a:pt x="3246" y="980"/>
                </a:lnTo>
                <a:lnTo>
                  <a:pt x="3258" y="975"/>
                </a:lnTo>
                <a:lnTo>
                  <a:pt x="3271" y="971"/>
                </a:lnTo>
                <a:lnTo>
                  <a:pt x="3283" y="966"/>
                </a:lnTo>
                <a:lnTo>
                  <a:pt x="3296" y="962"/>
                </a:lnTo>
                <a:lnTo>
                  <a:pt x="3308" y="957"/>
                </a:lnTo>
                <a:lnTo>
                  <a:pt x="3321" y="953"/>
                </a:lnTo>
                <a:lnTo>
                  <a:pt x="3333" y="948"/>
                </a:lnTo>
                <a:lnTo>
                  <a:pt x="3346" y="944"/>
                </a:lnTo>
                <a:lnTo>
                  <a:pt x="3358" y="939"/>
                </a:lnTo>
                <a:lnTo>
                  <a:pt x="3371" y="934"/>
                </a:lnTo>
                <a:lnTo>
                  <a:pt x="3383" y="930"/>
                </a:lnTo>
                <a:lnTo>
                  <a:pt x="3396" y="925"/>
                </a:lnTo>
                <a:lnTo>
                  <a:pt x="3409" y="920"/>
                </a:lnTo>
                <a:lnTo>
                  <a:pt x="3421" y="915"/>
                </a:lnTo>
                <a:lnTo>
                  <a:pt x="3434" y="910"/>
                </a:lnTo>
                <a:lnTo>
                  <a:pt x="3446" y="906"/>
                </a:lnTo>
                <a:lnTo>
                  <a:pt x="3459" y="901"/>
                </a:lnTo>
                <a:lnTo>
                  <a:pt x="3471" y="896"/>
                </a:lnTo>
                <a:lnTo>
                  <a:pt x="3484" y="891"/>
                </a:lnTo>
                <a:lnTo>
                  <a:pt x="3496" y="885"/>
                </a:lnTo>
                <a:lnTo>
                  <a:pt x="3509" y="880"/>
                </a:lnTo>
                <a:lnTo>
                  <a:pt x="3521" y="875"/>
                </a:lnTo>
                <a:lnTo>
                  <a:pt x="3534" y="870"/>
                </a:lnTo>
                <a:lnTo>
                  <a:pt x="3546" y="865"/>
                </a:lnTo>
                <a:lnTo>
                  <a:pt x="3559" y="860"/>
                </a:lnTo>
                <a:lnTo>
                  <a:pt x="3571" y="854"/>
                </a:lnTo>
                <a:lnTo>
                  <a:pt x="3584" y="849"/>
                </a:lnTo>
                <a:lnTo>
                  <a:pt x="3596" y="844"/>
                </a:lnTo>
                <a:lnTo>
                  <a:pt x="3609" y="838"/>
                </a:lnTo>
                <a:lnTo>
                  <a:pt x="3622" y="833"/>
                </a:lnTo>
                <a:lnTo>
                  <a:pt x="3634" y="827"/>
                </a:lnTo>
                <a:lnTo>
                  <a:pt x="3647" y="822"/>
                </a:lnTo>
                <a:lnTo>
                  <a:pt x="3659" y="816"/>
                </a:lnTo>
                <a:lnTo>
                  <a:pt x="3672" y="810"/>
                </a:lnTo>
                <a:lnTo>
                  <a:pt x="3684" y="805"/>
                </a:lnTo>
                <a:lnTo>
                  <a:pt x="3697" y="799"/>
                </a:lnTo>
                <a:lnTo>
                  <a:pt x="3709" y="793"/>
                </a:lnTo>
                <a:lnTo>
                  <a:pt x="3722" y="788"/>
                </a:lnTo>
                <a:lnTo>
                  <a:pt x="3734" y="782"/>
                </a:lnTo>
                <a:lnTo>
                  <a:pt x="3747" y="776"/>
                </a:lnTo>
                <a:lnTo>
                  <a:pt x="3759" y="770"/>
                </a:lnTo>
                <a:lnTo>
                  <a:pt x="3772" y="764"/>
                </a:lnTo>
                <a:lnTo>
                  <a:pt x="3784" y="758"/>
                </a:lnTo>
                <a:lnTo>
                  <a:pt x="3797" y="752"/>
                </a:lnTo>
                <a:lnTo>
                  <a:pt x="3810" y="746"/>
                </a:lnTo>
                <a:lnTo>
                  <a:pt x="3822" y="740"/>
                </a:lnTo>
                <a:lnTo>
                  <a:pt x="3835" y="734"/>
                </a:lnTo>
                <a:lnTo>
                  <a:pt x="3847" y="728"/>
                </a:lnTo>
                <a:lnTo>
                  <a:pt x="3860" y="722"/>
                </a:lnTo>
                <a:lnTo>
                  <a:pt x="3872" y="716"/>
                </a:lnTo>
                <a:lnTo>
                  <a:pt x="3885" y="709"/>
                </a:lnTo>
                <a:lnTo>
                  <a:pt x="3897" y="703"/>
                </a:lnTo>
                <a:lnTo>
                  <a:pt x="3910" y="697"/>
                </a:lnTo>
                <a:lnTo>
                  <a:pt x="3922" y="690"/>
                </a:lnTo>
                <a:lnTo>
                  <a:pt x="3935" y="684"/>
                </a:lnTo>
                <a:lnTo>
                  <a:pt x="3947" y="678"/>
                </a:lnTo>
                <a:lnTo>
                  <a:pt x="3960" y="671"/>
                </a:lnTo>
                <a:lnTo>
                  <a:pt x="3972" y="665"/>
                </a:lnTo>
                <a:lnTo>
                  <a:pt x="3985" y="658"/>
                </a:lnTo>
                <a:lnTo>
                  <a:pt x="3997" y="651"/>
                </a:lnTo>
                <a:lnTo>
                  <a:pt x="4010" y="645"/>
                </a:lnTo>
                <a:lnTo>
                  <a:pt x="4023" y="638"/>
                </a:lnTo>
                <a:lnTo>
                  <a:pt x="4035" y="631"/>
                </a:lnTo>
                <a:lnTo>
                  <a:pt x="4048" y="625"/>
                </a:lnTo>
                <a:lnTo>
                  <a:pt x="4060" y="618"/>
                </a:lnTo>
                <a:lnTo>
                  <a:pt x="4073" y="611"/>
                </a:lnTo>
                <a:lnTo>
                  <a:pt x="4085" y="604"/>
                </a:lnTo>
                <a:lnTo>
                  <a:pt x="4098" y="597"/>
                </a:lnTo>
                <a:lnTo>
                  <a:pt x="4110" y="590"/>
                </a:lnTo>
                <a:lnTo>
                  <a:pt x="4123" y="583"/>
                </a:lnTo>
                <a:lnTo>
                  <a:pt x="4135" y="576"/>
                </a:lnTo>
                <a:lnTo>
                  <a:pt x="4148" y="569"/>
                </a:lnTo>
                <a:lnTo>
                  <a:pt x="4160" y="562"/>
                </a:lnTo>
                <a:lnTo>
                  <a:pt x="4173" y="555"/>
                </a:lnTo>
                <a:lnTo>
                  <a:pt x="4185" y="548"/>
                </a:lnTo>
                <a:lnTo>
                  <a:pt x="4198" y="541"/>
                </a:lnTo>
                <a:lnTo>
                  <a:pt x="4211" y="534"/>
                </a:lnTo>
                <a:lnTo>
                  <a:pt x="4223" y="526"/>
                </a:lnTo>
                <a:lnTo>
                  <a:pt x="4236" y="519"/>
                </a:lnTo>
                <a:lnTo>
                  <a:pt x="4248" y="512"/>
                </a:lnTo>
                <a:lnTo>
                  <a:pt x="4261" y="504"/>
                </a:lnTo>
                <a:lnTo>
                  <a:pt x="4273" y="497"/>
                </a:lnTo>
                <a:lnTo>
                  <a:pt x="4286" y="489"/>
                </a:lnTo>
                <a:lnTo>
                  <a:pt x="4298" y="482"/>
                </a:lnTo>
                <a:lnTo>
                  <a:pt x="4311" y="474"/>
                </a:lnTo>
                <a:lnTo>
                  <a:pt x="4323" y="467"/>
                </a:lnTo>
                <a:lnTo>
                  <a:pt x="4336" y="459"/>
                </a:lnTo>
                <a:lnTo>
                  <a:pt x="4348" y="451"/>
                </a:lnTo>
                <a:lnTo>
                  <a:pt x="4361" y="444"/>
                </a:lnTo>
                <a:lnTo>
                  <a:pt x="4373" y="436"/>
                </a:lnTo>
                <a:lnTo>
                  <a:pt x="4386" y="428"/>
                </a:lnTo>
                <a:lnTo>
                  <a:pt x="4398" y="420"/>
                </a:lnTo>
                <a:lnTo>
                  <a:pt x="4411" y="412"/>
                </a:lnTo>
                <a:lnTo>
                  <a:pt x="4424" y="405"/>
                </a:lnTo>
                <a:lnTo>
                  <a:pt x="4436" y="397"/>
                </a:lnTo>
                <a:lnTo>
                  <a:pt x="4449" y="389"/>
                </a:lnTo>
                <a:lnTo>
                  <a:pt x="4461" y="381"/>
                </a:lnTo>
                <a:lnTo>
                  <a:pt x="4474" y="373"/>
                </a:lnTo>
                <a:lnTo>
                  <a:pt x="4486" y="365"/>
                </a:lnTo>
                <a:lnTo>
                  <a:pt x="4499" y="356"/>
                </a:lnTo>
                <a:lnTo>
                  <a:pt x="4511" y="348"/>
                </a:lnTo>
                <a:lnTo>
                  <a:pt x="4524" y="340"/>
                </a:lnTo>
                <a:lnTo>
                  <a:pt x="4536" y="332"/>
                </a:lnTo>
                <a:lnTo>
                  <a:pt x="4549" y="324"/>
                </a:lnTo>
                <a:lnTo>
                  <a:pt x="4561" y="315"/>
                </a:lnTo>
                <a:lnTo>
                  <a:pt x="4574" y="307"/>
                </a:lnTo>
                <a:lnTo>
                  <a:pt x="4586" y="299"/>
                </a:lnTo>
                <a:lnTo>
                  <a:pt x="4599" y="290"/>
                </a:lnTo>
                <a:lnTo>
                  <a:pt x="4612" y="282"/>
                </a:lnTo>
                <a:lnTo>
                  <a:pt x="4624" y="273"/>
                </a:lnTo>
                <a:lnTo>
                  <a:pt x="4637" y="265"/>
                </a:lnTo>
                <a:lnTo>
                  <a:pt x="4649" y="256"/>
                </a:lnTo>
                <a:lnTo>
                  <a:pt x="4662" y="247"/>
                </a:lnTo>
                <a:lnTo>
                  <a:pt x="4674" y="239"/>
                </a:lnTo>
                <a:lnTo>
                  <a:pt x="4687" y="230"/>
                </a:lnTo>
                <a:lnTo>
                  <a:pt x="4699" y="221"/>
                </a:lnTo>
                <a:lnTo>
                  <a:pt x="4712" y="213"/>
                </a:lnTo>
                <a:lnTo>
                  <a:pt x="4724" y="204"/>
                </a:lnTo>
                <a:lnTo>
                  <a:pt x="4737" y="195"/>
                </a:lnTo>
                <a:lnTo>
                  <a:pt x="4749" y="186"/>
                </a:lnTo>
                <a:lnTo>
                  <a:pt x="4762" y="177"/>
                </a:lnTo>
                <a:lnTo>
                  <a:pt x="4774" y="168"/>
                </a:lnTo>
                <a:lnTo>
                  <a:pt x="4787" y="159"/>
                </a:lnTo>
                <a:lnTo>
                  <a:pt x="4799" y="150"/>
                </a:lnTo>
                <a:lnTo>
                  <a:pt x="4812" y="141"/>
                </a:lnTo>
                <a:lnTo>
                  <a:pt x="4825" y="132"/>
                </a:lnTo>
                <a:lnTo>
                  <a:pt x="4837" y="123"/>
                </a:lnTo>
                <a:lnTo>
                  <a:pt x="4850" y="114"/>
                </a:lnTo>
                <a:lnTo>
                  <a:pt x="4862" y="104"/>
                </a:lnTo>
                <a:lnTo>
                  <a:pt x="4875" y="95"/>
                </a:lnTo>
                <a:lnTo>
                  <a:pt x="4887" y="86"/>
                </a:lnTo>
                <a:lnTo>
                  <a:pt x="4900" y="76"/>
                </a:lnTo>
                <a:lnTo>
                  <a:pt x="4912" y="67"/>
                </a:lnTo>
                <a:lnTo>
                  <a:pt x="4925" y="58"/>
                </a:lnTo>
                <a:lnTo>
                  <a:pt x="4937" y="48"/>
                </a:lnTo>
                <a:lnTo>
                  <a:pt x="4950" y="39"/>
                </a:lnTo>
                <a:lnTo>
                  <a:pt x="4962" y="29"/>
                </a:lnTo>
                <a:lnTo>
                  <a:pt x="4975" y="20"/>
                </a:lnTo>
                <a:lnTo>
                  <a:pt x="4987" y="10"/>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Freeform 16"/>
          <p:cNvSpPr/>
          <p:nvPr/>
        </p:nvSpPr>
        <p:spPr>
          <a:xfrm>
            <a:off x="896112" y="3755441"/>
            <a:ext cx="4572000" cy="708660"/>
          </a:xfrm>
          <a:custGeom>
            <a:avLst/>
            <a:gdLst/>
            <a:ahLst/>
            <a:cxnLst/>
            <a:rect l="l" t="t" r="r" b="b"/>
            <a:pathLst>
              <a:path w="5000" h="775">
                <a:moveTo>
                  <a:pt x="0" y="610"/>
                </a:moveTo>
                <a:lnTo>
                  <a:pt x="13" y="612"/>
                </a:lnTo>
                <a:lnTo>
                  <a:pt x="25" y="615"/>
                </a:lnTo>
                <a:lnTo>
                  <a:pt x="38" y="618"/>
                </a:lnTo>
                <a:lnTo>
                  <a:pt x="50" y="620"/>
                </a:lnTo>
                <a:lnTo>
                  <a:pt x="63" y="623"/>
                </a:lnTo>
                <a:lnTo>
                  <a:pt x="75" y="625"/>
                </a:lnTo>
                <a:lnTo>
                  <a:pt x="88" y="628"/>
                </a:lnTo>
                <a:lnTo>
                  <a:pt x="100" y="630"/>
                </a:lnTo>
                <a:lnTo>
                  <a:pt x="113" y="633"/>
                </a:lnTo>
                <a:lnTo>
                  <a:pt x="125" y="635"/>
                </a:lnTo>
                <a:lnTo>
                  <a:pt x="138" y="637"/>
                </a:lnTo>
                <a:lnTo>
                  <a:pt x="150" y="640"/>
                </a:lnTo>
                <a:lnTo>
                  <a:pt x="163" y="642"/>
                </a:lnTo>
                <a:lnTo>
                  <a:pt x="175" y="645"/>
                </a:lnTo>
                <a:lnTo>
                  <a:pt x="188" y="647"/>
                </a:lnTo>
                <a:lnTo>
                  <a:pt x="201" y="649"/>
                </a:lnTo>
                <a:lnTo>
                  <a:pt x="213" y="651"/>
                </a:lnTo>
                <a:lnTo>
                  <a:pt x="226" y="654"/>
                </a:lnTo>
                <a:lnTo>
                  <a:pt x="238" y="656"/>
                </a:lnTo>
                <a:lnTo>
                  <a:pt x="251" y="658"/>
                </a:lnTo>
                <a:lnTo>
                  <a:pt x="263" y="660"/>
                </a:lnTo>
                <a:lnTo>
                  <a:pt x="276" y="663"/>
                </a:lnTo>
                <a:lnTo>
                  <a:pt x="288" y="665"/>
                </a:lnTo>
                <a:lnTo>
                  <a:pt x="301" y="667"/>
                </a:lnTo>
                <a:lnTo>
                  <a:pt x="313" y="669"/>
                </a:lnTo>
                <a:lnTo>
                  <a:pt x="326" y="671"/>
                </a:lnTo>
                <a:lnTo>
                  <a:pt x="338" y="673"/>
                </a:lnTo>
                <a:lnTo>
                  <a:pt x="351" y="675"/>
                </a:lnTo>
                <a:lnTo>
                  <a:pt x="363" y="677"/>
                </a:lnTo>
                <a:lnTo>
                  <a:pt x="376" y="679"/>
                </a:lnTo>
                <a:lnTo>
                  <a:pt x="388" y="681"/>
                </a:lnTo>
                <a:lnTo>
                  <a:pt x="401" y="683"/>
                </a:lnTo>
                <a:lnTo>
                  <a:pt x="414" y="685"/>
                </a:lnTo>
                <a:lnTo>
                  <a:pt x="426" y="687"/>
                </a:lnTo>
                <a:lnTo>
                  <a:pt x="439" y="689"/>
                </a:lnTo>
                <a:lnTo>
                  <a:pt x="451" y="691"/>
                </a:lnTo>
                <a:lnTo>
                  <a:pt x="464" y="693"/>
                </a:lnTo>
                <a:lnTo>
                  <a:pt x="476" y="695"/>
                </a:lnTo>
                <a:lnTo>
                  <a:pt x="489" y="696"/>
                </a:lnTo>
                <a:lnTo>
                  <a:pt x="501" y="698"/>
                </a:lnTo>
                <a:lnTo>
                  <a:pt x="514" y="700"/>
                </a:lnTo>
                <a:lnTo>
                  <a:pt x="526" y="702"/>
                </a:lnTo>
                <a:lnTo>
                  <a:pt x="539" y="703"/>
                </a:lnTo>
                <a:lnTo>
                  <a:pt x="551" y="705"/>
                </a:lnTo>
                <a:lnTo>
                  <a:pt x="564" y="707"/>
                </a:lnTo>
                <a:lnTo>
                  <a:pt x="576" y="709"/>
                </a:lnTo>
                <a:lnTo>
                  <a:pt x="589" y="710"/>
                </a:lnTo>
                <a:lnTo>
                  <a:pt x="602" y="712"/>
                </a:lnTo>
                <a:lnTo>
                  <a:pt x="614" y="713"/>
                </a:lnTo>
                <a:lnTo>
                  <a:pt x="627" y="715"/>
                </a:lnTo>
                <a:lnTo>
                  <a:pt x="639" y="717"/>
                </a:lnTo>
                <a:lnTo>
                  <a:pt x="652" y="718"/>
                </a:lnTo>
                <a:lnTo>
                  <a:pt x="664" y="720"/>
                </a:lnTo>
                <a:lnTo>
                  <a:pt x="677" y="721"/>
                </a:lnTo>
                <a:lnTo>
                  <a:pt x="689" y="723"/>
                </a:lnTo>
                <a:lnTo>
                  <a:pt x="702" y="724"/>
                </a:lnTo>
                <a:lnTo>
                  <a:pt x="714" y="726"/>
                </a:lnTo>
                <a:lnTo>
                  <a:pt x="727" y="727"/>
                </a:lnTo>
                <a:lnTo>
                  <a:pt x="739" y="728"/>
                </a:lnTo>
                <a:lnTo>
                  <a:pt x="752" y="730"/>
                </a:lnTo>
                <a:lnTo>
                  <a:pt x="764" y="731"/>
                </a:lnTo>
                <a:lnTo>
                  <a:pt x="777" y="733"/>
                </a:lnTo>
                <a:lnTo>
                  <a:pt x="789" y="734"/>
                </a:lnTo>
                <a:lnTo>
                  <a:pt x="802" y="735"/>
                </a:lnTo>
                <a:lnTo>
                  <a:pt x="815" y="736"/>
                </a:lnTo>
                <a:lnTo>
                  <a:pt x="827" y="738"/>
                </a:lnTo>
                <a:lnTo>
                  <a:pt x="840" y="739"/>
                </a:lnTo>
                <a:lnTo>
                  <a:pt x="852" y="740"/>
                </a:lnTo>
                <a:lnTo>
                  <a:pt x="865" y="741"/>
                </a:lnTo>
                <a:lnTo>
                  <a:pt x="877" y="743"/>
                </a:lnTo>
                <a:lnTo>
                  <a:pt x="890" y="744"/>
                </a:lnTo>
                <a:lnTo>
                  <a:pt x="902" y="745"/>
                </a:lnTo>
                <a:lnTo>
                  <a:pt x="915" y="746"/>
                </a:lnTo>
                <a:lnTo>
                  <a:pt x="927" y="747"/>
                </a:lnTo>
                <a:lnTo>
                  <a:pt x="940" y="748"/>
                </a:lnTo>
                <a:lnTo>
                  <a:pt x="952" y="749"/>
                </a:lnTo>
                <a:lnTo>
                  <a:pt x="965" y="750"/>
                </a:lnTo>
                <a:lnTo>
                  <a:pt x="977" y="751"/>
                </a:lnTo>
                <a:lnTo>
                  <a:pt x="990" y="752"/>
                </a:lnTo>
                <a:lnTo>
                  <a:pt x="1003" y="753"/>
                </a:lnTo>
                <a:lnTo>
                  <a:pt x="1015" y="754"/>
                </a:lnTo>
                <a:lnTo>
                  <a:pt x="1028" y="755"/>
                </a:lnTo>
                <a:lnTo>
                  <a:pt x="1040" y="756"/>
                </a:lnTo>
                <a:lnTo>
                  <a:pt x="1053" y="757"/>
                </a:lnTo>
                <a:lnTo>
                  <a:pt x="1065" y="758"/>
                </a:lnTo>
                <a:lnTo>
                  <a:pt x="1078" y="759"/>
                </a:lnTo>
                <a:lnTo>
                  <a:pt x="1090" y="759"/>
                </a:lnTo>
                <a:lnTo>
                  <a:pt x="1103" y="760"/>
                </a:lnTo>
                <a:lnTo>
                  <a:pt x="1115" y="761"/>
                </a:lnTo>
                <a:lnTo>
                  <a:pt x="1128" y="762"/>
                </a:lnTo>
                <a:lnTo>
                  <a:pt x="1140" y="763"/>
                </a:lnTo>
                <a:lnTo>
                  <a:pt x="1153" y="763"/>
                </a:lnTo>
                <a:lnTo>
                  <a:pt x="1165" y="764"/>
                </a:lnTo>
                <a:lnTo>
                  <a:pt x="1178" y="765"/>
                </a:lnTo>
                <a:lnTo>
                  <a:pt x="1190" y="765"/>
                </a:lnTo>
                <a:lnTo>
                  <a:pt x="1203" y="766"/>
                </a:lnTo>
                <a:lnTo>
                  <a:pt x="1216" y="767"/>
                </a:lnTo>
                <a:lnTo>
                  <a:pt x="1228" y="767"/>
                </a:lnTo>
                <a:lnTo>
                  <a:pt x="1241" y="768"/>
                </a:lnTo>
                <a:lnTo>
                  <a:pt x="1253" y="768"/>
                </a:lnTo>
                <a:lnTo>
                  <a:pt x="1266" y="769"/>
                </a:lnTo>
                <a:lnTo>
                  <a:pt x="1278" y="769"/>
                </a:lnTo>
                <a:lnTo>
                  <a:pt x="1291" y="770"/>
                </a:lnTo>
                <a:lnTo>
                  <a:pt x="1303" y="770"/>
                </a:lnTo>
                <a:lnTo>
                  <a:pt x="1316" y="771"/>
                </a:lnTo>
                <a:lnTo>
                  <a:pt x="1328" y="771"/>
                </a:lnTo>
                <a:lnTo>
                  <a:pt x="1341" y="772"/>
                </a:lnTo>
                <a:lnTo>
                  <a:pt x="1353" y="772"/>
                </a:lnTo>
                <a:lnTo>
                  <a:pt x="1366" y="772"/>
                </a:lnTo>
                <a:lnTo>
                  <a:pt x="1378" y="773"/>
                </a:lnTo>
                <a:lnTo>
                  <a:pt x="1391" y="773"/>
                </a:lnTo>
                <a:lnTo>
                  <a:pt x="1404" y="773"/>
                </a:lnTo>
                <a:lnTo>
                  <a:pt x="1416" y="774"/>
                </a:lnTo>
                <a:lnTo>
                  <a:pt x="1429" y="774"/>
                </a:lnTo>
                <a:lnTo>
                  <a:pt x="1441" y="774"/>
                </a:lnTo>
                <a:lnTo>
                  <a:pt x="1454" y="774"/>
                </a:lnTo>
                <a:lnTo>
                  <a:pt x="1466" y="775"/>
                </a:lnTo>
                <a:lnTo>
                  <a:pt x="1479" y="775"/>
                </a:lnTo>
                <a:lnTo>
                  <a:pt x="1491" y="775"/>
                </a:lnTo>
                <a:lnTo>
                  <a:pt x="1504" y="775"/>
                </a:lnTo>
                <a:lnTo>
                  <a:pt x="1516" y="775"/>
                </a:lnTo>
                <a:lnTo>
                  <a:pt x="1529" y="775"/>
                </a:lnTo>
                <a:lnTo>
                  <a:pt x="1541" y="775"/>
                </a:lnTo>
                <a:lnTo>
                  <a:pt x="1554" y="775"/>
                </a:lnTo>
                <a:lnTo>
                  <a:pt x="1566" y="775"/>
                </a:lnTo>
                <a:lnTo>
                  <a:pt x="1579" y="775"/>
                </a:lnTo>
                <a:lnTo>
                  <a:pt x="1591" y="775"/>
                </a:lnTo>
                <a:lnTo>
                  <a:pt x="1604" y="775"/>
                </a:lnTo>
                <a:lnTo>
                  <a:pt x="1617" y="775"/>
                </a:lnTo>
                <a:lnTo>
                  <a:pt x="1629" y="775"/>
                </a:lnTo>
                <a:lnTo>
                  <a:pt x="1642" y="775"/>
                </a:lnTo>
                <a:lnTo>
                  <a:pt x="1654" y="775"/>
                </a:lnTo>
                <a:lnTo>
                  <a:pt x="1667" y="775"/>
                </a:lnTo>
                <a:lnTo>
                  <a:pt x="1679" y="775"/>
                </a:lnTo>
                <a:lnTo>
                  <a:pt x="1692" y="775"/>
                </a:lnTo>
                <a:lnTo>
                  <a:pt x="1704" y="774"/>
                </a:lnTo>
                <a:lnTo>
                  <a:pt x="1717" y="774"/>
                </a:lnTo>
                <a:lnTo>
                  <a:pt x="1729" y="774"/>
                </a:lnTo>
                <a:lnTo>
                  <a:pt x="1742" y="774"/>
                </a:lnTo>
                <a:lnTo>
                  <a:pt x="1754" y="773"/>
                </a:lnTo>
                <a:lnTo>
                  <a:pt x="1767" y="773"/>
                </a:lnTo>
                <a:lnTo>
                  <a:pt x="1779" y="773"/>
                </a:lnTo>
                <a:lnTo>
                  <a:pt x="1792" y="772"/>
                </a:lnTo>
                <a:lnTo>
                  <a:pt x="1805" y="772"/>
                </a:lnTo>
                <a:lnTo>
                  <a:pt x="1817" y="772"/>
                </a:lnTo>
                <a:lnTo>
                  <a:pt x="1830" y="771"/>
                </a:lnTo>
                <a:lnTo>
                  <a:pt x="1842" y="771"/>
                </a:lnTo>
                <a:lnTo>
                  <a:pt x="1855" y="770"/>
                </a:lnTo>
                <a:lnTo>
                  <a:pt x="1867" y="770"/>
                </a:lnTo>
                <a:lnTo>
                  <a:pt x="1880" y="769"/>
                </a:lnTo>
                <a:lnTo>
                  <a:pt x="1892" y="769"/>
                </a:lnTo>
                <a:lnTo>
                  <a:pt x="1905" y="768"/>
                </a:lnTo>
                <a:lnTo>
                  <a:pt x="1917" y="768"/>
                </a:lnTo>
                <a:lnTo>
                  <a:pt x="1930" y="767"/>
                </a:lnTo>
                <a:lnTo>
                  <a:pt x="1942" y="767"/>
                </a:lnTo>
                <a:lnTo>
                  <a:pt x="1955" y="766"/>
                </a:lnTo>
                <a:lnTo>
                  <a:pt x="1967" y="765"/>
                </a:lnTo>
                <a:lnTo>
                  <a:pt x="1980" y="765"/>
                </a:lnTo>
                <a:lnTo>
                  <a:pt x="1992" y="764"/>
                </a:lnTo>
                <a:lnTo>
                  <a:pt x="2005" y="763"/>
                </a:lnTo>
                <a:lnTo>
                  <a:pt x="2018" y="763"/>
                </a:lnTo>
                <a:lnTo>
                  <a:pt x="2030" y="762"/>
                </a:lnTo>
                <a:lnTo>
                  <a:pt x="2043" y="761"/>
                </a:lnTo>
                <a:lnTo>
                  <a:pt x="2055" y="760"/>
                </a:lnTo>
                <a:lnTo>
                  <a:pt x="2068" y="760"/>
                </a:lnTo>
                <a:lnTo>
                  <a:pt x="2080" y="759"/>
                </a:lnTo>
                <a:lnTo>
                  <a:pt x="2093" y="758"/>
                </a:lnTo>
                <a:lnTo>
                  <a:pt x="2105" y="757"/>
                </a:lnTo>
                <a:lnTo>
                  <a:pt x="2118" y="756"/>
                </a:lnTo>
                <a:lnTo>
                  <a:pt x="2130" y="755"/>
                </a:lnTo>
                <a:lnTo>
                  <a:pt x="2143" y="754"/>
                </a:lnTo>
                <a:lnTo>
                  <a:pt x="2155" y="753"/>
                </a:lnTo>
                <a:lnTo>
                  <a:pt x="2168" y="752"/>
                </a:lnTo>
                <a:lnTo>
                  <a:pt x="2180" y="751"/>
                </a:lnTo>
                <a:lnTo>
                  <a:pt x="2193" y="750"/>
                </a:lnTo>
                <a:lnTo>
                  <a:pt x="2206" y="749"/>
                </a:lnTo>
                <a:lnTo>
                  <a:pt x="2218" y="748"/>
                </a:lnTo>
                <a:lnTo>
                  <a:pt x="2231" y="747"/>
                </a:lnTo>
                <a:lnTo>
                  <a:pt x="2243" y="746"/>
                </a:lnTo>
                <a:lnTo>
                  <a:pt x="2256" y="745"/>
                </a:lnTo>
                <a:lnTo>
                  <a:pt x="2268" y="744"/>
                </a:lnTo>
                <a:lnTo>
                  <a:pt x="2281" y="743"/>
                </a:lnTo>
                <a:lnTo>
                  <a:pt x="2293" y="742"/>
                </a:lnTo>
                <a:lnTo>
                  <a:pt x="2306" y="740"/>
                </a:lnTo>
                <a:lnTo>
                  <a:pt x="2318" y="739"/>
                </a:lnTo>
                <a:lnTo>
                  <a:pt x="2331" y="738"/>
                </a:lnTo>
                <a:lnTo>
                  <a:pt x="2343" y="737"/>
                </a:lnTo>
                <a:lnTo>
                  <a:pt x="2356" y="735"/>
                </a:lnTo>
                <a:lnTo>
                  <a:pt x="2368" y="734"/>
                </a:lnTo>
                <a:lnTo>
                  <a:pt x="2381" y="733"/>
                </a:lnTo>
                <a:lnTo>
                  <a:pt x="2393" y="731"/>
                </a:lnTo>
                <a:lnTo>
                  <a:pt x="2406" y="730"/>
                </a:lnTo>
                <a:lnTo>
                  <a:pt x="2419" y="729"/>
                </a:lnTo>
                <a:lnTo>
                  <a:pt x="2431" y="727"/>
                </a:lnTo>
                <a:lnTo>
                  <a:pt x="2444" y="726"/>
                </a:lnTo>
                <a:lnTo>
                  <a:pt x="2456" y="724"/>
                </a:lnTo>
                <a:lnTo>
                  <a:pt x="2469" y="723"/>
                </a:lnTo>
                <a:lnTo>
                  <a:pt x="2481" y="722"/>
                </a:lnTo>
                <a:lnTo>
                  <a:pt x="2494" y="720"/>
                </a:lnTo>
                <a:lnTo>
                  <a:pt x="2506" y="718"/>
                </a:lnTo>
                <a:lnTo>
                  <a:pt x="2519" y="717"/>
                </a:lnTo>
                <a:lnTo>
                  <a:pt x="2531" y="715"/>
                </a:lnTo>
                <a:lnTo>
                  <a:pt x="2544" y="714"/>
                </a:lnTo>
                <a:lnTo>
                  <a:pt x="2556" y="712"/>
                </a:lnTo>
                <a:lnTo>
                  <a:pt x="2569" y="711"/>
                </a:lnTo>
                <a:lnTo>
                  <a:pt x="2581" y="709"/>
                </a:lnTo>
                <a:lnTo>
                  <a:pt x="2594" y="707"/>
                </a:lnTo>
                <a:lnTo>
                  <a:pt x="2607" y="706"/>
                </a:lnTo>
                <a:lnTo>
                  <a:pt x="2619" y="704"/>
                </a:lnTo>
                <a:lnTo>
                  <a:pt x="2632" y="702"/>
                </a:lnTo>
                <a:lnTo>
                  <a:pt x="2644" y="700"/>
                </a:lnTo>
                <a:lnTo>
                  <a:pt x="2657" y="699"/>
                </a:lnTo>
                <a:lnTo>
                  <a:pt x="2669" y="697"/>
                </a:lnTo>
                <a:lnTo>
                  <a:pt x="2682" y="695"/>
                </a:lnTo>
                <a:lnTo>
                  <a:pt x="2694" y="693"/>
                </a:lnTo>
                <a:lnTo>
                  <a:pt x="2707" y="691"/>
                </a:lnTo>
                <a:lnTo>
                  <a:pt x="2719" y="689"/>
                </a:lnTo>
                <a:lnTo>
                  <a:pt x="2732" y="687"/>
                </a:lnTo>
                <a:lnTo>
                  <a:pt x="2744" y="685"/>
                </a:lnTo>
                <a:lnTo>
                  <a:pt x="2757" y="684"/>
                </a:lnTo>
                <a:lnTo>
                  <a:pt x="2769" y="682"/>
                </a:lnTo>
                <a:lnTo>
                  <a:pt x="2782" y="680"/>
                </a:lnTo>
                <a:lnTo>
                  <a:pt x="2794" y="678"/>
                </a:lnTo>
                <a:lnTo>
                  <a:pt x="2807" y="676"/>
                </a:lnTo>
                <a:lnTo>
                  <a:pt x="2820" y="673"/>
                </a:lnTo>
                <a:lnTo>
                  <a:pt x="2832" y="671"/>
                </a:lnTo>
                <a:lnTo>
                  <a:pt x="2845" y="669"/>
                </a:lnTo>
                <a:lnTo>
                  <a:pt x="2857" y="667"/>
                </a:lnTo>
                <a:lnTo>
                  <a:pt x="2870" y="665"/>
                </a:lnTo>
                <a:lnTo>
                  <a:pt x="2882" y="663"/>
                </a:lnTo>
                <a:lnTo>
                  <a:pt x="2895" y="661"/>
                </a:lnTo>
                <a:lnTo>
                  <a:pt x="2907" y="659"/>
                </a:lnTo>
                <a:lnTo>
                  <a:pt x="2920" y="656"/>
                </a:lnTo>
                <a:lnTo>
                  <a:pt x="2932" y="654"/>
                </a:lnTo>
                <a:lnTo>
                  <a:pt x="2945" y="652"/>
                </a:lnTo>
                <a:lnTo>
                  <a:pt x="2957" y="650"/>
                </a:lnTo>
                <a:lnTo>
                  <a:pt x="2970" y="647"/>
                </a:lnTo>
                <a:lnTo>
                  <a:pt x="2982" y="645"/>
                </a:lnTo>
                <a:lnTo>
                  <a:pt x="2995" y="643"/>
                </a:lnTo>
                <a:lnTo>
                  <a:pt x="3008" y="640"/>
                </a:lnTo>
                <a:lnTo>
                  <a:pt x="3020" y="638"/>
                </a:lnTo>
                <a:lnTo>
                  <a:pt x="3033" y="635"/>
                </a:lnTo>
                <a:lnTo>
                  <a:pt x="3045" y="633"/>
                </a:lnTo>
                <a:lnTo>
                  <a:pt x="3058" y="631"/>
                </a:lnTo>
                <a:lnTo>
                  <a:pt x="3070" y="628"/>
                </a:lnTo>
                <a:lnTo>
                  <a:pt x="3083" y="626"/>
                </a:lnTo>
                <a:lnTo>
                  <a:pt x="3095" y="623"/>
                </a:lnTo>
                <a:lnTo>
                  <a:pt x="3108" y="621"/>
                </a:lnTo>
                <a:lnTo>
                  <a:pt x="3120" y="618"/>
                </a:lnTo>
                <a:lnTo>
                  <a:pt x="3133" y="615"/>
                </a:lnTo>
                <a:lnTo>
                  <a:pt x="3145" y="613"/>
                </a:lnTo>
                <a:lnTo>
                  <a:pt x="3158" y="610"/>
                </a:lnTo>
                <a:lnTo>
                  <a:pt x="3170" y="608"/>
                </a:lnTo>
                <a:lnTo>
                  <a:pt x="3183" y="605"/>
                </a:lnTo>
                <a:lnTo>
                  <a:pt x="3195" y="602"/>
                </a:lnTo>
                <a:lnTo>
                  <a:pt x="3208" y="600"/>
                </a:lnTo>
                <a:lnTo>
                  <a:pt x="3221" y="597"/>
                </a:lnTo>
                <a:lnTo>
                  <a:pt x="3233" y="594"/>
                </a:lnTo>
                <a:lnTo>
                  <a:pt x="3246" y="591"/>
                </a:lnTo>
                <a:lnTo>
                  <a:pt x="3258" y="589"/>
                </a:lnTo>
                <a:lnTo>
                  <a:pt x="3271" y="586"/>
                </a:lnTo>
                <a:lnTo>
                  <a:pt x="3283" y="583"/>
                </a:lnTo>
                <a:lnTo>
                  <a:pt x="3296" y="580"/>
                </a:lnTo>
                <a:lnTo>
                  <a:pt x="3308" y="577"/>
                </a:lnTo>
                <a:lnTo>
                  <a:pt x="3321" y="574"/>
                </a:lnTo>
                <a:lnTo>
                  <a:pt x="3333" y="572"/>
                </a:lnTo>
                <a:lnTo>
                  <a:pt x="3346" y="569"/>
                </a:lnTo>
                <a:lnTo>
                  <a:pt x="3358" y="566"/>
                </a:lnTo>
                <a:lnTo>
                  <a:pt x="3371" y="563"/>
                </a:lnTo>
                <a:lnTo>
                  <a:pt x="3383" y="560"/>
                </a:lnTo>
                <a:lnTo>
                  <a:pt x="3396" y="557"/>
                </a:lnTo>
                <a:lnTo>
                  <a:pt x="3409" y="554"/>
                </a:lnTo>
                <a:lnTo>
                  <a:pt x="3421" y="551"/>
                </a:lnTo>
                <a:lnTo>
                  <a:pt x="3434" y="548"/>
                </a:lnTo>
                <a:lnTo>
                  <a:pt x="3446" y="544"/>
                </a:lnTo>
                <a:lnTo>
                  <a:pt x="3459" y="541"/>
                </a:lnTo>
                <a:lnTo>
                  <a:pt x="3471" y="538"/>
                </a:lnTo>
                <a:lnTo>
                  <a:pt x="3484" y="535"/>
                </a:lnTo>
                <a:lnTo>
                  <a:pt x="3496" y="532"/>
                </a:lnTo>
                <a:lnTo>
                  <a:pt x="3509" y="529"/>
                </a:lnTo>
                <a:lnTo>
                  <a:pt x="3521" y="525"/>
                </a:lnTo>
                <a:lnTo>
                  <a:pt x="3534" y="522"/>
                </a:lnTo>
                <a:lnTo>
                  <a:pt x="3546" y="519"/>
                </a:lnTo>
                <a:lnTo>
                  <a:pt x="3559" y="516"/>
                </a:lnTo>
                <a:lnTo>
                  <a:pt x="3571" y="512"/>
                </a:lnTo>
                <a:lnTo>
                  <a:pt x="3584" y="509"/>
                </a:lnTo>
                <a:lnTo>
                  <a:pt x="3596" y="506"/>
                </a:lnTo>
                <a:lnTo>
                  <a:pt x="3609" y="502"/>
                </a:lnTo>
                <a:lnTo>
                  <a:pt x="3622" y="499"/>
                </a:lnTo>
                <a:lnTo>
                  <a:pt x="3634" y="496"/>
                </a:lnTo>
                <a:lnTo>
                  <a:pt x="3647" y="492"/>
                </a:lnTo>
                <a:lnTo>
                  <a:pt x="3659" y="489"/>
                </a:lnTo>
                <a:lnTo>
                  <a:pt x="3672" y="485"/>
                </a:lnTo>
                <a:lnTo>
                  <a:pt x="3684" y="482"/>
                </a:lnTo>
                <a:lnTo>
                  <a:pt x="3697" y="478"/>
                </a:lnTo>
                <a:lnTo>
                  <a:pt x="3709" y="475"/>
                </a:lnTo>
                <a:lnTo>
                  <a:pt x="3722" y="471"/>
                </a:lnTo>
                <a:lnTo>
                  <a:pt x="3734" y="468"/>
                </a:lnTo>
                <a:lnTo>
                  <a:pt x="3747" y="464"/>
                </a:lnTo>
                <a:lnTo>
                  <a:pt x="3759" y="460"/>
                </a:lnTo>
                <a:lnTo>
                  <a:pt x="3772" y="457"/>
                </a:lnTo>
                <a:lnTo>
                  <a:pt x="3784" y="453"/>
                </a:lnTo>
                <a:lnTo>
                  <a:pt x="3797" y="449"/>
                </a:lnTo>
                <a:lnTo>
                  <a:pt x="3810" y="446"/>
                </a:lnTo>
                <a:lnTo>
                  <a:pt x="3822" y="442"/>
                </a:lnTo>
                <a:lnTo>
                  <a:pt x="3835" y="438"/>
                </a:lnTo>
                <a:lnTo>
                  <a:pt x="3847" y="435"/>
                </a:lnTo>
                <a:lnTo>
                  <a:pt x="3860" y="431"/>
                </a:lnTo>
                <a:lnTo>
                  <a:pt x="3872" y="427"/>
                </a:lnTo>
                <a:lnTo>
                  <a:pt x="3885" y="423"/>
                </a:lnTo>
                <a:lnTo>
                  <a:pt x="3897" y="419"/>
                </a:lnTo>
                <a:lnTo>
                  <a:pt x="3910" y="415"/>
                </a:lnTo>
                <a:lnTo>
                  <a:pt x="3922" y="412"/>
                </a:lnTo>
                <a:lnTo>
                  <a:pt x="3935" y="408"/>
                </a:lnTo>
                <a:lnTo>
                  <a:pt x="3947" y="404"/>
                </a:lnTo>
                <a:lnTo>
                  <a:pt x="3960" y="400"/>
                </a:lnTo>
                <a:lnTo>
                  <a:pt x="3972" y="396"/>
                </a:lnTo>
                <a:lnTo>
                  <a:pt x="3985" y="392"/>
                </a:lnTo>
                <a:lnTo>
                  <a:pt x="3997" y="388"/>
                </a:lnTo>
                <a:lnTo>
                  <a:pt x="4010" y="384"/>
                </a:lnTo>
                <a:lnTo>
                  <a:pt x="4023" y="380"/>
                </a:lnTo>
                <a:lnTo>
                  <a:pt x="4035" y="376"/>
                </a:lnTo>
                <a:lnTo>
                  <a:pt x="4048" y="372"/>
                </a:lnTo>
                <a:lnTo>
                  <a:pt x="4060" y="367"/>
                </a:lnTo>
                <a:lnTo>
                  <a:pt x="4073" y="363"/>
                </a:lnTo>
                <a:lnTo>
                  <a:pt x="4085" y="359"/>
                </a:lnTo>
                <a:lnTo>
                  <a:pt x="4098" y="355"/>
                </a:lnTo>
                <a:lnTo>
                  <a:pt x="4110" y="351"/>
                </a:lnTo>
                <a:lnTo>
                  <a:pt x="4123" y="347"/>
                </a:lnTo>
                <a:lnTo>
                  <a:pt x="4135" y="342"/>
                </a:lnTo>
                <a:lnTo>
                  <a:pt x="4148" y="338"/>
                </a:lnTo>
                <a:lnTo>
                  <a:pt x="4160" y="334"/>
                </a:lnTo>
                <a:lnTo>
                  <a:pt x="4173" y="330"/>
                </a:lnTo>
                <a:lnTo>
                  <a:pt x="4185" y="325"/>
                </a:lnTo>
                <a:lnTo>
                  <a:pt x="4198" y="321"/>
                </a:lnTo>
                <a:lnTo>
                  <a:pt x="4211" y="316"/>
                </a:lnTo>
                <a:lnTo>
                  <a:pt x="4223" y="312"/>
                </a:lnTo>
                <a:lnTo>
                  <a:pt x="4236" y="308"/>
                </a:lnTo>
                <a:lnTo>
                  <a:pt x="4248" y="303"/>
                </a:lnTo>
                <a:lnTo>
                  <a:pt x="4261" y="299"/>
                </a:lnTo>
                <a:lnTo>
                  <a:pt x="4273" y="294"/>
                </a:lnTo>
                <a:lnTo>
                  <a:pt x="4286" y="290"/>
                </a:lnTo>
                <a:lnTo>
                  <a:pt x="4298" y="285"/>
                </a:lnTo>
                <a:lnTo>
                  <a:pt x="4311" y="281"/>
                </a:lnTo>
                <a:lnTo>
                  <a:pt x="4323" y="276"/>
                </a:lnTo>
                <a:lnTo>
                  <a:pt x="4336" y="272"/>
                </a:lnTo>
                <a:lnTo>
                  <a:pt x="4348" y="267"/>
                </a:lnTo>
                <a:lnTo>
                  <a:pt x="4361" y="263"/>
                </a:lnTo>
                <a:lnTo>
                  <a:pt x="4373" y="258"/>
                </a:lnTo>
                <a:lnTo>
                  <a:pt x="4386" y="253"/>
                </a:lnTo>
                <a:lnTo>
                  <a:pt x="4398" y="249"/>
                </a:lnTo>
                <a:lnTo>
                  <a:pt x="4411" y="244"/>
                </a:lnTo>
                <a:lnTo>
                  <a:pt x="4424" y="239"/>
                </a:lnTo>
                <a:lnTo>
                  <a:pt x="4436" y="234"/>
                </a:lnTo>
                <a:lnTo>
                  <a:pt x="4449" y="230"/>
                </a:lnTo>
                <a:lnTo>
                  <a:pt x="4461" y="225"/>
                </a:lnTo>
                <a:lnTo>
                  <a:pt x="4474" y="220"/>
                </a:lnTo>
                <a:lnTo>
                  <a:pt x="4486" y="215"/>
                </a:lnTo>
                <a:lnTo>
                  <a:pt x="4499" y="210"/>
                </a:lnTo>
                <a:lnTo>
                  <a:pt x="4511" y="206"/>
                </a:lnTo>
                <a:lnTo>
                  <a:pt x="4524" y="201"/>
                </a:lnTo>
                <a:lnTo>
                  <a:pt x="4536" y="196"/>
                </a:lnTo>
                <a:lnTo>
                  <a:pt x="4549" y="191"/>
                </a:lnTo>
                <a:lnTo>
                  <a:pt x="4561" y="186"/>
                </a:lnTo>
                <a:lnTo>
                  <a:pt x="4574" y="181"/>
                </a:lnTo>
                <a:lnTo>
                  <a:pt x="4586" y="176"/>
                </a:lnTo>
                <a:lnTo>
                  <a:pt x="4599" y="171"/>
                </a:lnTo>
                <a:lnTo>
                  <a:pt x="4612" y="166"/>
                </a:lnTo>
                <a:lnTo>
                  <a:pt x="4624" y="161"/>
                </a:lnTo>
                <a:lnTo>
                  <a:pt x="4637" y="156"/>
                </a:lnTo>
                <a:lnTo>
                  <a:pt x="4649" y="151"/>
                </a:lnTo>
                <a:lnTo>
                  <a:pt x="4662" y="146"/>
                </a:lnTo>
                <a:lnTo>
                  <a:pt x="4674" y="140"/>
                </a:lnTo>
                <a:lnTo>
                  <a:pt x="4687" y="135"/>
                </a:lnTo>
                <a:lnTo>
                  <a:pt x="4699" y="130"/>
                </a:lnTo>
                <a:lnTo>
                  <a:pt x="4712" y="125"/>
                </a:lnTo>
                <a:lnTo>
                  <a:pt x="4724" y="120"/>
                </a:lnTo>
                <a:lnTo>
                  <a:pt x="4737" y="114"/>
                </a:lnTo>
                <a:lnTo>
                  <a:pt x="4749" y="109"/>
                </a:lnTo>
                <a:lnTo>
                  <a:pt x="4762" y="104"/>
                </a:lnTo>
                <a:lnTo>
                  <a:pt x="4774" y="99"/>
                </a:lnTo>
                <a:lnTo>
                  <a:pt x="4787" y="93"/>
                </a:lnTo>
                <a:lnTo>
                  <a:pt x="4799" y="88"/>
                </a:lnTo>
                <a:lnTo>
                  <a:pt x="4812" y="83"/>
                </a:lnTo>
                <a:lnTo>
                  <a:pt x="4825" y="77"/>
                </a:lnTo>
                <a:lnTo>
                  <a:pt x="4837" y="72"/>
                </a:lnTo>
                <a:lnTo>
                  <a:pt x="4850" y="66"/>
                </a:lnTo>
                <a:lnTo>
                  <a:pt x="4862" y="61"/>
                </a:lnTo>
                <a:lnTo>
                  <a:pt x="4875" y="55"/>
                </a:lnTo>
                <a:lnTo>
                  <a:pt x="4887" y="50"/>
                </a:lnTo>
                <a:lnTo>
                  <a:pt x="4900" y="44"/>
                </a:lnTo>
                <a:lnTo>
                  <a:pt x="4912" y="39"/>
                </a:lnTo>
                <a:lnTo>
                  <a:pt x="4925" y="33"/>
                </a:lnTo>
                <a:lnTo>
                  <a:pt x="4937" y="28"/>
                </a:lnTo>
                <a:lnTo>
                  <a:pt x="4950" y="22"/>
                </a:lnTo>
                <a:lnTo>
                  <a:pt x="4962" y="17"/>
                </a:lnTo>
                <a:lnTo>
                  <a:pt x="4975" y="11"/>
                </a:lnTo>
                <a:lnTo>
                  <a:pt x="4987" y="5"/>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896112" y="3278124"/>
            <a:ext cx="4572000" cy="1338682"/>
          </a:xfrm>
          <a:custGeom>
            <a:avLst/>
            <a:gdLst/>
            <a:ahLst/>
            <a:cxnLst/>
            <a:rect l="l" t="t" r="r" b="b"/>
            <a:pathLst>
              <a:path w="5000" h="1464">
                <a:moveTo>
                  <a:pt x="0" y="747"/>
                </a:moveTo>
                <a:lnTo>
                  <a:pt x="13" y="756"/>
                </a:lnTo>
                <a:lnTo>
                  <a:pt x="25" y="764"/>
                </a:lnTo>
                <a:lnTo>
                  <a:pt x="38" y="773"/>
                </a:lnTo>
                <a:lnTo>
                  <a:pt x="50" y="782"/>
                </a:lnTo>
                <a:lnTo>
                  <a:pt x="63" y="790"/>
                </a:lnTo>
                <a:lnTo>
                  <a:pt x="75" y="798"/>
                </a:lnTo>
                <a:lnTo>
                  <a:pt x="88" y="807"/>
                </a:lnTo>
                <a:lnTo>
                  <a:pt x="100" y="815"/>
                </a:lnTo>
                <a:lnTo>
                  <a:pt x="113" y="823"/>
                </a:lnTo>
                <a:lnTo>
                  <a:pt x="125" y="832"/>
                </a:lnTo>
                <a:lnTo>
                  <a:pt x="138" y="840"/>
                </a:lnTo>
                <a:lnTo>
                  <a:pt x="150" y="848"/>
                </a:lnTo>
                <a:lnTo>
                  <a:pt x="163" y="856"/>
                </a:lnTo>
                <a:lnTo>
                  <a:pt x="175" y="864"/>
                </a:lnTo>
                <a:lnTo>
                  <a:pt x="188" y="872"/>
                </a:lnTo>
                <a:lnTo>
                  <a:pt x="201" y="880"/>
                </a:lnTo>
                <a:lnTo>
                  <a:pt x="213" y="888"/>
                </a:lnTo>
                <a:lnTo>
                  <a:pt x="226" y="895"/>
                </a:lnTo>
                <a:lnTo>
                  <a:pt x="238" y="903"/>
                </a:lnTo>
                <a:lnTo>
                  <a:pt x="251" y="911"/>
                </a:lnTo>
                <a:lnTo>
                  <a:pt x="263" y="919"/>
                </a:lnTo>
                <a:lnTo>
                  <a:pt x="276" y="926"/>
                </a:lnTo>
                <a:lnTo>
                  <a:pt x="288" y="934"/>
                </a:lnTo>
                <a:lnTo>
                  <a:pt x="301" y="941"/>
                </a:lnTo>
                <a:lnTo>
                  <a:pt x="313" y="949"/>
                </a:lnTo>
                <a:lnTo>
                  <a:pt x="326" y="956"/>
                </a:lnTo>
                <a:lnTo>
                  <a:pt x="338" y="963"/>
                </a:lnTo>
                <a:lnTo>
                  <a:pt x="351" y="971"/>
                </a:lnTo>
                <a:lnTo>
                  <a:pt x="363" y="978"/>
                </a:lnTo>
                <a:lnTo>
                  <a:pt x="376" y="985"/>
                </a:lnTo>
                <a:lnTo>
                  <a:pt x="388" y="992"/>
                </a:lnTo>
                <a:lnTo>
                  <a:pt x="401" y="999"/>
                </a:lnTo>
                <a:lnTo>
                  <a:pt x="414" y="1006"/>
                </a:lnTo>
                <a:lnTo>
                  <a:pt x="426" y="1013"/>
                </a:lnTo>
                <a:lnTo>
                  <a:pt x="439" y="1020"/>
                </a:lnTo>
                <a:lnTo>
                  <a:pt x="451" y="1027"/>
                </a:lnTo>
                <a:lnTo>
                  <a:pt x="464" y="1034"/>
                </a:lnTo>
                <a:lnTo>
                  <a:pt x="476" y="1040"/>
                </a:lnTo>
                <a:lnTo>
                  <a:pt x="489" y="1047"/>
                </a:lnTo>
                <a:lnTo>
                  <a:pt x="501" y="1054"/>
                </a:lnTo>
                <a:lnTo>
                  <a:pt x="514" y="1060"/>
                </a:lnTo>
                <a:lnTo>
                  <a:pt x="526" y="1067"/>
                </a:lnTo>
                <a:lnTo>
                  <a:pt x="539" y="1073"/>
                </a:lnTo>
                <a:lnTo>
                  <a:pt x="551" y="1080"/>
                </a:lnTo>
                <a:lnTo>
                  <a:pt x="564" y="1086"/>
                </a:lnTo>
                <a:lnTo>
                  <a:pt x="576" y="1092"/>
                </a:lnTo>
                <a:lnTo>
                  <a:pt x="589" y="1098"/>
                </a:lnTo>
                <a:lnTo>
                  <a:pt x="602" y="1105"/>
                </a:lnTo>
                <a:lnTo>
                  <a:pt x="614" y="1111"/>
                </a:lnTo>
                <a:lnTo>
                  <a:pt x="627" y="1117"/>
                </a:lnTo>
                <a:lnTo>
                  <a:pt x="639" y="1123"/>
                </a:lnTo>
                <a:lnTo>
                  <a:pt x="652" y="1129"/>
                </a:lnTo>
                <a:lnTo>
                  <a:pt x="664" y="1135"/>
                </a:lnTo>
                <a:lnTo>
                  <a:pt x="677" y="1141"/>
                </a:lnTo>
                <a:lnTo>
                  <a:pt x="689" y="1147"/>
                </a:lnTo>
                <a:lnTo>
                  <a:pt x="702" y="1152"/>
                </a:lnTo>
                <a:lnTo>
                  <a:pt x="714" y="1158"/>
                </a:lnTo>
                <a:lnTo>
                  <a:pt x="727" y="1164"/>
                </a:lnTo>
                <a:lnTo>
                  <a:pt x="739" y="1169"/>
                </a:lnTo>
                <a:lnTo>
                  <a:pt x="752" y="1175"/>
                </a:lnTo>
                <a:lnTo>
                  <a:pt x="764" y="1180"/>
                </a:lnTo>
                <a:lnTo>
                  <a:pt x="777" y="1186"/>
                </a:lnTo>
                <a:lnTo>
                  <a:pt x="789" y="1191"/>
                </a:lnTo>
                <a:lnTo>
                  <a:pt x="802" y="1197"/>
                </a:lnTo>
                <a:lnTo>
                  <a:pt x="815" y="1202"/>
                </a:lnTo>
                <a:lnTo>
                  <a:pt x="827" y="1207"/>
                </a:lnTo>
                <a:lnTo>
                  <a:pt x="840" y="1212"/>
                </a:lnTo>
                <a:lnTo>
                  <a:pt x="852" y="1218"/>
                </a:lnTo>
                <a:lnTo>
                  <a:pt x="865" y="1223"/>
                </a:lnTo>
                <a:lnTo>
                  <a:pt x="877" y="1228"/>
                </a:lnTo>
                <a:lnTo>
                  <a:pt x="890" y="1233"/>
                </a:lnTo>
                <a:lnTo>
                  <a:pt x="902" y="1238"/>
                </a:lnTo>
                <a:lnTo>
                  <a:pt x="915" y="1242"/>
                </a:lnTo>
                <a:lnTo>
                  <a:pt x="927" y="1247"/>
                </a:lnTo>
                <a:lnTo>
                  <a:pt x="940" y="1252"/>
                </a:lnTo>
                <a:lnTo>
                  <a:pt x="952" y="1257"/>
                </a:lnTo>
                <a:lnTo>
                  <a:pt x="965" y="1261"/>
                </a:lnTo>
                <a:lnTo>
                  <a:pt x="977" y="1266"/>
                </a:lnTo>
                <a:lnTo>
                  <a:pt x="990" y="1271"/>
                </a:lnTo>
                <a:lnTo>
                  <a:pt x="1003" y="1275"/>
                </a:lnTo>
                <a:lnTo>
                  <a:pt x="1015" y="1279"/>
                </a:lnTo>
                <a:lnTo>
                  <a:pt x="1028" y="1284"/>
                </a:lnTo>
                <a:lnTo>
                  <a:pt x="1040" y="1288"/>
                </a:lnTo>
                <a:lnTo>
                  <a:pt x="1053" y="1293"/>
                </a:lnTo>
                <a:lnTo>
                  <a:pt x="1065" y="1297"/>
                </a:lnTo>
                <a:lnTo>
                  <a:pt x="1078" y="1301"/>
                </a:lnTo>
                <a:lnTo>
                  <a:pt x="1090" y="1305"/>
                </a:lnTo>
                <a:lnTo>
                  <a:pt x="1103" y="1309"/>
                </a:lnTo>
                <a:lnTo>
                  <a:pt x="1115" y="1313"/>
                </a:lnTo>
                <a:lnTo>
                  <a:pt x="1128" y="1317"/>
                </a:lnTo>
                <a:lnTo>
                  <a:pt x="1140" y="1321"/>
                </a:lnTo>
                <a:lnTo>
                  <a:pt x="1153" y="1325"/>
                </a:lnTo>
                <a:lnTo>
                  <a:pt x="1165" y="1329"/>
                </a:lnTo>
                <a:lnTo>
                  <a:pt x="1178" y="1332"/>
                </a:lnTo>
                <a:lnTo>
                  <a:pt x="1190" y="1336"/>
                </a:lnTo>
                <a:lnTo>
                  <a:pt x="1203" y="1340"/>
                </a:lnTo>
                <a:lnTo>
                  <a:pt x="1216" y="1343"/>
                </a:lnTo>
                <a:lnTo>
                  <a:pt x="1228" y="1347"/>
                </a:lnTo>
                <a:lnTo>
                  <a:pt x="1241" y="1350"/>
                </a:lnTo>
                <a:lnTo>
                  <a:pt x="1253" y="1354"/>
                </a:lnTo>
                <a:lnTo>
                  <a:pt x="1266" y="1357"/>
                </a:lnTo>
                <a:lnTo>
                  <a:pt x="1278" y="1361"/>
                </a:lnTo>
                <a:lnTo>
                  <a:pt x="1291" y="1364"/>
                </a:lnTo>
                <a:lnTo>
                  <a:pt x="1303" y="1367"/>
                </a:lnTo>
                <a:lnTo>
                  <a:pt x="1316" y="1370"/>
                </a:lnTo>
                <a:lnTo>
                  <a:pt x="1328" y="1373"/>
                </a:lnTo>
                <a:lnTo>
                  <a:pt x="1341" y="1377"/>
                </a:lnTo>
                <a:lnTo>
                  <a:pt x="1353" y="1380"/>
                </a:lnTo>
                <a:lnTo>
                  <a:pt x="1366" y="1382"/>
                </a:lnTo>
                <a:lnTo>
                  <a:pt x="1378" y="1385"/>
                </a:lnTo>
                <a:lnTo>
                  <a:pt x="1391" y="1388"/>
                </a:lnTo>
                <a:lnTo>
                  <a:pt x="1404" y="1391"/>
                </a:lnTo>
                <a:lnTo>
                  <a:pt x="1416" y="1394"/>
                </a:lnTo>
                <a:lnTo>
                  <a:pt x="1429" y="1397"/>
                </a:lnTo>
                <a:lnTo>
                  <a:pt x="1441" y="1399"/>
                </a:lnTo>
                <a:lnTo>
                  <a:pt x="1454" y="1402"/>
                </a:lnTo>
                <a:lnTo>
                  <a:pt x="1466" y="1404"/>
                </a:lnTo>
                <a:lnTo>
                  <a:pt x="1479" y="1407"/>
                </a:lnTo>
                <a:lnTo>
                  <a:pt x="1491" y="1409"/>
                </a:lnTo>
                <a:lnTo>
                  <a:pt x="1504" y="1412"/>
                </a:lnTo>
                <a:lnTo>
                  <a:pt x="1516" y="1414"/>
                </a:lnTo>
                <a:lnTo>
                  <a:pt x="1529" y="1416"/>
                </a:lnTo>
                <a:lnTo>
                  <a:pt x="1541" y="1418"/>
                </a:lnTo>
                <a:lnTo>
                  <a:pt x="1554" y="1421"/>
                </a:lnTo>
                <a:lnTo>
                  <a:pt x="1566" y="1423"/>
                </a:lnTo>
                <a:lnTo>
                  <a:pt x="1579" y="1425"/>
                </a:lnTo>
                <a:lnTo>
                  <a:pt x="1591" y="1427"/>
                </a:lnTo>
                <a:lnTo>
                  <a:pt x="1604" y="1429"/>
                </a:lnTo>
                <a:lnTo>
                  <a:pt x="1617" y="1431"/>
                </a:lnTo>
                <a:lnTo>
                  <a:pt x="1629" y="1432"/>
                </a:lnTo>
                <a:lnTo>
                  <a:pt x="1642" y="1434"/>
                </a:lnTo>
                <a:lnTo>
                  <a:pt x="1654" y="1436"/>
                </a:lnTo>
                <a:lnTo>
                  <a:pt x="1667" y="1438"/>
                </a:lnTo>
                <a:lnTo>
                  <a:pt x="1679" y="1439"/>
                </a:lnTo>
                <a:lnTo>
                  <a:pt x="1692" y="1441"/>
                </a:lnTo>
                <a:lnTo>
                  <a:pt x="1704" y="1442"/>
                </a:lnTo>
                <a:lnTo>
                  <a:pt x="1717" y="1444"/>
                </a:lnTo>
                <a:lnTo>
                  <a:pt x="1729" y="1445"/>
                </a:lnTo>
                <a:lnTo>
                  <a:pt x="1742" y="1447"/>
                </a:lnTo>
                <a:lnTo>
                  <a:pt x="1754" y="1448"/>
                </a:lnTo>
                <a:lnTo>
                  <a:pt x="1767" y="1449"/>
                </a:lnTo>
                <a:lnTo>
                  <a:pt x="1779" y="1450"/>
                </a:lnTo>
                <a:lnTo>
                  <a:pt x="1792" y="1452"/>
                </a:lnTo>
                <a:lnTo>
                  <a:pt x="1805" y="1453"/>
                </a:lnTo>
                <a:lnTo>
                  <a:pt x="1817" y="1454"/>
                </a:lnTo>
                <a:lnTo>
                  <a:pt x="1830" y="1455"/>
                </a:lnTo>
                <a:lnTo>
                  <a:pt x="1842" y="1456"/>
                </a:lnTo>
                <a:lnTo>
                  <a:pt x="1855" y="1457"/>
                </a:lnTo>
                <a:lnTo>
                  <a:pt x="1867" y="1457"/>
                </a:lnTo>
                <a:lnTo>
                  <a:pt x="1880" y="1458"/>
                </a:lnTo>
                <a:lnTo>
                  <a:pt x="1892" y="1459"/>
                </a:lnTo>
                <a:lnTo>
                  <a:pt x="1905" y="1460"/>
                </a:lnTo>
                <a:lnTo>
                  <a:pt x="1917" y="1460"/>
                </a:lnTo>
                <a:lnTo>
                  <a:pt x="1930" y="1461"/>
                </a:lnTo>
                <a:lnTo>
                  <a:pt x="1942" y="1461"/>
                </a:lnTo>
                <a:lnTo>
                  <a:pt x="1955" y="1462"/>
                </a:lnTo>
                <a:lnTo>
                  <a:pt x="1967" y="1462"/>
                </a:lnTo>
                <a:lnTo>
                  <a:pt x="1980" y="1463"/>
                </a:lnTo>
                <a:lnTo>
                  <a:pt x="1992" y="1463"/>
                </a:lnTo>
                <a:lnTo>
                  <a:pt x="2005" y="1463"/>
                </a:lnTo>
                <a:lnTo>
                  <a:pt x="2018" y="1463"/>
                </a:lnTo>
                <a:lnTo>
                  <a:pt x="2030" y="1463"/>
                </a:lnTo>
                <a:lnTo>
                  <a:pt x="2043" y="1464"/>
                </a:lnTo>
                <a:lnTo>
                  <a:pt x="2055" y="1464"/>
                </a:lnTo>
                <a:lnTo>
                  <a:pt x="2068" y="1464"/>
                </a:lnTo>
                <a:lnTo>
                  <a:pt x="2080" y="1464"/>
                </a:lnTo>
                <a:lnTo>
                  <a:pt x="2093" y="1463"/>
                </a:lnTo>
                <a:lnTo>
                  <a:pt x="2105" y="1463"/>
                </a:lnTo>
                <a:lnTo>
                  <a:pt x="2118" y="1463"/>
                </a:lnTo>
                <a:lnTo>
                  <a:pt x="2130" y="1463"/>
                </a:lnTo>
                <a:lnTo>
                  <a:pt x="2143" y="1462"/>
                </a:lnTo>
                <a:lnTo>
                  <a:pt x="2155" y="1462"/>
                </a:lnTo>
                <a:lnTo>
                  <a:pt x="2168" y="1462"/>
                </a:lnTo>
                <a:lnTo>
                  <a:pt x="2180" y="1461"/>
                </a:lnTo>
                <a:lnTo>
                  <a:pt x="2193" y="1461"/>
                </a:lnTo>
                <a:lnTo>
                  <a:pt x="2206" y="1460"/>
                </a:lnTo>
                <a:lnTo>
                  <a:pt x="2218" y="1459"/>
                </a:lnTo>
                <a:lnTo>
                  <a:pt x="2231" y="1459"/>
                </a:lnTo>
                <a:lnTo>
                  <a:pt x="2243" y="1458"/>
                </a:lnTo>
                <a:lnTo>
                  <a:pt x="2256" y="1457"/>
                </a:lnTo>
                <a:lnTo>
                  <a:pt x="2268" y="1456"/>
                </a:lnTo>
                <a:lnTo>
                  <a:pt x="2281" y="1455"/>
                </a:lnTo>
                <a:lnTo>
                  <a:pt x="2293" y="1454"/>
                </a:lnTo>
                <a:lnTo>
                  <a:pt x="2306" y="1453"/>
                </a:lnTo>
                <a:lnTo>
                  <a:pt x="2318" y="1452"/>
                </a:lnTo>
                <a:lnTo>
                  <a:pt x="2331" y="1451"/>
                </a:lnTo>
                <a:lnTo>
                  <a:pt x="2343" y="1450"/>
                </a:lnTo>
                <a:lnTo>
                  <a:pt x="2356" y="1449"/>
                </a:lnTo>
                <a:lnTo>
                  <a:pt x="2368" y="1447"/>
                </a:lnTo>
                <a:lnTo>
                  <a:pt x="2381" y="1446"/>
                </a:lnTo>
                <a:lnTo>
                  <a:pt x="2393" y="1445"/>
                </a:lnTo>
                <a:lnTo>
                  <a:pt x="2406" y="1443"/>
                </a:lnTo>
                <a:lnTo>
                  <a:pt x="2419" y="1442"/>
                </a:lnTo>
                <a:lnTo>
                  <a:pt x="2431" y="1440"/>
                </a:lnTo>
                <a:lnTo>
                  <a:pt x="2444" y="1438"/>
                </a:lnTo>
                <a:lnTo>
                  <a:pt x="2456" y="1437"/>
                </a:lnTo>
                <a:lnTo>
                  <a:pt x="2469" y="1435"/>
                </a:lnTo>
                <a:lnTo>
                  <a:pt x="2481" y="1433"/>
                </a:lnTo>
                <a:lnTo>
                  <a:pt x="2494" y="1432"/>
                </a:lnTo>
                <a:lnTo>
                  <a:pt x="2506" y="1430"/>
                </a:lnTo>
                <a:lnTo>
                  <a:pt x="2519" y="1428"/>
                </a:lnTo>
                <a:lnTo>
                  <a:pt x="2531" y="1426"/>
                </a:lnTo>
                <a:lnTo>
                  <a:pt x="2544" y="1424"/>
                </a:lnTo>
                <a:lnTo>
                  <a:pt x="2556" y="1422"/>
                </a:lnTo>
                <a:lnTo>
                  <a:pt x="2569" y="1420"/>
                </a:lnTo>
                <a:lnTo>
                  <a:pt x="2581" y="1417"/>
                </a:lnTo>
                <a:lnTo>
                  <a:pt x="2594" y="1415"/>
                </a:lnTo>
                <a:lnTo>
                  <a:pt x="2607" y="1413"/>
                </a:lnTo>
                <a:lnTo>
                  <a:pt x="2619" y="1410"/>
                </a:lnTo>
                <a:lnTo>
                  <a:pt x="2632" y="1408"/>
                </a:lnTo>
                <a:lnTo>
                  <a:pt x="2644" y="1406"/>
                </a:lnTo>
                <a:lnTo>
                  <a:pt x="2657" y="1403"/>
                </a:lnTo>
                <a:lnTo>
                  <a:pt x="2669" y="1400"/>
                </a:lnTo>
                <a:lnTo>
                  <a:pt x="2682" y="1398"/>
                </a:lnTo>
                <a:lnTo>
                  <a:pt x="2694" y="1395"/>
                </a:lnTo>
                <a:lnTo>
                  <a:pt x="2707" y="1392"/>
                </a:lnTo>
                <a:lnTo>
                  <a:pt x="2719" y="1390"/>
                </a:lnTo>
                <a:lnTo>
                  <a:pt x="2732" y="1387"/>
                </a:lnTo>
                <a:lnTo>
                  <a:pt x="2744" y="1384"/>
                </a:lnTo>
                <a:lnTo>
                  <a:pt x="2757" y="1381"/>
                </a:lnTo>
                <a:lnTo>
                  <a:pt x="2769" y="1378"/>
                </a:lnTo>
                <a:lnTo>
                  <a:pt x="2782" y="1375"/>
                </a:lnTo>
                <a:lnTo>
                  <a:pt x="2794" y="1372"/>
                </a:lnTo>
                <a:lnTo>
                  <a:pt x="2807" y="1369"/>
                </a:lnTo>
                <a:lnTo>
                  <a:pt x="2820" y="1366"/>
                </a:lnTo>
                <a:lnTo>
                  <a:pt x="2832" y="1362"/>
                </a:lnTo>
                <a:lnTo>
                  <a:pt x="2845" y="1359"/>
                </a:lnTo>
                <a:lnTo>
                  <a:pt x="2857" y="1356"/>
                </a:lnTo>
                <a:lnTo>
                  <a:pt x="2870" y="1352"/>
                </a:lnTo>
                <a:lnTo>
                  <a:pt x="2882" y="1349"/>
                </a:lnTo>
                <a:lnTo>
                  <a:pt x="2895" y="1345"/>
                </a:lnTo>
                <a:lnTo>
                  <a:pt x="2907" y="1342"/>
                </a:lnTo>
                <a:lnTo>
                  <a:pt x="2920" y="1338"/>
                </a:lnTo>
                <a:lnTo>
                  <a:pt x="2932" y="1334"/>
                </a:lnTo>
                <a:lnTo>
                  <a:pt x="2945" y="1331"/>
                </a:lnTo>
                <a:lnTo>
                  <a:pt x="2957" y="1327"/>
                </a:lnTo>
                <a:lnTo>
                  <a:pt x="2970" y="1323"/>
                </a:lnTo>
                <a:lnTo>
                  <a:pt x="2982" y="1319"/>
                </a:lnTo>
                <a:lnTo>
                  <a:pt x="2995" y="1315"/>
                </a:lnTo>
                <a:lnTo>
                  <a:pt x="3008" y="1311"/>
                </a:lnTo>
                <a:lnTo>
                  <a:pt x="3020" y="1307"/>
                </a:lnTo>
                <a:lnTo>
                  <a:pt x="3033" y="1303"/>
                </a:lnTo>
                <a:lnTo>
                  <a:pt x="3045" y="1299"/>
                </a:lnTo>
                <a:lnTo>
                  <a:pt x="3058" y="1295"/>
                </a:lnTo>
                <a:lnTo>
                  <a:pt x="3070" y="1290"/>
                </a:lnTo>
                <a:lnTo>
                  <a:pt x="3083" y="1286"/>
                </a:lnTo>
                <a:lnTo>
                  <a:pt x="3095" y="1282"/>
                </a:lnTo>
                <a:lnTo>
                  <a:pt x="3108" y="1277"/>
                </a:lnTo>
                <a:lnTo>
                  <a:pt x="3120" y="1273"/>
                </a:lnTo>
                <a:lnTo>
                  <a:pt x="3133" y="1268"/>
                </a:lnTo>
                <a:lnTo>
                  <a:pt x="3145" y="1264"/>
                </a:lnTo>
                <a:lnTo>
                  <a:pt x="3158" y="1259"/>
                </a:lnTo>
                <a:lnTo>
                  <a:pt x="3170" y="1254"/>
                </a:lnTo>
                <a:lnTo>
                  <a:pt x="3183" y="1250"/>
                </a:lnTo>
                <a:lnTo>
                  <a:pt x="3195" y="1245"/>
                </a:lnTo>
                <a:lnTo>
                  <a:pt x="3208" y="1240"/>
                </a:lnTo>
                <a:lnTo>
                  <a:pt x="3221" y="1235"/>
                </a:lnTo>
                <a:lnTo>
                  <a:pt x="3233" y="1230"/>
                </a:lnTo>
                <a:lnTo>
                  <a:pt x="3246" y="1225"/>
                </a:lnTo>
                <a:lnTo>
                  <a:pt x="3258" y="1220"/>
                </a:lnTo>
                <a:lnTo>
                  <a:pt x="3271" y="1215"/>
                </a:lnTo>
                <a:lnTo>
                  <a:pt x="3283" y="1210"/>
                </a:lnTo>
                <a:lnTo>
                  <a:pt x="3296" y="1205"/>
                </a:lnTo>
                <a:lnTo>
                  <a:pt x="3308" y="1199"/>
                </a:lnTo>
                <a:lnTo>
                  <a:pt x="3321" y="1194"/>
                </a:lnTo>
                <a:lnTo>
                  <a:pt x="3333" y="1189"/>
                </a:lnTo>
                <a:lnTo>
                  <a:pt x="3346" y="1183"/>
                </a:lnTo>
                <a:lnTo>
                  <a:pt x="3358" y="1178"/>
                </a:lnTo>
                <a:lnTo>
                  <a:pt x="3371" y="1172"/>
                </a:lnTo>
                <a:lnTo>
                  <a:pt x="3383" y="1167"/>
                </a:lnTo>
                <a:lnTo>
                  <a:pt x="3396" y="1161"/>
                </a:lnTo>
                <a:lnTo>
                  <a:pt x="3409" y="1155"/>
                </a:lnTo>
                <a:lnTo>
                  <a:pt x="3421" y="1150"/>
                </a:lnTo>
                <a:lnTo>
                  <a:pt x="3434" y="1144"/>
                </a:lnTo>
                <a:lnTo>
                  <a:pt x="3446" y="1138"/>
                </a:lnTo>
                <a:lnTo>
                  <a:pt x="3459" y="1132"/>
                </a:lnTo>
                <a:lnTo>
                  <a:pt x="3471" y="1126"/>
                </a:lnTo>
                <a:lnTo>
                  <a:pt x="3484" y="1120"/>
                </a:lnTo>
                <a:lnTo>
                  <a:pt x="3496" y="1114"/>
                </a:lnTo>
                <a:lnTo>
                  <a:pt x="3509" y="1108"/>
                </a:lnTo>
                <a:lnTo>
                  <a:pt x="3521" y="1102"/>
                </a:lnTo>
                <a:lnTo>
                  <a:pt x="3534" y="1095"/>
                </a:lnTo>
                <a:lnTo>
                  <a:pt x="3546" y="1089"/>
                </a:lnTo>
                <a:lnTo>
                  <a:pt x="3559" y="1083"/>
                </a:lnTo>
                <a:lnTo>
                  <a:pt x="3571" y="1076"/>
                </a:lnTo>
                <a:lnTo>
                  <a:pt x="3584" y="1070"/>
                </a:lnTo>
                <a:lnTo>
                  <a:pt x="3596" y="1063"/>
                </a:lnTo>
                <a:lnTo>
                  <a:pt x="3609" y="1057"/>
                </a:lnTo>
                <a:lnTo>
                  <a:pt x="3622" y="1050"/>
                </a:lnTo>
                <a:lnTo>
                  <a:pt x="3634" y="1044"/>
                </a:lnTo>
                <a:lnTo>
                  <a:pt x="3647" y="1037"/>
                </a:lnTo>
                <a:lnTo>
                  <a:pt x="3659" y="1030"/>
                </a:lnTo>
                <a:lnTo>
                  <a:pt x="3672" y="1023"/>
                </a:lnTo>
                <a:lnTo>
                  <a:pt x="3684" y="1017"/>
                </a:lnTo>
                <a:lnTo>
                  <a:pt x="3697" y="1010"/>
                </a:lnTo>
                <a:lnTo>
                  <a:pt x="3709" y="1003"/>
                </a:lnTo>
                <a:lnTo>
                  <a:pt x="3722" y="996"/>
                </a:lnTo>
                <a:lnTo>
                  <a:pt x="3734" y="989"/>
                </a:lnTo>
                <a:lnTo>
                  <a:pt x="3747" y="981"/>
                </a:lnTo>
                <a:lnTo>
                  <a:pt x="3759" y="974"/>
                </a:lnTo>
                <a:lnTo>
                  <a:pt x="3772" y="967"/>
                </a:lnTo>
                <a:lnTo>
                  <a:pt x="3784" y="960"/>
                </a:lnTo>
                <a:lnTo>
                  <a:pt x="3797" y="952"/>
                </a:lnTo>
                <a:lnTo>
                  <a:pt x="3810" y="945"/>
                </a:lnTo>
                <a:lnTo>
                  <a:pt x="3822" y="938"/>
                </a:lnTo>
                <a:lnTo>
                  <a:pt x="3835" y="930"/>
                </a:lnTo>
                <a:lnTo>
                  <a:pt x="3847" y="922"/>
                </a:lnTo>
                <a:lnTo>
                  <a:pt x="3860" y="915"/>
                </a:lnTo>
                <a:lnTo>
                  <a:pt x="3872" y="907"/>
                </a:lnTo>
                <a:lnTo>
                  <a:pt x="3885" y="899"/>
                </a:lnTo>
                <a:lnTo>
                  <a:pt x="3897" y="892"/>
                </a:lnTo>
                <a:lnTo>
                  <a:pt x="3910" y="884"/>
                </a:lnTo>
                <a:lnTo>
                  <a:pt x="3922" y="876"/>
                </a:lnTo>
                <a:lnTo>
                  <a:pt x="3935" y="868"/>
                </a:lnTo>
                <a:lnTo>
                  <a:pt x="3947" y="860"/>
                </a:lnTo>
                <a:lnTo>
                  <a:pt x="3960" y="852"/>
                </a:lnTo>
                <a:lnTo>
                  <a:pt x="3972" y="844"/>
                </a:lnTo>
                <a:lnTo>
                  <a:pt x="3985" y="836"/>
                </a:lnTo>
                <a:lnTo>
                  <a:pt x="3997" y="828"/>
                </a:lnTo>
                <a:lnTo>
                  <a:pt x="4010" y="819"/>
                </a:lnTo>
                <a:lnTo>
                  <a:pt x="4023" y="811"/>
                </a:lnTo>
                <a:lnTo>
                  <a:pt x="4035" y="803"/>
                </a:lnTo>
                <a:lnTo>
                  <a:pt x="4048" y="794"/>
                </a:lnTo>
                <a:lnTo>
                  <a:pt x="4060" y="786"/>
                </a:lnTo>
                <a:lnTo>
                  <a:pt x="4073" y="777"/>
                </a:lnTo>
                <a:lnTo>
                  <a:pt x="4085" y="769"/>
                </a:lnTo>
                <a:lnTo>
                  <a:pt x="4098" y="760"/>
                </a:lnTo>
                <a:lnTo>
                  <a:pt x="4110" y="752"/>
                </a:lnTo>
                <a:lnTo>
                  <a:pt x="4123" y="743"/>
                </a:lnTo>
                <a:lnTo>
                  <a:pt x="4135" y="734"/>
                </a:lnTo>
                <a:lnTo>
                  <a:pt x="4148" y="725"/>
                </a:lnTo>
                <a:lnTo>
                  <a:pt x="4160" y="716"/>
                </a:lnTo>
                <a:lnTo>
                  <a:pt x="4173" y="707"/>
                </a:lnTo>
                <a:lnTo>
                  <a:pt x="4185" y="698"/>
                </a:lnTo>
                <a:lnTo>
                  <a:pt x="4198" y="689"/>
                </a:lnTo>
                <a:lnTo>
                  <a:pt x="4211" y="680"/>
                </a:lnTo>
                <a:lnTo>
                  <a:pt x="4223" y="671"/>
                </a:lnTo>
                <a:lnTo>
                  <a:pt x="4236" y="662"/>
                </a:lnTo>
                <a:lnTo>
                  <a:pt x="4248" y="653"/>
                </a:lnTo>
                <a:lnTo>
                  <a:pt x="4261" y="643"/>
                </a:lnTo>
                <a:lnTo>
                  <a:pt x="4273" y="634"/>
                </a:lnTo>
                <a:lnTo>
                  <a:pt x="4286" y="625"/>
                </a:lnTo>
                <a:lnTo>
                  <a:pt x="4298" y="615"/>
                </a:lnTo>
                <a:lnTo>
                  <a:pt x="4311" y="606"/>
                </a:lnTo>
                <a:lnTo>
                  <a:pt x="4323" y="596"/>
                </a:lnTo>
                <a:lnTo>
                  <a:pt x="4336" y="586"/>
                </a:lnTo>
                <a:lnTo>
                  <a:pt x="4348" y="577"/>
                </a:lnTo>
                <a:lnTo>
                  <a:pt x="4361" y="567"/>
                </a:lnTo>
                <a:lnTo>
                  <a:pt x="4373" y="557"/>
                </a:lnTo>
                <a:lnTo>
                  <a:pt x="4386" y="547"/>
                </a:lnTo>
                <a:lnTo>
                  <a:pt x="4398" y="537"/>
                </a:lnTo>
                <a:lnTo>
                  <a:pt x="4411" y="528"/>
                </a:lnTo>
                <a:lnTo>
                  <a:pt x="4424" y="518"/>
                </a:lnTo>
                <a:lnTo>
                  <a:pt x="4436" y="507"/>
                </a:lnTo>
                <a:lnTo>
                  <a:pt x="4449" y="497"/>
                </a:lnTo>
                <a:lnTo>
                  <a:pt x="4461" y="487"/>
                </a:lnTo>
                <a:lnTo>
                  <a:pt x="4474" y="477"/>
                </a:lnTo>
                <a:lnTo>
                  <a:pt x="4486" y="467"/>
                </a:lnTo>
                <a:lnTo>
                  <a:pt x="4499" y="456"/>
                </a:lnTo>
                <a:lnTo>
                  <a:pt x="4511" y="446"/>
                </a:lnTo>
                <a:lnTo>
                  <a:pt x="4524" y="436"/>
                </a:lnTo>
                <a:lnTo>
                  <a:pt x="4536" y="425"/>
                </a:lnTo>
                <a:lnTo>
                  <a:pt x="4549" y="415"/>
                </a:lnTo>
                <a:lnTo>
                  <a:pt x="4561" y="404"/>
                </a:lnTo>
                <a:lnTo>
                  <a:pt x="4574" y="393"/>
                </a:lnTo>
                <a:lnTo>
                  <a:pt x="4586" y="383"/>
                </a:lnTo>
                <a:lnTo>
                  <a:pt x="4599" y="372"/>
                </a:lnTo>
                <a:lnTo>
                  <a:pt x="4612" y="361"/>
                </a:lnTo>
                <a:lnTo>
                  <a:pt x="4624" y="350"/>
                </a:lnTo>
                <a:lnTo>
                  <a:pt x="4637" y="339"/>
                </a:lnTo>
                <a:lnTo>
                  <a:pt x="4649" y="328"/>
                </a:lnTo>
                <a:lnTo>
                  <a:pt x="4662" y="317"/>
                </a:lnTo>
                <a:lnTo>
                  <a:pt x="4674" y="306"/>
                </a:lnTo>
                <a:lnTo>
                  <a:pt x="4687" y="295"/>
                </a:lnTo>
                <a:lnTo>
                  <a:pt x="4699" y="284"/>
                </a:lnTo>
                <a:lnTo>
                  <a:pt x="4712" y="273"/>
                </a:lnTo>
                <a:lnTo>
                  <a:pt x="4724" y="262"/>
                </a:lnTo>
                <a:lnTo>
                  <a:pt x="4737" y="250"/>
                </a:lnTo>
                <a:lnTo>
                  <a:pt x="4749" y="239"/>
                </a:lnTo>
                <a:lnTo>
                  <a:pt x="4762" y="227"/>
                </a:lnTo>
                <a:lnTo>
                  <a:pt x="4774" y="216"/>
                </a:lnTo>
                <a:lnTo>
                  <a:pt x="4787" y="204"/>
                </a:lnTo>
                <a:lnTo>
                  <a:pt x="4799" y="193"/>
                </a:lnTo>
                <a:lnTo>
                  <a:pt x="4812" y="181"/>
                </a:lnTo>
                <a:lnTo>
                  <a:pt x="4825" y="170"/>
                </a:lnTo>
                <a:lnTo>
                  <a:pt x="4837" y="158"/>
                </a:lnTo>
                <a:lnTo>
                  <a:pt x="4850" y="146"/>
                </a:lnTo>
                <a:lnTo>
                  <a:pt x="4862" y="134"/>
                </a:lnTo>
                <a:lnTo>
                  <a:pt x="4875" y="122"/>
                </a:lnTo>
                <a:lnTo>
                  <a:pt x="4887" y="110"/>
                </a:lnTo>
                <a:lnTo>
                  <a:pt x="4900" y="98"/>
                </a:lnTo>
                <a:lnTo>
                  <a:pt x="4912" y="86"/>
                </a:lnTo>
                <a:lnTo>
                  <a:pt x="4925" y="74"/>
                </a:lnTo>
                <a:lnTo>
                  <a:pt x="4937" y="62"/>
                </a:lnTo>
                <a:lnTo>
                  <a:pt x="4950" y="50"/>
                </a:lnTo>
                <a:lnTo>
                  <a:pt x="4962" y="37"/>
                </a:lnTo>
                <a:lnTo>
                  <a:pt x="4975" y="25"/>
                </a:lnTo>
                <a:lnTo>
                  <a:pt x="4987" y="13"/>
                </a:lnTo>
                <a:lnTo>
                  <a:pt x="5000" y="0"/>
                </a:lnTo>
              </a:path>
            </a:pathLst>
          </a:custGeom>
          <a:noFill/>
          <a:ln w="3556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10528" y="2423160"/>
            <a:ext cx="4572000" cy="274320"/>
          </a:xfrm>
          <a:prstGeom prst="rect">
            <a:avLst/>
          </a:prstGeom>
          <a:noFill/>
        </p:spPr>
        <p:txBody>
          <a:bodyPr wrap="square" lIns="0" rIns="0" tIns="0" bIns="0">
            <a:spAutoFit/>
          </a:bodyPr>
          <a:lstStyle/>
          <a:p>
            <a:pPr>
              <a:spcAft>
                <a:spcPts val="0"/>
              </a:spcAft>
              <a:defRPr sz="1600" b="0">
                <a:solidFill>
                  <a:srgbClr val="181D16"/>
                </a:solidFill>
                <a:latin typeface="Arial"/>
              </a:defRPr>
            </a:pPr>
            <a:r>
              <a:t>Degree 12  /  more variation</a:t>
            </a:r>
          </a:p>
        </p:txBody>
      </p:sp>
      <p:cxnSp>
        <p:nvCxnSpPr>
          <p:cNvPr id="20" name="Connector 19"/>
          <p:cNvCxnSpPr/>
          <p:nvPr/>
        </p:nvCxnSpPr>
        <p:spPr>
          <a:xfrm>
            <a:off x="6510528" y="5440680"/>
            <a:ext cx="4572000"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6510528" y="2834640"/>
            <a:ext cx="0" cy="26060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10991088" y="5532120"/>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23" name="TextBox 22"/>
          <p:cNvSpPr txBox="1"/>
          <p:nvPr/>
        </p:nvSpPr>
        <p:spPr>
          <a:xfrm>
            <a:off x="6236208" y="2651760"/>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24" name="Freeform 23"/>
          <p:cNvSpPr/>
          <p:nvPr/>
        </p:nvSpPr>
        <p:spPr>
          <a:xfrm>
            <a:off x="6510528" y="3007462"/>
            <a:ext cx="4572000" cy="2072945"/>
          </a:xfrm>
          <a:custGeom>
            <a:avLst/>
            <a:gdLst/>
            <a:ahLst/>
            <a:cxnLst/>
            <a:rect l="l" t="t" r="r" b="b"/>
            <a:pathLst>
              <a:path w="5000" h="2267">
                <a:moveTo>
                  <a:pt x="0" y="964"/>
                </a:moveTo>
                <a:lnTo>
                  <a:pt x="13" y="857"/>
                </a:lnTo>
                <a:lnTo>
                  <a:pt x="25" y="768"/>
                </a:lnTo>
                <a:lnTo>
                  <a:pt x="38" y="695"/>
                </a:lnTo>
                <a:lnTo>
                  <a:pt x="50" y="637"/>
                </a:lnTo>
                <a:lnTo>
                  <a:pt x="63" y="592"/>
                </a:lnTo>
                <a:lnTo>
                  <a:pt x="75" y="558"/>
                </a:lnTo>
                <a:lnTo>
                  <a:pt x="88" y="535"/>
                </a:lnTo>
                <a:lnTo>
                  <a:pt x="100" y="520"/>
                </a:lnTo>
                <a:lnTo>
                  <a:pt x="113" y="514"/>
                </a:lnTo>
                <a:lnTo>
                  <a:pt x="125" y="515"/>
                </a:lnTo>
                <a:lnTo>
                  <a:pt x="138" y="522"/>
                </a:lnTo>
                <a:lnTo>
                  <a:pt x="150" y="534"/>
                </a:lnTo>
                <a:lnTo>
                  <a:pt x="163" y="551"/>
                </a:lnTo>
                <a:lnTo>
                  <a:pt x="175" y="571"/>
                </a:lnTo>
                <a:lnTo>
                  <a:pt x="188" y="594"/>
                </a:lnTo>
                <a:lnTo>
                  <a:pt x="201" y="619"/>
                </a:lnTo>
                <a:lnTo>
                  <a:pt x="213" y="647"/>
                </a:lnTo>
                <a:lnTo>
                  <a:pt x="226" y="675"/>
                </a:lnTo>
                <a:lnTo>
                  <a:pt x="238" y="704"/>
                </a:lnTo>
                <a:lnTo>
                  <a:pt x="251" y="734"/>
                </a:lnTo>
                <a:lnTo>
                  <a:pt x="263" y="764"/>
                </a:lnTo>
                <a:lnTo>
                  <a:pt x="276" y="794"/>
                </a:lnTo>
                <a:lnTo>
                  <a:pt x="288" y="823"/>
                </a:lnTo>
                <a:lnTo>
                  <a:pt x="301" y="851"/>
                </a:lnTo>
                <a:lnTo>
                  <a:pt x="313" y="878"/>
                </a:lnTo>
                <a:lnTo>
                  <a:pt x="326" y="905"/>
                </a:lnTo>
                <a:lnTo>
                  <a:pt x="338" y="929"/>
                </a:lnTo>
                <a:lnTo>
                  <a:pt x="351" y="953"/>
                </a:lnTo>
                <a:lnTo>
                  <a:pt x="363" y="975"/>
                </a:lnTo>
                <a:lnTo>
                  <a:pt x="376" y="995"/>
                </a:lnTo>
                <a:lnTo>
                  <a:pt x="388" y="1014"/>
                </a:lnTo>
                <a:lnTo>
                  <a:pt x="401" y="1031"/>
                </a:lnTo>
                <a:lnTo>
                  <a:pt x="414" y="1046"/>
                </a:lnTo>
                <a:lnTo>
                  <a:pt x="426" y="1060"/>
                </a:lnTo>
                <a:lnTo>
                  <a:pt x="439" y="1072"/>
                </a:lnTo>
                <a:lnTo>
                  <a:pt x="451" y="1082"/>
                </a:lnTo>
                <a:lnTo>
                  <a:pt x="464" y="1091"/>
                </a:lnTo>
                <a:lnTo>
                  <a:pt x="476" y="1099"/>
                </a:lnTo>
                <a:lnTo>
                  <a:pt x="489" y="1104"/>
                </a:lnTo>
                <a:lnTo>
                  <a:pt x="501" y="1109"/>
                </a:lnTo>
                <a:lnTo>
                  <a:pt x="514" y="1112"/>
                </a:lnTo>
                <a:lnTo>
                  <a:pt x="526" y="1114"/>
                </a:lnTo>
                <a:lnTo>
                  <a:pt x="539" y="1115"/>
                </a:lnTo>
                <a:lnTo>
                  <a:pt x="551" y="1115"/>
                </a:lnTo>
                <a:lnTo>
                  <a:pt x="564" y="1114"/>
                </a:lnTo>
                <a:lnTo>
                  <a:pt x="576" y="1113"/>
                </a:lnTo>
                <a:lnTo>
                  <a:pt x="589" y="1110"/>
                </a:lnTo>
                <a:lnTo>
                  <a:pt x="602" y="1107"/>
                </a:lnTo>
                <a:lnTo>
                  <a:pt x="614" y="1104"/>
                </a:lnTo>
                <a:lnTo>
                  <a:pt x="627" y="1100"/>
                </a:lnTo>
                <a:lnTo>
                  <a:pt x="639" y="1096"/>
                </a:lnTo>
                <a:lnTo>
                  <a:pt x="652" y="1092"/>
                </a:lnTo>
                <a:lnTo>
                  <a:pt x="664" y="1087"/>
                </a:lnTo>
                <a:lnTo>
                  <a:pt x="677" y="1083"/>
                </a:lnTo>
                <a:lnTo>
                  <a:pt x="689" y="1079"/>
                </a:lnTo>
                <a:lnTo>
                  <a:pt x="702" y="1075"/>
                </a:lnTo>
                <a:lnTo>
                  <a:pt x="714" y="1071"/>
                </a:lnTo>
                <a:lnTo>
                  <a:pt x="727" y="1068"/>
                </a:lnTo>
                <a:lnTo>
                  <a:pt x="739" y="1065"/>
                </a:lnTo>
                <a:lnTo>
                  <a:pt x="752" y="1063"/>
                </a:lnTo>
                <a:lnTo>
                  <a:pt x="764" y="1061"/>
                </a:lnTo>
                <a:lnTo>
                  <a:pt x="777" y="1061"/>
                </a:lnTo>
                <a:lnTo>
                  <a:pt x="789" y="1060"/>
                </a:lnTo>
                <a:lnTo>
                  <a:pt x="802" y="1061"/>
                </a:lnTo>
                <a:lnTo>
                  <a:pt x="815" y="1062"/>
                </a:lnTo>
                <a:lnTo>
                  <a:pt x="827" y="1065"/>
                </a:lnTo>
                <a:lnTo>
                  <a:pt x="840" y="1068"/>
                </a:lnTo>
                <a:lnTo>
                  <a:pt x="852" y="1072"/>
                </a:lnTo>
                <a:lnTo>
                  <a:pt x="865" y="1077"/>
                </a:lnTo>
                <a:lnTo>
                  <a:pt x="877" y="1083"/>
                </a:lnTo>
                <a:lnTo>
                  <a:pt x="890" y="1091"/>
                </a:lnTo>
                <a:lnTo>
                  <a:pt x="902" y="1099"/>
                </a:lnTo>
                <a:lnTo>
                  <a:pt x="915" y="1108"/>
                </a:lnTo>
                <a:lnTo>
                  <a:pt x="927" y="1119"/>
                </a:lnTo>
                <a:lnTo>
                  <a:pt x="940" y="1130"/>
                </a:lnTo>
                <a:lnTo>
                  <a:pt x="952" y="1143"/>
                </a:lnTo>
                <a:lnTo>
                  <a:pt x="965" y="1156"/>
                </a:lnTo>
                <a:lnTo>
                  <a:pt x="977" y="1171"/>
                </a:lnTo>
                <a:lnTo>
                  <a:pt x="990" y="1187"/>
                </a:lnTo>
                <a:lnTo>
                  <a:pt x="1003" y="1203"/>
                </a:lnTo>
                <a:lnTo>
                  <a:pt x="1015" y="1221"/>
                </a:lnTo>
                <a:lnTo>
                  <a:pt x="1028" y="1239"/>
                </a:lnTo>
                <a:lnTo>
                  <a:pt x="1040" y="1259"/>
                </a:lnTo>
                <a:lnTo>
                  <a:pt x="1053" y="1279"/>
                </a:lnTo>
                <a:lnTo>
                  <a:pt x="1065" y="1300"/>
                </a:lnTo>
                <a:lnTo>
                  <a:pt x="1078" y="1322"/>
                </a:lnTo>
                <a:lnTo>
                  <a:pt x="1090" y="1345"/>
                </a:lnTo>
                <a:lnTo>
                  <a:pt x="1103" y="1368"/>
                </a:lnTo>
                <a:lnTo>
                  <a:pt x="1115" y="1392"/>
                </a:lnTo>
                <a:lnTo>
                  <a:pt x="1128" y="1417"/>
                </a:lnTo>
                <a:lnTo>
                  <a:pt x="1140" y="1442"/>
                </a:lnTo>
                <a:lnTo>
                  <a:pt x="1153" y="1468"/>
                </a:lnTo>
                <a:lnTo>
                  <a:pt x="1165" y="1494"/>
                </a:lnTo>
                <a:lnTo>
                  <a:pt x="1178" y="1520"/>
                </a:lnTo>
                <a:lnTo>
                  <a:pt x="1190" y="1547"/>
                </a:lnTo>
                <a:lnTo>
                  <a:pt x="1203" y="1574"/>
                </a:lnTo>
                <a:lnTo>
                  <a:pt x="1216" y="1601"/>
                </a:lnTo>
                <a:lnTo>
                  <a:pt x="1228" y="1628"/>
                </a:lnTo>
                <a:lnTo>
                  <a:pt x="1241" y="1656"/>
                </a:lnTo>
                <a:lnTo>
                  <a:pt x="1253" y="1683"/>
                </a:lnTo>
                <a:lnTo>
                  <a:pt x="1266" y="1711"/>
                </a:lnTo>
                <a:lnTo>
                  <a:pt x="1278" y="1738"/>
                </a:lnTo>
                <a:lnTo>
                  <a:pt x="1291" y="1765"/>
                </a:lnTo>
                <a:lnTo>
                  <a:pt x="1303" y="1792"/>
                </a:lnTo>
                <a:lnTo>
                  <a:pt x="1316" y="1818"/>
                </a:lnTo>
                <a:lnTo>
                  <a:pt x="1328" y="1845"/>
                </a:lnTo>
                <a:lnTo>
                  <a:pt x="1341" y="1871"/>
                </a:lnTo>
                <a:lnTo>
                  <a:pt x="1353" y="1896"/>
                </a:lnTo>
                <a:lnTo>
                  <a:pt x="1366" y="1921"/>
                </a:lnTo>
                <a:lnTo>
                  <a:pt x="1378" y="1945"/>
                </a:lnTo>
                <a:lnTo>
                  <a:pt x="1391" y="1969"/>
                </a:lnTo>
                <a:lnTo>
                  <a:pt x="1404" y="1992"/>
                </a:lnTo>
                <a:lnTo>
                  <a:pt x="1416" y="2014"/>
                </a:lnTo>
                <a:lnTo>
                  <a:pt x="1429" y="2036"/>
                </a:lnTo>
                <a:lnTo>
                  <a:pt x="1441" y="2057"/>
                </a:lnTo>
                <a:lnTo>
                  <a:pt x="1454" y="2077"/>
                </a:lnTo>
                <a:lnTo>
                  <a:pt x="1466" y="2096"/>
                </a:lnTo>
                <a:lnTo>
                  <a:pt x="1479" y="2115"/>
                </a:lnTo>
                <a:lnTo>
                  <a:pt x="1491" y="2132"/>
                </a:lnTo>
                <a:lnTo>
                  <a:pt x="1504" y="2148"/>
                </a:lnTo>
                <a:lnTo>
                  <a:pt x="1516" y="2164"/>
                </a:lnTo>
                <a:lnTo>
                  <a:pt x="1529" y="2178"/>
                </a:lnTo>
                <a:lnTo>
                  <a:pt x="1541" y="2192"/>
                </a:lnTo>
                <a:lnTo>
                  <a:pt x="1554" y="2204"/>
                </a:lnTo>
                <a:lnTo>
                  <a:pt x="1566" y="2215"/>
                </a:lnTo>
                <a:lnTo>
                  <a:pt x="1579" y="2225"/>
                </a:lnTo>
                <a:lnTo>
                  <a:pt x="1591" y="2234"/>
                </a:lnTo>
                <a:lnTo>
                  <a:pt x="1604" y="2242"/>
                </a:lnTo>
                <a:lnTo>
                  <a:pt x="1617" y="2249"/>
                </a:lnTo>
                <a:lnTo>
                  <a:pt x="1629" y="2255"/>
                </a:lnTo>
                <a:lnTo>
                  <a:pt x="1642" y="2260"/>
                </a:lnTo>
                <a:lnTo>
                  <a:pt x="1654" y="2263"/>
                </a:lnTo>
                <a:lnTo>
                  <a:pt x="1667" y="2266"/>
                </a:lnTo>
                <a:lnTo>
                  <a:pt x="1679" y="2267"/>
                </a:lnTo>
                <a:lnTo>
                  <a:pt x="1692" y="2267"/>
                </a:lnTo>
                <a:lnTo>
                  <a:pt x="1704" y="2267"/>
                </a:lnTo>
                <a:lnTo>
                  <a:pt x="1717" y="2265"/>
                </a:lnTo>
                <a:lnTo>
                  <a:pt x="1729" y="2262"/>
                </a:lnTo>
                <a:lnTo>
                  <a:pt x="1742" y="2258"/>
                </a:lnTo>
                <a:lnTo>
                  <a:pt x="1754" y="2253"/>
                </a:lnTo>
                <a:lnTo>
                  <a:pt x="1767" y="2247"/>
                </a:lnTo>
                <a:lnTo>
                  <a:pt x="1779" y="2240"/>
                </a:lnTo>
                <a:lnTo>
                  <a:pt x="1792" y="2232"/>
                </a:lnTo>
                <a:lnTo>
                  <a:pt x="1805" y="2223"/>
                </a:lnTo>
                <a:lnTo>
                  <a:pt x="1817" y="2214"/>
                </a:lnTo>
                <a:lnTo>
                  <a:pt x="1830" y="2203"/>
                </a:lnTo>
                <a:lnTo>
                  <a:pt x="1842" y="2192"/>
                </a:lnTo>
                <a:lnTo>
                  <a:pt x="1855" y="2180"/>
                </a:lnTo>
                <a:lnTo>
                  <a:pt x="1867" y="2167"/>
                </a:lnTo>
                <a:lnTo>
                  <a:pt x="1880" y="2154"/>
                </a:lnTo>
                <a:lnTo>
                  <a:pt x="1892" y="2140"/>
                </a:lnTo>
                <a:lnTo>
                  <a:pt x="1905" y="2125"/>
                </a:lnTo>
                <a:lnTo>
                  <a:pt x="1917" y="2109"/>
                </a:lnTo>
                <a:lnTo>
                  <a:pt x="1930" y="2094"/>
                </a:lnTo>
                <a:lnTo>
                  <a:pt x="1942" y="2077"/>
                </a:lnTo>
                <a:lnTo>
                  <a:pt x="1955" y="2061"/>
                </a:lnTo>
                <a:lnTo>
                  <a:pt x="1967" y="2043"/>
                </a:lnTo>
                <a:lnTo>
                  <a:pt x="1980" y="2026"/>
                </a:lnTo>
                <a:lnTo>
                  <a:pt x="1992" y="2008"/>
                </a:lnTo>
                <a:lnTo>
                  <a:pt x="2005" y="1990"/>
                </a:lnTo>
                <a:lnTo>
                  <a:pt x="2018" y="1972"/>
                </a:lnTo>
                <a:lnTo>
                  <a:pt x="2030" y="1953"/>
                </a:lnTo>
                <a:lnTo>
                  <a:pt x="2043" y="1935"/>
                </a:lnTo>
                <a:lnTo>
                  <a:pt x="2055" y="1916"/>
                </a:lnTo>
                <a:lnTo>
                  <a:pt x="2068" y="1897"/>
                </a:lnTo>
                <a:lnTo>
                  <a:pt x="2080" y="1879"/>
                </a:lnTo>
                <a:lnTo>
                  <a:pt x="2093" y="1860"/>
                </a:lnTo>
                <a:lnTo>
                  <a:pt x="2105" y="1842"/>
                </a:lnTo>
                <a:lnTo>
                  <a:pt x="2118" y="1823"/>
                </a:lnTo>
                <a:lnTo>
                  <a:pt x="2130" y="1805"/>
                </a:lnTo>
                <a:lnTo>
                  <a:pt x="2143" y="1787"/>
                </a:lnTo>
                <a:lnTo>
                  <a:pt x="2155" y="1770"/>
                </a:lnTo>
                <a:lnTo>
                  <a:pt x="2168" y="1752"/>
                </a:lnTo>
                <a:lnTo>
                  <a:pt x="2180" y="1735"/>
                </a:lnTo>
                <a:lnTo>
                  <a:pt x="2193" y="1719"/>
                </a:lnTo>
                <a:lnTo>
                  <a:pt x="2206" y="1703"/>
                </a:lnTo>
                <a:lnTo>
                  <a:pt x="2218" y="1687"/>
                </a:lnTo>
                <a:lnTo>
                  <a:pt x="2231" y="1672"/>
                </a:lnTo>
                <a:lnTo>
                  <a:pt x="2243" y="1657"/>
                </a:lnTo>
                <a:lnTo>
                  <a:pt x="2256" y="1643"/>
                </a:lnTo>
                <a:lnTo>
                  <a:pt x="2268" y="1629"/>
                </a:lnTo>
                <a:lnTo>
                  <a:pt x="2281" y="1617"/>
                </a:lnTo>
                <a:lnTo>
                  <a:pt x="2293" y="1604"/>
                </a:lnTo>
                <a:lnTo>
                  <a:pt x="2306" y="1593"/>
                </a:lnTo>
                <a:lnTo>
                  <a:pt x="2318" y="1582"/>
                </a:lnTo>
                <a:lnTo>
                  <a:pt x="2331" y="1572"/>
                </a:lnTo>
                <a:lnTo>
                  <a:pt x="2343" y="1562"/>
                </a:lnTo>
                <a:lnTo>
                  <a:pt x="2356" y="1554"/>
                </a:lnTo>
                <a:lnTo>
                  <a:pt x="2368" y="1546"/>
                </a:lnTo>
                <a:lnTo>
                  <a:pt x="2381" y="1539"/>
                </a:lnTo>
                <a:lnTo>
                  <a:pt x="2393" y="1532"/>
                </a:lnTo>
                <a:lnTo>
                  <a:pt x="2406" y="1527"/>
                </a:lnTo>
                <a:lnTo>
                  <a:pt x="2419" y="1522"/>
                </a:lnTo>
                <a:lnTo>
                  <a:pt x="2431" y="1518"/>
                </a:lnTo>
                <a:lnTo>
                  <a:pt x="2444" y="1515"/>
                </a:lnTo>
                <a:lnTo>
                  <a:pt x="2456" y="1512"/>
                </a:lnTo>
                <a:lnTo>
                  <a:pt x="2469" y="1511"/>
                </a:lnTo>
                <a:lnTo>
                  <a:pt x="2481" y="1510"/>
                </a:lnTo>
                <a:lnTo>
                  <a:pt x="2494" y="1510"/>
                </a:lnTo>
                <a:lnTo>
                  <a:pt x="2506" y="1511"/>
                </a:lnTo>
                <a:lnTo>
                  <a:pt x="2519" y="1513"/>
                </a:lnTo>
                <a:lnTo>
                  <a:pt x="2531" y="1515"/>
                </a:lnTo>
                <a:lnTo>
                  <a:pt x="2544" y="1518"/>
                </a:lnTo>
                <a:lnTo>
                  <a:pt x="2556" y="1522"/>
                </a:lnTo>
                <a:lnTo>
                  <a:pt x="2569" y="1527"/>
                </a:lnTo>
                <a:lnTo>
                  <a:pt x="2581" y="1532"/>
                </a:lnTo>
                <a:lnTo>
                  <a:pt x="2594" y="1538"/>
                </a:lnTo>
                <a:lnTo>
                  <a:pt x="2607" y="1544"/>
                </a:lnTo>
                <a:lnTo>
                  <a:pt x="2619" y="1552"/>
                </a:lnTo>
                <a:lnTo>
                  <a:pt x="2632" y="1560"/>
                </a:lnTo>
                <a:lnTo>
                  <a:pt x="2644" y="1568"/>
                </a:lnTo>
                <a:lnTo>
                  <a:pt x="2657" y="1577"/>
                </a:lnTo>
                <a:lnTo>
                  <a:pt x="2669" y="1587"/>
                </a:lnTo>
                <a:lnTo>
                  <a:pt x="2682" y="1597"/>
                </a:lnTo>
                <a:lnTo>
                  <a:pt x="2694" y="1607"/>
                </a:lnTo>
                <a:lnTo>
                  <a:pt x="2707" y="1618"/>
                </a:lnTo>
                <a:lnTo>
                  <a:pt x="2719" y="1629"/>
                </a:lnTo>
                <a:lnTo>
                  <a:pt x="2732" y="1641"/>
                </a:lnTo>
                <a:lnTo>
                  <a:pt x="2744" y="1653"/>
                </a:lnTo>
                <a:lnTo>
                  <a:pt x="2757" y="1665"/>
                </a:lnTo>
                <a:lnTo>
                  <a:pt x="2769" y="1678"/>
                </a:lnTo>
                <a:lnTo>
                  <a:pt x="2782" y="1690"/>
                </a:lnTo>
                <a:lnTo>
                  <a:pt x="2794" y="1703"/>
                </a:lnTo>
                <a:lnTo>
                  <a:pt x="2807" y="1716"/>
                </a:lnTo>
                <a:lnTo>
                  <a:pt x="2820" y="1730"/>
                </a:lnTo>
                <a:lnTo>
                  <a:pt x="2832" y="1743"/>
                </a:lnTo>
                <a:lnTo>
                  <a:pt x="2845" y="1756"/>
                </a:lnTo>
                <a:lnTo>
                  <a:pt x="2857" y="1769"/>
                </a:lnTo>
                <a:lnTo>
                  <a:pt x="2870" y="1782"/>
                </a:lnTo>
                <a:lnTo>
                  <a:pt x="2882" y="1795"/>
                </a:lnTo>
                <a:lnTo>
                  <a:pt x="2895" y="1808"/>
                </a:lnTo>
                <a:lnTo>
                  <a:pt x="2907" y="1821"/>
                </a:lnTo>
                <a:lnTo>
                  <a:pt x="2920" y="1833"/>
                </a:lnTo>
                <a:lnTo>
                  <a:pt x="2932" y="1845"/>
                </a:lnTo>
                <a:lnTo>
                  <a:pt x="2945" y="1857"/>
                </a:lnTo>
                <a:lnTo>
                  <a:pt x="2957" y="1868"/>
                </a:lnTo>
                <a:lnTo>
                  <a:pt x="2970" y="1880"/>
                </a:lnTo>
                <a:lnTo>
                  <a:pt x="2982" y="1890"/>
                </a:lnTo>
                <a:lnTo>
                  <a:pt x="2995" y="1900"/>
                </a:lnTo>
                <a:lnTo>
                  <a:pt x="3008" y="1910"/>
                </a:lnTo>
                <a:lnTo>
                  <a:pt x="3020" y="1919"/>
                </a:lnTo>
                <a:lnTo>
                  <a:pt x="3033" y="1928"/>
                </a:lnTo>
                <a:lnTo>
                  <a:pt x="3045" y="1936"/>
                </a:lnTo>
                <a:lnTo>
                  <a:pt x="3058" y="1943"/>
                </a:lnTo>
                <a:lnTo>
                  <a:pt x="3070" y="1950"/>
                </a:lnTo>
                <a:lnTo>
                  <a:pt x="3083" y="1956"/>
                </a:lnTo>
                <a:lnTo>
                  <a:pt x="3095" y="1961"/>
                </a:lnTo>
                <a:lnTo>
                  <a:pt x="3108" y="1966"/>
                </a:lnTo>
                <a:lnTo>
                  <a:pt x="3120" y="1970"/>
                </a:lnTo>
                <a:lnTo>
                  <a:pt x="3133" y="1973"/>
                </a:lnTo>
                <a:lnTo>
                  <a:pt x="3145" y="1975"/>
                </a:lnTo>
                <a:lnTo>
                  <a:pt x="3158" y="1977"/>
                </a:lnTo>
                <a:lnTo>
                  <a:pt x="3170" y="1977"/>
                </a:lnTo>
                <a:lnTo>
                  <a:pt x="3183" y="1977"/>
                </a:lnTo>
                <a:lnTo>
                  <a:pt x="3195" y="1976"/>
                </a:lnTo>
                <a:lnTo>
                  <a:pt x="3208" y="1974"/>
                </a:lnTo>
                <a:lnTo>
                  <a:pt x="3221" y="1971"/>
                </a:lnTo>
                <a:lnTo>
                  <a:pt x="3233" y="1967"/>
                </a:lnTo>
                <a:lnTo>
                  <a:pt x="3246" y="1963"/>
                </a:lnTo>
                <a:lnTo>
                  <a:pt x="3258" y="1957"/>
                </a:lnTo>
                <a:lnTo>
                  <a:pt x="3271" y="1951"/>
                </a:lnTo>
                <a:lnTo>
                  <a:pt x="3283" y="1943"/>
                </a:lnTo>
                <a:lnTo>
                  <a:pt x="3296" y="1935"/>
                </a:lnTo>
                <a:lnTo>
                  <a:pt x="3308" y="1926"/>
                </a:lnTo>
                <a:lnTo>
                  <a:pt x="3321" y="1916"/>
                </a:lnTo>
                <a:lnTo>
                  <a:pt x="3333" y="1905"/>
                </a:lnTo>
                <a:lnTo>
                  <a:pt x="3346" y="1893"/>
                </a:lnTo>
                <a:lnTo>
                  <a:pt x="3358" y="1880"/>
                </a:lnTo>
                <a:lnTo>
                  <a:pt x="3371" y="1867"/>
                </a:lnTo>
                <a:lnTo>
                  <a:pt x="3383" y="1852"/>
                </a:lnTo>
                <a:lnTo>
                  <a:pt x="3396" y="1837"/>
                </a:lnTo>
                <a:lnTo>
                  <a:pt x="3409" y="1821"/>
                </a:lnTo>
                <a:lnTo>
                  <a:pt x="3421" y="1804"/>
                </a:lnTo>
                <a:lnTo>
                  <a:pt x="3434" y="1786"/>
                </a:lnTo>
                <a:lnTo>
                  <a:pt x="3446" y="1768"/>
                </a:lnTo>
                <a:lnTo>
                  <a:pt x="3459" y="1749"/>
                </a:lnTo>
                <a:lnTo>
                  <a:pt x="3471" y="1729"/>
                </a:lnTo>
                <a:lnTo>
                  <a:pt x="3484" y="1708"/>
                </a:lnTo>
                <a:lnTo>
                  <a:pt x="3496" y="1687"/>
                </a:lnTo>
                <a:lnTo>
                  <a:pt x="3509" y="1666"/>
                </a:lnTo>
                <a:lnTo>
                  <a:pt x="3521" y="1643"/>
                </a:lnTo>
                <a:lnTo>
                  <a:pt x="3534" y="1621"/>
                </a:lnTo>
                <a:lnTo>
                  <a:pt x="3546" y="1597"/>
                </a:lnTo>
                <a:lnTo>
                  <a:pt x="3559" y="1573"/>
                </a:lnTo>
                <a:lnTo>
                  <a:pt x="3571" y="1549"/>
                </a:lnTo>
                <a:lnTo>
                  <a:pt x="3584" y="1524"/>
                </a:lnTo>
                <a:lnTo>
                  <a:pt x="3596" y="1499"/>
                </a:lnTo>
                <a:lnTo>
                  <a:pt x="3609" y="1474"/>
                </a:lnTo>
                <a:lnTo>
                  <a:pt x="3622" y="1448"/>
                </a:lnTo>
                <a:lnTo>
                  <a:pt x="3634" y="1422"/>
                </a:lnTo>
                <a:lnTo>
                  <a:pt x="3647" y="1396"/>
                </a:lnTo>
                <a:lnTo>
                  <a:pt x="3659" y="1370"/>
                </a:lnTo>
                <a:lnTo>
                  <a:pt x="3672" y="1343"/>
                </a:lnTo>
                <a:lnTo>
                  <a:pt x="3684" y="1316"/>
                </a:lnTo>
                <a:lnTo>
                  <a:pt x="3697" y="1290"/>
                </a:lnTo>
                <a:lnTo>
                  <a:pt x="3709" y="1263"/>
                </a:lnTo>
                <a:lnTo>
                  <a:pt x="3722" y="1236"/>
                </a:lnTo>
                <a:lnTo>
                  <a:pt x="3734" y="1210"/>
                </a:lnTo>
                <a:lnTo>
                  <a:pt x="3747" y="1183"/>
                </a:lnTo>
                <a:lnTo>
                  <a:pt x="3759" y="1157"/>
                </a:lnTo>
                <a:lnTo>
                  <a:pt x="3772" y="1130"/>
                </a:lnTo>
                <a:lnTo>
                  <a:pt x="3784" y="1104"/>
                </a:lnTo>
                <a:lnTo>
                  <a:pt x="3797" y="1078"/>
                </a:lnTo>
                <a:lnTo>
                  <a:pt x="3810" y="1053"/>
                </a:lnTo>
                <a:lnTo>
                  <a:pt x="3822" y="1027"/>
                </a:lnTo>
                <a:lnTo>
                  <a:pt x="3835" y="1002"/>
                </a:lnTo>
                <a:lnTo>
                  <a:pt x="3847" y="978"/>
                </a:lnTo>
                <a:lnTo>
                  <a:pt x="3860" y="953"/>
                </a:lnTo>
                <a:lnTo>
                  <a:pt x="3872" y="930"/>
                </a:lnTo>
                <a:lnTo>
                  <a:pt x="3885" y="906"/>
                </a:lnTo>
                <a:lnTo>
                  <a:pt x="3897" y="883"/>
                </a:lnTo>
                <a:lnTo>
                  <a:pt x="3910" y="861"/>
                </a:lnTo>
                <a:lnTo>
                  <a:pt x="3922" y="839"/>
                </a:lnTo>
                <a:lnTo>
                  <a:pt x="3935" y="817"/>
                </a:lnTo>
                <a:lnTo>
                  <a:pt x="3947" y="797"/>
                </a:lnTo>
                <a:lnTo>
                  <a:pt x="3960" y="776"/>
                </a:lnTo>
                <a:lnTo>
                  <a:pt x="3972" y="757"/>
                </a:lnTo>
                <a:lnTo>
                  <a:pt x="3985" y="738"/>
                </a:lnTo>
                <a:lnTo>
                  <a:pt x="3997" y="719"/>
                </a:lnTo>
                <a:lnTo>
                  <a:pt x="4010" y="701"/>
                </a:lnTo>
                <a:lnTo>
                  <a:pt x="4023" y="684"/>
                </a:lnTo>
                <a:lnTo>
                  <a:pt x="4035" y="667"/>
                </a:lnTo>
                <a:lnTo>
                  <a:pt x="4048" y="651"/>
                </a:lnTo>
                <a:lnTo>
                  <a:pt x="4060" y="636"/>
                </a:lnTo>
                <a:lnTo>
                  <a:pt x="4073" y="622"/>
                </a:lnTo>
                <a:lnTo>
                  <a:pt x="4085" y="608"/>
                </a:lnTo>
                <a:lnTo>
                  <a:pt x="4098" y="594"/>
                </a:lnTo>
                <a:lnTo>
                  <a:pt x="4110" y="582"/>
                </a:lnTo>
                <a:lnTo>
                  <a:pt x="4123" y="570"/>
                </a:lnTo>
                <a:lnTo>
                  <a:pt x="4135" y="558"/>
                </a:lnTo>
                <a:lnTo>
                  <a:pt x="4148" y="548"/>
                </a:lnTo>
                <a:lnTo>
                  <a:pt x="4160" y="538"/>
                </a:lnTo>
                <a:lnTo>
                  <a:pt x="4173" y="528"/>
                </a:lnTo>
                <a:lnTo>
                  <a:pt x="4185" y="519"/>
                </a:lnTo>
                <a:lnTo>
                  <a:pt x="4198" y="511"/>
                </a:lnTo>
                <a:lnTo>
                  <a:pt x="4211" y="503"/>
                </a:lnTo>
                <a:lnTo>
                  <a:pt x="4223" y="496"/>
                </a:lnTo>
                <a:lnTo>
                  <a:pt x="4236" y="490"/>
                </a:lnTo>
                <a:lnTo>
                  <a:pt x="4248" y="484"/>
                </a:lnTo>
                <a:lnTo>
                  <a:pt x="4261" y="479"/>
                </a:lnTo>
                <a:lnTo>
                  <a:pt x="4273" y="474"/>
                </a:lnTo>
                <a:lnTo>
                  <a:pt x="4286" y="469"/>
                </a:lnTo>
                <a:lnTo>
                  <a:pt x="4298" y="466"/>
                </a:lnTo>
                <a:lnTo>
                  <a:pt x="4311" y="462"/>
                </a:lnTo>
                <a:lnTo>
                  <a:pt x="4323" y="459"/>
                </a:lnTo>
                <a:lnTo>
                  <a:pt x="4336" y="457"/>
                </a:lnTo>
                <a:lnTo>
                  <a:pt x="4348" y="455"/>
                </a:lnTo>
                <a:lnTo>
                  <a:pt x="4361" y="453"/>
                </a:lnTo>
                <a:lnTo>
                  <a:pt x="4373" y="452"/>
                </a:lnTo>
                <a:lnTo>
                  <a:pt x="4386" y="451"/>
                </a:lnTo>
                <a:lnTo>
                  <a:pt x="4398" y="451"/>
                </a:lnTo>
                <a:lnTo>
                  <a:pt x="4411" y="450"/>
                </a:lnTo>
                <a:lnTo>
                  <a:pt x="4424" y="451"/>
                </a:lnTo>
                <a:lnTo>
                  <a:pt x="4436" y="451"/>
                </a:lnTo>
                <a:lnTo>
                  <a:pt x="4449" y="452"/>
                </a:lnTo>
                <a:lnTo>
                  <a:pt x="4461" y="453"/>
                </a:lnTo>
                <a:lnTo>
                  <a:pt x="4474" y="454"/>
                </a:lnTo>
                <a:lnTo>
                  <a:pt x="4486" y="456"/>
                </a:lnTo>
                <a:lnTo>
                  <a:pt x="4499" y="458"/>
                </a:lnTo>
                <a:lnTo>
                  <a:pt x="4511" y="460"/>
                </a:lnTo>
                <a:lnTo>
                  <a:pt x="4524" y="463"/>
                </a:lnTo>
                <a:lnTo>
                  <a:pt x="4536" y="465"/>
                </a:lnTo>
                <a:lnTo>
                  <a:pt x="4549" y="468"/>
                </a:lnTo>
                <a:lnTo>
                  <a:pt x="4561" y="471"/>
                </a:lnTo>
                <a:lnTo>
                  <a:pt x="4574" y="474"/>
                </a:lnTo>
                <a:lnTo>
                  <a:pt x="4586" y="477"/>
                </a:lnTo>
                <a:lnTo>
                  <a:pt x="4599" y="480"/>
                </a:lnTo>
                <a:lnTo>
                  <a:pt x="4612" y="484"/>
                </a:lnTo>
                <a:lnTo>
                  <a:pt x="4624" y="487"/>
                </a:lnTo>
                <a:lnTo>
                  <a:pt x="4637" y="491"/>
                </a:lnTo>
                <a:lnTo>
                  <a:pt x="4649" y="494"/>
                </a:lnTo>
                <a:lnTo>
                  <a:pt x="4662" y="497"/>
                </a:lnTo>
                <a:lnTo>
                  <a:pt x="4674" y="501"/>
                </a:lnTo>
                <a:lnTo>
                  <a:pt x="4687" y="504"/>
                </a:lnTo>
                <a:lnTo>
                  <a:pt x="4699" y="507"/>
                </a:lnTo>
                <a:lnTo>
                  <a:pt x="4712" y="509"/>
                </a:lnTo>
                <a:lnTo>
                  <a:pt x="4724" y="511"/>
                </a:lnTo>
                <a:lnTo>
                  <a:pt x="4737" y="513"/>
                </a:lnTo>
                <a:lnTo>
                  <a:pt x="4749" y="513"/>
                </a:lnTo>
                <a:lnTo>
                  <a:pt x="4762" y="514"/>
                </a:lnTo>
                <a:lnTo>
                  <a:pt x="4774" y="513"/>
                </a:lnTo>
                <a:lnTo>
                  <a:pt x="4787" y="511"/>
                </a:lnTo>
                <a:lnTo>
                  <a:pt x="4799" y="508"/>
                </a:lnTo>
                <a:lnTo>
                  <a:pt x="4812" y="503"/>
                </a:lnTo>
                <a:lnTo>
                  <a:pt x="4825" y="497"/>
                </a:lnTo>
                <a:lnTo>
                  <a:pt x="4837" y="488"/>
                </a:lnTo>
                <a:lnTo>
                  <a:pt x="4850" y="478"/>
                </a:lnTo>
                <a:lnTo>
                  <a:pt x="4862" y="464"/>
                </a:lnTo>
                <a:lnTo>
                  <a:pt x="4875" y="448"/>
                </a:lnTo>
                <a:lnTo>
                  <a:pt x="4887" y="428"/>
                </a:lnTo>
                <a:lnTo>
                  <a:pt x="4900" y="404"/>
                </a:lnTo>
                <a:lnTo>
                  <a:pt x="4912" y="376"/>
                </a:lnTo>
                <a:lnTo>
                  <a:pt x="4925" y="343"/>
                </a:lnTo>
                <a:lnTo>
                  <a:pt x="4937" y="304"/>
                </a:lnTo>
                <a:lnTo>
                  <a:pt x="4950" y="259"/>
                </a:lnTo>
                <a:lnTo>
                  <a:pt x="4962" y="207"/>
                </a:lnTo>
                <a:lnTo>
                  <a:pt x="4975" y="147"/>
                </a:lnTo>
                <a:lnTo>
                  <a:pt x="4987" y="79"/>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reeform 24"/>
          <p:cNvSpPr/>
          <p:nvPr/>
        </p:nvSpPr>
        <p:spPr>
          <a:xfrm>
            <a:off x="6510528" y="3290926"/>
            <a:ext cx="4572000" cy="1703527"/>
          </a:xfrm>
          <a:custGeom>
            <a:avLst/>
            <a:gdLst/>
            <a:ahLst/>
            <a:cxnLst/>
            <a:rect l="l" t="t" r="r" b="b"/>
            <a:pathLst>
              <a:path w="5000" h="1863">
                <a:moveTo>
                  <a:pt x="0" y="784"/>
                </a:moveTo>
                <a:lnTo>
                  <a:pt x="13" y="773"/>
                </a:lnTo>
                <a:lnTo>
                  <a:pt x="25" y="758"/>
                </a:lnTo>
                <a:lnTo>
                  <a:pt x="38" y="739"/>
                </a:lnTo>
                <a:lnTo>
                  <a:pt x="50" y="718"/>
                </a:lnTo>
                <a:lnTo>
                  <a:pt x="63" y="695"/>
                </a:lnTo>
                <a:lnTo>
                  <a:pt x="75" y="671"/>
                </a:lnTo>
                <a:lnTo>
                  <a:pt x="88" y="646"/>
                </a:lnTo>
                <a:lnTo>
                  <a:pt x="100" y="620"/>
                </a:lnTo>
                <a:lnTo>
                  <a:pt x="113" y="595"/>
                </a:lnTo>
                <a:lnTo>
                  <a:pt x="125" y="570"/>
                </a:lnTo>
                <a:lnTo>
                  <a:pt x="138" y="547"/>
                </a:lnTo>
                <a:lnTo>
                  <a:pt x="150" y="524"/>
                </a:lnTo>
                <a:lnTo>
                  <a:pt x="163" y="502"/>
                </a:lnTo>
                <a:lnTo>
                  <a:pt x="175" y="482"/>
                </a:lnTo>
                <a:lnTo>
                  <a:pt x="188" y="464"/>
                </a:lnTo>
                <a:lnTo>
                  <a:pt x="201" y="447"/>
                </a:lnTo>
                <a:lnTo>
                  <a:pt x="213" y="432"/>
                </a:lnTo>
                <a:lnTo>
                  <a:pt x="226" y="419"/>
                </a:lnTo>
                <a:lnTo>
                  <a:pt x="238" y="408"/>
                </a:lnTo>
                <a:lnTo>
                  <a:pt x="251" y="398"/>
                </a:lnTo>
                <a:lnTo>
                  <a:pt x="263" y="391"/>
                </a:lnTo>
                <a:lnTo>
                  <a:pt x="276" y="385"/>
                </a:lnTo>
                <a:lnTo>
                  <a:pt x="288" y="381"/>
                </a:lnTo>
                <a:lnTo>
                  <a:pt x="301" y="379"/>
                </a:lnTo>
                <a:lnTo>
                  <a:pt x="313" y="379"/>
                </a:lnTo>
                <a:lnTo>
                  <a:pt x="326" y="381"/>
                </a:lnTo>
                <a:lnTo>
                  <a:pt x="338" y="384"/>
                </a:lnTo>
                <a:lnTo>
                  <a:pt x="351" y="388"/>
                </a:lnTo>
                <a:lnTo>
                  <a:pt x="363" y="395"/>
                </a:lnTo>
                <a:lnTo>
                  <a:pt x="376" y="402"/>
                </a:lnTo>
                <a:lnTo>
                  <a:pt x="388" y="411"/>
                </a:lnTo>
                <a:lnTo>
                  <a:pt x="401" y="421"/>
                </a:lnTo>
                <a:lnTo>
                  <a:pt x="414" y="432"/>
                </a:lnTo>
                <a:lnTo>
                  <a:pt x="426" y="444"/>
                </a:lnTo>
                <a:lnTo>
                  <a:pt x="439" y="457"/>
                </a:lnTo>
                <a:lnTo>
                  <a:pt x="451" y="471"/>
                </a:lnTo>
                <a:lnTo>
                  <a:pt x="464" y="486"/>
                </a:lnTo>
                <a:lnTo>
                  <a:pt x="476" y="502"/>
                </a:lnTo>
                <a:lnTo>
                  <a:pt x="489" y="518"/>
                </a:lnTo>
                <a:lnTo>
                  <a:pt x="501" y="534"/>
                </a:lnTo>
                <a:lnTo>
                  <a:pt x="514" y="551"/>
                </a:lnTo>
                <a:lnTo>
                  <a:pt x="526" y="569"/>
                </a:lnTo>
                <a:lnTo>
                  <a:pt x="539" y="587"/>
                </a:lnTo>
                <a:lnTo>
                  <a:pt x="551" y="605"/>
                </a:lnTo>
                <a:lnTo>
                  <a:pt x="564" y="623"/>
                </a:lnTo>
                <a:lnTo>
                  <a:pt x="576" y="641"/>
                </a:lnTo>
                <a:lnTo>
                  <a:pt x="589" y="660"/>
                </a:lnTo>
                <a:lnTo>
                  <a:pt x="602" y="678"/>
                </a:lnTo>
                <a:lnTo>
                  <a:pt x="614" y="697"/>
                </a:lnTo>
                <a:lnTo>
                  <a:pt x="627" y="716"/>
                </a:lnTo>
                <a:lnTo>
                  <a:pt x="639" y="734"/>
                </a:lnTo>
                <a:lnTo>
                  <a:pt x="652" y="752"/>
                </a:lnTo>
                <a:lnTo>
                  <a:pt x="664" y="771"/>
                </a:lnTo>
                <a:lnTo>
                  <a:pt x="677" y="789"/>
                </a:lnTo>
                <a:lnTo>
                  <a:pt x="689" y="807"/>
                </a:lnTo>
                <a:lnTo>
                  <a:pt x="702" y="825"/>
                </a:lnTo>
                <a:lnTo>
                  <a:pt x="714" y="842"/>
                </a:lnTo>
                <a:lnTo>
                  <a:pt x="727" y="859"/>
                </a:lnTo>
                <a:lnTo>
                  <a:pt x="739" y="876"/>
                </a:lnTo>
                <a:lnTo>
                  <a:pt x="752" y="893"/>
                </a:lnTo>
                <a:lnTo>
                  <a:pt x="764" y="910"/>
                </a:lnTo>
                <a:lnTo>
                  <a:pt x="777" y="926"/>
                </a:lnTo>
                <a:lnTo>
                  <a:pt x="789" y="942"/>
                </a:lnTo>
                <a:lnTo>
                  <a:pt x="802" y="958"/>
                </a:lnTo>
                <a:lnTo>
                  <a:pt x="815" y="974"/>
                </a:lnTo>
                <a:lnTo>
                  <a:pt x="827" y="989"/>
                </a:lnTo>
                <a:lnTo>
                  <a:pt x="840" y="1005"/>
                </a:lnTo>
                <a:lnTo>
                  <a:pt x="852" y="1020"/>
                </a:lnTo>
                <a:lnTo>
                  <a:pt x="865" y="1035"/>
                </a:lnTo>
                <a:lnTo>
                  <a:pt x="877" y="1049"/>
                </a:lnTo>
                <a:lnTo>
                  <a:pt x="890" y="1064"/>
                </a:lnTo>
                <a:lnTo>
                  <a:pt x="902" y="1078"/>
                </a:lnTo>
                <a:lnTo>
                  <a:pt x="915" y="1092"/>
                </a:lnTo>
                <a:lnTo>
                  <a:pt x="927" y="1106"/>
                </a:lnTo>
                <a:lnTo>
                  <a:pt x="940" y="1120"/>
                </a:lnTo>
                <a:lnTo>
                  <a:pt x="952" y="1134"/>
                </a:lnTo>
                <a:lnTo>
                  <a:pt x="965" y="1148"/>
                </a:lnTo>
                <a:lnTo>
                  <a:pt x="977" y="1161"/>
                </a:lnTo>
                <a:lnTo>
                  <a:pt x="990" y="1175"/>
                </a:lnTo>
                <a:lnTo>
                  <a:pt x="1003" y="1188"/>
                </a:lnTo>
                <a:lnTo>
                  <a:pt x="1015" y="1202"/>
                </a:lnTo>
                <a:lnTo>
                  <a:pt x="1028" y="1215"/>
                </a:lnTo>
                <a:lnTo>
                  <a:pt x="1040" y="1228"/>
                </a:lnTo>
                <a:lnTo>
                  <a:pt x="1053" y="1242"/>
                </a:lnTo>
                <a:lnTo>
                  <a:pt x="1065" y="1255"/>
                </a:lnTo>
                <a:lnTo>
                  <a:pt x="1078" y="1269"/>
                </a:lnTo>
                <a:lnTo>
                  <a:pt x="1090" y="1282"/>
                </a:lnTo>
                <a:lnTo>
                  <a:pt x="1103" y="1295"/>
                </a:lnTo>
                <a:lnTo>
                  <a:pt x="1115" y="1309"/>
                </a:lnTo>
                <a:lnTo>
                  <a:pt x="1128" y="1322"/>
                </a:lnTo>
                <a:lnTo>
                  <a:pt x="1140" y="1336"/>
                </a:lnTo>
                <a:lnTo>
                  <a:pt x="1153" y="1350"/>
                </a:lnTo>
                <a:lnTo>
                  <a:pt x="1165" y="1363"/>
                </a:lnTo>
                <a:lnTo>
                  <a:pt x="1178" y="1377"/>
                </a:lnTo>
                <a:lnTo>
                  <a:pt x="1190" y="1390"/>
                </a:lnTo>
                <a:lnTo>
                  <a:pt x="1203" y="1404"/>
                </a:lnTo>
                <a:lnTo>
                  <a:pt x="1216" y="1418"/>
                </a:lnTo>
                <a:lnTo>
                  <a:pt x="1228" y="1432"/>
                </a:lnTo>
                <a:lnTo>
                  <a:pt x="1241" y="1445"/>
                </a:lnTo>
                <a:lnTo>
                  <a:pt x="1253" y="1459"/>
                </a:lnTo>
                <a:lnTo>
                  <a:pt x="1266" y="1473"/>
                </a:lnTo>
                <a:lnTo>
                  <a:pt x="1278" y="1487"/>
                </a:lnTo>
                <a:lnTo>
                  <a:pt x="1291" y="1501"/>
                </a:lnTo>
                <a:lnTo>
                  <a:pt x="1303" y="1514"/>
                </a:lnTo>
                <a:lnTo>
                  <a:pt x="1316" y="1528"/>
                </a:lnTo>
                <a:lnTo>
                  <a:pt x="1328" y="1542"/>
                </a:lnTo>
                <a:lnTo>
                  <a:pt x="1341" y="1555"/>
                </a:lnTo>
                <a:lnTo>
                  <a:pt x="1353" y="1569"/>
                </a:lnTo>
                <a:lnTo>
                  <a:pt x="1366" y="1582"/>
                </a:lnTo>
                <a:lnTo>
                  <a:pt x="1378" y="1596"/>
                </a:lnTo>
                <a:lnTo>
                  <a:pt x="1391" y="1609"/>
                </a:lnTo>
                <a:lnTo>
                  <a:pt x="1404" y="1622"/>
                </a:lnTo>
                <a:lnTo>
                  <a:pt x="1416" y="1635"/>
                </a:lnTo>
                <a:lnTo>
                  <a:pt x="1429" y="1648"/>
                </a:lnTo>
                <a:lnTo>
                  <a:pt x="1441" y="1660"/>
                </a:lnTo>
                <a:lnTo>
                  <a:pt x="1454" y="1672"/>
                </a:lnTo>
                <a:lnTo>
                  <a:pt x="1466" y="1684"/>
                </a:lnTo>
                <a:lnTo>
                  <a:pt x="1479" y="1696"/>
                </a:lnTo>
                <a:lnTo>
                  <a:pt x="1491" y="1708"/>
                </a:lnTo>
                <a:lnTo>
                  <a:pt x="1504" y="1719"/>
                </a:lnTo>
                <a:lnTo>
                  <a:pt x="1516" y="1730"/>
                </a:lnTo>
                <a:lnTo>
                  <a:pt x="1529" y="1741"/>
                </a:lnTo>
                <a:lnTo>
                  <a:pt x="1541" y="1751"/>
                </a:lnTo>
                <a:lnTo>
                  <a:pt x="1554" y="1761"/>
                </a:lnTo>
                <a:lnTo>
                  <a:pt x="1566" y="1771"/>
                </a:lnTo>
                <a:lnTo>
                  <a:pt x="1579" y="1780"/>
                </a:lnTo>
                <a:lnTo>
                  <a:pt x="1591" y="1789"/>
                </a:lnTo>
                <a:lnTo>
                  <a:pt x="1604" y="1797"/>
                </a:lnTo>
                <a:lnTo>
                  <a:pt x="1617" y="1805"/>
                </a:lnTo>
                <a:lnTo>
                  <a:pt x="1629" y="1813"/>
                </a:lnTo>
                <a:lnTo>
                  <a:pt x="1642" y="1820"/>
                </a:lnTo>
                <a:lnTo>
                  <a:pt x="1654" y="1826"/>
                </a:lnTo>
                <a:lnTo>
                  <a:pt x="1667" y="1832"/>
                </a:lnTo>
                <a:lnTo>
                  <a:pt x="1679" y="1838"/>
                </a:lnTo>
                <a:lnTo>
                  <a:pt x="1692" y="1843"/>
                </a:lnTo>
                <a:lnTo>
                  <a:pt x="1704" y="1847"/>
                </a:lnTo>
                <a:lnTo>
                  <a:pt x="1717" y="1851"/>
                </a:lnTo>
                <a:lnTo>
                  <a:pt x="1729" y="1855"/>
                </a:lnTo>
                <a:lnTo>
                  <a:pt x="1742" y="1857"/>
                </a:lnTo>
                <a:lnTo>
                  <a:pt x="1754" y="1860"/>
                </a:lnTo>
                <a:lnTo>
                  <a:pt x="1767" y="1861"/>
                </a:lnTo>
                <a:lnTo>
                  <a:pt x="1779" y="1863"/>
                </a:lnTo>
                <a:lnTo>
                  <a:pt x="1792" y="1863"/>
                </a:lnTo>
                <a:lnTo>
                  <a:pt x="1805" y="1863"/>
                </a:lnTo>
                <a:lnTo>
                  <a:pt x="1817" y="1863"/>
                </a:lnTo>
                <a:lnTo>
                  <a:pt x="1830" y="1861"/>
                </a:lnTo>
                <a:lnTo>
                  <a:pt x="1842" y="1860"/>
                </a:lnTo>
                <a:lnTo>
                  <a:pt x="1855" y="1857"/>
                </a:lnTo>
                <a:lnTo>
                  <a:pt x="1867" y="1855"/>
                </a:lnTo>
                <a:lnTo>
                  <a:pt x="1880" y="1851"/>
                </a:lnTo>
                <a:lnTo>
                  <a:pt x="1892" y="1847"/>
                </a:lnTo>
                <a:lnTo>
                  <a:pt x="1905" y="1843"/>
                </a:lnTo>
                <a:lnTo>
                  <a:pt x="1917" y="1838"/>
                </a:lnTo>
                <a:lnTo>
                  <a:pt x="1930" y="1832"/>
                </a:lnTo>
                <a:lnTo>
                  <a:pt x="1942" y="1826"/>
                </a:lnTo>
                <a:lnTo>
                  <a:pt x="1955" y="1819"/>
                </a:lnTo>
                <a:lnTo>
                  <a:pt x="1967" y="1812"/>
                </a:lnTo>
                <a:lnTo>
                  <a:pt x="1980" y="1805"/>
                </a:lnTo>
                <a:lnTo>
                  <a:pt x="1992" y="1797"/>
                </a:lnTo>
                <a:lnTo>
                  <a:pt x="2005" y="1788"/>
                </a:lnTo>
                <a:lnTo>
                  <a:pt x="2018" y="1779"/>
                </a:lnTo>
                <a:lnTo>
                  <a:pt x="2030" y="1770"/>
                </a:lnTo>
                <a:lnTo>
                  <a:pt x="2043" y="1760"/>
                </a:lnTo>
                <a:lnTo>
                  <a:pt x="2055" y="1750"/>
                </a:lnTo>
                <a:lnTo>
                  <a:pt x="2068" y="1740"/>
                </a:lnTo>
                <a:lnTo>
                  <a:pt x="2080" y="1729"/>
                </a:lnTo>
                <a:lnTo>
                  <a:pt x="2093" y="1718"/>
                </a:lnTo>
                <a:lnTo>
                  <a:pt x="2105" y="1706"/>
                </a:lnTo>
                <a:lnTo>
                  <a:pt x="2118" y="1695"/>
                </a:lnTo>
                <a:lnTo>
                  <a:pt x="2130" y="1683"/>
                </a:lnTo>
                <a:lnTo>
                  <a:pt x="2143" y="1671"/>
                </a:lnTo>
                <a:lnTo>
                  <a:pt x="2155" y="1658"/>
                </a:lnTo>
                <a:lnTo>
                  <a:pt x="2168" y="1646"/>
                </a:lnTo>
                <a:lnTo>
                  <a:pt x="2180" y="1633"/>
                </a:lnTo>
                <a:lnTo>
                  <a:pt x="2193" y="1620"/>
                </a:lnTo>
                <a:lnTo>
                  <a:pt x="2206" y="1607"/>
                </a:lnTo>
                <a:lnTo>
                  <a:pt x="2218" y="1594"/>
                </a:lnTo>
                <a:lnTo>
                  <a:pt x="2231" y="1581"/>
                </a:lnTo>
                <a:lnTo>
                  <a:pt x="2243" y="1568"/>
                </a:lnTo>
                <a:lnTo>
                  <a:pt x="2256" y="1555"/>
                </a:lnTo>
                <a:lnTo>
                  <a:pt x="2268" y="1542"/>
                </a:lnTo>
                <a:lnTo>
                  <a:pt x="2281" y="1529"/>
                </a:lnTo>
                <a:lnTo>
                  <a:pt x="2293" y="1516"/>
                </a:lnTo>
                <a:lnTo>
                  <a:pt x="2306" y="1504"/>
                </a:lnTo>
                <a:lnTo>
                  <a:pt x="2318" y="1491"/>
                </a:lnTo>
                <a:lnTo>
                  <a:pt x="2331" y="1479"/>
                </a:lnTo>
                <a:lnTo>
                  <a:pt x="2343" y="1466"/>
                </a:lnTo>
                <a:lnTo>
                  <a:pt x="2356" y="1454"/>
                </a:lnTo>
                <a:lnTo>
                  <a:pt x="2368" y="1442"/>
                </a:lnTo>
                <a:lnTo>
                  <a:pt x="2381" y="1431"/>
                </a:lnTo>
                <a:lnTo>
                  <a:pt x="2393" y="1420"/>
                </a:lnTo>
                <a:lnTo>
                  <a:pt x="2406" y="1409"/>
                </a:lnTo>
                <a:lnTo>
                  <a:pt x="2419" y="1398"/>
                </a:lnTo>
                <a:lnTo>
                  <a:pt x="2431" y="1388"/>
                </a:lnTo>
                <a:lnTo>
                  <a:pt x="2444" y="1378"/>
                </a:lnTo>
                <a:lnTo>
                  <a:pt x="2456" y="1368"/>
                </a:lnTo>
                <a:lnTo>
                  <a:pt x="2469" y="1359"/>
                </a:lnTo>
                <a:lnTo>
                  <a:pt x="2481" y="1350"/>
                </a:lnTo>
                <a:lnTo>
                  <a:pt x="2494" y="1342"/>
                </a:lnTo>
                <a:lnTo>
                  <a:pt x="2506" y="1334"/>
                </a:lnTo>
                <a:lnTo>
                  <a:pt x="2519" y="1327"/>
                </a:lnTo>
                <a:lnTo>
                  <a:pt x="2531" y="1320"/>
                </a:lnTo>
                <a:lnTo>
                  <a:pt x="2544" y="1313"/>
                </a:lnTo>
                <a:lnTo>
                  <a:pt x="2556" y="1307"/>
                </a:lnTo>
                <a:lnTo>
                  <a:pt x="2569" y="1302"/>
                </a:lnTo>
                <a:lnTo>
                  <a:pt x="2581" y="1297"/>
                </a:lnTo>
                <a:lnTo>
                  <a:pt x="2594" y="1293"/>
                </a:lnTo>
                <a:lnTo>
                  <a:pt x="2607" y="1289"/>
                </a:lnTo>
                <a:lnTo>
                  <a:pt x="2619" y="1285"/>
                </a:lnTo>
                <a:lnTo>
                  <a:pt x="2632" y="1283"/>
                </a:lnTo>
                <a:lnTo>
                  <a:pt x="2644" y="1281"/>
                </a:lnTo>
                <a:lnTo>
                  <a:pt x="2657" y="1279"/>
                </a:lnTo>
                <a:lnTo>
                  <a:pt x="2669" y="1278"/>
                </a:lnTo>
                <a:lnTo>
                  <a:pt x="2682" y="1277"/>
                </a:lnTo>
                <a:lnTo>
                  <a:pt x="2694" y="1277"/>
                </a:lnTo>
                <a:lnTo>
                  <a:pt x="2707" y="1278"/>
                </a:lnTo>
                <a:lnTo>
                  <a:pt x="2719" y="1279"/>
                </a:lnTo>
                <a:lnTo>
                  <a:pt x="2732" y="1280"/>
                </a:lnTo>
                <a:lnTo>
                  <a:pt x="2744" y="1283"/>
                </a:lnTo>
                <a:lnTo>
                  <a:pt x="2757" y="1285"/>
                </a:lnTo>
                <a:lnTo>
                  <a:pt x="2769" y="1288"/>
                </a:lnTo>
                <a:lnTo>
                  <a:pt x="2782" y="1292"/>
                </a:lnTo>
                <a:lnTo>
                  <a:pt x="2794" y="1296"/>
                </a:lnTo>
                <a:lnTo>
                  <a:pt x="2807" y="1301"/>
                </a:lnTo>
                <a:lnTo>
                  <a:pt x="2820" y="1306"/>
                </a:lnTo>
                <a:lnTo>
                  <a:pt x="2832" y="1312"/>
                </a:lnTo>
                <a:lnTo>
                  <a:pt x="2845" y="1317"/>
                </a:lnTo>
                <a:lnTo>
                  <a:pt x="2857" y="1324"/>
                </a:lnTo>
                <a:lnTo>
                  <a:pt x="2870" y="1331"/>
                </a:lnTo>
                <a:lnTo>
                  <a:pt x="2882" y="1338"/>
                </a:lnTo>
                <a:lnTo>
                  <a:pt x="2895" y="1345"/>
                </a:lnTo>
                <a:lnTo>
                  <a:pt x="2907" y="1353"/>
                </a:lnTo>
                <a:lnTo>
                  <a:pt x="2920" y="1361"/>
                </a:lnTo>
                <a:lnTo>
                  <a:pt x="2932" y="1370"/>
                </a:lnTo>
                <a:lnTo>
                  <a:pt x="2945" y="1379"/>
                </a:lnTo>
                <a:lnTo>
                  <a:pt x="2957" y="1388"/>
                </a:lnTo>
                <a:lnTo>
                  <a:pt x="2970" y="1397"/>
                </a:lnTo>
                <a:lnTo>
                  <a:pt x="2982" y="1406"/>
                </a:lnTo>
                <a:lnTo>
                  <a:pt x="2995" y="1416"/>
                </a:lnTo>
                <a:lnTo>
                  <a:pt x="3008" y="1425"/>
                </a:lnTo>
                <a:lnTo>
                  <a:pt x="3020" y="1435"/>
                </a:lnTo>
                <a:lnTo>
                  <a:pt x="3033" y="1445"/>
                </a:lnTo>
                <a:lnTo>
                  <a:pt x="3045" y="1455"/>
                </a:lnTo>
                <a:lnTo>
                  <a:pt x="3058" y="1465"/>
                </a:lnTo>
                <a:lnTo>
                  <a:pt x="3070" y="1475"/>
                </a:lnTo>
                <a:lnTo>
                  <a:pt x="3083" y="1485"/>
                </a:lnTo>
                <a:lnTo>
                  <a:pt x="3095" y="1495"/>
                </a:lnTo>
                <a:lnTo>
                  <a:pt x="3108" y="1505"/>
                </a:lnTo>
                <a:lnTo>
                  <a:pt x="3120" y="1514"/>
                </a:lnTo>
                <a:lnTo>
                  <a:pt x="3133" y="1524"/>
                </a:lnTo>
                <a:lnTo>
                  <a:pt x="3145" y="1533"/>
                </a:lnTo>
                <a:lnTo>
                  <a:pt x="3158" y="1543"/>
                </a:lnTo>
                <a:lnTo>
                  <a:pt x="3170" y="1552"/>
                </a:lnTo>
                <a:lnTo>
                  <a:pt x="3183" y="1560"/>
                </a:lnTo>
                <a:lnTo>
                  <a:pt x="3195" y="1569"/>
                </a:lnTo>
                <a:lnTo>
                  <a:pt x="3208" y="1577"/>
                </a:lnTo>
                <a:lnTo>
                  <a:pt x="3221" y="1585"/>
                </a:lnTo>
                <a:lnTo>
                  <a:pt x="3233" y="1592"/>
                </a:lnTo>
                <a:lnTo>
                  <a:pt x="3246" y="1599"/>
                </a:lnTo>
                <a:lnTo>
                  <a:pt x="3258" y="1606"/>
                </a:lnTo>
                <a:lnTo>
                  <a:pt x="3271" y="1612"/>
                </a:lnTo>
                <a:lnTo>
                  <a:pt x="3283" y="1618"/>
                </a:lnTo>
                <a:lnTo>
                  <a:pt x="3296" y="1623"/>
                </a:lnTo>
                <a:lnTo>
                  <a:pt x="3308" y="1628"/>
                </a:lnTo>
                <a:lnTo>
                  <a:pt x="3321" y="1633"/>
                </a:lnTo>
                <a:lnTo>
                  <a:pt x="3333" y="1636"/>
                </a:lnTo>
                <a:lnTo>
                  <a:pt x="3346" y="1639"/>
                </a:lnTo>
                <a:lnTo>
                  <a:pt x="3358" y="1642"/>
                </a:lnTo>
                <a:lnTo>
                  <a:pt x="3371" y="1644"/>
                </a:lnTo>
                <a:lnTo>
                  <a:pt x="3383" y="1645"/>
                </a:lnTo>
                <a:lnTo>
                  <a:pt x="3396" y="1646"/>
                </a:lnTo>
                <a:lnTo>
                  <a:pt x="3409" y="1646"/>
                </a:lnTo>
                <a:lnTo>
                  <a:pt x="3421" y="1646"/>
                </a:lnTo>
                <a:lnTo>
                  <a:pt x="3434" y="1645"/>
                </a:lnTo>
                <a:lnTo>
                  <a:pt x="3446" y="1643"/>
                </a:lnTo>
                <a:lnTo>
                  <a:pt x="3459" y="1640"/>
                </a:lnTo>
                <a:lnTo>
                  <a:pt x="3471" y="1637"/>
                </a:lnTo>
                <a:lnTo>
                  <a:pt x="3484" y="1633"/>
                </a:lnTo>
                <a:lnTo>
                  <a:pt x="3496" y="1628"/>
                </a:lnTo>
                <a:lnTo>
                  <a:pt x="3509" y="1623"/>
                </a:lnTo>
                <a:lnTo>
                  <a:pt x="3521" y="1617"/>
                </a:lnTo>
                <a:lnTo>
                  <a:pt x="3534" y="1610"/>
                </a:lnTo>
                <a:lnTo>
                  <a:pt x="3546" y="1602"/>
                </a:lnTo>
                <a:lnTo>
                  <a:pt x="3559" y="1594"/>
                </a:lnTo>
                <a:lnTo>
                  <a:pt x="3571" y="1585"/>
                </a:lnTo>
                <a:lnTo>
                  <a:pt x="3584" y="1575"/>
                </a:lnTo>
                <a:lnTo>
                  <a:pt x="3596" y="1565"/>
                </a:lnTo>
                <a:lnTo>
                  <a:pt x="3609" y="1554"/>
                </a:lnTo>
                <a:lnTo>
                  <a:pt x="3622" y="1542"/>
                </a:lnTo>
                <a:lnTo>
                  <a:pt x="3634" y="1530"/>
                </a:lnTo>
                <a:lnTo>
                  <a:pt x="3647" y="1517"/>
                </a:lnTo>
                <a:lnTo>
                  <a:pt x="3659" y="1503"/>
                </a:lnTo>
                <a:lnTo>
                  <a:pt x="3672" y="1488"/>
                </a:lnTo>
                <a:lnTo>
                  <a:pt x="3684" y="1473"/>
                </a:lnTo>
                <a:lnTo>
                  <a:pt x="3697" y="1458"/>
                </a:lnTo>
                <a:lnTo>
                  <a:pt x="3709" y="1441"/>
                </a:lnTo>
                <a:lnTo>
                  <a:pt x="3722" y="1425"/>
                </a:lnTo>
                <a:lnTo>
                  <a:pt x="3734" y="1407"/>
                </a:lnTo>
                <a:lnTo>
                  <a:pt x="3747" y="1389"/>
                </a:lnTo>
                <a:lnTo>
                  <a:pt x="3759" y="1371"/>
                </a:lnTo>
                <a:lnTo>
                  <a:pt x="3772" y="1352"/>
                </a:lnTo>
                <a:lnTo>
                  <a:pt x="3784" y="1332"/>
                </a:lnTo>
                <a:lnTo>
                  <a:pt x="3797" y="1313"/>
                </a:lnTo>
                <a:lnTo>
                  <a:pt x="3810" y="1292"/>
                </a:lnTo>
                <a:lnTo>
                  <a:pt x="3822" y="1272"/>
                </a:lnTo>
                <a:lnTo>
                  <a:pt x="3835" y="1250"/>
                </a:lnTo>
                <a:lnTo>
                  <a:pt x="3847" y="1229"/>
                </a:lnTo>
                <a:lnTo>
                  <a:pt x="3860" y="1207"/>
                </a:lnTo>
                <a:lnTo>
                  <a:pt x="3872" y="1185"/>
                </a:lnTo>
                <a:lnTo>
                  <a:pt x="3885" y="1163"/>
                </a:lnTo>
                <a:lnTo>
                  <a:pt x="3897" y="1140"/>
                </a:lnTo>
                <a:lnTo>
                  <a:pt x="3910" y="1118"/>
                </a:lnTo>
                <a:lnTo>
                  <a:pt x="3922" y="1095"/>
                </a:lnTo>
                <a:lnTo>
                  <a:pt x="3935" y="1072"/>
                </a:lnTo>
                <a:lnTo>
                  <a:pt x="3947" y="1049"/>
                </a:lnTo>
                <a:lnTo>
                  <a:pt x="3960" y="1026"/>
                </a:lnTo>
                <a:lnTo>
                  <a:pt x="3972" y="1002"/>
                </a:lnTo>
                <a:lnTo>
                  <a:pt x="3985" y="979"/>
                </a:lnTo>
                <a:lnTo>
                  <a:pt x="3997" y="956"/>
                </a:lnTo>
                <a:lnTo>
                  <a:pt x="4010" y="933"/>
                </a:lnTo>
                <a:lnTo>
                  <a:pt x="4023" y="910"/>
                </a:lnTo>
                <a:lnTo>
                  <a:pt x="4035" y="887"/>
                </a:lnTo>
                <a:lnTo>
                  <a:pt x="4048" y="864"/>
                </a:lnTo>
                <a:lnTo>
                  <a:pt x="4060" y="841"/>
                </a:lnTo>
                <a:lnTo>
                  <a:pt x="4073" y="819"/>
                </a:lnTo>
                <a:lnTo>
                  <a:pt x="4085" y="796"/>
                </a:lnTo>
                <a:lnTo>
                  <a:pt x="4098" y="774"/>
                </a:lnTo>
                <a:lnTo>
                  <a:pt x="4110" y="753"/>
                </a:lnTo>
                <a:lnTo>
                  <a:pt x="4123" y="731"/>
                </a:lnTo>
                <a:lnTo>
                  <a:pt x="4135" y="710"/>
                </a:lnTo>
                <a:lnTo>
                  <a:pt x="4148" y="690"/>
                </a:lnTo>
                <a:lnTo>
                  <a:pt x="4160" y="670"/>
                </a:lnTo>
                <a:lnTo>
                  <a:pt x="4173" y="650"/>
                </a:lnTo>
                <a:lnTo>
                  <a:pt x="4185" y="631"/>
                </a:lnTo>
                <a:lnTo>
                  <a:pt x="4198" y="612"/>
                </a:lnTo>
                <a:lnTo>
                  <a:pt x="4211" y="593"/>
                </a:lnTo>
                <a:lnTo>
                  <a:pt x="4223" y="576"/>
                </a:lnTo>
                <a:lnTo>
                  <a:pt x="4236" y="558"/>
                </a:lnTo>
                <a:lnTo>
                  <a:pt x="4248" y="542"/>
                </a:lnTo>
                <a:lnTo>
                  <a:pt x="4261" y="526"/>
                </a:lnTo>
                <a:lnTo>
                  <a:pt x="4273" y="510"/>
                </a:lnTo>
                <a:lnTo>
                  <a:pt x="4286" y="496"/>
                </a:lnTo>
                <a:lnTo>
                  <a:pt x="4298" y="481"/>
                </a:lnTo>
                <a:lnTo>
                  <a:pt x="4311" y="468"/>
                </a:lnTo>
                <a:lnTo>
                  <a:pt x="4323" y="455"/>
                </a:lnTo>
                <a:lnTo>
                  <a:pt x="4336" y="443"/>
                </a:lnTo>
                <a:lnTo>
                  <a:pt x="4348" y="431"/>
                </a:lnTo>
                <a:lnTo>
                  <a:pt x="4361" y="421"/>
                </a:lnTo>
                <a:lnTo>
                  <a:pt x="4373" y="411"/>
                </a:lnTo>
                <a:lnTo>
                  <a:pt x="4386" y="401"/>
                </a:lnTo>
                <a:lnTo>
                  <a:pt x="4398" y="393"/>
                </a:lnTo>
                <a:lnTo>
                  <a:pt x="4411" y="385"/>
                </a:lnTo>
                <a:lnTo>
                  <a:pt x="4424" y="378"/>
                </a:lnTo>
                <a:lnTo>
                  <a:pt x="4436" y="371"/>
                </a:lnTo>
                <a:lnTo>
                  <a:pt x="4449" y="366"/>
                </a:lnTo>
                <a:lnTo>
                  <a:pt x="4461" y="361"/>
                </a:lnTo>
                <a:lnTo>
                  <a:pt x="4474" y="357"/>
                </a:lnTo>
                <a:lnTo>
                  <a:pt x="4486" y="353"/>
                </a:lnTo>
                <a:lnTo>
                  <a:pt x="4499" y="350"/>
                </a:lnTo>
                <a:lnTo>
                  <a:pt x="4511" y="348"/>
                </a:lnTo>
                <a:lnTo>
                  <a:pt x="4524" y="346"/>
                </a:lnTo>
                <a:lnTo>
                  <a:pt x="4536" y="345"/>
                </a:lnTo>
                <a:lnTo>
                  <a:pt x="4549" y="345"/>
                </a:lnTo>
                <a:lnTo>
                  <a:pt x="4561" y="345"/>
                </a:lnTo>
                <a:lnTo>
                  <a:pt x="4574" y="346"/>
                </a:lnTo>
                <a:lnTo>
                  <a:pt x="4586" y="347"/>
                </a:lnTo>
                <a:lnTo>
                  <a:pt x="4599" y="349"/>
                </a:lnTo>
                <a:lnTo>
                  <a:pt x="4612" y="351"/>
                </a:lnTo>
                <a:lnTo>
                  <a:pt x="4624" y="353"/>
                </a:lnTo>
                <a:lnTo>
                  <a:pt x="4637" y="356"/>
                </a:lnTo>
                <a:lnTo>
                  <a:pt x="4649" y="359"/>
                </a:lnTo>
                <a:lnTo>
                  <a:pt x="4662" y="363"/>
                </a:lnTo>
                <a:lnTo>
                  <a:pt x="4674" y="366"/>
                </a:lnTo>
                <a:lnTo>
                  <a:pt x="4687" y="369"/>
                </a:lnTo>
                <a:lnTo>
                  <a:pt x="4699" y="373"/>
                </a:lnTo>
                <a:lnTo>
                  <a:pt x="4712" y="376"/>
                </a:lnTo>
                <a:lnTo>
                  <a:pt x="4724" y="379"/>
                </a:lnTo>
                <a:lnTo>
                  <a:pt x="4737" y="381"/>
                </a:lnTo>
                <a:lnTo>
                  <a:pt x="4749" y="383"/>
                </a:lnTo>
                <a:lnTo>
                  <a:pt x="4762" y="385"/>
                </a:lnTo>
                <a:lnTo>
                  <a:pt x="4774" y="385"/>
                </a:lnTo>
                <a:lnTo>
                  <a:pt x="4787" y="385"/>
                </a:lnTo>
                <a:lnTo>
                  <a:pt x="4799" y="384"/>
                </a:lnTo>
                <a:lnTo>
                  <a:pt x="4812" y="381"/>
                </a:lnTo>
                <a:lnTo>
                  <a:pt x="4825" y="377"/>
                </a:lnTo>
                <a:lnTo>
                  <a:pt x="4837" y="371"/>
                </a:lnTo>
                <a:lnTo>
                  <a:pt x="4850" y="363"/>
                </a:lnTo>
                <a:lnTo>
                  <a:pt x="4862" y="353"/>
                </a:lnTo>
                <a:lnTo>
                  <a:pt x="4875" y="341"/>
                </a:lnTo>
                <a:lnTo>
                  <a:pt x="4887" y="326"/>
                </a:lnTo>
                <a:lnTo>
                  <a:pt x="4900" y="307"/>
                </a:lnTo>
                <a:lnTo>
                  <a:pt x="4912" y="286"/>
                </a:lnTo>
                <a:lnTo>
                  <a:pt x="4925" y="260"/>
                </a:lnTo>
                <a:lnTo>
                  <a:pt x="4937" y="230"/>
                </a:lnTo>
                <a:lnTo>
                  <a:pt x="4950" y="195"/>
                </a:lnTo>
                <a:lnTo>
                  <a:pt x="4962" y="156"/>
                </a:lnTo>
                <a:lnTo>
                  <a:pt x="4975" y="110"/>
                </a:lnTo>
                <a:lnTo>
                  <a:pt x="4987" y="59"/>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6510528" y="2963570"/>
            <a:ext cx="34747" cy="794614"/>
          </a:xfrm>
          <a:custGeom>
            <a:avLst/>
            <a:gdLst/>
            <a:ahLst/>
            <a:cxnLst/>
            <a:rect l="l" t="t" r="r" b="b"/>
            <a:pathLst>
              <a:path w="38" h="869">
                <a:moveTo>
                  <a:pt x="0" y="869"/>
                </a:moveTo>
                <a:lnTo>
                  <a:pt x="13" y="513"/>
                </a:lnTo>
                <a:lnTo>
                  <a:pt x="25" y="226"/>
                </a:lnTo>
                <a:lnTo>
                  <a:pt x="38"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6670548" y="2892247"/>
            <a:ext cx="4400093" cy="2263140"/>
          </a:xfrm>
          <a:custGeom>
            <a:avLst/>
            <a:gdLst/>
            <a:ahLst/>
            <a:cxnLst/>
            <a:rect l="l" t="t" r="r" b="b"/>
            <a:pathLst>
              <a:path w="4812" h="2475">
                <a:moveTo>
                  <a:pt x="0" y="3"/>
                </a:moveTo>
                <a:lnTo>
                  <a:pt x="13" y="108"/>
                </a:lnTo>
                <a:lnTo>
                  <a:pt x="26" y="218"/>
                </a:lnTo>
                <a:lnTo>
                  <a:pt x="38" y="331"/>
                </a:lnTo>
                <a:lnTo>
                  <a:pt x="51" y="447"/>
                </a:lnTo>
                <a:lnTo>
                  <a:pt x="63" y="563"/>
                </a:lnTo>
                <a:lnTo>
                  <a:pt x="76" y="678"/>
                </a:lnTo>
                <a:lnTo>
                  <a:pt x="88" y="791"/>
                </a:lnTo>
                <a:lnTo>
                  <a:pt x="101" y="901"/>
                </a:lnTo>
                <a:lnTo>
                  <a:pt x="113" y="1008"/>
                </a:lnTo>
                <a:lnTo>
                  <a:pt x="126" y="1109"/>
                </a:lnTo>
                <a:lnTo>
                  <a:pt x="138" y="1205"/>
                </a:lnTo>
                <a:lnTo>
                  <a:pt x="151" y="1296"/>
                </a:lnTo>
                <a:lnTo>
                  <a:pt x="163" y="1380"/>
                </a:lnTo>
                <a:lnTo>
                  <a:pt x="176" y="1458"/>
                </a:lnTo>
                <a:lnTo>
                  <a:pt x="188" y="1529"/>
                </a:lnTo>
                <a:lnTo>
                  <a:pt x="201" y="1594"/>
                </a:lnTo>
                <a:lnTo>
                  <a:pt x="213" y="1653"/>
                </a:lnTo>
                <a:lnTo>
                  <a:pt x="226" y="1704"/>
                </a:lnTo>
                <a:lnTo>
                  <a:pt x="239" y="1749"/>
                </a:lnTo>
                <a:lnTo>
                  <a:pt x="251" y="1788"/>
                </a:lnTo>
                <a:lnTo>
                  <a:pt x="264" y="1820"/>
                </a:lnTo>
                <a:lnTo>
                  <a:pt x="276" y="1846"/>
                </a:lnTo>
                <a:lnTo>
                  <a:pt x="289" y="1866"/>
                </a:lnTo>
                <a:lnTo>
                  <a:pt x="301" y="1881"/>
                </a:lnTo>
                <a:lnTo>
                  <a:pt x="314" y="1891"/>
                </a:lnTo>
                <a:lnTo>
                  <a:pt x="326" y="1896"/>
                </a:lnTo>
                <a:lnTo>
                  <a:pt x="339" y="1896"/>
                </a:lnTo>
                <a:lnTo>
                  <a:pt x="351" y="1892"/>
                </a:lnTo>
                <a:lnTo>
                  <a:pt x="364" y="1884"/>
                </a:lnTo>
                <a:lnTo>
                  <a:pt x="376" y="1872"/>
                </a:lnTo>
                <a:lnTo>
                  <a:pt x="389" y="1857"/>
                </a:lnTo>
                <a:lnTo>
                  <a:pt x="401" y="1840"/>
                </a:lnTo>
                <a:lnTo>
                  <a:pt x="414" y="1819"/>
                </a:lnTo>
                <a:lnTo>
                  <a:pt x="427" y="1797"/>
                </a:lnTo>
                <a:lnTo>
                  <a:pt x="439" y="1772"/>
                </a:lnTo>
                <a:lnTo>
                  <a:pt x="452" y="1747"/>
                </a:lnTo>
                <a:lnTo>
                  <a:pt x="464" y="1720"/>
                </a:lnTo>
                <a:lnTo>
                  <a:pt x="477" y="1692"/>
                </a:lnTo>
                <a:lnTo>
                  <a:pt x="489" y="1663"/>
                </a:lnTo>
                <a:lnTo>
                  <a:pt x="502" y="1634"/>
                </a:lnTo>
                <a:lnTo>
                  <a:pt x="514" y="1605"/>
                </a:lnTo>
                <a:lnTo>
                  <a:pt x="527" y="1577"/>
                </a:lnTo>
                <a:lnTo>
                  <a:pt x="539" y="1548"/>
                </a:lnTo>
                <a:lnTo>
                  <a:pt x="552" y="1521"/>
                </a:lnTo>
                <a:lnTo>
                  <a:pt x="564" y="1494"/>
                </a:lnTo>
                <a:lnTo>
                  <a:pt x="577" y="1468"/>
                </a:lnTo>
                <a:lnTo>
                  <a:pt x="589" y="1444"/>
                </a:lnTo>
                <a:lnTo>
                  <a:pt x="602" y="1420"/>
                </a:lnTo>
                <a:lnTo>
                  <a:pt x="614" y="1399"/>
                </a:lnTo>
                <a:lnTo>
                  <a:pt x="627" y="1379"/>
                </a:lnTo>
                <a:lnTo>
                  <a:pt x="640" y="1361"/>
                </a:lnTo>
                <a:lnTo>
                  <a:pt x="652" y="1345"/>
                </a:lnTo>
                <a:lnTo>
                  <a:pt x="665" y="1330"/>
                </a:lnTo>
                <a:lnTo>
                  <a:pt x="677" y="1318"/>
                </a:lnTo>
                <a:lnTo>
                  <a:pt x="690" y="1308"/>
                </a:lnTo>
                <a:lnTo>
                  <a:pt x="702" y="1300"/>
                </a:lnTo>
                <a:lnTo>
                  <a:pt x="715" y="1294"/>
                </a:lnTo>
                <a:lnTo>
                  <a:pt x="727" y="1291"/>
                </a:lnTo>
                <a:lnTo>
                  <a:pt x="740" y="1289"/>
                </a:lnTo>
                <a:lnTo>
                  <a:pt x="752" y="1290"/>
                </a:lnTo>
                <a:lnTo>
                  <a:pt x="765" y="1293"/>
                </a:lnTo>
                <a:lnTo>
                  <a:pt x="777" y="1298"/>
                </a:lnTo>
                <a:lnTo>
                  <a:pt x="790" y="1306"/>
                </a:lnTo>
                <a:lnTo>
                  <a:pt x="802" y="1315"/>
                </a:lnTo>
                <a:lnTo>
                  <a:pt x="815" y="1327"/>
                </a:lnTo>
                <a:lnTo>
                  <a:pt x="828" y="1340"/>
                </a:lnTo>
                <a:lnTo>
                  <a:pt x="840" y="1355"/>
                </a:lnTo>
                <a:lnTo>
                  <a:pt x="853" y="1372"/>
                </a:lnTo>
                <a:lnTo>
                  <a:pt x="865" y="1391"/>
                </a:lnTo>
                <a:lnTo>
                  <a:pt x="878" y="1412"/>
                </a:lnTo>
                <a:lnTo>
                  <a:pt x="890" y="1434"/>
                </a:lnTo>
                <a:lnTo>
                  <a:pt x="903" y="1457"/>
                </a:lnTo>
                <a:lnTo>
                  <a:pt x="915" y="1482"/>
                </a:lnTo>
                <a:lnTo>
                  <a:pt x="928" y="1508"/>
                </a:lnTo>
                <a:lnTo>
                  <a:pt x="940" y="1535"/>
                </a:lnTo>
                <a:lnTo>
                  <a:pt x="953" y="1564"/>
                </a:lnTo>
                <a:lnTo>
                  <a:pt x="965" y="1593"/>
                </a:lnTo>
                <a:lnTo>
                  <a:pt x="978" y="1623"/>
                </a:lnTo>
                <a:lnTo>
                  <a:pt x="990" y="1654"/>
                </a:lnTo>
                <a:lnTo>
                  <a:pt x="1003" y="1686"/>
                </a:lnTo>
                <a:lnTo>
                  <a:pt x="1015" y="1718"/>
                </a:lnTo>
                <a:lnTo>
                  <a:pt x="1028" y="1750"/>
                </a:lnTo>
                <a:lnTo>
                  <a:pt x="1041" y="1783"/>
                </a:lnTo>
                <a:lnTo>
                  <a:pt x="1053" y="1816"/>
                </a:lnTo>
                <a:lnTo>
                  <a:pt x="1066" y="1848"/>
                </a:lnTo>
                <a:lnTo>
                  <a:pt x="1078" y="1881"/>
                </a:lnTo>
                <a:lnTo>
                  <a:pt x="1091" y="1914"/>
                </a:lnTo>
                <a:lnTo>
                  <a:pt x="1103" y="1947"/>
                </a:lnTo>
                <a:lnTo>
                  <a:pt x="1116" y="1979"/>
                </a:lnTo>
                <a:lnTo>
                  <a:pt x="1128" y="2011"/>
                </a:lnTo>
                <a:lnTo>
                  <a:pt x="1141" y="2042"/>
                </a:lnTo>
                <a:lnTo>
                  <a:pt x="1153" y="2073"/>
                </a:lnTo>
                <a:lnTo>
                  <a:pt x="1166" y="2103"/>
                </a:lnTo>
                <a:lnTo>
                  <a:pt x="1178" y="2132"/>
                </a:lnTo>
                <a:lnTo>
                  <a:pt x="1191" y="2160"/>
                </a:lnTo>
                <a:lnTo>
                  <a:pt x="1203" y="2188"/>
                </a:lnTo>
                <a:lnTo>
                  <a:pt x="1216" y="2214"/>
                </a:lnTo>
                <a:lnTo>
                  <a:pt x="1229" y="2239"/>
                </a:lnTo>
                <a:lnTo>
                  <a:pt x="1241" y="2264"/>
                </a:lnTo>
                <a:lnTo>
                  <a:pt x="1254" y="2287"/>
                </a:lnTo>
                <a:lnTo>
                  <a:pt x="1266" y="2309"/>
                </a:lnTo>
                <a:lnTo>
                  <a:pt x="1279" y="2330"/>
                </a:lnTo>
                <a:lnTo>
                  <a:pt x="1291" y="2349"/>
                </a:lnTo>
                <a:lnTo>
                  <a:pt x="1304" y="2367"/>
                </a:lnTo>
                <a:lnTo>
                  <a:pt x="1316" y="2384"/>
                </a:lnTo>
                <a:lnTo>
                  <a:pt x="1329" y="2399"/>
                </a:lnTo>
                <a:lnTo>
                  <a:pt x="1341" y="2413"/>
                </a:lnTo>
                <a:lnTo>
                  <a:pt x="1354" y="2426"/>
                </a:lnTo>
                <a:lnTo>
                  <a:pt x="1366" y="2437"/>
                </a:lnTo>
                <a:lnTo>
                  <a:pt x="1379" y="2447"/>
                </a:lnTo>
                <a:lnTo>
                  <a:pt x="1391" y="2455"/>
                </a:lnTo>
                <a:lnTo>
                  <a:pt x="1404" y="2462"/>
                </a:lnTo>
                <a:lnTo>
                  <a:pt x="1416" y="2467"/>
                </a:lnTo>
                <a:lnTo>
                  <a:pt x="1429" y="2471"/>
                </a:lnTo>
                <a:lnTo>
                  <a:pt x="1442" y="2474"/>
                </a:lnTo>
                <a:lnTo>
                  <a:pt x="1454" y="2475"/>
                </a:lnTo>
                <a:lnTo>
                  <a:pt x="1467" y="2474"/>
                </a:lnTo>
                <a:lnTo>
                  <a:pt x="1479" y="2473"/>
                </a:lnTo>
                <a:lnTo>
                  <a:pt x="1492" y="2470"/>
                </a:lnTo>
                <a:lnTo>
                  <a:pt x="1504" y="2465"/>
                </a:lnTo>
                <a:lnTo>
                  <a:pt x="1517" y="2460"/>
                </a:lnTo>
                <a:lnTo>
                  <a:pt x="1529" y="2453"/>
                </a:lnTo>
                <a:lnTo>
                  <a:pt x="1542" y="2445"/>
                </a:lnTo>
                <a:lnTo>
                  <a:pt x="1554" y="2436"/>
                </a:lnTo>
                <a:lnTo>
                  <a:pt x="1567" y="2425"/>
                </a:lnTo>
                <a:lnTo>
                  <a:pt x="1579" y="2414"/>
                </a:lnTo>
                <a:lnTo>
                  <a:pt x="1592" y="2401"/>
                </a:lnTo>
                <a:lnTo>
                  <a:pt x="1604" y="2388"/>
                </a:lnTo>
                <a:lnTo>
                  <a:pt x="1617" y="2374"/>
                </a:lnTo>
                <a:lnTo>
                  <a:pt x="1630" y="2358"/>
                </a:lnTo>
                <a:lnTo>
                  <a:pt x="1642" y="2342"/>
                </a:lnTo>
                <a:lnTo>
                  <a:pt x="1655" y="2325"/>
                </a:lnTo>
                <a:lnTo>
                  <a:pt x="1667" y="2308"/>
                </a:lnTo>
                <a:lnTo>
                  <a:pt x="1680" y="2289"/>
                </a:lnTo>
                <a:lnTo>
                  <a:pt x="1692" y="2270"/>
                </a:lnTo>
                <a:lnTo>
                  <a:pt x="1705" y="2251"/>
                </a:lnTo>
                <a:lnTo>
                  <a:pt x="1717" y="2231"/>
                </a:lnTo>
                <a:lnTo>
                  <a:pt x="1730" y="2210"/>
                </a:lnTo>
                <a:lnTo>
                  <a:pt x="1742" y="2190"/>
                </a:lnTo>
                <a:lnTo>
                  <a:pt x="1755" y="2168"/>
                </a:lnTo>
                <a:lnTo>
                  <a:pt x="1767" y="2147"/>
                </a:lnTo>
                <a:lnTo>
                  <a:pt x="1780" y="2125"/>
                </a:lnTo>
                <a:lnTo>
                  <a:pt x="1792" y="2103"/>
                </a:lnTo>
                <a:lnTo>
                  <a:pt x="1805" y="2082"/>
                </a:lnTo>
                <a:lnTo>
                  <a:pt x="1817" y="2060"/>
                </a:lnTo>
                <a:lnTo>
                  <a:pt x="1830" y="2038"/>
                </a:lnTo>
                <a:lnTo>
                  <a:pt x="1843" y="2016"/>
                </a:lnTo>
                <a:lnTo>
                  <a:pt x="1855" y="1994"/>
                </a:lnTo>
                <a:lnTo>
                  <a:pt x="1868" y="1972"/>
                </a:lnTo>
                <a:lnTo>
                  <a:pt x="1880" y="1951"/>
                </a:lnTo>
                <a:lnTo>
                  <a:pt x="1893" y="1930"/>
                </a:lnTo>
                <a:lnTo>
                  <a:pt x="1905" y="1909"/>
                </a:lnTo>
                <a:lnTo>
                  <a:pt x="1918" y="1888"/>
                </a:lnTo>
                <a:lnTo>
                  <a:pt x="1930" y="1868"/>
                </a:lnTo>
                <a:lnTo>
                  <a:pt x="1943" y="1849"/>
                </a:lnTo>
                <a:lnTo>
                  <a:pt x="1955" y="1829"/>
                </a:lnTo>
                <a:lnTo>
                  <a:pt x="1968" y="1811"/>
                </a:lnTo>
                <a:lnTo>
                  <a:pt x="1980" y="1792"/>
                </a:lnTo>
                <a:lnTo>
                  <a:pt x="1993" y="1775"/>
                </a:lnTo>
                <a:lnTo>
                  <a:pt x="2005" y="1758"/>
                </a:lnTo>
                <a:lnTo>
                  <a:pt x="2018" y="1742"/>
                </a:lnTo>
                <a:lnTo>
                  <a:pt x="2031" y="1726"/>
                </a:lnTo>
                <a:lnTo>
                  <a:pt x="2043" y="1711"/>
                </a:lnTo>
                <a:lnTo>
                  <a:pt x="2056" y="1697"/>
                </a:lnTo>
                <a:lnTo>
                  <a:pt x="2068" y="1684"/>
                </a:lnTo>
                <a:lnTo>
                  <a:pt x="2081" y="1671"/>
                </a:lnTo>
                <a:lnTo>
                  <a:pt x="2093" y="1659"/>
                </a:lnTo>
                <a:lnTo>
                  <a:pt x="2106" y="1648"/>
                </a:lnTo>
                <a:lnTo>
                  <a:pt x="2118" y="1638"/>
                </a:lnTo>
                <a:lnTo>
                  <a:pt x="2131" y="1628"/>
                </a:lnTo>
                <a:lnTo>
                  <a:pt x="2143" y="1620"/>
                </a:lnTo>
                <a:lnTo>
                  <a:pt x="2156" y="1612"/>
                </a:lnTo>
                <a:lnTo>
                  <a:pt x="2168" y="1605"/>
                </a:lnTo>
                <a:lnTo>
                  <a:pt x="2181" y="1599"/>
                </a:lnTo>
                <a:lnTo>
                  <a:pt x="2193" y="1594"/>
                </a:lnTo>
                <a:lnTo>
                  <a:pt x="2206" y="1590"/>
                </a:lnTo>
                <a:lnTo>
                  <a:pt x="2218" y="1586"/>
                </a:lnTo>
                <a:lnTo>
                  <a:pt x="2231" y="1584"/>
                </a:lnTo>
                <a:lnTo>
                  <a:pt x="2244" y="1582"/>
                </a:lnTo>
                <a:lnTo>
                  <a:pt x="2256" y="1581"/>
                </a:lnTo>
                <a:lnTo>
                  <a:pt x="2269" y="1581"/>
                </a:lnTo>
                <a:lnTo>
                  <a:pt x="2281" y="1582"/>
                </a:lnTo>
                <a:lnTo>
                  <a:pt x="2294" y="1583"/>
                </a:lnTo>
                <a:lnTo>
                  <a:pt x="2306" y="1586"/>
                </a:lnTo>
                <a:lnTo>
                  <a:pt x="2319" y="1589"/>
                </a:lnTo>
                <a:lnTo>
                  <a:pt x="2331" y="1593"/>
                </a:lnTo>
                <a:lnTo>
                  <a:pt x="2344" y="1597"/>
                </a:lnTo>
                <a:lnTo>
                  <a:pt x="2356" y="1603"/>
                </a:lnTo>
                <a:lnTo>
                  <a:pt x="2369" y="1609"/>
                </a:lnTo>
                <a:lnTo>
                  <a:pt x="2381" y="1615"/>
                </a:lnTo>
                <a:lnTo>
                  <a:pt x="2394" y="1623"/>
                </a:lnTo>
                <a:lnTo>
                  <a:pt x="2406" y="1630"/>
                </a:lnTo>
                <a:lnTo>
                  <a:pt x="2419" y="1639"/>
                </a:lnTo>
                <a:lnTo>
                  <a:pt x="2432" y="1648"/>
                </a:lnTo>
                <a:lnTo>
                  <a:pt x="2444" y="1658"/>
                </a:lnTo>
                <a:lnTo>
                  <a:pt x="2457" y="1668"/>
                </a:lnTo>
                <a:lnTo>
                  <a:pt x="2469" y="1678"/>
                </a:lnTo>
                <a:lnTo>
                  <a:pt x="2482" y="1689"/>
                </a:lnTo>
                <a:lnTo>
                  <a:pt x="2494" y="1701"/>
                </a:lnTo>
                <a:lnTo>
                  <a:pt x="2507" y="1712"/>
                </a:lnTo>
                <a:lnTo>
                  <a:pt x="2519" y="1724"/>
                </a:lnTo>
                <a:lnTo>
                  <a:pt x="2532" y="1737"/>
                </a:lnTo>
                <a:lnTo>
                  <a:pt x="2544" y="1750"/>
                </a:lnTo>
                <a:lnTo>
                  <a:pt x="2557" y="1762"/>
                </a:lnTo>
                <a:lnTo>
                  <a:pt x="2569" y="1776"/>
                </a:lnTo>
                <a:lnTo>
                  <a:pt x="2582" y="1789"/>
                </a:lnTo>
                <a:lnTo>
                  <a:pt x="2594" y="1802"/>
                </a:lnTo>
                <a:lnTo>
                  <a:pt x="2607" y="1816"/>
                </a:lnTo>
                <a:lnTo>
                  <a:pt x="2619" y="1829"/>
                </a:lnTo>
                <a:lnTo>
                  <a:pt x="2632" y="1843"/>
                </a:lnTo>
                <a:lnTo>
                  <a:pt x="2645" y="1856"/>
                </a:lnTo>
                <a:lnTo>
                  <a:pt x="2657" y="1870"/>
                </a:lnTo>
                <a:lnTo>
                  <a:pt x="2670" y="1883"/>
                </a:lnTo>
                <a:lnTo>
                  <a:pt x="2682" y="1897"/>
                </a:lnTo>
                <a:lnTo>
                  <a:pt x="2695" y="1910"/>
                </a:lnTo>
                <a:lnTo>
                  <a:pt x="2707" y="1923"/>
                </a:lnTo>
                <a:lnTo>
                  <a:pt x="2720" y="1935"/>
                </a:lnTo>
                <a:lnTo>
                  <a:pt x="2732" y="1948"/>
                </a:lnTo>
                <a:lnTo>
                  <a:pt x="2745" y="1960"/>
                </a:lnTo>
                <a:lnTo>
                  <a:pt x="2757" y="1972"/>
                </a:lnTo>
                <a:lnTo>
                  <a:pt x="2770" y="1983"/>
                </a:lnTo>
                <a:lnTo>
                  <a:pt x="2782" y="1994"/>
                </a:lnTo>
                <a:lnTo>
                  <a:pt x="2795" y="2005"/>
                </a:lnTo>
                <a:lnTo>
                  <a:pt x="2807" y="2015"/>
                </a:lnTo>
                <a:lnTo>
                  <a:pt x="2820" y="2025"/>
                </a:lnTo>
                <a:lnTo>
                  <a:pt x="2833" y="2035"/>
                </a:lnTo>
                <a:lnTo>
                  <a:pt x="2845" y="2043"/>
                </a:lnTo>
                <a:lnTo>
                  <a:pt x="2858" y="2051"/>
                </a:lnTo>
                <a:lnTo>
                  <a:pt x="2870" y="2059"/>
                </a:lnTo>
                <a:lnTo>
                  <a:pt x="2883" y="2066"/>
                </a:lnTo>
                <a:lnTo>
                  <a:pt x="2895" y="2072"/>
                </a:lnTo>
                <a:lnTo>
                  <a:pt x="2908" y="2078"/>
                </a:lnTo>
                <a:lnTo>
                  <a:pt x="2920" y="2083"/>
                </a:lnTo>
                <a:lnTo>
                  <a:pt x="2933" y="2087"/>
                </a:lnTo>
                <a:lnTo>
                  <a:pt x="2945" y="2091"/>
                </a:lnTo>
                <a:lnTo>
                  <a:pt x="2958" y="2094"/>
                </a:lnTo>
                <a:lnTo>
                  <a:pt x="2970" y="2096"/>
                </a:lnTo>
                <a:lnTo>
                  <a:pt x="2983" y="2097"/>
                </a:lnTo>
                <a:lnTo>
                  <a:pt x="2995" y="2098"/>
                </a:lnTo>
                <a:lnTo>
                  <a:pt x="3008" y="2098"/>
                </a:lnTo>
                <a:lnTo>
                  <a:pt x="3020" y="2097"/>
                </a:lnTo>
                <a:lnTo>
                  <a:pt x="3033" y="2095"/>
                </a:lnTo>
                <a:lnTo>
                  <a:pt x="3046" y="2092"/>
                </a:lnTo>
                <a:lnTo>
                  <a:pt x="3058" y="2088"/>
                </a:lnTo>
                <a:lnTo>
                  <a:pt x="3071" y="2084"/>
                </a:lnTo>
                <a:lnTo>
                  <a:pt x="3083" y="2078"/>
                </a:lnTo>
                <a:lnTo>
                  <a:pt x="3096" y="2072"/>
                </a:lnTo>
                <a:lnTo>
                  <a:pt x="3108" y="2065"/>
                </a:lnTo>
                <a:lnTo>
                  <a:pt x="3121" y="2057"/>
                </a:lnTo>
                <a:lnTo>
                  <a:pt x="3133" y="2048"/>
                </a:lnTo>
                <a:lnTo>
                  <a:pt x="3146" y="2038"/>
                </a:lnTo>
                <a:lnTo>
                  <a:pt x="3158" y="2027"/>
                </a:lnTo>
                <a:lnTo>
                  <a:pt x="3171" y="2016"/>
                </a:lnTo>
                <a:lnTo>
                  <a:pt x="3183" y="2003"/>
                </a:lnTo>
                <a:lnTo>
                  <a:pt x="3196" y="1990"/>
                </a:lnTo>
                <a:lnTo>
                  <a:pt x="3208" y="1975"/>
                </a:lnTo>
                <a:lnTo>
                  <a:pt x="3221" y="1960"/>
                </a:lnTo>
                <a:lnTo>
                  <a:pt x="3234" y="1944"/>
                </a:lnTo>
                <a:lnTo>
                  <a:pt x="3246" y="1927"/>
                </a:lnTo>
                <a:lnTo>
                  <a:pt x="3259" y="1909"/>
                </a:lnTo>
                <a:lnTo>
                  <a:pt x="3271" y="1890"/>
                </a:lnTo>
                <a:lnTo>
                  <a:pt x="3284" y="1870"/>
                </a:lnTo>
                <a:lnTo>
                  <a:pt x="3296" y="1850"/>
                </a:lnTo>
                <a:lnTo>
                  <a:pt x="3309" y="1829"/>
                </a:lnTo>
                <a:lnTo>
                  <a:pt x="3321" y="1807"/>
                </a:lnTo>
                <a:lnTo>
                  <a:pt x="3334" y="1784"/>
                </a:lnTo>
                <a:lnTo>
                  <a:pt x="3346" y="1760"/>
                </a:lnTo>
                <a:lnTo>
                  <a:pt x="3359" y="1736"/>
                </a:lnTo>
                <a:lnTo>
                  <a:pt x="3371" y="1711"/>
                </a:lnTo>
                <a:lnTo>
                  <a:pt x="3384" y="1685"/>
                </a:lnTo>
                <a:lnTo>
                  <a:pt x="3396" y="1658"/>
                </a:lnTo>
                <a:lnTo>
                  <a:pt x="3409" y="1631"/>
                </a:lnTo>
                <a:lnTo>
                  <a:pt x="3421" y="1603"/>
                </a:lnTo>
                <a:lnTo>
                  <a:pt x="3434" y="1575"/>
                </a:lnTo>
                <a:lnTo>
                  <a:pt x="3447" y="1545"/>
                </a:lnTo>
                <a:lnTo>
                  <a:pt x="3459" y="1516"/>
                </a:lnTo>
                <a:lnTo>
                  <a:pt x="3472" y="1486"/>
                </a:lnTo>
                <a:lnTo>
                  <a:pt x="3484" y="1455"/>
                </a:lnTo>
                <a:lnTo>
                  <a:pt x="3497" y="1424"/>
                </a:lnTo>
                <a:lnTo>
                  <a:pt x="3509" y="1392"/>
                </a:lnTo>
                <a:lnTo>
                  <a:pt x="3522" y="1360"/>
                </a:lnTo>
                <a:lnTo>
                  <a:pt x="3534" y="1328"/>
                </a:lnTo>
                <a:lnTo>
                  <a:pt x="3547" y="1295"/>
                </a:lnTo>
                <a:lnTo>
                  <a:pt x="3559" y="1262"/>
                </a:lnTo>
                <a:lnTo>
                  <a:pt x="3572" y="1229"/>
                </a:lnTo>
                <a:lnTo>
                  <a:pt x="3584" y="1195"/>
                </a:lnTo>
                <a:lnTo>
                  <a:pt x="3597" y="1162"/>
                </a:lnTo>
                <a:lnTo>
                  <a:pt x="3609" y="1128"/>
                </a:lnTo>
                <a:lnTo>
                  <a:pt x="3622" y="1094"/>
                </a:lnTo>
                <a:lnTo>
                  <a:pt x="3635" y="1061"/>
                </a:lnTo>
                <a:lnTo>
                  <a:pt x="3647" y="1027"/>
                </a:lnTo>
                <a:lnTo>
                  <a:pt x="3660" y="993"/>
                </a:lnTo>
                <a:lnTo>
                  <a:pt x="3672" y="960"/>
                </a:lnTo>
                <a:lnTo>
                  <a:pt x="3685" y="926"/>
                </a:lnTo>
                <a:lnTo>
                  <a:pt x="3697" y="893"/>
                </a:lnTo>
                <a:lnTo>
                  <a:pt x="3710" y="860"/>
                </a:lnTo>
                <a:lnTo>
                  <a:pt x="3722" y="828"/>
                </a:lnTo>
                <a:lnTo>
                  <a:pt x="3735" y="795"/>
                </a:lnTo>
                <a:lnTo>
                  <a:pt x="3747" y="764"/>
                </a:lnTo>
                <a:lnTo>
                  <a:pt x="3760" y="732"/>
                </a:lnTo>
                <a:lnTo>
                  <a:pt x="3772" y="702"/>
                </a:lnTo>
                <a:lnTo>
                  <a:pt x="3785" y="672"/>
                </a:lnTo>
                <a:lnTo>
                  <a:pt x="3797" y="642"/>
                </a:lnTo>
                <a:lnTo>
                  <a:pt x="3810" y="613"/>
                </a:lnTo>
                <a:lnTo>
                  <a:pt x="3822" y="585"/>
                </a:lnTo>
                <a:lnTo>
                  <a:pt x="3835" y="558"/>
                </a:lnTo>
                <a:lnTo>
                  <a:pt x="3848" y="532"/>
                </a:lnTo>
                <a:lnTo>
                  <a:pt x="3860" y="507"/>
                </a:lnTo>
                <a:lnTo>
                  <a:pt x="3873" y="482"/>
                </a:lnTo>
                <a:lnTo>
                  <a:pt x="3885" y="459"/>
                </a:lnTo>
                <a:lnTo>
                  <a:pt x="3898" y="437"/>
                </a:lnTo>
                <a:lnTo>
                  <a:pt x="3910" y="416"/>
                </a:lnTo>
                <a:lnTo>
                  <a:pt x="3923" y="396"/>
                </a:lnTo>
                <a:lnTo>
                  <a:pt x="3935" y="377"/>
                </a:lnTo>
                <a:lnTo>
                  <a:pt x="3948" y="360"/>
                </a:lnTo>
                <a:lnTo>
                  <a:pt x="3960" y="344"/>
                </a:lnTo>
                <a:lnTo>
                  <a:pt x="3973" y="329"/>
                </a:lnTo>
                <a:lnTo>
                  <a:pt x="3985" y="316"/>
                </a:lnTo>
                <a:lnTo>
                  <a:pt x="3998" y="305"/>
                </a:lnTo>
                <a:lnTo>
                  <a:pt x="4010" y="294"/>
                </a:lnTo>
                <a:lnTo>
                  <a:pt x="4023" y="286"/>
                </a:lnTo>
                <a:lnTo>
                  <a:pt x="4036" y="279"/>
                </a:lnTo>
                <a:lnTo>
                  <a:pt x="4048" y="273"/>
                </a:lnTo>
                <a:lnTo>
                  <a:pt x="4061" y="270"/>
                </a:lnTo>
                <a:lnTo>
                  <a:pt x="4073" y="267"/>
                </a:lnTo>
                <a:lnTo>
                  <a:pt x="4086" y="267"/>
                </a:lnTo>
                <a:lnTo>
                  <a:pt x="4098" y="268"/>
                </a:lnTo>
                <a:lnTo>
                  <a:pt x="4111" y="271"/>
                </a:lnTo>
                <a:lnTo>
                  <a:pt x="4123" y="275"/>
                </a:lnTo>
                <a:lnTo>
                  <a:pt x="4136" y="282"/>
                </a:lnTo>
                <a:lnTo>
                  <a:pt x="4148" y="290"/>
                </a:lnTo>
                <a:lnTo>
                  <a:pt x="4161" y="299"/>
                </a:lnTo>
                <a:lnTo>
                  <a:pt x="4173" y="310"/>
                </a:lnTo>
                <a:lnTo>
                  <a:pt x="4186" y="323"/>
                </a:lnTo>
                <a:lnTo>
                  <a:pt x="4198" y="337"/>
                </a:lnTo>
                <a:lnTo>
                  <a:pt x="4211" y="353"/>
                </a:lnTo>
                <a:lnTo>
                  <a:pt x="4223" y="371"/>
                </a:lnTo>
                <a:lnTo>
                  <a:pt x="4236" y="389"/>
                </a:lnTo>
                <a:lnTo>
                  <a:pt x="4249" y="410"/>
                </a:lnTo>
                <a:lnTo>
                  <a:pt x="4261" y="431"/>
                </a:lnTo>
                <a:lnTo>
                  <a:pt x="4274" y="454"/>
                </a:lnTo>
                <a:lnTo>
                  <a:pt x="4286" y="477"/>
                </a:lnTo>
                <a:lnTo>
                  <a:pt x="4299" y="502"/>
                </a:lnTo>
                <a:lnTo>
                  <a:pt x="4311" y="528"/>
                </a:lnTo>
                <a:lnTo>
                  <a:pt x="4324" y="554"/>
                </a:lnTo>
                <a:lnTo>
                  <a:pt x="4336" y="581"/>
                </a:lnTo>
                <a:lnTo>
                  <a:pt x="4349" y="609"/>
                </a:lnTo>
                <a:lnTo>
                  <a:pt x="4361" y="637"/>
                </a:lnTo>
                <a:lnTo>
                  <a:pt x="4374" y="665"/>
                </a:lnTo>
                <a:lnTo>
                  <a:pt x="4386" y="694"/>
                </a:lnTo>
                <a:lnTo>
                  <a:pt x="4399" y="722"/>
                </a:lnTo>
                <a:lnTo>
                  <a:pt x="4411" y="750"/>
                </a:lnTo>
                <a:lnTo>
                  <a:pt x="4424" y="777"/>
                </a:lnTo>
                <a:lnTo>
                  <a:pt x="4437" y="803"/>
                </a:lnTo>
                <a:lnTo>
                  <a:pt x="4449" y="829"/>
                </a:lnTo>
                <a:lnTo>
                  <a:pt x="4462" y="854"/>
                </a:lnTo>
                <a:lnTo>
                  <a:pt x="4474" y="877"/>
                </a:lnTo>
                <a:lnTo>
                  <a:pt x="4487" y="898"/>
                </a:lnTo>
                <a:lnTo>
                  <a:pt x="4499" y="918"/>
                </a:lnTo>
                <a:lnTo>
                  <a:pt x="4512" y="935"/>
                </a:lnTo>
                <a:lnTo>
                  <a:pt x="4524" y="950"/>
                </a:lnTo>
                <a:lnTo>
                  <a:pt x="4537" y="962"/>
                </a:lnTo>
                <a:lnTo>
                  <a:pt x="4549" y="972"/>
                </a:lnTo>
                <a:lnTo>
                  <a:pt x="4562" y="978"/>
                </a:lnTo>
                <a:lnTo>
                  <a:pt x="4574" y="980"/>
                </a:lnTo>
                <a:lnTo>
                  <a:pt x="4587" y="979"/>
                </a:lnTo>
                <a:lnTo>
                  <a:pt x="4599" y="973"/>
                </a:lnTo>
                <a:lnTo>
                  <a:pt x="4612" y="963"/>
                </a:lnTo>
                <a:lnTo>
                  <a:pt x="4624" y="949"/>
                </a:lnTo>
                <a:lnTo>
                  <a:pt x="4637" y="929"/>
                </a:lnTo>
                <a:lnTo>
                  <a:pt x="4650" y="905"/>
                </a:lnTo>
                <a:lnTo>
                  <a:pt x="4662" y="874"/>
                </a:lnTo>
                <a:lnTo>
                  <a:pt x="4675" y="838"/>
                </a:lnTo>
                <a:lnTo>
                  <a:pt x="4687" y="796"/>
                </a:lnTo>
                <a:lnTo>
                  <a:pt x="4700" y="747"/>
                </a:lnTo>
                <a:lnTo>
                  <a:pt x="4712" y="692"/>
                </a:lnTo>
                <a:lnTo>
                  <a:pt x="4725" y="631"/>
                </a:lnTo>
                <a:lnTo>
                  <a:pt x="4737" y="562"/>
                </a:lnTo>
                <a:lnTo>
                  <a:pt x="4750" y="487"/>
                </a:lnTo>
                <a:lnTo>
                  <a:pt x="4762" y="404"/>
                </a:lnTo>
                <a:lnTo>
                  <a:pt x="4775" y="314"/>
                </a:lnTo>
                <a:lnTo>
                  <a:pt x="4787" y="217"/>
                </a:lnTo>
                <a:lnTo>
                  <a:pt x="4800" y="112"/>
                </a:lnTo>
                <a:lnTo>
                  <a:pt x="4812"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6510528" y="2932481"/>
            <a:ext cx="4572000" cy="1877263"/>
          </a:xfrm>
          <a:custGeom>
            <a:avLst/>
            <a:gdLst/>
            <a:ahLst/>
            <a:cxnLst/>
            <a:rect l="l" t="t" r="r" b="b"/>
            <a:pathLst>
              <a:path w="5000" h="2053">
                <a:moveTo>
                  <a:pt x="0" y="1556"/>
                </a:moveTo>
                <a:lnTo>
                  <a:pt x="13" y="1331"/>
                </a:lnTo>
                <a:lnTo>
                  <a:pt x="25" y="1156"/>
                </a:lnTo>
                <a:lnTo>
                  <a:pt x="38" y="1026"/>
                </a:lnTo>
                <a:lnTo>
                  <a:pt x="50" y="934"/>
                </a:lnTo>
                <a:lnTo>
                  <a:pt x="63" y="875"/>
                </a:lnTo>
                <a:lnTo>
                  <a:pt x="75" y="845"/>
                </a:lnTo>
                <a:lnTo>
                  <a:pt x="88" y="839"/>
                </a:lnTo>
                <a:lnTo>
                  <a:pt x="100" y="853"/>
                </a:lnTo>
                <a:lnTo>
                  <a:pt x="113" y="883"/>
                </a:lnTo>
                <a:lnTo>
                  <a:pt x="125" y="927"/>
                </a:lnTo>
                <a:lnTo>
                  <a:pt x="138" y="981"/>
                </a:lnTo>
                <a:lnTo>
                  <a:pt x="150" y="1043"/>
                </a:lnTo>
                <a:lnTo>
                  <a:pt x="163" y="1111"/>
                </a:lnTo>
                <a:lnTo>
                  <a:pt x="175" y="1183"/>
                </a:lnTo>
                <a:lnTo>
                  <a:pt x="188" y="1257"/>
                </a:lnTo>
                <a:lnTo>
                  <a:pt x="201" y="1332"/>
                </a:lnTo>
                <a:lnTo>
                  <a:pt x="213" y="1406"/>
                </a:lnTo>
                <a:lnTo>
                  <a:pt x="226" y="1478"/>
                </a:lnTo>
                <a:lnTo>
                  <a:pt x="238" y="1548"/>
                </a:lnTo>
                <a:lnTo>
                  <a:pt x="251" y="1615"/>
                </a:lnTo>
                <a:lnTo>
                  <a:pt x="263" y="1678"/>
                </a:lnTo>
                <a:lnTo>
                  <a:pt x="276" y="1736"/>
                </a:lnTo>
                <a:lnTo>
                  <a:pt x="288" y="1790"/>
                </a:lnTo>
                <a:lnTo>
                  <a:pt x="301" y="1839"/>
                </a:lnTo>
                <a:lnTo>
                  <a:pt x="313" y="1882"/>
                </a:lnTo>
                <a:lnTo>
                  <a:pt x="326" y="1921"/>
                </a:lnTo>
                <a:lnTo>
                  <a:pt x="338" y="1954"/>
                </a:lnTo>
                <a:lnTo>
                  <a:pt x="351" y="1983"/>
                </a:lnTo>
                <a:lnTo>
                  <a:pt x="363" y="2006"/>
                </a:lnTo>
                <a:lnTo>
                  <a:pt x="376" y="2024"/>
                </a:lnTo>
                <a:lnTo>
                  <a:pt x="388" y="2038"/>
                </a:lnTo>
                <a:lnTo>
                  <a:pt x="401" y="2047"/>
                </a:lnTo>
                <a:lnTo>
                  <a:pt x="414" y="2052"/>
                </a:lnTo>
                <a:lnTo>
                  <a:pt x="426" y="2053"/>
                </a:lnTo>
                <a:lnTo>
                  <a:pt x="439" y="2050"/>
                </a:lnTo>
                <a:lnTo>
                  <a:pt x="451" y="2044"/>
                </a:lnTo>
                <a:lnTo>
                  <a:pt x="464" y="2035"/>
                </a:lnTo>
                <a:lnTo>
                  <a:pt x="476" y="2023"/>
                </a:lnTo>
                <a:lnTo>
                  <a:pt x="489" y="2009"/>
                </a:lnTo>
                <a:lnTo>
                  <a:pt x="501" y="1992"/>
                </a:lnTo>
                <a:lnTo>
                  <a:pt x="514" y="1974"/>
                </a:lnTo>
                <a:lnTo>
                  <a:pt x="526" y="1954"/>
                </a:lnTo>
                <a:lnTo>
                  <a:pt x="539" y="1932"/>
                </a:lnTo>
                <a:lnTo>
                  <a:pt x="551" y="1910"/>
                </a:lnTo>
                <a:lnTo>
                  <a:pt x="564" y="1887"/>
                </a:lnTo>
                <a:lnTo>
                  <a:pt x="576" y="1863"/>
                </a:lnTo>
                <a:lnTo>
                  <a:pt x="589" y="1840"/>
                </a:lnTo>
                <a:lnTo>
                  <a:pt x="602" y="1816"/>
                </a:lnTo>
                <a:lnTo>
                  <a:pt x="614" y="1792"/>
                </a:lnTo>
                <a:lnTo>
                  <a:pt x="627" y="1769"/>
                </a:lnTo>
                <a:lnTo>
                  <a:pt x="639" y="1746"/>
                </a:lnTo>
                <a:lnTo>
                  <a:pt x="652" y="1724"/>
                </a:lnTo>
                <a:lnTo>
                  <a:pt x="664" y="1703"/>
                </a:lnTo>
                <a:lnTo>
                  <a:pt x="677" y="1683"/>
                </a:lnTo>
                <a:lnTo>
                  <a:pt x="689" y="1664"/>
                </a:lnTo>
                <a:lnTo>
                  <a:pt x="702" y="1646"/>
                </a:lnTo>
                <a:lnTo>
                  <a:pt x="714" y="1629"/>
                </a:lnTo>
                <a:lnTo>
                  <a:pt x="727" y="1614"/>
                </a:lnTo>
                <a:lnTo>
                  <a:pt x="739" y="1600"/>
                </a:lnTo>
                <a:lnTo>
                  <a:pt x="752" y="1587"/>
                </a:lnTo>
                <a:lnTo>
                  <a:pt x="764" y="1576"/>
                </a:lnTo>
                <a:lnTo>
                  <a:pt x="777" y="1566"/>
                </a:lnTo>
                <a:lnTo>
                  <a:pt x="789" y="1558"/>
                </a:lnTo>
                <a:lnTo>
                  <a:pt x="802" y="1552"/>
                </a:lnTo>
                <a:lnTo>
                  <a:pt x="815" y="1546"/>
                </a:lnTo>
                <a:lnTo>
                  <a:pt x="827" y="1543"/>
                </a:lnTo>
                <a:lnTo>
                  <a:pt x="840" y="1540"/>
                </a:lnTo>
                <a:lnTo>
                  <a:pt x="852" y="1539"/>
                </a:lnTo>
                <a:lnTo>
                  <a:pt x="865" y="1539"/>
                </a:lnTo>
                <a:lnTo>
                  <a:pt x="877" y="1540"/>
                </a:lnTo>
                <a:lnTo>
                  <a:pt x="890" y="1543"/>
                </a:lnTo>
                <a:lnTo>
                  <a:pt x="902" y="1547"/>
                </a:lnTo>
                <a:lnTo>
                  <a:pt x="915" y="1551"/>
                </a:lnTo>
                <a:lnTo>
                  <a:pt x="927" y="1557"/>
                </a:lnTo>
                <a:lnTo>
                  <a:pt x="940" y="1563"/>
                </a:lnTo>
                <a:lnTo>
                  <a:pt x="952" y="1571"/>
                </a:lnTo>
                <a:lnTo>
                  <a:pt x="965" y="1579"/>
                </a:lnTo>
                <a:lnTo>
                  <a:pt x="977" y="1587"/>
                </a:lnTo>
                <a:lnTo>
                  <a:pt x="990" y="1596"/>
                </a:lnTo>
                <a:lnTo>
                  <a:pt x="1003" y="1606"/>
                </a:lnTo>
                <a:lnTo>
                  <a:pt x="1015" y="1616"/>
                </a:lnTo>
                <a:lnTo>
                  <a:pt x="1028" y="1626"/>
                </a:lnTo>
                <a:lnTo>
                  <a:pt x="1040" y="1637"/>
                </a:lnTo>
                <a:lnTo>
                  <a:pt x="1053" y="1647"/>
                </a:lnTo>
                <a:lnTo>
                  <a:pt x="1065" y="1658"/>
                </a:lnTo>
                <a:lnTo>
                  <a:pt x="1078" y="1669"/>
                </a:lnTo>
                <a:lnTo>
                  <a:pt x="1090" y="1679"/>
                </a:lnTo>
                <a:lnTo>
                  <a:pt x="1103" y="1689"/>
                </a:lnTo>
                <a:lnTo>
                  <a:pt x="1115" y="1700"/>
                </a:lnTo>
                <a:lnTo>
                  <a:pt x="1128" y="1709"/>
                </a:lnTo>
                <a:lnTo>
                  <a:pt x="1140" y="1719"/>
                </a:lnTo>
                <a:lnTo>
                  <a:pt x="1153" y="1728"/>
                </a:lnTo>
                <a:lnTo>
                  <a:pt x="1165" y="1737"/>
                </a:lnTo>
                <a:lnTo>
                  <a:pt x="1178" y="1745"/>
                </a:lnTo>
                <a:lnTo>
                  <a:pt x="1190" y="1752"/>
                </a:lnTo>
                <a:lnTo>
                  <a:pt x="1203" y="1759"/>
                </a:lnTo>
                <a:lnTo>
                  <a:pt x="1216" y="1766"/>
                </a:lnTo>
                <a:lnTo>
                  <a:pt x="1228" y="1772"/>
                </a:lnTo>
                <a:lnTo>
                  <a:pt x="1241" y="1777"/>
                </a:lnTo>
                <a:lnTo>
                  <a:pt x="1253" y="1782"/>
                </a:lnTo>
                <a:lnTo>
                  <a:pt x="1266" y="1785"/>
                </a:lnTo>
                <a:lnTo>
                  <a:pt x="1278" y="1789"/>
                </a:lnTo>
                <a:lnTo>
                  <a:pt x="1291" y="1791"/>
                </a:lnTo>
                <a:lnTo>
                  <a:pt x="1303" y="1793"/>
                </a:lnTo>
                <a:lnTo>
                  <a:pt x="1316" y="1794"/>
                </a:lnTo>
                <a:lnTo>
                  <a:pt x="1328" y="1795"/>
                </a:lnTo>
                <a:lnTo>
                  <a:pt x="1341" y="1795"/>
                </a:lnTo>
                <a:lnTo>
                  <a:pt x="1353" y="1794"/>
                </a:lnTo>
                <a:lnTo>
                  <a:pt x="1366" y="1793"/>
                </a:lnTo>
                <a:lnTo>
                  <a:pt x="1378" y="1791"/>
                </a:lnTo>
                <a:lnTo>
                  <a:pt x="1391" y="1788"/>
                </a:lnTo>
                <a:lnTo>
                  <a:pt x="1404" y="1785"/>
                </a:lnTo>
                <a:lnTo>
                  <a:pt x="1416" y="1781"/>
                </a:lnTo>
                <a:lnTo>
                  <a:pt x="1429" y="1777"/>
                </a:lnTo>
                <a:lnTo>
                  <a:pt x="1441" y="1773"/>
                </a:lnTo>
                <a:lnTo>
                  <a:pt x="1454" y="1768"/>
                </a:lnTo>
                <a:lnTo>
                  <a:pt x="1466" y="1763"/>
                </a:lnTo>
                <a:lnTo>
                  <a:pt x="1479" y="1757"/>
                </a:lnTo>
                <a:lnTo>
                  <a:pt x="1491" y="1752"/>
                </a:lnTo>
                <a:lnTo>
                  <a:pt x="1504" y="1746"/>
                </a:lnTo>
                <a:lnTo>
                  <a:pt x="1516" y="1740"/>
                </a:lnTo>
                <a:lnTo>
                  <a:pt x="1529" y="1733"/>
                </a:lnTo>
                <a:lnTo>
                  <a:pt x="1541" y="1727"/>
                </a:lnTo>
                <a:lnTo>
                  <a:pt x="1554" y="1721"/>
                </a:lnTo>
                <a:lnTo>
                  <a:pt x="1566" y="1714"/>
                </a:lnTo>
                <a:lnTo>
                  <a:pt x="1579" y="1708"/>
                </a:lnTo>
                <a:lnTo>
                  <a:pt x="1591" y="1701"/>
                </a:lnTo>
                <a:lnTo>
                  <a:pt x="1604" y="1695"/>
                </a:lnTo>
                <a:lnTo>
                  <a:pt x="1617" y="1689"/>
                </a:lnTo>
                <a:lnTo>
                  <a:pt x="1629" y="1684"/>
                </a:lnTo>
                <a:lnTo>
                  <a:pt x="1642" y="1678"/>
                </a:lnTo>
                <a:lnTo>
                  <a:pt x="1654" y="1673"/>
                </a:lnTo>
                <a:lnTo>
                  <a:pt x="1667" y="1668"/>
                </a:lnTo>
                <a:lnTo>
                  <a:pt x="1679" y="1664"/>
                </a:lnTo>
                <a:lnTo>
                  <a:pt x="1692" y="1660"/>
                </a:lnTo>
                <a:lnTo>
                  <a:pt x="1704" y="1656"/>
                </a:lnTo>
                <a:lnTo>
                  <a:pt x="1717" y="1653"/>
                </a:lnTo>
                <a:lnTo>
                  <a:pt x="1729" y="1651"/>
                </a:lnTo>
                <a:lnTo>
                  <a:pt x="1742" y="1649"/>
                </a:lnTo>
                <a:lnTo>
                  <a:pt x="1754" y="1647"/>
                </a:lnTo>
                <a:lnTo>
                  <a:pt x="1767" y="1646"/>
                </a:lnTo>
                <a:lnTo>
                  <a:pt x="1779" y="1646"/>
                </a:lnTo>
                <a:lnTo>
                  <a:pt x="1792" y="1646"/>
                </a:lnTo>
                <a:lnTo>
                  <a:pt x="1805" y="1647"/>
                </a:lnTo>
                <a:lnTo>
                  <a:pt x="1817" y="1648"/>
                </a:lnTo>
                <a:lnTo>
                  <a:pt x="1830" y="1650"/>
                </a:lnTo>
                <a:lnTo>
                  <a:pt x="1842" y="1653"/>
                </a:lnTo>
                <a:lnTo>
                  <a:pt x="1855" y="1656"/>
                </a:lnTo>
                <a:lnTo>
                  <a:pt x="1867" y="1660"/>
                </a:lnTo>
                <a:lnTo>
                  <a:pt x="1880" y="1665"/>
                </a:lnTo>
                <a:lnTo>
                  <a:pt x="1892" y="1670"/>
                </a:lnTo>
                <a:lnTo>
                  <a:pt x="1905" y="1675"/>
                </a:lnTo>
                <a:lnTo>
                  <a:pt x="1917" y="1682"/>
                </a:lnTo>
                <a:lnTo>
                  <a:pt x="1930" y="1688"/>
                </a:lnTo>
                <a:lnTo>
                  <a:pt x="1942" y="1696"/>
                </a:lnTo>
                <a:lnTo>
                  <a:pt x="1955" y="1704"/>
                </a:lnTo>
                <a:lnTo>
                  <a:pt x="1967" y="1712"/>
                </a:lnTo>
                <a:lnTo>
                  <a:pt x="1980" y="1721"/>
                </a:lnTo>
                <a:lnTo>
                  <a:pt x="1992" y="1730"/>
                </a:lnTo>
                <a:lnTo>
                  <a:pt x="2005" y="1740"/>
                </a:lnTo>
                <a:lnTo>
                  <a:pt x="2018" y="1750"/>
                </a:lnTo>
                <a:lnTo>
                  <a:pt x="2030" y="1760"/>
                </a:lnTo>
                <a:lnTo>
                  <a:pt x="2043" y="1771"/>
                </a:lnTo>
                <a:lnTo>
                  <a:pt x="2055" y="1782"/>
                </a:lnTo>
                <a:lnTo>
                  <a:pt x="2068" y="1793"/>
                </a:lnTo>
                <a:lnTo>
                  <a:pt x="2080" y="1804"/>
                </a:lnTo>
                <a:lnTo>
                  <a:pt x="2093" y="1815"/>
                </a:lnTo>
                <a:lnTo>
                  <a:pt x="2105" y="1827"/>
                </a:lnTo>
                <a:lnTo>
                  <a:pt x="2118" y="1838"/>
                </a:lnTo>
                <a:lnTo>
                  <a:pt x="2130" y="1850"/>
                </a:lnTo>
                <a:lnTo>
                  <a:pt x="2143" y="1861"/>
                </a:lnTo>
                <a:lnTo>
                  <a:pt x="2155" y="1873"/>
                </a:lnTo>
                <a:lnTo>
                  <a:pt x="2168" y="1884"/>
                </a:lnTo>
                <a:lnTo>
                  <a:pt x="2180" y="1895"/>
                </a:lnTo>
                <a:lnTo>
                  <a:pt x="2193" y="1905"/>
                </a:lnTo>
                <a:lnTo>
                  <a:pt x="2206" y="1916"/>
                </a:lnTo>
                <a:lnTo>
                  <a:pt x="2218" y="1926"/>
                </a:lnTo>
                <a:lnTo>
                  <a:pt x="2231" y="1936"/>
                </a:lnTo>
                <a:lnTo>
                  <a:pt x="2243" y="1945"/>
                </a:lnTo>
                <a:lnTo>
                  <a:pt x="2256" y="1954"/>
                </a:lnTo>
                <a:lnTo>
                  <a:pt x="2268" y="1962"/>
                </a:lnTo>
                <a:lnTo>
                  <a:pt x="2281" y="1970"/>
                </a:lnTo>
                <a:lnTo>
                  <a:pt x="2293" y="1977"/>
                </a:lnTo>
                <a:lnTo>
                  <a:pt x="2306" y="1984"/>
                </a:lnTo>
                <a:lnTo>
                  <a:pt x="2318" y="1989"/>
                </a:lnTo>
                <a:lnTo>
                  <a:pt x="2331" y="1994"/>
                </a:lnTo>
                <a:lnTo>
                  <a:pt x="2343" y="1999"/>
                </a:lnTo>
                <a:lnTo>
                  <a:pt x="2356" y="2002"/>
                </a:lnTo>
                <a:lnTo>
                  <a:pt x="2368" y="2005"/>
                </a:lnTo>
                <a:lnTo>
                  <a:pt x="2381" y="2007"/>
                </a:lnTo>
                <a:lnTo>
                  <a:pt x="2393" y="2008"/>
                </a:lnTo>
                <a:lnTo>
                  <a:pt x="2406" y="2008"/>
                </a:lnTo>
                <a:lnTo>
                  <a:pt x="2419" y="2007"/>
                </a:lnTo>
                <a:lnTo>
                  <a:pt x="2431" y="2006"/>
                </a:lnTo>
                <a:lnTo>
                  <a:pt x="2444" y="2003"/>
                </a:lnTo>
                <a:lnTo>
                  <a:pt x="2456" y="1999"/>
                </a:lnTo>
                <a:lnTo>
                  <a:pt x="2469" y="1995"/>
                </a:lnTo>
                <a:lnTo>
                  <a:pt x="2481" y="1989"/>
                </a:lnTo>
                <a:lnTo>
                  <a:pt x="2494" y="1983"/>
                </a:lnTo>
                <a:lnTo>
                  <a:pt x="2506" y="1975"/>
                </a:lnTo>
                <a:lnTo>
                  <a:pt x="2519" y="1967"/>
                </a:lnTo>
                <a:lnTo>
                  <a:pt x="2531" y="1957"/>
                </a:lnTo>
                <a:lnTo>
                  <a:pt x="2544" y="1947"/>
                </a:lnTo>
                <a:lnTo>
                  <a:pt x="2556" y="1935"/>
                </a:lnTo>
                <a:lnTo>
                  <a:pt x="2569" y="1923"/>
                </a:lnTo>
                <a:lnTo>
                  <a:pt x="2581" y="1909"/>
                </a:lnTo>
                <a:lnTo>
                  <a:pt x="2594" y="1895"/>
                </a:lnTo>
                <a:lnTo>
                  <a:pt x="2607" y="1880"/>
                </a:lnTo>
                <a:lnTo>
                  <a:pt x="2619" y="1864"/>
                </a:lnTo>
                <a:lnTo>
                  <a:pt x="2632" y="1847"/>
                </a:lnTo>
                <a:lnTo>
                  <a:pt x="2644" y="1829"/>
                </a:lnTo>
                <a:lnTo>
                  <a:pt x="2657" y="1810"/>
                </a:lnTo>
                <a:lnTo>
                  <a:pt x="2669" y="1791"/>
                </a:lnTo>
                <a:lnTo>
                  <a:pt x="2682" y="1771"/>
                </a:lnTo>
                <a:lnTo>
                  <a:pt x="2694" y="1750"/>
                </a:lnTo>
                <a:lnTo>
                  <a:pt x="2707" y="1729"/>
                </a:lnTo>
                <a:lnTo>
                  <a:pt x="2719" y="1707"/>
                </a:lnTo>
                <a:lnTo>
                  <a:pt x="2732" y="1684"/>
                </a:lnTo>
                <a:lnTo>
                  <a:pt x="2744" y="1661"/>
                </a:lnTo>
                <a:lnTo>
                  <a:pt x="2757" y="1638"/>
                </a:lnTo>
                <a:lnTo>
                  <a:pt x="2769" y="1614"/>
                </a:lnTo>
                <a:lnTo>
                  <a:pt x="2782" y="1589"/>
                </a:lnTo>
                <a:lnTo>
                  <a:pt x="2794" y="1565"/>
                </a:lnTo>
                <a:lnTo>
                  <a:pt x="2807" y="1540"/>
                </a:lnTo>
                <a:lnTo>
                  <a:pt x="2820" y="1514"/>
                </a:lnTo>
                <a:lnTo>
                  <a:pt x="2832" y="1489"/>
                </a:lnTo>
                <a:lnTo>
                  <a:pt x="2845" y="1464"/>
                </a:lnTo>
                <a:lnTo>
                  <a:pt x="2857" y="1438"/>
                </a:lnTo>
                <a:lnTo>
                  <a:pt x="2870" y="1413"/>
                </a:lnTo>
                <a:lnTo>
                  <a:pt x="2882" y="1387"/>
                </a:lnTo>
                <a:lnTo>
                  <a:pt x="2895" y="1362"/>
                </a:lnTo>
                <a:lnTo>
                  <a:pt x="2907" y="1337"/>
                </a:lnTo>
                <a:lnTo>
                  <a:pt x="2920" y="1312"/>
                </a:lnTo>
                <a:lnTo>
                  <a:pt x="2932" y="1287"/>
                </a:lnTo>
                <a:lnTo>
                  <a:pt x="2945" y="1263"/>
                </a:lnTo>
                <a:lnTo>
                  <a:pt x="2957" y="1239"/>
                </a:lnTo>
                <a:lnTo>
                  <a:pt x="2970" y="1215"/>
                </a:lnTo>
                <a:lnTo>
                  <a:pt x="2982" y="1192"/>
                </a:lnTo>
                <a:lnTo>
                  <a:pt x="2995" y="1170"/>
                </a:lnTo>
                <a:lnTo>
                  <a:pt x="3008" y="1148"/>
                </a:lnTo>
                <a:lnTo>
                  <a:pt x="3020" y="1127"/>
                </a:lnTo>
                <a:lnTo>
                  <a:pt x="3033" y="1106"/>
                </a:lnTo>
                <a:lnTo>
                  <a:pt x="3045" y="1086"/>
                </a:lnTo>
                <a:lnTo>
                  <a:pt x="3058" y="1067"/>
                </a:lnTo>
                <a:lnTo>
                  <a:pt x="3070" y="1049"/>
                </a:lnTo>
                <a:lnTo>
                  <a:pt x="3083" y="1031"/>
                </a:lnTo>
                <a:lnTo>
                  <a:pt x="3095" y="1015"/>
                </a:lnTo>
                <a:lnTo>
                  <a:pt x="3108" y="999"/>
                </a:lnTo>
                <a:lnTo>
                  <a:pt x="3120" y="984"/>
                </a:lnTo>
                <a:lnTo>
                  <a:pt x="3133" y="970"/>
                </a:lnTo>
                <a:lnTo>
                  <a:pt x="3145" y="957"/>
                </a:lnTo>
                <a:lnTo>
                  <a:pt x="3158" y="946"/>
                </a:lnTo>
                <a:lnTo>
                  <a:pt x="3170" y="935"/>
                </a:lnTo>
                <a:lnTo>
                  <a:pt x="3183" y="925"/>
                </a:lnTo>
                <a:lnTo>
                  <a:pt x="3195" y="916"/>
                </a:lnTo>
                <a:lnTo>
                  <a:pt x="3208" y="908"/>
                </a:lnTo>
                <a:lnTo>
                  <a:pt x="3221" y="902"/>
                </a:lnTo>
                <a:lnTo>
                  <a:pt x="3233" y="896"/>
                </a:lnTo>
                <a:lnTo>
                  <a:pt x="3246" y="891"/>
                </a:lnTo>
                <a:lnTo>
                  <a:pt x="3258" y="888"/>
                </a:lnTo>
                <a:lnTo>
                  <a:pt x="3271" y="885"/>
                </a:lnTo>
                <a:lnTo>
                  <a:pt x="3283" y="884"/>
                </a:lnTo>
                <a:lnTo>
                  <a:pt x="3296" y="883"/>
                </a:lnTo>
                <a:lnTo>
                  <a:pt x="3308" y="884"/>
                </a:lnTo>
                <a:lnTo>
                  <a:pt x="3321" y="885"/>
                </a:lnTo>
                <a:lnTo>
                  <a:pt x="3333" y="888"/>
                </a:lnTo>
                <a:lnTo>
                  <a:pt x="3346" y="891"/>
                </a:lnTo>
                <a:lnTo>
                  <a:pt x="3358" y="895"/>
                </a:lnTo>
                <a:lnTo>
                  <a:pt x="3371" y="900"/>
                </a:lnTo>
                <a:lnTo>
                  <a:pt x="3383" y="906"/>
                </a:lnTo>
                <a:lnTo>
                  <a:pt x="3396" y="913"/>
                </a:lnTo>
                <a:lnTo>
                  <a:pt x="3409" y="920"/>
                </a:lnTo>
                <a:lnTo>
                  <a:pt x="3421" y="928"/>
                </a:lnTo>
                <a:lnTo>
                  <a:pt x="3434" y="937"/>
                </a:lnTo>
                <a:lnTo>
                  <a:pt x="3446" y="946"/>
                </a:lnTo>
                <a:lnTo>
                  <a:pt x="3459" y="956"/>
                </a:lnTo>
                <a:lnTo>
                  <a:pt x="3471" y="967"/>
                </a:lnTo>
                <a:lnTo>
                  <a:pt x="3484" y="978"/>
                </a:lnTo>
                <a:lnTo>
                  <a:pt x="3496" y="989"/>
                </a:lnTo>
                <a:lnTo>
                  <a:pt x="3509" y="1001"/>
                </a:lnTo>
                <a:lnTo>
                  <a:pt x="3521" y="1013"/>
                </a:lnTo>
                <a:lnTo>
                  <a:pt x="3534" y="1025"/>
                </a:lnTo>
                <a:lnTo>
                  <a:pt x="3546" y="1038"/>
                </a:lnTo>
                <a:lnTo>
                  <a:pt x="3559" y="1051"/>
                </a:lnTo>
                <a:lnTo>
                  <a:pt x="3571" y="1063"/>
                </a:lnTo>
                <a:lnTo>
                  <a:pt x="3584" y="1076"/>
                </a:lnTo>
                <a:lnTo>
                  <a:pt x="3596" y="1089"/>
                </a:lnTo>
                <a:lnTo>
                  <a:pt x="3609" y="1102"/>
                </a:lnTo>
                <a:lnTo>
                  <a:pt x="3622" y="1115"/>
                </a:lnTo>
                <a:lnTo>
                  <a:pt x="3634" y="1127"/>
                </a:lnTo>
                <a:lnTo>
                  <a:pt x="3647" y="1140"/>
                </a:lnTo>
                <a:lnTo>
                  <a:pt x="3659" y="1152"/>
                </a:lnTo>
                <a:lnTo>
                  <a:pt x="3672" y="1164"/>
                </a:lnTo>
                <a:lnTo>
                  <a:pt x="3684" y="1176"/>
                </a:lnTo>
                <a:lnTo>
                  <a:pt x="3697" y="1187"/>
                </a:lnTo>
                <a:lnTo>
                  <a:pt x="3709" y="1198"/>
                </a:lnTo>
                <a:lnTo>
                  <a:pt x="3722" y="1208"/>
                </a:lnTo>
                <a:lnTo>
                  <a:pt x="3734" y="1218"/>
                </a:lnTo>
                <a:lnTo>
                  <a:pt x="3747" y="1228"/>
                </a:lnTo>
                <a:lnTo>
                  <a:pt x="3759" y="1237"/>
                </a:lnTo>
                <a:lnTo>
                  <a:pt x="3772" y="1245"/>
                </a:lnTo>
                <a:lnTo>
                  <a:pt x="3784" y="1253"/>
                </a:lnTo>
                <a:lnTo>
                  <a:pt x="3797" y="1261"/>
                </a:lnTo>
                <a:lnTo>
                  <a:pt x="3810" y="1268"/>
                </a:lnTo>
                <a:lnTo>
                  <a:pt x="3822" y="1274"/>
                </a:lnTo>
                <a:lnTo>
                  <a:pt x="3835" y="1280"/>
                </a:lnTo>
                <a:lnTo>
                  <a:pt x="3847" y="1285"/>
                </a:lnTo>
                <a:lnTo>
                  <a:pt x="3860" y="1290"/>
                </a:lnTo>
                <a:lnTo>
                  <a:pt x="3872" y="1294"/>
                </a:lnTo>
                <a:lnTo>
                  <a:pt x="3885" y="1298"/>
                </a:lnTo>
                <a:lnTo>
                  <a:pt x="3897" y="1301"/>
                </a:lnTo>
                <a:lnTo>
                  <a:pt x="3910" y="1303"/>
                </a:lnTo>
                <a:lnTo>
                  <a:pt x="3922" y="1306"/>
                </a:lnTo>
                <a:lnTo>
                  <a:pt x="3935" y="1307"/>
                </a:lnTo>
                <a:lnTo>
                  <a:pt x="3947" y="1309"/>
                </a:lnTo>
                <a:lnTo>
                  <a:pt x="3960" y="1310"/>
                </a:lnTo>
                <a:lnTo>
                  <a:pt x="3972" y="1311"/>
                </a:lnTo>
                <a:lnTo>
                  <a:pt x="3985" y="1311"/>
                </a:lnTo>
                <a:lnTo>
                  <a:pt x="3997" y="1312"/>
                </a:lnTo>
                <a:lnTo>
                  <a:pt x="4010" y="1312"/>
                </a:lnTo>
                <a:lnTo>
                  <a:pt x="4023" y="1312"/>
                </a:lnTo>
                <a:lnTo>
                  <a:pt x="4035" y="1312"/>
                </a:lnTo>
                <a:lnTo>
                  <a:pt x="4048" y="1312"/>
                </a:lnTo>
                <a:lnTo>
                  <a:pt x="4060" y="1312"/>
                </a:lnTo>
                <a:lnTo>
                  <a:pt x="4073" y="1312"/>
                </a:lnTo>
                <a:lnTo>
                  <a:pt x="4085" y="1313"/>
                </a:lnTo>
                <a:lnTo>
                  <a:pt x="4098" y="1313"/>
                </a:lnTo>
                <a:lnTo>
                  <a:pt x="4110" y="1314"/>
                </a:lnTo>
                <a:lnTo>
                  <a:pt x="4123" y="1315"/>
                </a:lnTo>
                <a:lnTo>
                  <a:pt x="4135" y="1317"/>
                </a:lnTo>
                <a:lnTo>
                  <a:pt x="4148" y="1319"/>
                </a:lnTo>
                <a:lnTo>
                  <a:pt x="4160" y="1321"/>
                </a:lnTo>
                <a:lnTo>
                  <a:pt x="4173" y="1324"/>
                </a:lnTo>
                <a:lnTo>
                  <a:pt x="4185" y="1327"/>
                </a:lnTo>
                <a:lnTo>
                  <a:pt x="4198" y="1331"/>
                </a:lnTo>
                <a:lnTo>
                  <a:pt x="4211" y="1336"/>
                </a:lnTo>
                <a:lnTo>
                  <a:pt x="4223" y="1341"/>
                </a:lnTo>
                <a:lnTo>
                  <a:pt x="4236" y="1347"/>
                </a:lnTo>
                <a:lnTo>
                  <a:pt x="4248" y="1353"/>
                </a:lnTo>
                <a:lnTo>
                  <a:pt x="4261" y="1360"/>
                </a:lnTo>
                <a:lnTo>
                  <a:pt x="4273" y="1368"/>
                </a:lnTo>
                <a:lnTo>
                  <a:pt x="4286" y="1376"/>
                </a:lnTo>
                <a:lnTo>
                  <a:pt x="4298" y="1385"/>
                </a:lnTo>
                <a:lnTo>
                  <a:pt x="4311" y="1394"/>
                </a:lnTo>
                <a:lnTo>
                  <a:pt x="4323" y="1404"/>
                </a:lnTo>
                <a:lnTo>
                  <a:pt x="4336" y="1414"/>
                </a:lnTo>
                <a:lnTo>
                  <a:pt x="4348" y="1425"/>
                </a:lnTo>
                <a:lnTo>
                  <a:pt x="4361" y="1435"/>
                </a:lnTo>
                <a:lnTo>
                  <a:pt x="4373" y="1446"/>
                </a:lnTo>
                <a:lnTo>
                  <a:pt x="4386" y="1457"/>
                </a:lnTo>
                <a:lnTo>
                  <a:pt x="4398" y="1467"/>
                </a:lnTo>
                <a:lnTo>
                  <a:pt x="4411" y="1478"/>
                </a:lnTo>
                <a:lnTo>
                  <a:pt x="4424" y="1488"/>
                </a:lnTo>
                <a:lnTo>
                  <a:pt x="4436" y="1497"/>
                </a:lnTo>
                <a:lnTo>
                  <a:pt x="4449" y="1505"/>
                </a:lnTo>
                <a:lnTo>
                  <a:pt x="4461" y="1513"/>
                </a:lnTo>
                <a:lnTo>
                  <a:pt x="4474" y="1519"/>
                </a:lnTo>
                <a:lnTo>
                  <a:pt x="4486" y="1524"/>
                </a:lnTo>
                <a:lnTo>
                  <a:pt x="4499" y="1527"/>
                </a:lnTo>
                <a:lnTo>
                  <a:pt x="4511" y="1529"/>
                </a:lnTo>
                <a:lnTo>
                  <a:pt x="4524" y="1528"/>
                </a:lnTo>
                <a:lnTo>
                  <a:pt x="4536" y="1525"/>
                </a:lnTo>
                <a:lnTo>
                  <a:pt x="4549" y="1520"/>
                </a:lnTo>
                <a:lnTo>
                  <a:pt x="4561" y="1512"/>
                </a:lnTo>
                <a:lnTo>
                  <a:pt x="4574" y="1500"/>
                </a:lnTo>
                <a:lnTo>
                  <a:pt x="4586" y="1486"/>
                </a:lnTo>
                <a:lnTo>
                  <a:pt x="4599" y="1468"/>
                </a:lnTo>
                <a:lnTo>
                  <a:pt x="4612" y="1446"/>
                </a:lnTo>
                <a:lnTo>
                  <a:pt x="4624" y="1420"/>
                </a:lnTo>
                <a:lnTo>
                  <a:pt x="4637" y="1390"/>
                </a:lnTo>
                <a:lnTo>
                  <a:pt x="4649" y="1356"/>
                </a:lnTo>
                <a:lnTo>
                  <a:pt x="4662" y="1317"/>
                </a:lnTo>
                <a:lnTo>
                  <a:pt x="4674" y="1274"/>
                </a:lnTo>
                <a:lnTo>
                  <a:pt x="4687" y="1226"/>
                </a:lnTo>
                <a:lnTo>
                  <a:pt x="4699" y="1174"/>
                </a:lnTo>
                <a:lnTo>
                  <a:pt x="4712" y="1117"/>
                </a:lnTo>
                <a:lnTo>
                  <a:pt x="4724" y="1056"/>
                </a:lnTo>
                <a:lnTo>
                  <a:pt x="4737" y="990"/>
                </a:lnTo>
                <a:lnTo>
                  <a:pt x="4749" y="921"/>
                </a:lnTo>
                <a:lnTo>
                  <a:pt x="4762" y="848"/>
                </a:lnTo>
                <a:lnTo>
                  <a:pt x="4774" y="772"/>
                </a:lnTo>
                <a:lnTo>
                  <a:pt x="4787" y="694"/>
                </a:lnTo>
                <a:lnTo>
                  <a:pt x="4799" y="614"/>
                </a:lnTo>
                <a:lnTo>
                  <a:pt x="4812" y="533"/>
                </a:lnTo>
                <a:lnTo>
                  <a:pt x="4825" y="452"/>
                </a:lnTo>
                <a:lnTo>
                  <a:pt x="4837" y="373"/>
                </a:lnTo>
                <a:lnTo>
                  <a:pt x="4850" y="296"/>
                </a:lnTo>
                <a:lnTo>
                  <a:pt x="4862" y="223"/>
                </a:lnTo>
                <a:lnTo>
                  <a:pt x="4875" y="157"/>
                </a:lnTo>
                <a:lnTo>
                  <a:pt x="4887" y="99"/>
                </a:lnTo>
                <a:lnTo>
                  <a:pt x="4900" y="52"/>
                </a:lnTo>
                <a:lnTo>
                  <a:pt x="4912" y="18"/>
                </a:lnTo>
                <a:lnTo>
                  <a:pt x="4925" y="0"/>
                </a:lnTo>
                <a:lnTo>
                  <a:pt x="4937" y="1"/>
                </a:lnTo>
                <a:lnTo>
                  <a:pt x="4950" y="25"/>
                </a:lnTo>
                <a:lnTo>
                  <a:pt x="4962" y="77"/>
                </a:lnTo>
                <a:lnTo>
                  <a:pt x="4975" y="160"/>
                </a:lnTo>
                <a:lnTo>
                  <a:pt x="4987" y="280"/>
                </a:lnTo>
                <a:lnTo>
                  <a:pt x="5000" y="443"/>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6510528" y="3124505"/>
            <a:ext cx="4572000" cy="1747418"/>
          </a:xfrm>
          <a:custGeom>
            <a:avLst/>
            <a:gdLst/>
            <a:ahLst/>
            <a:cxnLst/>
            <a:rect l="l" t="t" r="r" b="b"/>
            <a:pathLst>
              <a:path w="5000" h="1911">
                <a:moveTo>
                  <a:pt x="0" y="633"/>
                </a:moveTo>
                <a:lnTo>
                  <a:pt x="13" y="651"/>
                </a:lnTo>
                <a:lnTo>
                  <a:pt x="25" y="666"/>
                </a:lnTo>
                <a:lnTo>
                  <a:pt x="38" y="680"/>
                </a:lnTo>
                <a:lnTo>
                  <a:pt x="50" y="692"/>
                </a:lnTo>
                <a:lnTo>
                  <a:pt x="63" y="703"/>
                </a:lnTo>
                <a:lnTo>
                  <a:pt x="75" y="713"/>
                </a:lnTo>
                <a:lnTo>
                  <a:pt x="88" y="724"/>
                </a:lnTo>
                <a:lnTo>
                  <a:pt x="100" y="733"/>
                </a:lnTo>
                <a:lnTo>
                  <a:pt x="113" y="743"/>
                </a:lnTo>
                <a:lnTo>
                  <a:pt x="125" y="754"/>
                </a:lnTo>
                <a:lnTo>
                  <a:pt x="138" y="764"/>
                </a:lnTo>
                <a:lnTo>
                  <a:pt x="150" y="776"/>
                </a:lnTo>
                <a:lnTo>
                  <a:pt x="163" y="787"/>
                </a:lnTo>
                <a:lnTo>
                  <a:pt x="175" y="800"/>
                </a:lnTo>
                <a:lnTo>
                  <a:pt x="188" y="813"/>
                </a:lnTo>
                <a:lnTo>
                  <a:pt x="201" y="827"/>
                </a:lnTo>
                <a:lnTo>
                  <a:pt x="213" y="842"/>
                </a:lnTo>
                <a:lnTo>
                  <a:pt x="226" y="858"/>
                </a:lnTo>
                <a:lnTo>
                  <a:pt x="238" y="875"/>
                </a:lnTo>
                <a:lnTo>
                  <a:pt x="251" y="892"/>
                </a:lnTo>
                <a:lnTo>
                  <a:pt x="263" y="910"/>
                </a:lnTo>
                <a:lnTo>
                  <a:pt x="276" y="929"/>
                </a:lnTo>
                <a:lnTo>
                  <a:pt x="288" y="949"/>
                </a:lnTo>
                <a:lnTo>
                  <a:pt x="301" y="970"/>
                </a:lnTo>
                <a:lnTo>
                  <a:pt x="313" y="991"/>
                </a:lnTo>
                <a:lnTo>
                  <a:pt x="326" y="1013"/>
                </a:lnTo>
                <a:lnTo>
                  <a:pt x="338" y="1035"/>
                </a:lnTo>
                <a:lnTo>
                  <a:pt x="351" y="1058"/>
                </a:lnTo>
                <a:lnTo>
                  <a:pt x="363" y="1082"/>
                </a:lnTo>
                <a:lnTo>
                  <a:pt x="376" y="1105"/>
                </a:lnTo>
                <a:lnTo>
                  <a:pt x="388" y="1130"/>
                </a:lnTo>
                <a:lnTo>
                  <a:pt x="401" y="1154"/>
                </a:lnTo>
                <a:lnTo>
                  <a:pt x="414" y="1178"/>
                </a:lnTo>
                <a:lnTo>
                  <a:pt x="426" y="1203"/>
                </a:lnTo>
                <a:lnTo>
                  <a:pt x="439" y="1228"/>
                </a:lnTo>
                <a:lnTo>
                  <a:pt x="451" y="1253"/>
                </a:lnTo>
                <a:lnTo>
                  <a:pt x="464" y="1278"/>
                </a:lnTo>
                <a:lnTo>
                  <a:pt x="476" y="1303"/>
                </a:lnTo>
                <a:lnTo>
                  <a:pt x="489" y="1327"/>
                </a:lnTo>
                <a:lnTo>
                  <a:pt x="501" y="1352"/>
                </a:lnTo>
                <a:lnTo>
                  <a:pt x="514" y="1376"/>
                </a:lnTo>
                <a:lnTo>
                  <a:pt x="526" y="1400"/>
                </a:lnTo>
                <a:lnTo>
                  <a:pt x="539" y="1424"/>
                </a:lnTo>
                <a:lnTo>
                  <a:pt x="551" y="1447"/>
                </a:lnTo>
                <a:lnTo>
                  <a:pt x="564" y="1470"/>
                </a:lnTo>
                <a:lnTo>
                  <a:pt x="576" y="1493"/>
                </a:lnTo>
                <a:lnTo>
                  <a:pt x="589" y="1515"/>
                </a:lnTo>
                <a:lnTo>
                  <a:pt x="602" y="1537"/>
                </a:lnTo>
                <a:lnTo>
                  <a:pt x="614" y="1558"/>
                </a:lnTo>
                <a:lnTo>
                  <a:pt x="627" y="1579"/>
                </a:lnTo>
                <a:lnTo>
                  <a:pt x="639" y="1599"/>
                </a:lnTo>
                <a:lnTo>
                  <a:pt x="652" y="1619"/>
                </a:lnTo>
                <a:lnTo>
                  <a:pt x="664" y="1638"/>
                </a:lnTo>
                <a:lnTo>
                  <a:pt x="677" y="1656"/>
                </a:lnTo>
                <a:lnTo>
                  <a:pt x="689" y="1674"/>
                </a:lnTo>
                <a:lnTo>
                  <a:pt x="702" y="1691"/>
                </a:lnTo>
                <a:lnTo>
                  <a:pt x="714" y="1707"/>
                </a:lnTo>
                <a:lnTo>
                  <a:pt x="727" y="1723"/>
                </a:lnTo>
                <a:lnTo>
                  <a:pt x="739" y="1739"/>
                </a:lnTo>
                <a:lnTo>
                  <a:pt x="752" y="1753"/>
                </a:lnTo>
                <a:lnTo>
                  <a:pt x="764" y="1767"/>
                </a:lnTo>
                <a:lnTo>
                  <a:pt x="777" y="1780"/>
                </a:lnTo>
                <a:lnTo>
                  <a:pt x="789" y="1793"/>
                </a:lnTo>
                <a:lnTo>
                  <a:pt x="802" y="1805"/>
                </a:lnTo>
                <a:lnTo>
                  <a:pt x="815" y="1816"/>
                </a:lnTo>
                <a:lnTo>
                  <a:pt x="827" y="1826"/>
                </a:lnTo>
                <a:lnTo>
                  <a:pt x="840" y="1836"/>
                </a:lnTo>
                <a:lnTo>
                  <a:pt x="852" y="1846"/>
                </a:lnTo>
                <a:lnTo>
                  <a:pt x="865" y="1854"/>
                </a:lnTo>
                <a:lnTo>
                  <a:pt x="877" y="1862"/>
                </a:lnTo>
                <a:lnTo>
                  <a:pt x="890" y="1870"/>
                </a:lnTo>
                <a:lnTo>
                  <a:pt x="902" y="1876"/>
                </a:lnTo>
                <a:lnTo>
                  <a:pt x="915" y="1882"/>
                </a:lnTo>
                <a:lnTo>
                  <a:pt x="927" y="1888"/>
                </a:lnTo>
                <a:lnTo>
                  <a:pt x="940" y="1893"/>
                </a:lnTo>
                <a:lnTo>
                  <a:pt x="952" y="1897"/>
                </a:lnTo>
                <a:lnTo>
                  <a:pt x="965" y="1900"/>
                </a:lnTo>
                <a:lnTo>
                  <a:pt x="977" y="1904"/>
                </a:lnTo>
                <a:lnTo>
                  <a:pt x="990" y="1906"/>
                </a:lnTo>
                <a:lnTo>
                  <a:pt x="1003" y="1908"/>
                </a:lnTo>
                <a:lnTo>
                  <a:pt x="1015" y="1909"/>
                </a:lnTo>
                <a:lnTo>
                  <a:pt x="1028" y="1910"/>
                </a:lnTo>
                <a:lnTo>
                  <a:pt x="1040" y="1911"/>
                </a:lnTo>
                <a:lnTo>
                  <a:pt x="1053" y="1911"/>
                </a:lnTo>
                <a:lnTo>
                  <a:pt x="1065" y="1910"/>
                </a:lnTo>
                <a:lnTo>
                  <a:pt x="1078" y="1909"/>
                </a:lnTo>
                <a:lnTo>
                  <a:pt x="1090" y="1907"/>
                </a:lnTo>
                <a:lnTo>
                  <a:pt x="1103" y="1905"/>
                </a:lnTo>
                <a:lnTo>
                  <a:pt x="1115" y="1902"/>
                </a:lnTo>
                <a:lnTo>
                  <a:pt x="1128" y="1899"/>
                </a:lnTo>
                <a:lnTo>
                  <a:pt x="1140" y="1896"/>
                </a:lnTo>
                <a:lnTo>
                  <a:pt x="1153" y="1892"/>
                </a:lnTo>
                <a:lnTo>
                  <a:pt x="1165" y="1888"/>
                </a:lnTo>
                <a:lnTo>
                  <a:pt x="1178" y="1883"/>
                </a:lnTo>
                <a:lnTo>
                  <a:pt x="1190" y="1878"/>
                </a:lnTo>
                <a:lnTo>
                  <a:pt x="1203" y="1872"/>
                </a:lnTo>
                <a:lnTo>
                  <a:pt x="1216" y="1867"/>
                </a:lnTo>
                <a:lnTo>
                  <a:pt x="1228" y="1860"/>
                </a:lnTo>
                <a:lnTo>
                  <a:pt x="1241" y="1854"/>
                </a:lnTo>
                <a:lnTo>
                  <a:pt x="1253" y="1847"/>
                </a:lnTo>
                <a:lnTo>
                  <a:pt x="1266" y="1840"/>
                </a:lnTo>
                <a:lnTo>
                  <a:pt x="1278" y="1832"/>
                </a:lnTo>
                <a:lnTo>
                  <a:pt x="1291" y="1824"/>
                </a:lnTo>
                <a:lnTo>
                  <a:pt x="1303" y="1816"/>
                </a:lnTo>
                <a:lnTo>
                  <a:pt x="1316" y="1808"/>
                </a:lnTo>
                <a:lnTo>
                  <a:pt x="1328" y="1799"/>
                </a:lnTo>
                <a:lnTo>
                  <a:pt x="1341" y="1790"/>
                </a:lnTo>
                <a:lnTo>
                  <a:pt x="1353" y="1781"/>
                </a:lnTo>
                <a:lnTo>
                  <a:pt x="1366" y="1772"/>
                </a:lnTo>
                <a:lnTo>
                  <a:pt x="1378" y="1762"/>
                </a:lnTo>
                <a:lnTo>
                  <a:pt x="1391" y="1752"/>
                </a:lnTo>
                <a:lnTo>
                  <a:pt x="1404" y="1742"/>
                </a:lnTo>
                <a:lnTo>
                  <a:pt x="1416" y="1732"/>
                </a:lnTo>
                <a:lnTo>
                  <a:pt x="1429" y="1722"/>
                </a:lnTo>
                <a:lnTo>
                  <a:pt x="1441" y="1712"/>
                </a:lnTo>
                <a:lnTo>
                  <a:pt x="1454" y="1701"/>
                </a:lnTo>
                <a:lnTo>
                  <a:pt x="1466" y="1690"/>
                </a:lnTo>
                <a:lnTo>
                  <a:pt x="1479" y="1679"/>
                </a:lnTo>
                <a:lnTo>
                  <a:pt x="1491" y="1669"/>
                </a:lnTo>
                <a:lnTo>
                  <a:pt x="1504" y="1658"/>
                </a:lnTo>
                <a:lnTo>
                  <a:pt x="1516" y="1646"/>
                </a:lnTo>
                <a:lnTo>
                  <a:pt x="1529" y="1635"/>
                </a:lnTo>
                <a:lnTo>
                  <a:pt x="1541" y="1624"/>
                </a:lnTo>
                <a:lnTo>
                  <a:pt x="1554" y="1613"/>
                </a:lnTo>
                <a:lnTo>
                  <a:pt x="1566" y="1602"/>
                </a:lnTo>
                <a:lnTo>
                  <a:pt x="1579" y="1591"/>
                </a:lnTo>
                <a:lnTo>
                  <a:pt x="1591" y="1580"/>
                </a:lnTo>
                <a:lnTo>
                  <a:pt x="1604" y="1569"/>
                </a:lnTo>
                <a:lnTo>
                  <a:pt x="1617" y="1558"/>
                </a:lnTo>
                <a:lnTo>
                  <a:pt x="1629" y="1547"/>
                </a:lnTo>
                <a:lnTo>
                  <a:pt x="1642" y="1536"/>
                </a:lnTo>
                <a:lnTo>
                  <a:pt x="1654" y="1525"/>
                </a:lnTo>
                <a:lnTo>
                  <a:pt x="1667" y="1514"/>
                </a:lnTo>
                <a:lnTo>
                  <a:pt x="1679" y="1504"/>
                </a:lnTo>
                <a:lnTo>
                  <a:pt x="1692" y="1494"/>
                </a:lnTo>
                <a:lnTo>
                  <a:pt x="1704" y="1483"/>
                </a:lnTo>
                <a:lnTo>
                  <a:pt x="1717" y="1473"/>
                </a:lnTo>
                <a:lnTo>
                  <a:pt x="1729" y="1464"/>
                </a:lnTo>
                <a:lnTo>
                  <a:pt x="1742" y="1454"/>
                </a:lnTo>
                <a:lnTo>
                  <a:pt x="1754" y="1445"/>
                </a:lnTo>
                <a:lnTo>
                  <a:pt x="1767" y="1435"/>
                </a:lnTo>
                <a:lnTo>
                  <a:pt x="1779" y="1427"/>
                </a:lnTo>
                <a:lnTo>
                  <a:pt x="1792" y="1418"/>
                </a:lnTo>
                <a:lnTo>
                  <a:pt x="1805" y="1410"/>
                </a:lnTo>
                <a:lnTo>
                  <a:pt x="1817" y="1402"/>
                </a:lnTo>
                <a:lnTo>
                  <a:pt x="1830" y="1394"/>
                </a:lnTo>
                <a:lnTo>
                  <a:pt x="1842" y="1386"/>
                </a:lnTo>
                <a:lnTo>
                  <a:pt x="1855" y="1379"/>
                </a:lnTo>
                <a:lnTo>
                  <a:pt x="1867" y="1373"/>
                </a:lnTo>
                <a:lnTo>
                  <a:pt x="1880" y="1366"/>
                </a:lnTo>
                <a:lnTo>
                  <a:pt x="1892" y="1360"/>
                </a:lnTo>
                <a:lnTo>
                  <a:pt x="1905" y="1355"/>
                </a:lnTo>
                <a:lnTo>
                  <a:pt x="1917" y="1349"/>
                </a:lnTo>
                <a:lnTo>
                  <a:pt x="1930" y="1344"/>
                </a:lnTo>
                <a:lnTo>
                  <a:pt x="1942" y="1340"/>
                </a:lnTo>
                <a:lnTo>
                  <a:pt x="1955" y="1336"/>
                </a:lnTo>
                <a:lnTo>
                  <a:pt x="1967" y="1332"/>
                </a:lnTo>
                <a:lnTo>
                  <a:pt x="1980" y="1329"/>
                </a:lnTo>
                <a:lnTo>
                  <a:pt x="1992" y="1326"/>
                </a:lnTo>
                <a:lnTo>
                  <a:pt x="2005" y="1324"/>
                </a:lnTo>
                <a:lnTo>
                  <a:pt x="2018" y="1322"/>
                </a:lnTo>
                <a:lnTo>
                  <a:pt x="2030" y="1320"/>
                </a:lnTo>
                <a:lnTo>
                  <a:pt x="2043" y="1319"/>
                </a:lnTo>
                <a:lnTo>
                  <a:pt x="2055" y="1319"/>
                </a:lnTo>
                <a:lnTo>
                  <a:pt x="2068" y="1318"/>
                </a:lnTo>
                <a:lnTo>
                  <a:pt x="2080" y="1319"/>
                </a:lnTo>
                <a:lnTo>
                  <a:pt x="2093" y="1319"/>
                </a:lnTo>
                <a:lnTo>
                  <a:pt x="2105" y="1321"/>
                </a:lnTo>
                <a:lnTo>
                  <a:pt x="2118" y="1322"/>
                </a:lnTo>
                <a:lnTo>
                  <a:pt x="2130" y="1324"/>
                </a:lnTo>
                <a:lnTo>
                  <a:pt x="2143" y="1326"/>
                </a:lnTo>
                <a:lnTo>
                  <a:pt x="2155" y="1329"/>
                </a:lnTo>
                <a:lnTo>
                  <a:pt x="2168" y="1333"/>
                </a:lnTo>
                <a:lnTo>
                  <a:pt x="2180" y="1336"/>
                </a:lnTo>
                <a:lnTo>
                  <a:pt x="2193" y="1340"/>
                </a:lnTo>
                <a:lnTo>
                  <a:pt x="2206" y="1345"/>
                </a:lnTo>
                <a:lnTo>
                  <a:pt x="2218" y="1349"/>
                </a:lnTo>
                <a:lnTo>
                  <a:pt x="2231" y="1355"/>
                </a:lnTo>
                <a:lnTo>
                  <a:pt x="2243" y="1360"/>
                </a:lnTo>
                <a:lnTo>
                  <a:pt x="2256" y="1366"/>
                </a:lnTo>
                <a:lnTo>
                  <a:pt x="2268" y="1372"/>
                </a:lnTo>
                <a:lnTo>
                  <a:pt x="2281" y="1378"/>
                </a:lnTo>
                <a:lnTo>
                  <a:pt x="2293" y="1385"/>
                </a:lnTo>
                <a:lnTo>
                  <a:pt x="2306" y="1392"/>
                </a:lnTo>
                <a:lnTo>
                  <a:pt x="2318" y="1400"/>
                </a:lnTo>
                <a:lnTo>
                  <a:pt x="2331" y="1407"/>
                </a:lnTo>
                <a:lnTo>
                  <a:pt x="2343" y="1415"/>
                </a:lnTo>
                <a:lnTo>
                  <a:pt x="2356" y="1423"/>
                </a:lnTo>
                <a:lnTo>
                  <a:pt x="2368" y="1431"/>
                </a:lnTo>
                <a:lnTo>
                  <a:pt x="2381" y="1439"/>
                </a:lnTo>
                <a:lnTo>
                  <a:pt x="2393" y="1448"/>
                </a:lnTo>
                <a:lnTo>
                  <a:pt x="2406" y="1456"/>
                </a:lnTo>
                <a:lnTo>
                  <a:pt x="2419" y="1465"/>
                </a:lnTo>
                <a:lnTo>
                  <a:pt x="2431" y="1474"/>
                </a:lnTo>
                <a:lnTo>
                  <a:pt x="2444" y="1482"/>
                </a:lnTo>
                <a:lnTo>
                  <a:pt x="2456" y="1491"/>
                </a:lnTo>
                <a:lnTo>
                  <a:pt x="2469" y="1500"/>
                </a:lnTo>
                <a:lnTo>
                  <a:pt x="2481" y="1509"/>
                </a:lnTo>
                <a:lnTo>
                  <a:pt x="2494" y="1518"/>
                </a:lnTo>
                <a:lnTo>
                  <a:pt x="2506" y="1526"/>
                </a:lnTo>
                <a:lnTo>
                  <a:pt x="2519" y="1535"/>
                </a:lnTo>
                <a:lnTo>
                  <a:pt x="2531" y="1543"/>
                </a:lnTo>
                <a:lnTo>
                  <a:pt x="2544" y="1552"/>
                </a:lnTo>
                <a:lnTo>
                  <a:pt x="2556" y="1560"/>
                </a:lnTo>
                <a:lnTo>
                  <a:pt x="2569" y="1568"/>
                </a:lnTo>
                <a:lnTo>
                  <a:pt x="2581" y="1576"/>
                </a:lnTo>
                <a:lnTo>
                  <a:pt x="2594" y="1583"/>
                </a:lnTo>
                <a:lnTo>
                  <a:pt x="2607" y="1591"/>
                </a:lnTo>
                <a:lnTo>
                  <a:pt x="2619" y="1598"/>
                </a:lnTo>
                <a:lnTo>
                  <a:pt x="2632" y="1605"/>
                </a:lnTo>
                <a:lnTo>
                  <a:pt x="2644" y="1611"/>
                </a:lnTo>
                <a:lnTo>
                  <a:pt x="2657" y="1617"/>
                </a:lnTo>
                <a:lnTo>
                  <a:pt x="2669" y="1623"/>
                </a:lnTo>
                <a:lnTo>
                  <a:pt x="2682" y="1628"/>
                </a:lnTo>
                <a:lnTo>
                  <a:pt x="2694" y="1633"/>
                </a:lnTo>
                <a:lnTo>
                  <a:pt x="2707" y="1638"/>
                </a:lnTo>
                <a:lnTo>
                  <a:pt x="2719" y="1642"/>
                </a:lnTo>
                <a:lnTo>
                  <a:pt x="2732" y="1646"/>
                </a:lnTo>
                <a:lnTo>
                  <a:pt x="2744" y="1649"/>
                </a:lnTo>
                <a:lnTo>
                  <a:pt x="2757" y="1652"/>
                </a:lnTo>
                <a:lnTo>
                  <a:pt x="2769" y="1654"/>
                </a:lnTo>
                <a:lnTo>
                  <a:pt x="2782" y="1656"/>
                </a:lnTo>
                <a:lnTo>
                  <a:pt x="2794" y="1657"/>
                </a:lnTo>
                <a:lnTo>
                  <a:pt x="2807" y="1658"/>
                </a:lnTo>
                <a:lnTo>
                  <a:pt x="2820" y="1658"/>
                </a:lnTo>
                <a:lnTo>
                  <a:pt x="2832" y="1658"/>
                </a:lnTo>
                <a:lnTo>
                  <a:pt x="2845" y="1657"/>
                </a:lnTo>
                <a:lnTo>
                  <a:pt x="2857" y="1655"/>
                </a:lnTo>
                <a:lnTo>
                  <a:pt x="2870" y="1654"/>
                </a:lnTo>
                <a:lnTo>
                  <a:pt x="2882" y="1651"/>
                </a:lnTo>
                <a:lnTo>
                  <a:pt x="2895" y="1648"/>
                </a:lnTo>
                <a:lnTo>
                  <a:pt x="2907" y="1644"/>
                </a:lnTo>
                <a:lnTo>
                  <a:pt x="2920" y="1640"/>
                </a:lnTo>
                <a:lnTo>
                  <a:pt x="2932" y="1635"/>
                </a:lnTo>
                <a:lnTo>
                  <a:pt x="2945" y="1630"/>
                </a:lnTo>
                <a:lnTo>
                  <a:pt x="2957" y="1624"/>
                </a:lnTo>
                <a:lnTo>
                  <a:pt x="2970" y="1618"/>
                </a:lnTo>
                <a:lnTo>
                  <a:pt x="2982" y="1611"/>
                </a:lnTo>
                <a:lnTo>
                  <a:pt x="2995" y="1603"/>
                </a:lnTo>
                <a:lnTo>
                  <a:pt x="3008" y="1596"/>
                </a:lnTo>
                <a:lnTo>
                  <a:pt x="3020" y="1587"/>
                </a:lnTo>
                <a:lnTo>
                  <a:pt x="3033" y="1578"/>
                </a:lnTo>
                <a:lnTo>
                  <a:pt x="3045" y="1569"/>
                </a:lnTo>
                <a:lnTo>
                  <a:pt x="3058" y="1559"/>
                </a:lnTo>
                <a:lnTo>
                  <a:pt x="3070" y="1549"/>
                </a:lnTo>
                <a:lnTo>
                  <a:pt x="3083" y="1538"/>
                </a:lnTo>
                <a:lnTo>
                  <a:pt x="3095" y="1527"/>
                </a:lnTo>
                <a:lnTo>
                  <a:pt x="3108" y="1516"/>
                </a:lnTo>
                <a:lnTo>
                  <a:pt x="3120" y="1504"/>
                </a:lnTo>
                <a:lnTo>
                  <a:pt x="3133" y="1492"/>
                </a:lnTo>
                <a:lnTo>
                  <a:pt x="3145" y="1480"/>
                </a:lnTo>
                <a:lnTo>
                  <a:pt x="3158" y="1468"/>
                </a:lnTo>
                <a:lnTo>
                  <a:pt x="3170" y="1455"/>
                </a:lnTo>
                <a:lnTo>
                  <a:pt x="3183" y="1442"/>
                </a:lnTo>
                <a:lnTo>
                  <a:pt x="3195" y="1429"/>
                </a:lnTo>
                <a:lnTo>
                  <a:pt x="3208" y="1415"/>
                </a:lnTo>
                <a:lnTo>
                  <a:pt x="3221" y="1402"/>
                </a:lnTo>
                <a:lnTo>
                  <a:pt x="3233" y="1389"/>
                </a:lnTo>
                <a:lnTo>
                  <a:pt x="3246" y="1375"/>
                </a:lnTo>
                <a:lnTo>
                  <a:pt x="3258" y="1362"/>
                </a:lnTo>
                <a:lnTo>
                  <a:pt x="3271" y="1348"/>
                </a:lnTo>
                <a:lnTo>
                  <a:pt x="3283" y="1335"/>
                </a:lnTo>
                <a:lnTo>
                  <a:pt x="3296" y="1321"/>
                </a:lnTo>
                <a:lnTo>
                  <a:pt x="3308" y="1308"/>
                </a:lnTo>
                <a:lnTo>
                  <a:pt x="3321" y="1295"/>
                </a:lnTo>
                <a:lnTo>
                  <a:pt x="3333" y="1282"/>
                </a:lnTo>
                <a:lnTo>
                  <a:pt x="3346" y="1269"/>
                </a:lnTo>
                <a:lnTo>
                  <a:pt x="3358" y="1257"/>
                </a:lnTo>
                <a:lnTo>
                  <a:pt x="3371" y="1245"/>
                </a:lnTo>
                <a:lnTo>
                  <a:pt x="3383" y="1233"/>
                </a:lnTo>
                <a:lnTo>
                  <a:pt x="3396" y="1221"/>
                </a:lnTo>
                <a:lnTo>
                  <a:pt x="3409" y="1210"/>
                </a:lnTo>
                <a:lnTo>
                  <a:pt x="3421" y="1199"/>
                </a:lnTo>
                <a:lnTo>
                  <a:pt x="3434" y="1189"/>
                </a:lnTo>
                <a:lnTo>
                  <a:pt x="3446" y="1179"/>
                </a:lnTo>
                <a:lnTo>
                  <a:pt x="3459" y="1169"/>
                </a:lnTo>
                <a:lnTo>
                  <a:pt x="3471" y="1160"/>
                </a:lnTo>
                <a:lnTo>
                  <a:pt x="3484" y="1152"/>
                </a:lnTo>
                <a:lnTo>
                  <a:pt x="3496" y="1144"/>
                </a:lnTo>
                <a:lnTo>
                  <a:pt x="3509" y="1136"/>
                </a:lnTo>
                <a:lnTo>
                  <a:pt x="3521" y="1130"/>
                </a:lnTo>
                <a:lnTo>
                  <a:pt x="3534" y="1123"/>
                </a:lnTo>
                <a:lnTo>
                  <a:pt x="3546" y="1118"/>
                </a:lnTo>
                <a:lnTo>
                  <a:pt x="3559" y="1113"/>
                </a:lnTo>
                <a:lnTo>
                  <a:pt x="3571" y="1108"/>
                </a:lnTo>
                <a:lnTo>
                  <a:pt x="3584" y="1104"/>
                </a:lnTo>
                <a:lnTo>
                  <a:pt x="3596" y="1101"/>
                </a:lnTo>
                <a:lnTo>
                  <a:pt x="3609" y="1099"/>
                </a:lnTo>
                <a:lnTo>
                  <a:pt x="3622" y="1097"/>
                </a:lnTo>
                <a:lnTo>
                  <a:pt x="3634" y="1096"/>
                </a:lnTo>
                <a:lnTo>
                  <a:pt x="3647" y="1095"/>
                </a:lnTo>
                <a:lnTo>
                  <a:pt x="3659" y="1095"/>
                </a:lnTo>
                <a:lnTo>
                  <a:pt x="3672" y="1096"/>
                </a:lnTo>
                <a:lnTo>
                  <a:pt x="3684" y="1097"/>
                </a:lnTo>
                <a:lnTo>
                  <a:pt x="3697" y="1098"/>
                </a:lnTo>
                <a:lnTo>
                  <a:pt x="3709" y="1101"/>
                </a:lnTo>
                <a:lnTo>
                  <a:pt x="3722" y="1104"/>
                </a:lnTo>
                <a:lnTo>
                  <a:pt x="3734" y="1107"/>
                </a:lnTo>
                <a:lnTo>
                  <a:pt x="3747" y="1111"/>
                </a:lnTo>
                <a:lnTo>
                  <a:pt x="3759" y="1115"/>
                </a:lnTo>
                <a:lnTo>
                  <a:pt x="3772" y="1120"/>
                </a:lnTo>
                <a:lnTo>
                  <a:pt x="3784" y="1125"/>
                </a:lnTo>
                <a:lnTo>
                  <a:pt x="3797" y="1130"/>
                </a:lnTo>
                <a:lnTo>
                  <a:pt x="3810" y="1136"/>
                </a:lnTo>
                <a:lnTo>
                  <a:pt x="3822" y="1142"/>
                </a:lnTo>
                <a:lnTo>
                  <a:pt x="3835" y="1148"/>
                </a:lnTo>
                <a:lnTo>
                  <a:pt x="3847" y="1155"/>
                </a:lnTo>
                <a:lnTo>
                  <a:pt x="3860" y="1162"/>
                </a:lnTo>
                <a:lnTo>
                  <a:pt x="3872" y="1168"/>
                </a:lnTo>
                <a:lnTo>
                  <a:pt x="3885" y="1175"/>
                </a:lnTo>
                <a:lnTo>
                  <a:pt x="3897" y="1182"/>
                </a:lnTo>
                <a:lnTo>
                  <a:pt x="3910" y="1188"/>
                </a:lnTo>
                <a:lnTo>
                  <a:pt x="3922" y="1195"/>
                </a:lnTo>
                <a:lnTo>
                  <a:pt x="3935" y="1201"/>
                </a:lnTo>
                <a:lnTo>
                  <a:pt x="3947" y="1207"/>
                </a:lnTo>
                <a:lnTo>
                  <a:pt x="3960" y="1213"/>
                </a:lnTo>
                <a:lnTo>
                  <a:pt x="3972" y="1219"/>
                </a:lnTo>
                <a:lnTo>
                  <a:pt x="3985" y="1224"/>
                </a:lnTo>
                <a:lnTo>
                  <a:pt x="3997" y="1228"/>
                </a:lnTo>
                <a:lnTo>
                  <a:pt x="4010" y="1233"/>
                </a:lnTo>
                <a:lnTo>
                  <a:pt x="4023" y="1236"/>
                </a:lnTo>
                <a:lnTo>
                  <a:pt x="4035" y="1239"/>
                </a:lnTo>
                <a:lnTo>
                  <a:pt x="4048" y="1241"/>
                </a:lnTo>
                <a:lnTo>
                  <a:pt x="4060" y="1243"/>
                </a:lnTo>
                <a:lnTo>
                  <a:pt x="4073" y="1243"/>
                </a:lnTo>
                <a:lnTo>
                  <a:pt x="4085" y="1243"/>
                </a:lnTo>
                <a:lnTo>
                  <a:pt x="4098" y="1242"/>
                </a:lnTo>
                <a:lnTo>
                  <a:pt x="4110" y="1240"/>
                </a:lnTo>
                <a:lnTo>
                  <a:pt x="4123" y="1237"/>
                </a:lnTo>
                <a:lnTo>
                  <a:pt x="4135" y="1233"/>
                </a:lnTo>
                <a:lnTo>
                  <a:pt x="4148" y="1228"/>
                </a:lnTo>
                <a:lnTo>
                  <a:pt x="4160" y="1222"/>
                </a:lnTo>
                <a:lnTo>
                  <a:pt x="4173" y="1214"/>
                </a:lnTo>
                <a:lnTo>
                  <a:pt x="4185" y="1206"/>
                </a:lnTo>
                <a:lnTo>
                  <a:pt x="4198" y="1197"/>
                </a:lnTo>
                <a:lnTo>
                  <a:pt x="4211" y="1186"/>
                </a:lnTo>
                <a:lnTo>
                  <a:pt x="4223" y="1174"/>
                </a:lnTo>
                <a:lnTo>
                  <a:pt x="4236" y="1161"/>
                </a:lnTo>
                <a:lnTo>
                  <a:pt x="4248" y="1147"/>
                </a:lnTo>
                <a:lnTo>
                  <a:pt x="4261" y="1132"/>
                </a:lnTo>
                <a:lnTo>
                  <a:pt x="4273" y="1116"/>
                </a:lnTo>
                <a:lnTo>
                  <a:pt x="4286" y="1099"/>
                </a:lnTo>
                <a:lnTo>
                  <a:pt x="4298" y="1080"/>
                </a:lnTo>
                <a:lnTo>
                  <a:pt x="4311" y="1061"/>
                </a:lnTo>
                <a:lnTo>
                  <a:pt x="4323" y="1040"/>
                </a:lnTo>
                <a:lnTo>
                  <a:pt x="4336" y="1019"/>
                </a:lnTo>
                <a:lnTo>
                  <a:pt x="4348" y="997"/>
                </a:lnTo>
                <a:lnTo>
                  <a:pt x="4361" y="974"/>
                </a:lnTo>
                <a:lnTo>
                  <a:pt x="4373" y="951"/>
                </a:lnTo>
                <a:lnTo>
                  <a:pt x="4386" y="927"/>
                </a:lnTo>
                <a:lnTo>
                  <a:pt x="4398" y="903"/>
                </a:lnTo>
                <a:lnTo>
                  <a:pt x="4411" y="878"/>
                </a:lnTo>
                <a:lnTo>
                  <a:pt x="4424" y="852"/>
                </a:lnTo>
                <a:lnTo>
                  <a:pt x="4436" y="827"/>
                </a:lnTo>
                <a:lnTo>
                  <a:pt x="4449" y="802"/>
                </a:lnTo>
                <a:lnTo>
                  <a:pt x="4461" y="777"/>
                </a:lnTo>
                <a:lnTo>
                  <a:pt x="4474" y="752"/>
                </a:lnTo>
                <a:lnTo>
                  <a:pt x="4486" y="727"/>
                </a:lnTo>
                <a:lnTo>
                  <a:pt x="4499" y="703"/>
                </a:lnTo>
                <a:lnTo>
                  <a:pt x="4511" y="679"/>
                </a:lnTo>
                <a:lnTo>
                  <a:pt x="4524" y="657"/>
                </a:lnTo>
                <a:lnTo>
                  <a:pt x="4536" y="635"/>
                </a:lnTo>
                <a:lnTo>
                  <a:pt x="4549" y="614"/>
                </a:lnTo>
                <a:lnTo>
                  <a:pt x="4561" y="595"/>
                </a:lnTo>
                <a:lnTo>
                  <a:pt x="4574" y="576"/>
                </a:lnTo>
                <a:lnTo>
                  <a:pt x="4586" y="560"/>
                </a:lnTo>
                <a:lnTo>
                  <a:pt x="4599" y="545"/>
                </a:lnTo>
                <a:lnTo>
                  <a:pt x="4612" y="532"/>
                </a:lnTo>
                <a:lnTo>
                  <a:pt x="4624" y="520"/>
                </a:lnTo>
                <a:lnTo>
                  <a:pt x="4637" y="511"/>
                </a:lnTo>
                <a:lnTo>
                  <a:pt x="4649" y="503"/>
                </a:lnTo>
                <a:lnTo>
                  <a:pt x="4662" y="497"/>
                </a:lnTo>
                <a:lnTo>
                  <a:pt x="4674" y="494"/>
                </a:lnTo>
                <a:lnTo>
                  <a:pt x="4687" y="493"/>
                </a:lnTo>
                <a:lnTo>
                  <a:pt x="4699" y="493"/>
                </a:lnTo>
                <a:lnTo>
                  <a:pt x="4712" y="496"/>
                </a:lnTo>
                <a:lnTo>
                  <a:pt x="4724" y="500"/>
                </a:lnTo>
                <a:lnTo>
                  <a:pt x="4737" y="507"/>
                </a:lnTo>
                <a:lnTo>
                  <a:pt x="4749" y="514"/>
                </a:lnTo>
                <a:lnTo>
                  <a:pt x="4762" y="524"/>
                </a:lnTo>
                <a:lnTo>
                  <a:pt x="4774" y="534"/>
                </a:lnTo>
                <a:lnTo>
                  <a:pt x="4787" y="544"/>
                </a:lnTo>
                <a:lnTo>
                  <a:pt x="4799" y="555"/>
                </a:lnTo>
                <a:lnTo>
                  <a:pt x="4812" y="566"/>
                </a:lnTo>
                <a:lnTo>
                  <a:pt x="4825" y="575"/>
                </a:lnTo>
                <a:lnTo>
                  <a:pt x="4837" y="583"/>
                </a:lnTo>
                <a:lnTo>
                  <a:pt x="4850" y="589"/>
                </a:lnTo>
                <a:lnTo>
                  <a:pt x="4862" y="591"/>
                </a:lnTo>
                <a:lnTo>
                  <a:pt x="4875" y="589"/>
                </a:lnTo>
                <a:lnTo>
                  <a:pt x="4887" y="581"/>
                </a:lnTo>
                <a:lnTo>
                  <a:pt x="4900" y="567"/>
                </a:lnTo>
                <a:lnTo>
                  <a:pt x="4912" y="544"/>
                </a:lnTo>
                <a:lnTo>
                  <a:pt x="4925" y="512"/>
                </a:lnTo>
                <a:lnTo>
                  <a:pt x="4937" y="468"/>
                </a:lnTo>
                <a:lnTo>
                  <a:pt x="4950" y="410"/>
                </a:lnTo>
                <a:lnTo>
                  <a:pt x="4962" y="337"/>
                </a:lnTo>
                <a:lnTo>
                  <a:pt x="4975" y="246"/>
                </a:lnTo>
                <a:lnTo>
                  <a:pt x="4987" y="135"/>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6510528" y="3071470"/>
            <a:ext cx="4572000" cy="1698041"/>
          </a:xfrm>
          <a:custGeom>
            <a:avLst/>
            <a:gdLst/>
            <a:ahLst/>
            <a:cxnLst/>
            <a:rect l="l" t="t" r="r" b="b"/>
            <a:pathLst>
              <a:path w="5000" h="1857">
                <a:moveTo>
                  <a:pt x="0" y="390"/>
                </a:moveTo>
                <a:lnTo>
                  <a:pt x="13" y="393"/>
                </a:lnTo>
                <a:lnTo>
                  <a:pt x="25" y="401"/>
                </a:lnTo>
                <a:lnTo>
                  <a:pt x="38" y="412"/>
                </a:lnTo>
                <a:lnTo>
                  <a:pt x="50" y="427"/>
                </a:lnTo>
                <a:lnTo>
                  <a:pt x="63" y="446"/>
                </a:lnTo>
                <a:lnTo>
                  <a:pt x="75" y="467"/>
                </a:lnTo>
                <a:lnTo>
                  <a:pt x="88" y="492"/>
                </a:lnTo>
                <a:lnTo>
                  <a:pt x="100" y="519"/>
                </a:lnTo>
                <a:lnTo>
                  <a:pt x="113" y="548"/>
                </a:lnTo>
                <a:lnTo>
                  <a:pt x="125" y="579"/>
                </a:lnTo>
                <a:lnTo>
                  <a:pt x="138" y="612"/>
                </a:lnTo>
                <a:lnTo>
                  <a:pt x="150" y="647"/>
                </a:lnTo>
                <a:lnTo>
                  <a:pt x="163" y="683"/>
                </a:lnTo>
                <a:lnTo>
                  <a:pt x="175" y="720"/>
                </a:lnTo>
                <a:lnTo>
                  <a:pt x="188" y="758"/>
                </a:lnTo>
                <a:lnTo>
                  <a:pt x="201" y="797"/>
                </a:lnTo>
                <a:lnTo>
                  <a:pt x="213" y="836"/>
                </a:lnTo>
                <a:lnTo>
                  <a:pt x="226" y="875"/>
                </a:lnTo>
                <a:lnTo>
                  <a:pt x="238" y="915"/>
                </a:lnTo>
                <a:lnTo>
                  <a:pt x="251" y="954"/>
                </a:lnTo>
                <a:lnTo>
                  <a:pt x="263" y="993"/>
                </a:lnTo>
                <a:lnTo>
                  <a:pt x="276" y="1032"/>
                </a:lnTo>
                <a:lnTo>
                  <a:pt x="288" y="1071"/>
                </a:lnTo>
                <a:lnTo>
                  <a:pt x="301" y="1108"/>
                </a:lnTo>
                <a:lnTo>
                  <a:pt x="313" y="1145"/>
                </a:lnTo>
                <a:lnTo>
                  <a:pt x="326" y="1181"/>
                </a:lnTo>
                <a:lnTo>
                  <a:pt x="338" y="1216"/>
                </a:lnTo>
                <a:lnTo>
                  <a:pt x="351" y="1250"/>
                </a:lnTo>
                <a:lnTo>
                  <a:pt x="363" y="1283"/>
                </a:lnTo>
                <a:lnTo>
                  <a:pt x="376" y="1315"/>
                </a:lnTo>
                <a:lnTo>
                  <a:pt x="388" y="1345"/>
                </a:lnTo>
                <a:lnTo>
                  <a:pt x="401" y="1375"/>
                </a:lnTo>
                <a:lnTo>
                  <a:pt x="414" y="1402"/>
                </a:lnTo>
                <a:lnTo>
                  <a:pt x="426" y="1429"/>
                </a:lnTo>
                <a:lnTo>
                  <a:pt x="439" y="1454"/>
                </a:lnTo>
                <a:lnTo>
                  <a:pt x="451" y="1477"/>
                </a:lnTo>
                <a:lnTo>
                  <a:pt x="464" y="1499"/>
                </a:lnTo>
                <a:lnTo>
                  <a:pt x="476" y="1520"/>
                </a:lnTo>
                <a:lnTo>
                  <a:pt x="489" y="1539"/>
                </a:lnTo>
                <a:lnTo>
                  <a:pt x="501" y="1557"/>
                </a:lnTo>
                <a:lnTo>
                  <a:pt x="514" y="1573"/>
                </a:lnTo>
                <a:lnTo>
                  <a:pt x="526" y="1588"/>
                </a:lnTo>
                <a:lnTo>
                  <a:pt x="539" y="1602"/>
                </a:lnTo>
                <a:lnTo>
                  <a:pt x="551" y="1614"/>
                </a:lnTo>
                <a:lnTo>
                  <a:pt x="564" y="1625"/>
                </a:lnTo>
                <a:lnTo>
                  <a:pt x="576" y="1635"/>
                </a:lnTo>
                <a:lnTo>
                  <a:pt x="589" y="1643"/>
                </a:lnTo>
                <a:lnTo>
                  <a:pt x="602" y="1650"/>
                </a:lnTo>
                <a:lnTo>
                  <a:pt x="614" y="1656"/>
                </a:lnTo>
                <a:lnTo>
                  <a:pt x="627" y="1661"/>
                </a:lnTo>
                <a:lnTo>
                  <a:pt x="639" y="1665"/>
                </a:lnTo>
                <a:lnTo>
                  <a:pt x="652" y="1668"/>
                </a:lnTo>
                <a:lnTo>
                  <a:pt x="664" y="1670"/>
                </a:lnTo>
                <a:lnTo>
                  <a:pt x="677" y="1671"/>
                </a:lnTo>
                <a:lnTo>
                  <a:pt x="689" y="1671"/>
                </a:lnTo>
                <a:lnTo>
                  <a:pt x="702" y="1671"/>
                </a:lnTo>
                <a:lnTo>
                  <a:pt x="714" y="1669"/>
                </a:lnTo>
                <a:lnTo>
                  <a:pt x="727" y="1667"/>
                </a:lnTo>
                <a:lnTo>
                  <a:pt x="739" y="1665"/>
                </a:lnTo>
                <a:lnTo>
                  <a:pt x="752" y="1662"/>
                </a:lnTo>
                <a:lnTo>
                  <a:pt x="764" y="1658"/>
                </a:lnTo>
                <a:lnTo>
                  <a:pt x="777" y="1654"/>
                </a:lnTo>
                <a:lnTo>
                  <a:pt x="789" y="1650"/>
                </a:lnTo>
                <a:lnTo>
                  <a:pt x="802" y="1645"/>
                </a:lnTo>
                <a:lnTo>
                  <a:pt x="815" y="1640"/>
                </a:lnTo>
                <a:lnTo>
                  <a:pt x="827" y="1635"/>
                </a:lnTo>
                <a:lnTo>
                  <a:pt x="840" y="1630"/>
                </a:lnTo>
                <a:lnTo>
                  <a:pt x="852" y="1624"/>
                </a:lnTo>
                <a:lnTo>
                  <a:pt x="865" y="1619"/>
                </a:lnTo>
                <a:lnTo>
                  <a:pt x="877" y="1613"/>
                </a:lnTo>
                <a:lnTo>
                  <a:pt x="890" y="1608"/>
                </a:lnTo>
                <a:lnTo>
                  <a:pt x="902" y="1602"/>
                </a:lnTo>
                <a:lnTo>
                  <a:pt x="915" y="1597"/>
                </a:lnTo>
                <a:lnTo>
                  <a:pt x="927" y="1591"/>
                </a:lnTo>
                <a:lnTo>
                  <a:pt x="940" y="1586"/>
                </a:lnTo>
                <a:lnTo>
                  <a:pt x="952" y="1581"/>
                </a:lnTo>
                <a:lnTo>
                  <a:pt x="965" y="1577"/>
                </a:lnTo>
                <a:lnTo>
                  <a:pt x="977" y="1572"/>
                </a:lnTo>
                <a:lnTo>
                  <a:pt x="990" y="1568"/>
                </a:lnTo>
                <a:lnTo>
                  <a:pt x="1003" y="1564"/>
                </a:lnTo>
                <a:lnTo>
                  <a:pt x="1015" y="1561"/>
                </a:lnTo>
                <a:lnTo>
                  <a:pt x="1028" y="1558"/>
                </a:lnTo>
                <a:lnTo>
                  <a:pt x="1040" y="1555"/>
                </a:lnTo>
                <a:lnTo>
                  <a:pt x="1053" y="1553"/>
                </a:lnTo>
                <a:lnTo>
                  <a:pt x="1065" y="1551"/>
                </a:lnTo>
                <a:lnTo>
                  <a:pt x="1078" y="1549"/>
                </a:lnTo>
                <a:lnTo>
                  <a:pt x="1090" y="1548"/>
                </a:lnTo>
                <a:lnTo>
                  <a:pt x="1103" y="1547"/>
                </a:lnTo>
                <a:lnTo>
                  <a:pt x="1115" y="1547"/>
                </a:lnTo>
                <a:lnTo>
                  <a:pt x="1128" y="1547"/>
                </a:lnTo>
                <a:lnTo>
                  <a:pt x="1140" y="1548"/>
                </a:lnTo>
                <a:lnTo>
                  <a:pt x="1153" y="1549"/>
                </a:lnTo>
                <a:lnTo>
                  <a:pt x="1165" y="1550"/>
                </a:lnTo>
                <a:lnTo>
                  <a:pt x="1178" y="1552"/>
                </a:lnTo>
                <a:lnTo>
                  <a:pt x="1190" y="1554"/>
                </a:lnTo>
                <a:lnTo>
                  <a:pt x="1203" y="1557"/>
                </a:lnTo>
                <a:lnTo>
                  <a:pt x="1216" y="1560"/>
                </a:lnTo>
                <a:lnTo>
                  <a:pt x="1228" y="1563"/>
                </a:lnTo>
                <a:lnTo>
                  <a:pt x="1241" y="1567"/>
                </a:lnTo>
                <a:lnTo>
                  <a:pt x="1253" y="1571"/>
                </a:lnTo>
                <a:lnTo>
                  <a:pt x="1266" y="1576"/>
                </a:lnTo>
                <a:lnTo>
                  <a:pt x="1278" y="1581"/>
                </a:lnTo>
                <a:lnTo>
                  <a:pt x="1291" y="1586"/>
                </a:lnTo>
                <a:lnTo>
                  <a:pt x="1303" y="1591"/>
                </a:lnTo>
                <a:lnTo>
                  <a:pt x="1316" y="1597"/>
                </a:lnTo>
                <a:lnTo>
                  <a:pt x="1328" y="1603"/>
                </a:lnTo>
                <a:lnTo>
                  <a:pt x="1341" y="1609"/>
                </a:lnTo>
                <a:lnTo>
                  <a:pt x="1353" y="1616"/>
                </a:lnTo>
                <a:lnTo>
                  <a:pt x="1366" y="1622"/>
                </a:lnTo>
                <a:lnTo>
                  <a:pt x="1378" y="1629"/>
                </a:lnTo>
                <a:lnTo>
                  <a:pt x="1391" y="1636"/>
                </a:lnTo>
                <a:lnTo>
                  <a:pt x="1404" y="1643"/>
                </a:lnTo>
                <a:lnTo>
                  <a:pt x="1416" y="1650"/>
                </a:lnTo>
                <a:lnTo>
                  <a:pt x="1429" y="1658"/>
                </a:lnTo>
                <a:lnTo>
                  <a:pt x="1441" y="1665"/>
                </a:lnTo>
                <a:lnTo>
                  <a:pt x="1454" y="1673"/>
                </a:lnTo>
                <a:lnTo>
                  <a:pt x="1466" y="1680"/>
                </a:lnTo>
                <a:lnTo>
                  <a:pt x="1479" y="1688"/>
                </a:lnTo>
                <a:lnTo>
                  <a:pt x="1491" y="1695"/>
                </a:lnTo>
                <a:lnTo>
                  <a:pt x="1504" y="1703"/>
                </a:lnTo>
                <a:lnTo>
                  <a:pt x="1516" y="1710"/>
                </a:lnTo>
                <a:lnTo>
                  <a:pt x="1529" y="1718"/>
                </a:lnTo>
                <a:lnTo>
                  <a:pt x="1541" y="1725"/>
                </a:lnTo>
                <a:lnTo>
                  <a:pt x="1554" y="1733"/>
                </a:lnTo>
                <a:lnTo>
                  <a:pt x="1566" y="1740"/>
                </a:lnTo>
                <a:lnTo>
                  <a:pt x="1579" y="1747"/>
                </a:lnTo>
                <a:lnTo>
                  <a:pt x="1591" y="1754"/>
                </a:lnTo>
                <a:lnTo>
                  <a:pt x="1604" y="1761"/>
                </a:lnTo>
                <a:lnTo>
                  <a:pt x="1617" y="1767"/>
                </a:lnTo>
                <a:lnTo>
                  <a:pt x="1629" y="1774"/>
                </a:lnTo>
                <a:lnTo>
                  <a:pt x="1642" y="1780"/>
                </a:lnTo>
                <a:lnTo>
                  <a:pt x="1654" y="1786"/>
                </a:lnTo>
                <a:lnTo>
                  <a:pt x="1667" y="1792"/>
                </a:lnTo>
                <a:lnTo>
                  <a:pt x="1679" y="1798"/>
                </a:lnTo>
                <a:lnTo>
                  <a:pt x="1692" y="1803"/>
                </a:lnTo>
                <a:lnTo>
                  <a:pt x="1704" y="1808"/>
                </a:lnTo>
                <a:lnTo>
                  <a:pt x="1717" y="1813"/>
                </a:lnTo>
                <a:lnTo>
                  <a:pt x="1729" y="1818"/>
                </a:lnTo>
                <a:lnTo>
                  <a:pt x="1742" y="1822"/>
                </a:lnTo>
                <a:lnTo>
                  <a:pt x="1754" y="1826"/>
                </a:lnTo>
                <a:lnTo>
                  <a:pt x="1767" y="1830"/>
                </a:lnTo>
                <a:lnTo>
                  <a:pt x="1779" y="1834"/>
                </a:lnTo>
                <a:lnTo>
                  <a:pt x="1792" y="1837"/>
                </a:lnTo>
                <a:lnTo>
                  <a:pt x="1805" y="1840"/>
                </a:lnTo>
                <a:lnTo>
                  <a:pt x="1817" y="1843"/>
                </a:lnTo>
                <a:lnTo>
                  <a:pt x="1830" y="1846"/>
                </a:lnTo>
                <a:lnTo>
                  <a:pt x="1842" y="1848"/>
                </a:lnTo>
                <a:lnTo>
                  <a:pt x="1855" y="1850"/>
                </a:lnTo>
                <a:lnTo>
                  <a:pt x="1867" y="1852"/>
                </a:lnTo>
                <a:lnTo>
                  <a:pt x="1880" y="1853"/>
                </a:lnTo>
                <a:lnTo>
                  <a:pt x="1892" y="1855"/>
                </a:lnTo>
                <a:lnTo>
                  <a:pt x="1905" y="1856"/>
                </a:lnTo>
                <a:lnTo>
                  <a:pt x="1917" y="1856"/>
                </a:lnTo>
                <a:lnTo>
                  <a:pt x="1930" y="1857"/>
                </a:lnTo>
                <a:lnTo>
                  <a:pt x="1942" y="1857"/>
                </a:lnTo>
                <a:lnTo>
                  <a:pt x="1955" y="1857"/>
                </a:lnTo>
                <a:lnTo>
                  <a:pt x="1967" y="1857"/>
                </a:lnTo>
                <a:lnTo>
                  <a:pt x="1980" y="1857"/>
                </a:lnTo>
                <a:lnTo>
                  <a:pt x="1992" y="1856"/>
                </a:lnTo>
                <a:lnTo>
                  <a:pt x="2005" y="1855"/>
                </a:lnTo>
                <a:lnTo>
                  <a:pt x="2018" y="1854"/>
                </a:lnTo>
                <a:lnTo>
                  <a:pt x="2030" y="1853"/>
                </a:lnTo>
                <a:lnTo>
                  <a:pt x="2043" y="1852"/>
                </a:lnTo>
                <a:lnTo>
                  <a:pt x="2055" y="1850"/>
                </a:lnTo>
                <a:lnTo>
                  <a:pt x="2068" y="1848"/>
                </a:lnTo>
                <a:lnTo>
                  <a:pt x="2080" y="1847"/>
                </a:lnTo>
                <a:lnTo>
                  <a:pt x="2093" y="1845"/>
                </a:lnTo>
                <a:lnTo>
                  <a:pt x="2105" y="1842"/>
                </a:lnTo>
                <a:lnTo>
                  <a:pt x="2118" y="1840"/>
                </a:lnTo>
                <a:lnTo>
                  <a:pt x="2130" y="1838"/>
                </a:lnTo>
                <a:lnTo>
                  <a:pt x="2143" y="1835"/>
                </a:lnTo>
                <a:lnTo>
                  <a:pt x="2155" y="1833"/>
                </a:lnTo>
                <a:lnTo>
                  <a:pt x="2168" y="1830"/>
                </a:lnTo>
                <a:lnTo>
                  <a:pt x="2180" y="1827"/>
                </a:lnTo>
                <a:lnTo>
                  <a:pt x="2193" y="1825"/>
                </a:lnTo>
                <a:lnTo>
                  <a:pt x="2206" y="1822"/>
                </a:lnTo>
                <a:lnTo>
                  <a:pt x="2218" y="1819"/>
                </a:lnTo>
                <a:lnTo>
                  <a:pt x="2231" y="1816"/>
                </a:lnTo>
                <a:lnTo>
                  <a:pt x="2243" y="1813"/>
                </a:lnTo>
                <a:lnTo>
                  <a:pt x="2256" y="1810"/>
                </a:lnTo>
                <a:lnTo>
                  <a:pt x="2268" y="1807"/>
                </a:lnTo>
                <a:lnTo>
                  <a:pt x="2281" y="1803"/>
                </a:lnTo>
                <a:lnTo>
                  <a:pt x="2293" y="1800"/>
                </a:lnTo>
                <a:lnTo>
                  <a:pt x="2306" y="1797"/>
                </a:lnTo>
                <a:lnTo>
                  <a:pt x="2318" y="1794"/>
                </a:lnTo>
                <a:lnTo>
                  <a:pt x="2331" y="1791"/>
                </a:lnTo>
                <a:lnTo>
                  <a:pt x="2343" y="1787"/>
                </a:lnTo>
                <a:lnTo>
                  <a:pt x="2356" y="1784"/>
                </a:lnTo>
                <a:lnTo>
                  <a:pt x="2368" y="1781"/>
                </a:lnTo>
                <a:lnTo>
                  <a:pt x="2381" y="1778"/>
                </a:lnTo>
                <a:lnTo>
                  <a:pt x="2393" y="1774"/>
                </a:lnTo>
                <a:lnTo>
                  <a:pt x="2406" y="1771"/>
                </a:lnTo>
                <a:lnTo>
                  <a:pt x="2419" y="1768"/>
                </a:lnTo>
                <a:lnTo>
                  <a:pt x="2431" y="1764"/>
                </a:lnTo>
                <a:lnTo>
                  <a:pt x="2444" y="1761"/>
                </a:lnTo>
                <a:lnTo>
                  <a:pt x="2456" y="1758"/>
                </a:lnTo>
                <a:lnTo>
                  <a:pt x="2469" y="1754"/>
                </a:lnTo>
                <a:lnTo>
                  <a:pt x="2481" y="1751"/>
                </a:lnTo>
                <a:lnTo>
                  <a:pt x="2494" y="1748"/>
                </a:lnTo>
                <a:lnTo>
                  <a:pt x="2506" y="1744"/>
                </a:lnTo>
                <a:lnTo>
                  <a:pt x="2519" y="1741"/>
                </a:lnTo>
                <a:lnTo>
                  <a:pt x="2531" y="1737"/>
                </a:lnTo>
                <a:lnTo>
                  <a:pt x="2544" y="1734"/>
                </a:lnTo>
                <a:lnTo>
                  <a:pt x="2556" y="1730"/>
                </a:lnTo>
                <a:lnTo>
                  <a:pt x="2569" y="1727"/>
                </a:lnTo>
                <a:lnTo>
                  <a:pt x="2581" y="1723"/>
                </a:lnTo>
                <a:lnTo>
                  <a:pt x="2594" y="1719"/>
                </a:lnTo>
                <a:lnTo>
                  <a:pt x="2607" y="1716"/>
                </a:lnTo>
                <a:lnTo>
                  <a:pt x="2619" y="1712"/>
                </a:lnTo>
                <a:lnTo>
                  <a:pt x="2632" y="1708"/>
                </a:lnTo>
                <a:lnTo>
                  <a:pt x="2644" y="1704"/>
                </a:lnTo>
                <a:lnTo>
                  <a:pt x="2657" y="1700"/>
                </a:lnTo>
                <a:lnTo>
                  <a:pt x="2669" y="1695"/>
                </a:lnTo>
                <a:lnTo>
                  <a:pt x="2682" y="1691"/>
                </a:lnTo>
                <a:lnTo>
                  <a:pt x="2694" y="1687"/>
                </a:lnTo>
                <a:lnTo>
                  <a:pt x="2707" y="1682"/>
                </a:lnTo>
                <a:lnTo>
                  <a:pt x="2719" y="1677"/>
                </a:lnTo>
                <a:lnTo>
                  <a:pt x="2732" y="1672"/>
                </a:lnTo>
                <a:lnTo>
                  <a:pt x="2744" y="1667"/>
                </a:lnTo>
                <a:lnTo>
                  <a:pt x="2757" y="1662"/>
                </a:lnTo>
                <a:lnTo>
                  <a:pt x="2769" y="1657"/>
                </a:lnTo>
                <a:lnTo>
                  <a:pt x="2782" y="1651"/>
                </a:lnTo>
                <a:lnTo>
                  <a:pt x="2794" y="1645"/>
                </a:lnTo>
                <a:lnTo>
                  <a:pt x="2807" y="1640"/>
                </a:lnTo>
                <a:lnTo>
                  <a:pt x="2820" y="1633"/>
                </a:lnTo>
                <a:lnTo>
                  <a:pt x="2832" y="1627"/>
                </a:lnTo>
                <a:lnTo>
                  <a:pt x="2845" y="1621"/>
                </a:lnTo>
                <a:lnTo>
                  <a:pt x="2857" y="1614"/>
                </a:lnTo>
                <a:lnTo>
                  <a:pt x="2870" y="1607"/>
                </a:lnTo>
                <a:lnTo>
                  <a:pt x="2882" y="1600"/>
                </a:lnTo>
                <a:lnTo>
                  <a:pt x="2895" y="1592"/>
                </a:lnTo>
                <a:lnTo>
                  <a:pt x="2907" y="1585"/>
                </a:lnTo>
                <a:lnTo>
                  <a:pt x="2920" y="1577"/>
                </a:lnTo>
                <a:lnTo>
                  <a:pt x="2932" y="1569"/>
                </a:lnTo>
                <a:lnTo>
                  <a:pt x="2945" y="1561"/>
                </a:lnTo>
                <a:lnTo>
                  <a:pt x="2957" y="1552"/>
                </a:lnTo>
                <a:lnTo>
                  <a:pt x="2970" y="1544"/>
                </a:lnTo>
                <a:lnTo>
                  <a:pt x="2982" y="1535"/>
                </a:lnTo>
                <a:lnTo>
                  <a:pt x="2995" y="1526"/>
                </a:lnTo>
                <a:lnTo>
                  <a:pt x="3008" y="1516"/>
                </a:lnTo>
                <a:lnTo>
                  <a:pt x="3020" y="1507"/>
                </a:lnTo>
                <a:lnTo>
                  <a:pt x="3033" y="1497"/>
                </a:lnTo>
                <a:lnTo>
                  <a:pt x="3045" y="1487"/>
                </a:lnTo>
                <a:lnTo>
                  <a:pt x="3058" y="1477"/>
                </a:lnTo>
                <a:lnTo>
                  <a:pt x="3070" y="1466"/>
                </a:lnTo>
                <a:lnTo>
                  <a:pt x="3083" y="1456"/>
                </a:lnTo>
                <a:lnTo>
                  <a:pt x="3095" y="1445"/>
                </a:lnTo>
                <a:lnTo>
                  <a:pt x="3108" y="1434"/>
                </a:lnTo>
                <a:lnTo>
                  <a:pt x="3120" y="1423"/>
                </a:lnTo>
                <a:lnTo>
                  <a:pt x="3133" y="1412"/>
                </a:lnTo>
                <a:lnTo>
                  <a:pt x="3145" y="1401"/>
                </a:lnTo>
                <a:lnTo>
                  <a:pt x="3158" y="1389"/>
                </a:lnTo>
                <a:lnTo>
                  <a:pt x="3170" y="1378"/>
                </a:lnTo>
                <a:lnTo>
                  <a:pt x="3183" y="1366"/>
                </a:lnTo>
                <a:lnTo>
                  <a:pt x="3195" y="1354"/>
                </a:lnTo>
                <a:lnTo>
                  <a:pt x="3208" y="1342"/>
                </a:lnTo>
                <a:lnTo>
                  <a:pt x="3221" y="1330"/>
                </a:lnTo>
                <a:lnTo>
                  <a:pt x="3233" y="1318"/>
                </a:lnTo>
                <a:lnTo>
                  <a:pt x="3246" y="1306"/>
                </a:lnTo>
                <a:lnTo>
                  <a:pt x="3258" y="1295"/>
                </a:lnTo>
                <a:lnTo>
                  <a:pt x="3271" y="1283"/>
                </a:lnTo>
                <a:lnTo>
                  <a:pt x="3283" y="1271"/>
                </a:lnTo>
                <a:lnTo>
                  <a:pt x="3296" y="1259"/>
                </a:lnTo>
                <a:lnTo>
                  <a:pt x="3308" y="1247"/>
                </a:lnTo>
                <a:lnTo>
                  <a:pt x="3321" y="1235"/>
                </a:lnTo>
                <a:lnTo>
                  <a:pt x="3333" y="1224"/>
                </a:lnTo>
                <a:lnTo>
                  <a:pt x="3346" y="1212"/>
                </a:lnTo>
                <a:lnTo>
                  <a:pt x="3358" y="1201"/>
                </a:lnTo>
                <a:lnTo>
                  <a:pt x="3371" y="1190"/>
                </a:lnTo>
                <a:lnTo>
                  <a:pt x="3383" y="1178"/>
                </a:lnTo>
                <a:lnTo>
                  <a:pt x="3396" y="1168"/>
                </a:lnTo>
                <a:lnTo>
                  <a:pt x="3409" y="1157"/>
                </a:lnTo>
                <a:lnTo>
                  <a:pt x="3421" y="1147"/>
                </a:lnTo>
                <a:lnTo>
                  <a:pt x="3434" y="1136"/>
                </a:lnTo>
                <a:lnTo>
                  <a:pt x="3446" y="1126"/>
                </a:lnTo>
                <a:lnTo>
                  <a:pt x="3459" y="1117"/>
                </a:lnTo>
                <a:lnTo>
                  <a:pt x="3471" y="1108"/>
                </a:lnTo>
                <a:lnTo>
                  <a:pt x="3484" y="1099"/>
                </a:lnTo>
                <a:lnTo>
                  <a:pt x="3496" y="1090"/>
                </a:lnTo>
                <a:lnTo>
                  <a:pt x="3509" y="1081"/>
                </a:lnTo>
                <a:lnTo>
                  <a:pt x="3521" y="1073"/>
                </a:lnTo>
                <a:lnTo>
                  <a:pt x="3534" y="1066"/>
                </a:lnTo>
                <a:lnTo>
                  <a:pt x="3546" y="1059"/>
                </a:lnTo>
                <a:lnTo>
                  <a:pt x="3559" y="1052"/>
                </a:lnTo>
                <a:lnTo>
                  <a:pt x="3571" y="1045"/>
                </a:lnTo>
                <a:lnTo>
                  <a:pt x="3584" y="1039"/>
                </a:lnTo>
                <a:lnTo>
                  <a:pt x="3596" y="1033"/>
                </a:lnTo>
                <a:lnTo>
                  <a:pt x="3609" y="1028"/>
                </a:lnTo>
                <a:lnTo>
                  <a:pt x="3622" y="1023"/>
                </a:lnTo>
                <a:lnTo>
                  <a:pt x="3634" y="1019"/>
                </a:lnTo>
                <a:lnTo>
                  <a:pt x="3647" y="1015"/>
                </a:lnTo>
                <a:lnTo>
                  <a:pt x="3659" y="1011"/>
                </a:lnTo>
                <a:lnTo>
                  <a:pt x="3672" y="1008"/>
                </a:lnTo>
                <a:lnTo>
                  <a:pt x="3684" y="1006"/>
                </a:lnTo>
                <a:lnTo>
                  <a:pt x="3697" y="1003"/>
                </a:lnTo>
                <a:lnTo>
                  <a:pt x="3709" y="1001"/>
                </a:lnTo>
                <a:lnTo>
                  <a:pt x="3722" y="1000"/>
                </a:lnTo>
                <a:lnTo>
                  <a:pt x="3734" y="999"/>
                </a:lnTo>
                <a:lnTo>
                  <a:pt x="3747" y="998"/>
                </a:lnTo>
                <a:lnTo>
                  <a:pt x="3759" y="998"/>
                </a:lnTo>
                <a:lnTo>
                  <a:pt x="3772" y="998"/>
                </a:lnTo>
                <a:lnTo>
                  <a:pt x="3784" y="998"/>
                </a:lnTo>
                <a:lnTo>
                  <a:pt x="3797" y="999"/>
                </a:lnTo>
                <a:lnTo>
                  <a:pt x="3810" y="1000"/>
                </a:lnTo>
                <a:lnTo>
                  <a:pt x="3822" y="1001"/>
                </a:lnTo>
                <a:lnTo>
                  <a:pt x="3835" y="1002"/>
                </a:lnTo>
                <a:lnTo>
                  <a:pt x="3847" y="1004"/>
                </a:lnTo>
                <a:lnTo>
                  <a:pt x="3860" y="1006"/>
                </a:lnTo>
                <a:lnTo>
                  <a:pt x="3872" y="1008"/>
                </a:lnTo>
                <a:lnTo>
                  <a:pt x="3885" y="1011"/>
                </a:lnTo>
                <a:lnTo>
                  <a:pt x="3897" y="1013"/>
                </a:lnTo>
                <a:lnTo>
                  <a:pt x="3910" y="1016"/>
                </a:lnTo>
                <a:lnTo>
                  <a:pt x="3922" y="1018"/>
                </a:lnTo>
                <a:lnTo>
                  <a:pt x="3935" y="1021"/>
                </a:lnTo>
                <a:lnTo>
                  <a:pt x="3947" y="1023"/>
                </a:lnTo>
                <a:lnTo>
                  <a:pt x="3960" y="1026"/>
                </a:lnTo>
                <a:lnTo>
                  <a:pt x="3972" y="1029"/>
                </a:lnTo>
                <a:lnTo>
                  <a:pt x="3985" y="1031"/>
                </a:lnTo>
                <a:lnTo>
                  <a:pt x="3997" y="1033"/>
                </a:lnTo>
                <a:lnTo>
                  <a:pt x="4010" y="1036"/>
                </a:lnTo>
                <a:lnTo>
                  <a:pt x="4023" y="1038"/>
                </a:lnTo>
                <a:lnTo>
                  <a:pt x="4035" y="1039"/>
                </a:lnTo>
                <a:lnTo>
                  <a:pt x="4048" y="1041"/>
                </a:lnTo>
                <a:lnTo>
                  <a:pt x="4060" y="1042"/>
                </a:lnTo>
                <a:lnTo>
                  <a:pt x="4073" y="1043"/>
                </a:lnTo>
                <a:lnTo>
                  <a:pt x="4085" y="1043"/>
                </a:lnTo>
                <a:lnTo>
                  <a:pt x="4098" y="1043"/>
                </a:lnTo>
                <a:lnTo>
                  <a:pt x="4110" y="1043"/>
                </a:lnTo>
                <a:lnTo>
                  <a:pt x="4123" y="1042"/>
                </a:lnTo>
                <a:lnTo>
                  <a:pt x="4135" y="1041"/>
                </a:lnTo>
                <a:lnTo>
                  <a:pt x="4148" y="1039"/>
                </a:lnTo>
                <a:lnTo>
                  <a:pt x="4160" y="1037"/>
                </a:lnTo>
                <a:lnTo>
                  <a:pt x="4173" y="1034"/>
                </a:lnTo>
                <a:lnTo>
                  <a:pt x="4185" y="1031"/>
                </a:lnTo>
                <a:lnTo>
                  <a:pt x="4198" y="1027"/>
                </a:lnTo>
                <a:lnTo>
                  <a:pt x="4211" y="1023"/>
                </a:lnTo>
                <a:lnTo>
                  <a:pt x="4223" y="1017"/>
                </a:lnTo>
                <a:lnTo>
                  <a:pt x="4236" y="1012"/>
                </a:lnTo>
                <a:lnTo>
                  <a:pt x="4248" y="1006"/>
                </a:lnTo>
                <a:lnTo>
                  <a:pt x="4261" y="999"/>
                </a:lnTo>
                <a:lnTo>
                  <a:pt x="4273" y="991"/>
                </a:lnTo>
                <a:lnTo>
                  <a:pt x="4286" y="983"/>
                </a:lnTo>
                <a:lnTo>
                  <a:pt x="4298" y="975"/>
                </a:lnTo>
                <a:lnTo>
                  <a:pt x="4311" y="966"/>
                </a:lnTo>
                <a:lnTo>
                  <a:pt x="4323" y="956"/>
                </a:lnTo>
                <a:lnTo>
                  <a:pt x="4336" y="946"/>
                </a:lnTo>
                <a:lnTo>
                  <a:pt x="4348" y="936"/>
                </a:lnTo>
                <a:lnTo>
                  <a:pt x="4361" y="925"/>
                </a:lnTo>
                <a:lnTo>
                  <a:pt x="4373" y="913"/>
                </a:lnTo>
                <a:lnTo>
                  <a:pt x="4386" y="902"/>
                </a:lnTo>
                <a:lnTo>
                  <a:pt x="4398" y="890"/>
                </a:lnTo>
                <a:lnTo>
                  <a:pt x="4411" y="878"/>
                </a:lnTo>
                <a:lnTo>
                  <a:pt x="4424" y="866"/>
                </a:lnTo>
                <a:lnTo>
                  <a:pt x="4436" y="853"/>
                </a:lnTo>
                <a:lnTo>
                  <a:pt x="4449" y="841"/>
                </a:lnTo>
                <a:lnTo>
                  <a:pt x="4461" y="828"/>
                </a:lnTo>
                <a:lnTo>
                  <a:pt x="4474" y="816"/>
                </a:lnTo>
                <a:lnTo>
                  <a:pt x="4486" y="804"/>
                </a:lnTo>
                <a:lnTo>
                  <a:pt x="4499" y="792"/>
                </a:lnTo>
                <a:lnTo>
                  <a:pt x="4511" y="781"/>
                </a:lnTo>
                <a:lnTo>
                  <a:pt x="4524" y="770"/>
                </a:lnTo>
                <a:lnTo>
                  <a:pt x="4536" y="759"/>
                </a:lnTo>
                <a:lnTo>
                  <a:pt x="4549" y="749"/>
                </a:lnTo>
                <a:lnTo>
                  <a:pt x="4561" y="740"/>
                </a:lnTo>
                <a:lnTo>
                  <a:pt x="4574" y="731"/>
                </a:lnTo>
                <a:lnTo>
                  <a:pt x="4586" y="723"/>
                </a:lnTo>
                <a:lnTo>
                  <a:pt x="4599" y="716"/>
                </a:lnTo>
                <a:lnTo>
                  <a:pt x="4612" y="710"/>
                </a:lnTo>
                <a:lnTo>
                  <a:pt x="4624" y="704"/>
                </a:lnTo>
                <a:lnTo>
                  <a:pt x="4637" y="700"/>
                </a:lnTo>
                <a:lnTo>
                  <a:pt x="4649" y="696"/>
                </a:lnTo>
                <a:lnTo>
                  <a:pt x="4662" y="693"/>
                </a:lnTo>
                <a:lnTo>
                  <a:pt x="4674" y="692"/>
                </a:lnTo>
                <a:lnTo>
                  <a:pt x="4687" y="691"/>
                </a:lnTo>
                <a:lnTo>
                  <a:pt x="4699" y="691"/>
                </a:lnTo>
                <a:lnTo>
                  <a:pt x="4712" y="691"/>
                </a:lnTo>
                <a:lnTo>
                  <a:pt x="4724" y="693"/>
                </a:lnTo>
                <a:lnTo>
                  <a:pt x="4737" y="694"/>
                </a:lnTo>
                <a:lnTo>
                  <a:pt x="4749" y="696"/>
                </a:lnTo>
                <a:lnTo>
                  <a:pt x="4762" y="698"/>
                </a:lnTo>
                <a:lnTo>
                  <a:pt x="4774" y="700"/>
                </a:lnTo>
                <a:lnTo>
                  <a:pt x="4787" y="701"/>
                </a:lnTo>
                <a:lnTo>
                  <a:pt x="4799" y="702"/>
                </a:lnTo>
                <a:lnTo>
                  <a:pt x="4812" y="701"/>
                </a:lnTo>
                <a:lnTo>
                  <a:pt x="4825" y="698"/>
                </a:lnTo>
                <a:lnTo>
                  <a:pt x="4837" y="693"/>
                </a:lnTo>
                <a:lnTo>
                  <a:pt x="4850" y="685"/>
                </a:lnTo>
                <a:lnTo>
                  <a:pt x="4862" y="673"/>
                </a:lnTo>
                <a:lnTo>
                  <a:pt x="4875" y="657"/>
                </a:lnTo>
                <a:lnTo>
                  <a:pt x="4887" y="636"/>
                </a:lnTo>
                <a:lnTo>
                  <a:pt x="4900" y="608"/>
                </a:lnTo>
                <a:lnTo>
                  <a:pt x="4912" y="572"/>
                </a:lnTo>
                <a:lnTo>
                  <a:pt x="4925" y="529"/>
                </a:lnTo>
                <a:lnTo>
                  <a:pt x="4937" y="475"/>
                </a:lnTo>
                <a:lnTo>
                  <a:pt x="4950" y="410"/>
                </a:lnTo>
                <a:lnTo>
                  <a:pt x="4962" y="331"/>
                </a:lnTo>
                <a:lnTo>
                  <a:pt x="4975" y="238"/>
                </a:lnTo>
                <a:lnTo>
                  <a:pt x="4987" y="129"/>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6510528" y="3393338"/>
            <a:ext cx="4572000" cy="1459382"/>
          </a:xfrm>
          <a:custGeom>
            <a:avLst/>
            <a:gdLst/>
            <a:ahLst/>
            <a:cxnLst/>
            <a:rect l="l" t="t" r="r" b="b"/>
            <a:pathLst>
              <a:path w="5000" h="1596">
                <a:moveTo>
                  <a:pt x="0" y="414"/>
                </a:moveTo>
                <a:lnTo>
                  <a:pt x="13" y="467"/>
                </a:lnTo>
                <a:lnTo>
                  <a:pt x="25" y="508"/>
                </a:lnTo>
                <a:lnTo>
                  <a:pt x="38" y="539"/>
                </a:lnTo>
                <a:lnTo>
                  <a:pt x="50" y="562"/>
                </a:lnTo>
                <a:lnTo>
                  <a:pt x="63" y="579"/>
                </a:lnTo>
                <a:lnTo>
                  <a:pt x="75" y="591"/>
                </a:lnTo>
                <a:lnTo>
                  <a:pt x="88" y="599"/>
                </a:lnTo>
                <a:lnTo>
                  <a:pt x="100" y="603"/>
                </a:lnTo>
                <a:lnTo>
                  <a:pt x="113" y="606"/>
                </a:lnTo>
                <a:lnTo>
                  <a:pt x="125" y="608"/>
                </a:lnTo>
                <a:lnTo>
                  <a:pt x="138" y="610"/>
                </a:lnTo>
                <a:lnTo>
                  <a:pt x="150" y="611"/>
                </a:lnTo>
                <a:lnTo>
                  <a:pt x="163" y="613"/>
                </a:lnTo>
                <a:lnTo>
                  <a:pt x="175" y="616"/>
                </a:lnTo>
                <a:lnTo>
                  <a:pt x="188" y="620"/>
                </a:lnTo>
                <a:lnTo>
                  <a:pt x="201" y="626"/>
                </a:lnTo>
                <a:lnTo>
                  <a:pt x="213" y="634"/>
                </a:lnTo>
                <a:lnTo>
                  <a:pt x="226" y="644"/>
                </a:lnTo>
                <a:lnTo>
                  <a:pt x="238" y="655"/>
                </a:lnTo>
                <a:lnTo>
                  <a:pt x="251" y="669"/>
                </a:lnTo>
                <a:lnTo>
                  <a:pt x="263" y="685"/>
                </a:lnTo>
                <a:lnTo>
                  <a:pt x="276" y="703"/>
                </a:lnTo>
                <a:lnTo>
                  <a:pt x="288" y="723"/>
                </a:lnTo>
                <a:lnTo>
                  <a:pt x="301" y="745"/>
                </a:lnTo>
                <a:lnTo>
                  <a:pt x="313" y="768"/>
                </a:lnTo>
                <a:lnTo>
                  <a:pt x="326" y="793"/>
                </a:lnTo>
                <a:lnTo>
                  <a:pt x="338" y="820"/>
                </a:lnTo>
                <a:lnTo>
                  <a:pt x="351" y="848"/>
                </a:lnTo>
                <a:lnTo>
                  <a:pt x="363" y="878"/>
                </a:lnTo>
                <a:lnTo>
                  <a:pt x="376" y="908"/>
                </a:lnTo>
                <a:lnTo>
                  <a:pt x="388" y="939"/>
                </a:lnTo>
                <a:lnTo>
                  <a:pt x="401" y="971"/>
                </a:lnTo>
                <a:lnTo>
                  <a:pt x="414" y="1004"/>
                </a:lnTo>
                <a:lnTo>
                  <a:pt x="426" y="1037"/>
                </a:lnTo>
                <a:lnTo>
                  <a:pt x="439" y="1070"/>
                </a:lnTo>
                <a:lnTo>
                  <a:pt x="451" y="1103"/>
                </a:lnTo>
                <a:lnTo>
                  <a:pt x="464" y="1136"/>
                </a:lnTo>
                <a:lnTo>
                  <a:pt x="476" y="1168"/>
                </a:lnTo>
                <a:lnTo>
                  <a:pt x="489" y="1201"/>
                </a:lnTo>
                <a:lnTo>
                  <a:pt x="501" y="1232"/>
                </a:lnTo>
                <a:lnTo>
                  <a:pt x="514" y="1263"/>
                </a:lnTo>
                <a:lnTo>
                  <a:pt x="526" y="1293"/>
                </a:lnTo>
                <a:lnTo>
                  <a:pt x="539" y="1322"/>
                </a:lnTo>
                <a:lnTo>
                  <a:pt x="551" y="1350"/>
                </a:lnTo>
                <a:lnTo>
                  <a:pt x="564" y="1377"/>
                </a:lnTo>
                <a:lnTo>
                  <a:pt x="576" y="1402"/>
                </a:lnTo>
                <a:lnTo>
                  <a:pt x="589" y="1426"/>
                </a:lnTo>
                <a:lnTo>
                  <a:pt x="602" y="1449"/>
                </a:lnTo>
                <a:lnTo>
                  <a:pt x="614" y="1470"/>
                </a:lnTo>
                <a:lnTo>
                  <a:pt x="627" y="1489"/>
                </a:lnTo>
                <a:lnTo>
                  <a:pt x="639" y="1507"/>
                </a:lnTo>
                <a:lnTo>
                  <a:pt x="652" y="1523"/>
                </a:lnTo>
                <a:lnTo>
                  <a:pt x="664" y="1538"/>
                </a:lnTo>
                <a:lnTo>
                  <a:pt x="677" y="1551"/>
                </a:lnTo>
                <a:lnTo>
                  <a:pt x="689" y="1562"/>
                </a:lnTo>
                <a:lnTo>
                  <a:pt x="702" y="1572"/>
                </a:lnTo>
                <a:lnTo>
                  <a:pt x="714" y="1580"/>
                </a:lnTo>
                <a:lnTo>
                  <a:pt x="727" y="1586"/>
                </a:lnTo>
                <a:lnTo>
                  <a:pt x="739" y="1591"/>
                </a:lnTo>
                <a:lnTo>
                  <a:pt x="752" y="1594"/>
                </a:lnTo>
                <a:lnTo>
                  <a:pt x="764" y="1596"/>
                </a:lnTo>
                <a:lnTo>
                  <a:pt x="777" y="1596"/>
                </a:lnTo>
                <a:lnTo>
                  <a:pt x="789" y="1594"/>
                </a:lnTo>
                <a:lnTo>
                  <a:pt x="802" y="1591"/>
                </a:lnTo>
                <a:lnTo>
                  <a:pt x="815" y="1587"/>
                </a:lnTo>
                <a:lnTo>
                  <a:pt x="827" y="1581"/>
                </a:lnTo>
                <a:lnTo>
                  <a:pt x="840" y="1575"/>
                </a:lnTo>
                <a:lnTo>
                  <a:pt x="852" y="1567"/>
                </a:lnTo>
                <a:lnTo>
                  <a:pt x="865" y="1557"/>
                </a:lnTo>
                <a:lnTo>
                  <a:pt x="877" y="1547"/>
                </a:lnTo>
                <a:lnTo>
                  <a:pt x="890" y="1536"/>
                </a:lnTo>
                <a:lnTo>
                  <a:pt x="902" y="1524"/>
                </a:lnTo>
                <a:lnTo>
                  <a:pt x="915" y="1511"/>
                </a:lnTo>
                <a:lnTo>
                  <a:pt x="927" y="1497"/>
                </a:lnTo>
                <a:lnTo>
                  <a:pt x="940" y="1482"/>
                </a:lnTo>
                <a:lnTo>
                  <a:pt x="952" y="1467"/>
                </a:lnTo>
                <a:lnTo>
                  <a:pt x="965" y="1452"/>
                </a:lnTo>
                <a:lnTo>
                  <a:pt x="977" y="1436"/>
                </a:lnTo>
                <a:lnTo>
                  <a:pt x="990" y="1419"/>
                </a:lnTo>
                <a:lnTo>
                  <a:pt x="1003" y="1402"/>
                </a:lnTo>
                <a:lnTo>
                  <a:pt x="1015" y="1385"/>
                </a:lnTo>
                <a:lnTo>
                  <a:pt x="1028" y="1368"/>
                </a:lnTo>
                <a:lnTo>
                  <a:pt x="1040" y="1351"/>
                </a:lnTo>
                <a:lnTo>
                  <a:pt x="1053" y="1333"/>
                </a:lnTo>
                <a:lnTo>
                  <a:pt x="1065" y="1316"/>
                </a:lnTo>
                <a:lnTo>
                  <a:pt x="1078" y="1298"/>
                </a:lnTo>
                <a:lnTo>
                  <a:pt x="1090" y="1281"/>
                </a:lnTo>
                <a:lnTo>
                  <a:pt x="1103" y="1264"/>
                </a:lnTo>
                <a:lnTo>
                  <a:pt x="1115" y="1247"/>
                </a:lnTo>
                <a:lnTo>
                  <a:pt x="1128" y="1231"/>
                </a:lnTo>
                <a:lnTo>
                  <a:pt x="1140" y="1215"/>
                </a:lnTo>
                <a:lnTo>
                  <a:pt x="1153" y="1199"/>
                </a:lnTo>
                <a:lnTo>
                  <a:pt x="1165" y="1183"/>
                </a:lnTo>
                <a:lnTo>
                  <a:pt x="1178" y="1168"/>
                </a:lnTo>
                <a:lnTo>
                  <a:pt x="1190" y="1154"/>
                </a:lnTo>
                <a:lnTo>
                  <a:pt x="1203" y="1140"/>
                </a:lnTo>
                <a:lnTo>
                  <a:pt x="1216" y="1126"/>
                </a:lnTo>
                <a:lnTo>
                  <a:pt x="1228" y="1114"/>
                </a:lnTo>
                <a:lnTo>
                  <a:pt x="1241" y="1101"/>
                </a:lnTo>
                <a:lnTo>
                  <a:pt x="1253" y="1090"/>
                </a:lnTo>
                <a:lnTo>
                  <a:pt x="1266" y="1079"/>
                </a:lnTo>
                <a:lnTo>
                  <a:pt x="1278" y="1068"/>
                </a:lnTo>
                <a:lnTo>
                  <a:pt x="1291" y="1058"/>
                </a:lnTo>
                <a:lnTo>
                  <a:pt x="1303" y="1049"/>
                </a:lnTo>
                <a:lnTo>
                  <a:pt x="1316" y="1041"/>
                </a:lnTo>
                <a:lnTo>
                  <a:pt x="1328" y="1033"/>
                </a:lnTo>
                <a:lnTo>
                  <a:pt x="1341" y="1026"/>
                </a:lnTo>
                <a:lnTo>
                  <a:pt x="1353" y="1019"/>
                </a:lnTo>
                <a:lnTo>
                  <a:pt x="1366" y="1013"/>
                </a:lnTo>
                <a:lnTo>
                  <a:pt x="1378" y="1008"/>
                </a:lnTo>
                <a:lnTo>
                  <a:pt x="1391" y="1003"/>
                </a:lnTo>
                <a:lnTo>
                  <a:pt x="1404" y="999"/>
                </a:lnTo>
                <a:lnTo>
                  <a:pt x="1416" y="996"/>
                </a:lnTo>
                <a:lnTo>
                  <a:pt x="1429" y="993"/>
                </a:lnTo>
                <a:lnTo>
                  <a:pt x="1441" y="990"/>
                </a:lnTo>
                <a:lnTo>
                  <a:pt x="1454" y="988"/>
                </a:lnTo>
                <a:lnTo>
                  <a:pt x="1466" y="987"/>
                </a:lnTo>
                <a:lnTo>
                  <a:pt x="1479" y="986"/>
                </a:lnTo>
                <a:lnTo>
                  <a:pt x="1491" y="986"/>
                </a:lnTo>
                <a:lnTo>
                  <a:pt x="1504" y="986"/>
                </a:lnTo>
                <a:lnTo>
                  <a:pt x="1516" y="986"/>
                </a:lnTo>
                <a:lnTo>
                  <a:pt x="1529" y="987"/>
                </a:lnTo>
                <a:lnTo>
                  <a:pt x="1541" y="988"/>
                </a:lnTo>
                <a:lnTo>
                  <a:pt x="1554" y="989"/>
                </a:lnTo>
                <a:lnTo>
                  <a:pt x="1566" y="991"/>
                </a:lnTo>
                <a:lnTo>
                  <a:pt x="1579" y="993"/>
                </a:lnTo>
                <a:lnTo>
                  <a:pt x="1591" y="995"/>
                </a:lnTo>
                <a:lnTo>
                  <a:pt x="1604" y="998"/>
                </a:lnTo>
                <a:lnTo>
                  <a:pt x="1617" y="1000"/>
                </a:lnTo>
                <a:lnTo>
                  <a:pt x="1629" y="1003"/>
                </a:lnTo>
                <a:lnTo>
                  <a:pt x="1642" y="1006"/>
                </a:lnTo>
                <a:lnTo>
                  <a:pt x="1654" y="1009"/>
                </a:lnTo>
                <a:lnTo>
                  <a:pt x="1667" y="1012"/>
                </a:lnTo>
                <a:lnTo>
                  <a:pt x="1679" y="1015"/>
                </a:lnTo>
                <a:lnTo>
                  <a:pt x="1692" y="1018"/>
                </a:lnTo>
                <a:lnTo>
                  <a:pt x="1704" y="1021"/>
                </a:lnTo>
                <a:lnTo>
                  <a:pt x="1717" y="1023"/>
                </a:lnTo>
                <a:lnTo>
                  <a:pt x="1729" y="1026"/>
                </a:lnTo>
                <a:lnTo>
                  <a:pt x="1742" y="1029"/>
                </a:lnTo>
                <a:lnTo>
                  <a:pt x="1754" y="1032"/>
                </a:lnTo>
                <a:lnTo>
                  <a:pt x="1767" y="1034"/>
                </a:lnTo>
                <a:lnTo>
                  <a:pt x="1779" y="1036"/>
                </a:lnTo>
                <a:lnTo>
                  <a:pt x="1792" y="1039"/>
                </a:lnTo>
                <a:lnTo>
                  <a:pt x="1805" y="1041"/>
                </a:lnTo>
                <a:lnTo>
                  <a:pt x="1817" y="1042"/>
                </a:lnTo>
                <a:lnTo>
                  <a:pt x="1830" y="1044"/>
                </a:lnTo>
                <a:lnTo>
                  <a:pt x="1842" y="1045"/>
                </a:lnTo>
                <a:lnTo>
                  <a:pt x="1855" y="1046"/>
                </a:lnTo>
                <a:lnTo>
                  <a:pt x="1867" y="1047"/>
                </a:lnTo>
                <a:lnTo>
                  <a:pt x="1880" y="1048"/>
                </a:lnTo>
                <a:lnTo>
                  <a:pt x="1892" y="1048"/>
                </a:lnTo>
                <a:lnTo>
                  <a:pt x="1905" y="1048"/>
                </a:lnTo>
                <a:lnTo>
                  <a:pt x="1917" y="1048"/>
                </a:lnTo>
                <a:lnTo>
                  <a:pt x="1930" y="1047"/>
                </a:lnTo>
                <a:lnTo>
                  <a:pt x="1942" y="1047"/>
                </a:lnTo>
                <a:lnTo>
                  <a:pt x="1955" y="1046"/>
                </a:lnTo>
                <a:lnTo>
                  <a:pt x="1967" y="1044"/>
                </a:lnTo>
                <a:lnTo>
                  <a:pt x="1980" y="1043"/>
                </a:lnTo>
                <a:lnTo>
                  <a:pt x="1992" y="1041"/>
                </a:lnTo>
                <a:lnTo>
                  <a:pt x="2005" y="1039"/>
                </a:lnTo>
                <a:lnTo>
                  <a:pt x="2018" y="1037"/>
                </a:lnTo>
                <a:lnTo>
                  <a:pt x="2030" y="1034"/>
                </a:lnTo>
                <a:lnTo>
                  <a:pt x="2043" y="1032"/>
                </a:lnTo>
                <a:lnTo>
                  <a:pt x="2055" y="1029"/>
                </a:lnTo>
                <a:lnTo>
                  <a:pt x="2068" y="1026"/>
                </a:lnTo>
                <a:lnTo>
                  <a:pt x="2080" y="1022"/>
                </a:lnTo>
                <a:lnTo>
                  <a:pt x="2093" y="1019"/>
                </a:lnTo>
                <a:lnTo>
                  <a:pt x="2105" y="1016"/>
                </a:lnTo>
                <a:lnTo>
                  <a:pt x="2118" y="1012"/>
                </a:lnTo>
                <a:lnTo>
                  <a:pt x="2130" y="1008"/>
                </a:lnTo>
                <a:lnTo>
                  <a:pt x="2143" y="1004"/>
                </a:lnTo>
                <a:lnTo>
                  <a:pt x="2155" y="1000"/>
                </a:lnTo>
                <a:lnTo>
                  <a:pt x="2168" y="996"/>
                </a:lnTo>
                <a:lnTo>
                  <a:pt x="2180" y="992"/>
                </a:lnTo>
                <a:lnTo>
                  <a:pt x="2193" y="988"/>
                </a:lnTo>
                <a:lnTo>
                  <a:pt x="2206" y="985"/>
                </a:lnTo>
                <a:lnTo>
                  <a:pt x="2218" y="981"/>
                </a:lnTo>
                <a:lnTo>
                  <a:pt x="2231" y="977"/>
                </a:lnTo>
                <a:lnTo>
                  <a:pt x="2243" y="973"/>
                </a:lnTo>
                <a:lnTo>
                  <a:pt x="2256" y="969"/>
                </a:lnTo>
                <a:lnTo>
                  <a:pt x="2268" y="966"/>
                </a:lnTo>
                <a:lnTo>
                  <a:pt x="2281" y="962"/>
                </a:lnTo>
                <a:lnTo>
                  <a:pt x="2293" y="959"/>
                </a:lnTo>
                <a:lnTo>
                  <a:pt x="2306" y="956"/>
                </a:lnTo>
                <a:lnTo>
                  <a:pt x="2318" y="953"/>
                </a:lnTo>
                <a:lnTo>
                  <a:pt x="2331" y="950"/>
                </a:lnTo>
                <a:lnTo>
                  <a:pt x="2343" y="948"/>
                </a:lnTo>
                <a:lnTo>
                  <a:pt x="2356" y="946"/>
                </a:lnTo>
                <a:lnTo>
                  <a:pt x="2368" y="944"/>
                </a:lnTo>
                <a:lnTo>
                  <a:pt x="2381" y="942"/>
                </a:lnTo>
                <a:lnTo>
                  <a:pt x="2393" y="941"/>
                </a:lnTo>
                <a:lnTo>
                  <a:pt x="2406" y="940"/>
                </a:lnTo>
                <a:lnTo>
                  <a:pt x="2419" y="939"/>
                </a:lnTo>
                <a:lnTo>
                  <a:pt x="2431" y="939"/>
                </a:lnTo>
                <a:lnTo>
                  <a:pt x="2444" y="939"/>
                </a:lnTo>
                <a:lnTo>
                  <a:pt x="2456" y="940"/>
                </a:lnTo>
                <a:lnTo>
                  <a:pt x="2469" y="940"/>
                </a:lnTo>
                <a:lnTo>
                  <a:pt x="2481" y="942"/>
                </a:lnTo>
                <a:lnTo>
                  <a:pt x="2494" y="943"/>
                </a:lnTo>
                <a:lnTo>
                  <a:pt x="2506" y="945"/>
                </a:lnTo>
                <a:lnTo>
                  <a:pt x="2519" y="948"/>
                </a:lnTo>
                <a:lnTo>
                  <a:pt x="2531" y="950"/>
                </a:lnTo>
                <a:lnTo>
                  <a:pt x="2544" y="954"/>
                </a:lnTo>
                <a:lnTo>
                  <a:pt x="2556" y="957"/>
                </a:lnTo>
                <a:lnTo>
                  <a:pt x="2569" y="961"/>
                </a:lnTo>
                <a:lnTo>
                  <a:pt x="2581" y="965"/>
                </a:lnTo>
                <a:lnTo>
                  <a:pt x="2594" y="970"/>
                </a:lnTo>
                <a:lnTo>
                  <a:pt x="2607" y="975"/>
                </a:lnTo>
                <a:lnTo>
                  <a:pt x="2619" y="981"/>
                </a:lnTo>
                <a:lnTo>
                  <a:pt x="2632" y="987"/>
                </a:lnTo>
                <a:lnTo>
                  <a:pt x="2644" y="993"/>
                </a:lnTo>
                <a:lnTo>
                  <a:pt x="2657" y="1000"/>
                </a:lnTo>
                <a:lnTo>
                  <a:pt x="2669" y="1007"/>
                </a:lnTo>
                <a:lnTo>
                  <a:pt x="2682" y="1014"/>
                </a:lnTo>
                <a:lnTo>
                  <a:pt x="2694" y="1021"/>
                </a:lnTo>
                <a:lnTo>
                  <a:pt x="2707" y="1029"/>
                </a:lnTo>
                <a:lnTo>
                  <a:pt x="2719" y="1037"/>
                </a:lnTo>
                <a:lnTo>
                  <a:pt x="2732" y="1045"/>
                </a:lnTo>
                <a:lnTo>
                  <a:pt x="2744" y="1054"/>
                </a:lnTo>
                <a:lnTo>
                  <a:pt x="2757" y="1063"/>
                </a:lnTo>
                <a:lnTo>
                  <a:pt x="2769" y="1072"/>
                </a:lnTo>
                <a:lnTo>
                  <a:pt x="2782" y="1081"/>
                </a:lnTo>
                <a:lnTo>
                  <a:pt x="2794" y="1090"/>
                </a:lnTo>
                <a:lnTo>
                  <a:pt x="2807" y="1099"/>
                </a:lnTo>
                <a:lnTo>
                  <a:pt x="2820" y="1108"/>
                </a:lnTo>
                <a:lnTo>
                  <a:pt x="2832" y="1118"/>
                </a:lnTo>
                <a:lnTo>
                  <a:pt x="2845" y="1127"/>
                </a:lnTo>
                <a:lnTo>
                  <a:pt x="2857" y="1136"/>
                </a:lnTo>
                <a:lnTo>
                  <a:pt x="2870" y="1146"/>
                </a:lnTo>
                <a:lnTo>
                  <a:pt x="2882" y="1155"/>
                </a:lnTo>
                <a:lnTo>
                  <a:pt x="2895" y="1164"/>
                </a:lnTo>
                <a:lnTo>
                  <a:pt x="2907" y="1173"/>
                </a:lnTo>
                <a:lnTo>
                  <a:pt x="2920" y="1182"/>
                </a:lnTo>
                <a:lnTo>
                  <a:pt x="2932" y="1190"/>
                </a:lnTo>
                <a:lnTo>
                  <a:pt x="2945" y="1199"/>
                </a:lnTo>
                <a:lnTo>
                  <a:pt x="2957" y="1207"/>
                </a:lnTo>
                <a:lnTo>
                  <a:pt x="2970" y="1215"/>
                </a:lnTo>
                <a:lnTo>
                  <a:pt x="2982" y="1222"/>
                </a:lnTo>
                <a:lnTo>
                  <a:pt x="2995" y="1229"/>
                </a:lnTo>
                <a:lnTo>
                  <a:pt x="3008" y="1236"/>
                </a:lnTo>
                <a:lnTo>
                  <a:pt x="3020" y="1242"/>
                </a:lnTo>
                <a:lnTo>
                  <a:pt x="3033" y="1248"/>
                </a:lnTo>
                <a:lnTo>
                  <a:pt x="3045" y="1253"/>
                </a:lnTo>
                <a:lnTo>
                  <a:pt x="3058" y="1258"/>
                </a:lnTo>
                <a:lnTo>
                  <a:pt x="3070" y="1262"/>
                </a:lnTo>
                <a:lnTo>
                  <a:pt x="3083" y="1266"/>
                </a:lnTo>
                <a:lnTo>
                  <a:pt x="3095" y="1269"/>
                </a:lnTo>
                <a:lnTo>
                  <a:pt x="3108" y="1272"/>
                </a:lnTo>
                <a:lnTo>
                  <a:pt x="3120" y="1274"/>
                </a:lnTo>
                <a:lnTo>
                  <a:pt x="3133" y="1275"/>
                </a:lnTo>
                <a:lnTo>
                  <a:pt x="3145" y="1275"/>
                </a:lnTo>
                <a:lnTo>
                  <a:pt x="3158" y="1275"/>
                </a:lnTo>
                <a:lnTo>
                  <a:pt x="3170" y="1274"/>
                </a:lnTo>
                <a:lnTo>
                  <a:pt x="3183" y="1273"/>
                </a:lnTo>
                <a:lnTo>
                  <a:pt x="3195" y="1270"/>
                </a:lnTo>
                <a:lnTo>
                  <a:pt x="3208" y="1267"/>
                </a:lnTo>
                <a:lnTo>
                  <a:pt x="3221" y="1264"/>
                </a:lnTo>
                <a:lnTo>
                  <a:pt x="3233" y="1259"/>
                </a:lnTo>
                <a:lnTo>
                  <a:pt x="3246" y="1254"/>
                </a:lnTo>
                <a:lnTo>
                  <a:pt x="3258" y="1247"/>
                </a:lnTo>
                <a:lnTo>
                  <a:pt x="3271" y="1240"/>
                </a:lnTo>
                <a:lnTo>
                  <a:pt x="3283" y="1233"/>
                </a:lnTo>
                <a:lnTo>
                  <a:pt x="3296" y="1224"/>
                </a:lnTo>
                <a:lnTo>
                  <a:pt x="3308" y="1215"/>
                </a:lnTo>
                <a:lnTo>
                  <a:pt x="3321" y="1205"/>
                </a:lnTo>
                <a:lnTo>
                  <a:pt x="3333" y="1194"/>
                </a:lnTo>
                <a:lnTo>
                  <a:pt x="3346" y="1182"/>
                </a:lnTo>
                <a:lnTo>
                  <a:pt x="3358" y="1170"/>
                </a:lnTo>
                <a:lnTo>
                  <a:pt x="3371" y="1157"/>
                </a:lnTo>
                <a:lnTo>
                  <a:pt x="3383" y="1143"/>
                </a:lnTo>
                <a:lnTo>
                  <a:pt x="3396" y="1128"/>
                </a:lnTo>
                <a:lnTo>
                  <a:pt x="3409" y="1113"/>
                </a:lnTo>
                <a:lnTo>
                  <a:pt x="3421" y="1097"/>
                </a:lnTo>
                <a:lnTo>
                  <a:pt x="3434" y="1081"/>
                </a:lnTo>
                <a:lnTo>
                  <a:pt x="3446" y="1063"/>
                </a:lnTo>
                <a:lnTo>
                  <a:pt x="3459" y="1046"/>
                </a:lnTo>
                <a:lnTo>
                  <a:pt x="3471" y="1027"/>
                </a:lnTo>
                <a:lnTo>
                  <a:pt x="3484" y="1009"/>
                </a:lnTo>
                <a:lnTo>
                  <a:pt x="3496" y="989"/>
                </a:lnTo>
                <a:lnTo>
                  <a:pt x="3509" y="969"/>
                </a:lnTo>
                <a:lnTo>
                  <a:pt x="3521" y="949"/>
                </a:lnTo>
                <a:lnTo>
                  <a:pt x="3534" y="929"/>
                </a:lnTo>
                <a:lnTo>
                  <a:pt x="3546" y="908"/>
                </a:lnTo>
                <a:lnTo>
                  <a:pt x="3559" y="886"/>
                </a:lnTo>
                <a:lnTo>
                  <a:pt x="3571" y="865"/>
                </a:lnTo>
                <a:lnTo>
                  <a:pt x="3584" y="843"/>
                </a:lnTo>
                <a:lnTo>
                  <a:pt x="3596" y="821"/>
                </a:lnTo>
                <a:lnTo>
                  <a:pt x="3609" y="799"/>
                </a:lnTo>
                <a:lnTo>
                  <a:pt x="3622" y="777"/>
                </a:lnTo>
                <a:lnTo>
                  <a:pt x="3634" y="754"/>
                </a:lnTo>
                <a:lnTo>
                  <a:pt x="3647" y="732"/>
                </a:lnTo>
                <a:lnTo>
                  <a:pt x="3659" y="710"/>
                </a:lnTo>
                <a:lnTo>
                  <a:pt x="3672" y="688"/>
                </a:lnTo>
                <a:lnTo>
                  <a:pt x="3684" y="666"/>
                </a:lnTo>
                <a:lnTo>
                  <a:pt x="3697" y="644"/>
                </a:lnTo>
                <a:lnTo>
                  <a:pt x="3709" y="622"/>
                </a:lnTo>
                <a:lnTo>
                  <a:pt x="3722" y="601"/>
                </a:lnTo>
                <a:lnTo>
                  <a:pt x="3734" y="580"/>
                </a:lnTo>
                <a:lnTo>
                  <a:pt x="3747" y="559"/>
                </a:lnTo>
                <a:lnTo>
                  <a:pt x="3759" y="539"/>
                </a:lnTo>
                <a:lnTo>
                  <a:pt x="3772" y="519"/>
                </a:lnTo>
                <a:lnTo>
                  <a:pt x="3784" y="499"/>
                </a:lnTo>
                <a:lnTo>
                  <a:pt x="3797" y="480"/>
                </a:lnTo>
                <a:lnTo>
                  <a:pt x="3810" y="462"/>
                </a:lnTo>
                <a:lnTo>
                  <a:pt x="3822" y="444"/>
                </a:lnTo>
                <a:lnTo>
                  <a:pt x="3835" y="427"/>
                </a:lnTo>
                <a:lnTo>
                  <a:pt x="3847" y="410"/>
                </a:lnTo>
                <a:lnTo>
                  <a:pt x="3860" y="395"/>
                </a:lnTo>
                <a:lnTo>
                  <a:pt x="3872" y="380"/>
                </a:lnTo>
                <a:lnTo>
                  <a:pt x="3885" y="365"/>
                </a:lnTo>
                <a:lnTo>
                  <a:pt x="3897" y="352"/>
                </a:lnTo>
                <a:lnTo>
                  <a:pt x="3910" y="339"/>
                </a:lnTo>
                <a:lnTo>
                  <a:pt x="3922" y="327"/>
                </a:lnTo>
                <a:lnTo>
                  <a:pt x="3935" y="316"/>
                </a:lnTo>
                <a:lnTo>
                  <a:pt x="3947" y="305"/>
                </a:lnTo>
                <a:lnTo>
                  <a:pt x="3960" y="296"/>
                </a:lnTo>
                <a:lnTo>
                  <a:pt x="3972" y="287"/>
                </a:lnTo>
                <a:lnTo>
                  <a:pt x="3985" y="280"/>
                </a:lnTo>
                <a:lnTo>
                  <a:pt x="3997" y="273"/>
                </a:lnTo>
                <a:lnTo>
                  <a:pt x="4010" y="267"/>
                </a:lnTo>
                <a:lnTo>
                  <a:pt x="4023" y="262"/>
                </a:lnTo>
                <a:lnTo>
                  <a:pt x="4035" y="258"/>
                </a:lnTo>
                <a:lnTo>
                  <a:pt x="4048" y="254"/>
                </a:lnTo>
                <a:lnTo>
                  <a:pt x="4060" y="252"/>
                </a:lnTo>
                <a:lnTo>
                  <a:pt x="4073" y="250"/>
                </a:lnTo>
                <a:lnTo>
                  <a:pt x="4085" y="249"/>
                </a:lnTo>
                <a:lnTo>
                  <a:pt x="4098" y="249"/>
                </a:lnTo>
                <a:lnTo>
                  <a:pt x="4110" y="250"/>
                </a:lnTo>
                <a:lnTo>
                  <a:pt x="4123" y="251"/>
                </a:lnTo>
                <a:lnTo>
                  <a:pt x="4135" y="253"/>
                </a:lnTo>
                <a:lnTo>
                  <a:pt x="4148" y="256"/>
                </a:lnTo>
                <a:lnTo>
                  <a:pt x="4160" y="259"/>
                </a:lnTo>
                <a:lnTo>
                  <a:pt x="4173" y="263"/>
                </a:lnTo>
                <a:lnTo>
                  <a:pt x="4185" y="268"/>
                </a:lnTo>
                <a:lnTo>
                  <a:pt x="4198" y="273"/>
                </a:lnTo>
                <a:lnTo>
                  <a:pt x="4211" y="278"/>
                </a:lnTo>
                <a:lnTo>
                  <a:pt x="4223" y="284"/>
                </a:lnTo>
                <a:lnTo>
                  <a:pt x="4236" y="290"/>
                </a:lnTo>
                <a:lnTo>
                  <a:pt x="4248" y="297"/>
                </a:lnTo>
                <a:lnTo>
                  <a:pt x="4261" y="303"/>
                </a:lnTo>
                <a:lnTo>
                  <a:pt x="4273" y="310"/>
                </a:lnTo>
                <a:lnTo>
                  <a:pt x="4286" y="317"/>
                </a:lnTo>
                <a:lnTo>
                  <a:pt x="4298" y="324"/>
                </a:lnTo>
                <a:lnTo>
                  <a:pt x="4311" y="332"/>
                </a:lnTo>
                <a:lnTo>
                  <a:pt x="4323" y="339"/>
                </a:lnTo>
                <a:lnTo>
                  <a:pt x="4336" y="346"/>
                </a:lnTo>
                <a:lnTo>
                  <a:pt x="4348" y="352"/>
                </a:lnTo>
                <a:lnTo>
                  <a:pt x="4361" y="359"/>
                </a:lnTo>
                <a:lnTo>
                  <a:pt x="4373" y="365"/>
                </a:lnTo>
                <a:lnTo>
                  <a:pt x="4386" y="372"/>
                </a:lnTo>
                <a:lnTo>
                  <a:pt x="4398" y="377"/>
                </a:lnTo>
                <a:lnTo>
                  <a:pt x="4411" y="382"/>
                </a:lnTo>
                <a:lnTo>
                  <a:pt x="4424" y="387"/>
                </a:lnTo>
                <a:lnTo>
                  <a:pt x="4436" y="391"/>
                </a:lnTo>
                <a:lnTo>
                  <a:pt x="4449" y="395"/>
                </a:lnTo>
                <a:lnTo>
                  <a:pt x="4461" y="398"/>
                </a:lnTo>
                <a:lnTo>
                  <a:pt x="4474" y="401"/>
                </a:lnTo>
                <a:lnTo>
                  <a:pt x="4486" y="402"/>
                </a:lnTo>
                <a:lnTo>
                  <a:pt x="4499" y="403"/>
                </a:lnTo>
                <a:lnTo>
                  <a:pt x="4511" y="404"/>
                </a:lnTo>
                <a:lnTo>
                  <a:pt x="4524" y="403"/>
                </a:lnTo>
                <a:lnTo>
                  <a:pt x="4536" y="402"/>
                </a:lnTo>
                <a:lnTo>
                  <a:pt x="4549" y="400"/>
                </a:lnTo>
                <a:lnTo>
                  <a:pt x="4561" y="398"/>
                </a:lnTo>
                <a:lnTo>
                  <a:pt x="4574" y="394"/>
                </a:lnTo>
                <a:lnTo>
                  <a:pt x="4586" y="390"/>
                </a:lnTo>
                <a:lnTo>
                  <a:pt x="4599" y="385"/>
                </a:lnTo>
                <a:lnTo>
                  <a:pt x="4612" y="379"/>
                </a:lnTo>
                <a:lnTo>
                  <a:pt x="4624" y="372"/>
                </a:lnTo>
                <a:lnTo>
                  <a:pt x="4637" y="365"/>
                </a:lnTo>
                <a:lnTo>
                  <a:pt x="4649" y="357"/>
                </a:lnTo>
                <a:lnTo>
                  <a:pt x="4662" y="349"/>
                </a:lnTo>
                <a:lnTo>
                  <a:pt x="4674" y="340"/>
                </a:lnTo>
                <a:lnTo>
                  <a:pt x="4687" y="330"/>
                </a:lnTo>
                <a:lnTo>
                  <a:pt x="4699" y="320"/>
                </a:lnTo>
                <a:lnTo>
                  <a:pt x="4712" y="310"/>
                </a:lnTo>
                <a:lnTo>
                  <a:pt x="4724" y="299"/>
                </a:lnTo>
                <a:lnTo>
                  <a:pt x="4737" y="287"/>
                </a:lnTo>
                <a:lnTo>
                  <a:pt x="4749" y="276"/>
                </a:lnTo>
                <a:lnTo>
                  <a:pt x="4762" y="264"/>
                </a:lnTo>
                <a:lnTo>
                  <a:pt x="4774" y="252"/>
                </a:lnTo>
                <a:lnTo>
                  <a:pt x="4787" y="240"/>
                </a:lnTo>
                <a:lnTo>
                  <a:pt x="4799" y="228"/>
                </a:lnTo>
                <a:lnTo>
                  <a:pt x="4812" y="216"/>
                </a:lnTo>
                <a:lnTo>
                  <a:pt x="4825" y="203"/>
                </a:lnTo>
                <a:lnTo>
                  <a:pt x="4837" y="191"/>
                </a:lnTo>
                <a:lnTo>
                  <a:pt x="4850" y="179"/>
                </a:lnTo>
                <a:lnTo>
                  <a:pt x="4862" y="166"/>
                </a:lnTo>
                <a:lnTo>
                  <a:pt x="4875" y="154"/>
                </a:lnTo>
                <a:lnTo>
                  <a:pt x="4887" y="141"/>
                </a:lnTo>
                <a:lnTo>
                  <a:pt x="4900" y="129"/>
                </a:lnTo>
                <a:lnTo>
                  <a:pt x="4912" y="116"/>
                </a:lnTo>
                <a:lnTo>
                  <a:pt x="4925" y="102"/>
                </a:lnTo>
                <a:lnTo>
                  <a:pt x="4937" y="88"/>
                </a:lnTo>
                <a:lnTo>
                  <a:pt x="4950" y="73"/>
                </a:lnTo>
                <a:lnTo>
                  <a:pt x="4962" y="58"/>
                </a:lnTo>
                <a:lnTo>
                  <a:pt x="4975" y="40"/>
                </a:lnTo>
                <a:lnTo>
                  <a:pt x="4987" y="21"/>
                </a:lnTo>
                <a:lnTo>
                  <a:pt x="500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6510528" y="3156509"/>
            <a:ext cx="4572000" cy="2019910"/>
          </a:xfrm>
          <a:custGeom>
            <a:avLst/>
            <a:gdLst/>
            <a:ahLst/>
            <a:cxnLst/>
            <a:rect l="l" t="t" r="r" b="b"/>
            <a:pathLst>
              <a:path w="5000" h="2209">
                <a:moveTo>
                  <a:pt x="0" y="1509"/>
                </a:moveTo>
                <a:lnTo>
                  <a:pt x="13" y="1589"/>
                </a:lnTo>
                <a:lnTo>
                  <a:pt x="25" y="1668"/>
                </a:lnTo>
                <a:lnTo>
                  <a:pt x="38" y="1745"/>
                </a:lnTo>
                <a:lnTo>
                  <a:pt x="50" y="1818"/>
                </a:lnTo>
                <a:lnTo>
                  <a:pt x="63" y="1887"/>
                </a:lnTo>
                <a:lnTo>
                  <a:pt x="75" y="1950"/>
                </a:lnTo>
                <a:lnTo>
                  <a:pt x="88" y="2007"/>
                </a:lnTo>
                <a:lnTo>
                  <a:pt x="100" y="2058"/>
                </a:lnTo>
                <a:lnTo>
                  <a:pt x="113" y="2101"/>
                </a:lnTo>
                <a:lnTo>
                  <a:pt x="125" y="2137"/>
                </a:lnTo>
                <a:lnTo>
                  <a:pt x="138" y="2166"/>
                </a:lnTo>
                <a:lnTo>
                  <a:pt x="150" y="2188"/>
                </a:lnTo>
                <a:lnTo>
                  <a:pt x="163" y="2202"/>
                </a:lnTo>
                <a:lnTo>
                  <a:pt x="175" y="2209"/>
                </a:lnTo>
                <a:lnTo>
                  <a:pt x="188" y="2208"/>
                </a:lnTo>
                <a:lnTo>
                  <a:pt x="201" y="2201"/>
                </a:lnTo>
                <a:lnTo>
                  <a:pt x="213" y="2187"/>
                </a:lnTo>
                <a:lnTo>
                  <a:pt x="226" y="2167"/>
                </a:lnTo>
                <a:lnTo>
                  <a:pt x="238" y="2141"/>
                </a:lnTo>
                <a:lnTo>
                  <a:pt x="251" y="2110"/>
                </a:lnTo>
                <a:lnTo>
                  <a:pt x="263" y="2073"/>
                </a:lnTo>
                <a:lnTo>
                  <a:pt x="276" y="2032"/>
                </a:lnTo>
                <a:lnTo>
                  <a:pt x="288" y="1986"/>
                </a:lnTo>
                <a:lnTo>
                  <a:pt x="301" y="1937"/>
                </a:lnTo>
                <a:lnTo>
                  <a:pt x="313" y="1884"/>
                </a:lnTo>
                <a:lnTo>
                  <a:pt x="326" y="1828"/>
                </a:lnTo>
                <a:lnTo>
                  <a:pt x="338" y="1770"/>
                </a:lnTo>
                <a:lnTo>
                  <a:pt x="351" y="1710"/>
                </a:lnTo>
                <a:lnTo>
                  <a:pt x="363" y="1648"/>
                </a:lnTo>
                <a:lnTo>
                  <a:pt x="376" y="1585"/>
                </a:lnTo>
                <a:lnTo>
                  <a:pt x="388" y="1522"/>
                </a:lnTo>
                <a:lnTo>
                  <a:pt x="401" y="1457"/>
                </a:lnTo>
                <a:lnTo>
                  <a:pt x="414" y="1393"/>
                </a:lnTo>
                <a:lnTo>
                  <a:pt x="426" y="1330"/>
                </a:lnTo>
                <a:lnTo>
                  <a:pt x="439" y="1267"/>
                </a:lnTo>
                <a:lnTo>
                  <a:pt x="451" y="1204"/>
                </a:lnTo>
                <a:lnTo>
                  <a:pt x="464" y="1144"/>
                </a:lnTo>
                <a:lnTo>
                  <a:pt x="476" y="1084"/>
                </a:lnTo>
                <a:lnTo>
                  <a:pt x="489" y="1027"/>
                </a:lnTo>
                <a:lnTo>
                  <a:pt x="501" y="972"/>
                </a:lnTo>
                <a:lnTo>
                  <a:pt x="514" y="919"/>
                </a:lnTo>
                <a:lnTo>
                  <a:pt x="526" y="868"/>
                </a:lnTo>
                <a:lnTo>
                  <a:pt x="539" y="821"/>
                </a:lnTo>
                <a:lnTo>
                  <a:pt x="551" y="776"/>
                </a:lnTo>
                <a:lnTo>
                  <a:pt x="564" y="733"/>
                </a:lnTo>
                <a:lnTo>
                  <a:pt x="576" y="694"/>
                </a:lnTo>
                <a:lnTo>
                  <a:pt x="589" y="658"/>
                </a:lnTo>
                <a:lnTo>
                  <a:pt x="602" y="626"/>
                </a:lnTo>
                <a:lnTo>
                  <a:pt x="614" y="596"/>
                </a:lnTo>
                <a:lnTo>
                  <a:pt x="627" y="570"/>
                </a:lnTo>
                <a:lnTo>
                  <a:pt x="639" y="547"/>
                </a:lnTo>
                <a:lnTo>
                  <a:pt x="652" y="527"/>
                </a:lnTo>
                <a:lnTo>
                  <a:pt x="664" y="511"/>
                </a:lnTo>
                <a:lnTo>
                  <a:pt x="677" y="498"/>
                </a:lnTo>
                <a:lnTo>
                  <a:pt x="689" y="488"/>
                </a:lnTo>
                <a:lnTo>
                  <a:pt x="702" y="482"/>
                </a:lnTo>
                <a:lnTo>
                  <a:pt x="714" y="478"/>
                </a:lnTo>
                <a:lnTo>
                  <a:pt x="727" y="478"/>
                </a:lnTo>
                <a:lnTo>
                  <a:pt x="739" y="480"/>
                </a:lnTo>
                <a:lnTo>
                  <a:pt x="752" y="486"/>
                </a:lnTo>
                <a:lnTo>
                  <a:pt x="764" y="494"/>
                </a:lnTo>
                <a:lnTo>
                  <a:pt x="777" y="505"/>
                </a:lnTo>
                <a:lnTo>
                  <a:pt x="789" y="518"/>
                </a:lnTo>
                <a:lnTo>
                  <a:pt x="802" y="534"/>
                </a:lnTo>
                <a:lnTo>
                  <a:pt x="815" y="551"/>
                </a:lnTo>
                <a:lnTo>
                  <a:pt x="827" y="572"/>
                </a:lnTo>
                <a:lnTo>
                  <a:pt x="840" y="594"/>
                </a:lnTo>
                <a:lnTo>
                  <a:pt x="852" y="618"/>
                </a:lnTo>
                <a:lnTo>
                  <a:pt x="865" y="643"/>
                </a:lnTo>
                <a:lnTo>
                  <a:pt x="877" y="670"/>
                </a:lnTo>
                <a:lnTo>
                  <a:pt x="890" y="699"/>
                </a:lnTo>
                <a:lnTo>
                  <a:pt x="902" y="729"/>
                </a:lnTo>
                <a:lnTo>
                  <a:pt x="915" y="760"/>
                </a:lnTo>
                <a:lnTo>
                  <a:pt x="927" y="792"/>
                </a:lnTo>
                <a:lnTo>
                  <a:pt x="940" y="825"/>
                </a:lnTo>
                <a:lnTo>
                  <a:pt x="952" y="858"/>
                </a:lnTo>
                <a:lnTo>
                  <a:pt x="965" y="893"/>
                </a:lnTo>
                <a:lnTo>
                  <a:pt x="977" y="927"/>
                </a:lnTo>
                <a:lnTo>
                  <a:pt x="990" y="962"/>
                </a:lnTo>
                <a:lnTo>
                  <a:pt x="1003" y="997"/>
                </a:lnTo>
                <a:lnTo>
                  <a:pt x="1015" y="1032"/>
                </a:lnTo>
                <a:lnTo>
                  <a:pt x="1028" y="1067"/>
                </a:lnTo>
                <a:lnTo>
                  <a:pt x="1040" y="1102"/>
                </a:lnTo>
                <a:lnTo>
                  <a:pt x="1053" y="1137"/>
                </a:lnTo>
                <a:lnTo>
                  <a:pt x="1065" y="1171"/>
                </a:lnTo>
                <a:lnTo>
                  <a:pt x="1078" y="1205"/>
                </a:lnTo>
                <a:lnTo>
                  <a:pt x="1090" y="1238"/>
                </a:lnTo>
                <a:lnTo>
                  <a:pt x="1103" y="1270"/>
                </a:lnTo>
                <a:lnTo>
                  <a:pt x="1115" y="1302"/>
                </a:lnTo>
                <a:lnTo>
                  <a:pt x="1128" y="1332"/>
                </a:lnTo>
                <a:lnTo>
                  <a:pt x="1140" y="1362"/>
                </a:lnTo>
                <a:lnTo>
                  <a:pt x="1153" y="1391"/>
                </a:lnTo>
                <a:lnTo>
                  <a:pt x="1165" y="1419"/>
                </a:lnTo>
                <a:lnTo>
                  <a:pt x="1178" y="1446"/>
                </a:lnTo>
                <a:lnTo>
                  <a:pt x="1190" y="1471"/>
                </a:lnTo>
                <a:lnTo>
                  <a:pt x="1203" y="1496"/>
                </a:lnTo>
                <a:lnTo>
                  <a:pt x="1216" y="1519"/>
                </a:lnTo>
                <a:lnTo>
                  <a:pt x="1228" y="1541"/>
                </a:lnTo>
                <a:lnTo>
                  <a:pt x="1241" y="1562"/>
                </a:lnTo>
                <a:lnTo>
                  <a:pt x="1253" y="1581"/>
                </a:lnTo>
                <a:lnTo>
                  <a:pt x="1266" y="1599"/>
                </a:lnTo>
                <a:lnTo>
                  <a:pt x="1278" y="1616"/>
                </a:lnTo>
                <a:lnTo>
                  <a:pt x="1291" y="1631"/>
                </a:lnTo>
                <a:lnTo>
                  <a:pt x="1303" y="1645"/>
                </a:lnTo>
                <a:lnTo>
                  <a:pt x="1316" y="1658"/>
                </a:lnTo>
                <a:lnTo>
                  <a:pt x="1328" y="1670"/>
                </a:lnTo>
                <a:lnTo>
                  <a:pt x="1341" y="1680"/>
                </a:lnTo>
                <a:lnTo>
                  <a:pt x="1353" y="1689"/>
                </a:lnTo>
                <a:lnTo>
                  <a:pt x="1366" y="1696"/>
                </a:lnTo>
                <a:lnTo>
                  <a:pt x="1378" y="1703"/>
                </a:lnTo>
                <a:lnTo>
                  <a:pt x="1391" y="1708"/>
                </a:lnTo>
                <a:lnTo>
                  <a:pt x="1404" y="1712"/>
                </a:lnTo>
                <a:lnTo>
                  <a:pt x="1416" y="1715"/>
                </a:lnTo>
                <a:lnTo>
                  <a:pt x="1429" y="1717"/>
                </a:lnTo>
                <a:lnTo>
                  <a:pt x="1441" y="1717"/>
                </a:lnTo>
                <a:lnTo>
                  <a:pt x="1454" y="1717"/>
                </a:lnTo>
                <a:lnTo>
                  <a:pt x="1466" y="1716"/>
                </a:lnTo>
                <a:lnTo>
                  <a:pt x="1479" y="1714"/>
                </a:lnTo>
                <a:lnTo>
                  <a:pt x="1491" y="1711"/>
                </a:lnTo>
                <a:lnTo>
                  <a:pt x="1504" y="1707"/>
                </a:lnTo>
                <a:lnTo>
                  <a:pt x="1516" y="1702"/>
                </a:lnTo>
                <a:lnTo>
                  <a:pt x="1529" y="1697"/>
                </a:lnTo>
                <a:lnTo>
                  <a:pt x="1541" y="1691"/>
                </a:lnTo>
                <a:lnTo>
                  <a:pt x="1554" y="1684"/>
                </a:lnTo>
                <a:lnTo>
                  <a:pt x="1566" y="1677"/>
                </a:lnTo>
                <a:lnTo>
                  <a:pt x="1579" y="1670"/>
                </a:lnTo>
                <a:lnTo>
                  <a:pt x="1591" y="1661"/>
                </a:lnTo>
                <a:lnTo>
                  <a:pt x="1604" y="1653"/>
                </a:lnTo>
                <a:lnTo>
                  <a:pt x="1617" y="1644"/>
                </a:lnTo>
                <a:lnTo>
                  <a:pt x="1629" y="1635"/>
                </a:lnTo>
                <a:lnTo>
                  <a:pt x="1642" y="1625"/>
                </a:lnTo>
                <a:lnTo>
                  <a:pt x="1654" y="1616"/>
                </a:lnTo>
                <a:lnTo>
                  <a:pt x="1667" y="1606"/>
                </a:lnTo>
                <a:lnTo>
                  <a:pt x="1679" y="1596"/>
                </a:lnTo>
                <a:lnTo>
                  <a:pt x="1692" y="1586"/>
                </a:lnTo>
                <a:lnTo>
                  <a:pt x="1704" y="1576"/>
                </a:lnTo>
                <a:lnTo>
                  <a:pt x="1717" y="1566"/>
                </a:lnTo>
                <a:lnTo>
                  <a:pt x="1729" y="1556"/>
                </a:lnTo>
                <a:lnTo>
                  <a:pt x="1742" y="1546"/>
                </a:lnTo>
                <a:lnTo>
                  <a:pt x="1754" y="1537"/>
                </a:lnTo>
                <a:lnTo>
                  <a:pt x="1767" y="1527"/>
                </a:lnTo>
                <a:lnTo>
                  <a:pt x="1779" y="1518"/>
                </a:lnTo>
                <a:lnTo>
                  <a:pt x="1792" y="1509"/>
                </a:lnTo>
                <a:lnTo>
                  <a:pt x="1805" y="1500"/>
                </a:lnTo>
                <a:lnTo>
                  <a:pt x="1817" y="1492"/>
                </a:lnTo>
                <a:lnTo>
                  <a:pt x="1830" y="1484"/>
                </a:lnTo>
                <a:lnTo>
                  <a:pt x="1842" y="1476"/>
                </a:lnTo>
                <a:lnTo>
                  <a:pt x="1855" y="1468"/>
                </a:lnTo>
                <a:lnTo>
                  <a:pt x="1867" y="1461"/>
                </a:lnTo>
                <a:lnTo>
                  <a:pt x="1880" y="1454"/>
                </a:lnTo>
                <a:lnTo>
                  <a:pt x="1892" y="1448"/>
                </a:lnTo>
                <a:lnTo>
                  <a:pt x="1905" y="1442"/>
                </a:lnTo>
                <a:lnTo>
                  <a:pt x="1917" y="1437"/>
                </a:lnTo>
                <a:lnTo>
                  <a:pt x="1930" y="1431"/>
                </a:lnTo>
                <a:lnTo>
                  <a:pt x="1942" y="1427"/>
                </a:lnTo>
                <a:lnTo>
                  <a:pt x="1955" y="1422"/>
                </a:lnTo>
                <a:lnTo>
                  <a:pt x="1967" y="1419"/>
                </a:lnTo>
                <a:lnTo>
                  <a:pt x="1980" y="1415"/>
                </a:lnTo>
                <a:lnTo>
                  <a:pt x="1992" y="1412"/>
                </a:lnTo>
                <a:lnTo>
                  <a:pt x="2005" y="1409"/>
                </a:lnTo>
                <a:lnTo>
                  <a:pt x="2018" y="1407"/>
                </a:lnTo>
                <a:lnTo>
                  <a:pt x="2030" y="1405"/>
                </a:lnTo>
                <a:lnTo>
                  <a:pt x="2043" y="1404"/>
                </a:lnTo>
                <a:lnTo>
                  <a:pt x="2055" y="1402"/>
                </a:lnTo>
                <a:lnTo>
                  <a:pt x="2068" y="1402"/>
                </a:lnTo>
                <a:lnTo>
                  <a:pt x="2080" y="1401"/>
                </a:lnTo>
                <a:lnTo>
                  <a:pt x="2093" y="1401"/>
                </a:lnTo>
                <a:lnTo>
                  <a:pt x="2105" y="1401"/>
                </a:lnTo>
                <a:lnTo>
                  <a:pt x="2118" y="1401"/>
                </a:lnTo>
                <a:lnTo>
                  <a:pt x="2130" y="1402"/>
                </a:lnTo>
                <a:lnTo>
                  <a:pt x="2143" y="1402"/>
                </a:lnTo>
                <a:lnTo>
                  <a:pt x="2155" y="1403"/>
                </a:lnTo>
                <a:lnTo>
                  <a:pt x="2168" y="1404"/>
                </a:lnTo>
                <a:lnTo>
                  <a:pt x="2180" y="1406"/>
                </a:lnTo>
                <a:lnTo>
                  <a:pt x="2193" y="1407"/>
                </a:lnTo>
                <a:lnTo>
                  <a:pt x="2206" y="1408"/>
                </a:lnTo>
                <a:lnTo>
                  <a:pt x="2218" y="1410"/>
                </a:lnTo>
                <a:lnTo>
                  <a:pt x="2231" y="1411"/>
                </a:lnTo>
                <a:lnTo>
                  <a:pt x="2243" y="1413"/>
                </a:lnTo>
                <a:lnTo>
                  <a:pt x="2256" y="1414"/>
                </a:lnTo>
                <a:lnTo>
                  <a:pt x="2268" y="1416"/>
                </a:lnTo>
                <a:lnTo>
                  <a:pt x="2281" y="1417"/>
                </a:lnTo>
                <a:lnTo>
                  <a:pt x="2293" y="1419"/>
                </a:lnTo>
                <a:lnTo>
                  <a:pt x="2306" y="1420"/>
                </a:lnTo>
                <a:lnTo>
                  <a:pt x="2318" y="1421"/>
                </a:lnTo>
                <a:lnTo>
                  <a:pt x="2331" y="1422"/>
                </a:lnTo>
                <a:lnTo>
                  <a:pt x="2343" y="1423"/>
                </a:lnTo>
                <a:lnTo>
                  <a:pt x="2356" y="1423"/>
                </a:lnTo>
                <a:lnTo>
                  <a:pt x="2368" y="1424"/>
                </a:lnTo>
                <a:lnTo>
                  <a:pt x="2381" y="1424"/>
                </a:lnTo>
                <a:lnTo>
                  <a:pt x="2393" y="1424"/>
                </a:lnTo>
                <a:lnTo>
                  <a:pt x="2406" y="1424"/>
                </a:lnTo>
                <a:lnTo>
                  <a:pt x="2419" y="1423"/>
                </a:lnTo>
                <a:lnTo>
                  <a:pt x="2431" y="1422"/>
                </a:lnTo>
                <a:lnTo>
                  <a:pt x="2444" y="1421"/>
                </a:lnTo>
                <a:lnTo>
                  <a:pt x="2456" y="1419"/>
                </a:lnTo>
                <a:lnTo>
                  <a:pt x="2469" y="1417"/>
                </a:lnTo>
                <a:lnTo>
                  <a:pt x="2481" y="1415"/>
                </a:lnTo>
                <a:lnTo>
                  <a:pt x="2494" y="1413"/>
                </a:lnTo>
                <a:lnTo>
                  <a:pt x="2506" y="1410"/>
                </a:lnTo>
                <a:lnTo>
                  <a:pt x="2519" y="1407"/>
                </a:lnTo>
                <a:lnTo>
                  <a:pt x="2531" y="1403"/>
                </a:lnTo>
                <a:lnTo>
                  <a:pt x="2544" y="1399"/>
                </a:lnTo>
                <a:lnTo>
                  <a:pt x="2556" y="1395"/>
                </a:lnTo>
                <a:lnTo>
                  <a:pt x="2569" y="1391"/>
                </a:lnTo>
                <a:lnTo>
                  <a:pt x="2581" y="1386"/>
                </a:lnTo>
                <a:lnTo>
                  <a:pt x="2594" y="1381"/>
                </a:lnTo>
                <a:lnTo>
                  <a:pt x="2607" y="1376"/>
                </a:lnTo>
                <a:lnTo>
                  <a:pt x="2619" y="1370"/>
                </a:lnTo>
                <a:lnTo>
                  <a:pt x="2632" y="1364"/>
                </a:lnTo>
                <a:lnTo>
                  <a:pt x="2644" y="1358"/>
                </a:lnTo>
                <a:lnTo>
                  <a:pt x="2657" y="1351"/>
                </a:lnTo>
                <a:lnTo>
                  <a:pt x="2669" y="1344"/>
                </a:lnTo>
                <a:lnTo>
                  <a:pt x="2682" y="1337"/>
                </a:lnTo>
                <a:lnTo>
                  <a:pt x="2694" y="1330"/>
                </a:lnTo>
                <a:lnTo>
                  <a:pt x="2707" y="1323"/>
                </a:lnTo>
                <a:lnTo>
                  <a:pt x="2719" y="1315"/>
                </a:lnTo>
                <a:lnTo>
                  <a:pt x="2732" y="1308"/>
                </a:lnTo>
                <a:lnTo>
                  <a:pt x="2744" y="1300"/>
                </a:lnTo>
                <a:lnTo>
                  <a:pt x="2757" y="1292"/>
                </a:lnTo>
                <a:lnTo>
                  <a:pt x="2769" y="1284"/>
                </a:lnTo>
                <a:lnTo>
                  <a:pt x="2782" y="1276"/>
                </a:lnTo>
                <a:lnTo>
                  <a:pt x="2794" y="1268"/>
                </a:lnTo>
                <a:lnTo>
                  <a:pt x="2807" y="1260"/>
                </a:lnTo>
                <a:lnTo>
                  <a:pt x="2820" y="1252"/>
                </a:lnTo>
                <a:lnTo>
                  <a:pt x="2832" y="1244"/>
                </a:lnTo>
                <a:lnTo>
                  <a:pt x="2845" y="1236"/>
                </a:lnTo>
                <a:lnTo>
                  <a:pt x="2857" y="1228"/>
                </a:lnTo>
                <a:lnTo>
                  <a:pt x="2870" y="1221"/>
                </a:lnTo>
                <a:lnTo>
                  <a:pt x="2882" y="1213"/>
                </a:lnTo>
                <a:lnTo>
                  <a:pt x="2895" y="1206"/>
                </a:lnTo>
                <a:lnTo>
                  <a:pt x="2907" y="1199"/>
                </a:lnTo>
                <a:lnTo>
                  <a:pt x="2920" y="1192"/>
                </a:lnTo>
                <a:lnTo>
                  <a:pt x="2932" y="1186"/>
                </a:lnTo>
                <a:lnTo>
                  <a:pt x="2945" y="1179"/>
                </a:lnTo>
                <a:lnTo>
                  <a:pt x="2957" y="1174"/>
                </a:lnTo>
                <a:lnTo>
                  <a:pt x="2970" y="1168"/>
                </a:lnTo>
                <a:lnTo>
                  <a:pt x="2982" y="1163"/>
                </a:lnTo>
                <a:lnTo>
                  <a:pt x="2995" y="1158"/>
                </a:lnTo>
                <a:lnTo>
                  <a:pt x="3008" y="1153"/>
                </a:lnTo>
                <a:lnTo>
                  <a:pt x="3020" y="1149"/>
                </a:lnTo>
                <a:lnTo>
                  <a:pt x="3033" y="1145"/>
                </a:lnTo>
                <a:lnTo>
                  <a:pt x="3045" y="1142"/>
                </a:lnTo>
                <a:lnTo>
                  <a:pt x="3058" y="1139"/>
                </a:lnTo>
                <a:lnTo>
                  <a:pt x="3070" y="1137"/>
                </a:lnTo>
                <a:lnTo>
                  <a:pt x="3083" y="1135"/>
                </a:lnTo>
                <a:lnTo>
                  <a:pt x="3095" y="1134"/>
                </a:lnTo>
                <a:lnTo>
                  <a:pt x="3108" y="1133"/>
                </a:lnTo>
                <a:lnTo>
                  <a:pt x="3120" y="1132"/>
                </a:lnTo>
                <a:lnTo>
                  <a:pt x="3133" y="1133"/>
                </a:lnTo>
                <a:lnTo>
                  <a:pt x="3145" y="1133"/>
                </a:lnTo>
                <a:lnTo>
                  <a:pt x="3158" y="1134"/>
                </a:lnTo>
                <a:lnTo>
                  <a:pt x="3170" y="1136"/>
                </a:lnTo>
                <a:lnTo>
                  <a:pt x="3183" y="1138"/>
                </a:lnTo>
                <a:lnTo>
                  <a:pt x="3195" y="1140"/>
                </a:lnTo>
                <a:lnTo>
                  <a:pt x="3208" y="1143"/>
                </a:lnTo>
                <a:lnTo>
                  <a:pt x="3221" y="1147"/>
                </a:lnTo>
                <a:lnTo>
                  <a:pt x="3233" y="1150"/>
                </a:lnTo>
                <a:lnTo>
                  <a:pt x="3246" y="1155"/>
                </a:lnTo>
                <a:lnTo>
                  <a:pt x="3258" y="1159"/>
                </a:lnTo>
                <a:lnTo>
                  <a:pt x="3271" y="1164"/>
                </a:lnTo>
                <a:lnTo>
                  <a:pt x="3283" y="1170"/>
                </a:lnTo>
                <a:lnTo>
                  <a:pt x="3296" y="1176"/>
                </a:lnTo>
                <a:lnTo>
                  <a:pt x="3308" y="1182"/>
                </a:lnTo>
                <a:lnTo>
                  <a:pt x="3321" y="1188"/>
                </a:lnTo>
                <a:lnTo>
                  <a:pt x="3333" y="1195"/>
                </a:lnTo>
                <a:lnTo>
                  <a:pt x="3346" y="1201"/>
                </a:lnTo>
                <a:lnTo>
                  <a:pt x="3358" y="1209"/>
                </a:lnTo>
                <a:lnTo>
                  <a:pt x="3371" y="1216"/>
                </a:lnTo>
                <a:lnTo>
                  <a:pt x="3383" y="1223"/>
                </a:lnTo>
                <a:lnTo>
                  <a:pt x="3396" y="1231"/>
                </a:lnTo>
                <a:lnTo>
                  <a:pt x="3409" y="1238"/>
                </a:lnTo>
                <a:lnTo>
                  <a:pt x="3421" y="1246"/>
                </a:lnTo>
                <a:lnTo>
                  <a:pt x="3434" y="1253"/>
                </a:lnTo>
                <a:lnTo>
                  <a:pt x="3446" y="1261"/>
                </a:lnTo>
                <a:lnTo>
                  <a:pt x="3459" y="1268"/>
                </a:lnTo>
                <a:lnTo>
                  <a:pt x="3471" y="1275"/>
                </a:lnTo>
                <a:lnTo>
                  <a:pt x="3484" y="1283"/>
                </a:lnTo>
                <a:lnTo>
                  <a:pt x="3496" y="1290"/>
                </a:lnTo>
                <a:lnTo>
                  <a:pt x="3509" y="1296"/>
                </a:lnTo>
                <a:lnTo>
                  <a:pt x="3521" y="1303"/>
                </a:lnTo>
                <a:lnTo>
                  <a:pt x="3534" y="1309"/>
                </a:lnTo>
                <a:lnTo>
                  <a:pt x="3546" y="1315"/>
                </a:lnTo>
                <a:lnTo>
                  <a:pt x="3559" y="1320"/>
                </a:lnTo>
                <a:lnTo>
                  <a:pt x="3571" y="1325"/>
                </a:lnTo>
                <a:lnTo>
                  <a:pt x="3584" y="1329"/>
                </a:lnTo>
                <a:lnTo>
                  <a:pt x="3596" y="1333"/>
                </a:lnTo>
                <a:lnTo>
                  <a:pt x="3609" y="1337"/>
                </a:lnTo>
                <a:lnTo>
                  <a:pt x="3622" y="1340"/>
                </a:lnTo>
                <a:lnTo>
                  <a:pt x="3634" y="1342"/>
                </a:lnTo>
                <a:lnTo>
                  <a:pt x="3647" y="1344"/>
                </a:lnTo>
                <a:lnTo>
                  <a:pt x="3659" y="1345"/>
                </a:lnTo>
                <a:lnTo>
                  <a:pt x="3672" y="1345"/>
                </a:lnTo>
                <a:lnTo>
                  <a:pt x="3684" y="1345"/>
                </a:lnTo>
                <a:lnTo>
                  <a:pt x="3697" y="1344"/>
                </a:lnTo>
                <a:lnTo>
                  <a:pt x="3709" y="1342"/>
                </a:lnTo>
                <a:lnTo>
                  <a:pt x="3722" y="1340"/>
                </a:lnTo>
                <a:lnTo>
                  <a:pt x="3734" y="1337"/>
                </a:lnTo>
                <a:lnTo>
                  <a:pt x="3747" y="1333"/>
                </a:lnTo>
                <a:lnTo>
                  <a:pt x="3759" y="1328"/>
                </a:lnTo>
                <a:lnTo>
                  <a:pt x="3772" y="1323"/>
                </a:lnTo>
                <a:lnTo>
                  <a:pt x="3784" y="1317"/>
                </a:lnTo>
                <a:lnTo>
                  <a:pt x="3797" y="1311"/>
                </a:lnTo>
                <a:lnTo>
                  <a:pt x="3810" y="1303"/>
                </a:lnTo>
                <a:lnTo>
                  <a:pt x="3822" y="1295"/>
                </a:lnTo>
                <a:lnTo>
                  <a:pt x="3835" y="1287"/>
                </a:lnTo>
                <a:lnTo>
                  <a:pt x="3847" y="1277"/>
                </a:lnTo>
                <a:lnTo>
                  <a:pt x="3860" y="1268"/>
                </a:lnTo>
                <a:lnTo>
                  <a:pt x="3872" y="1257"/>
                </a:lnTo>
                <a:lnTo>
                  <a:pt x="3885" y="1246"/>
                </a:lnTo>
                <a:lnTo>
                  <a:pt x="3897" y="1235"/>
                </a:lnTo>
                <a:lnTo>
                  <a:pt x="3910" y="1223"/>
                </a:lnTo>
                <a:lnTo>
                  <a:pt x="3922" y="1211"/>
                </a:lnTo>
                <a:lnTo>
                  <a:pt x="3935" y="1198"/>
                </a:lnTo>
                <a:lnTo>
                  <a:pt x="3947" y="1185"/>
                </a:lnTo>
                <a:lnTo>
                  <a:pt x="3960" y="1172"/>
                </a:lnTo>
                <a:lnTo>
                  <a:pt x="3972" y="1159"/>
                </a:lnTo>
                <a:lnTo>
                  <a:pt x="3985" y="1145"/>
                </a:lnTo>
                <a:lnTo>
                  <a:pt x="3997" y="1132"/>
                </a:lnTo>
                <a:lnTo>
                  <a:pt x="4010" y="1118"/>
                </a:lnTo>
                <a:lnTo>
                  <a:pt x="4023" y="1105"/>
                </a:lnTo>
                <a:lnTo>
                  <a:pt x="4035" y="1092"/>
                </a:lnTo>
                <a:lnTo>
                  <a:pt x="4048" y="1079"/>
                </a:lnTo>
                <a:lnTo>
                  <a:pt x="4060" y="1066"/>
                </a:lnTo>
                <a:lnTo>
                  <a:pt x="4073" y="1054"/>
                </a:lnTo>
                <a:lnTo>
                  <a:pt x="4085" y="1042"/>
                </a:lnTo>
                <a:lnTo>
                  <a:pt x="4098" y="1031"/>
                </a:lnTo>
                <a:lnTo>
                  <a:pt x="4110" y="1020"/>
                </a:lnTo>
                <a:lnTo>
                  <a:pt x="4123" y="1010"/>
                </a:lnTo>
                <a:lnTo>
                  <a:pt x="4135" y="1001"/>
                </a:lnTo>
                <a:lnTo>
                  <a:pt x="4148" y="992"/>
                </a:lnTo>
                <a:lnTo>
                  <a:pt x="4160" y="985"/>
                </a:lnTo>
                <a:lnTo>
                  <a:pt x="4173" y="978"/>
                </a:lnTo>
                <a:lnTo>
                  <a:pt x="4185" y="972"/>
                </a:lnTo>
                <a:lnTo>
                  <a:pt x="4198" y="967"/>
                </a:lnTo>
                <a:lnTo>
                  <a:pt x="4211" y="964"/>
                </a:lnTo>
                <a:lnTo>
                  <a:pt x="4223" y="961"/>
                </a:lnTo>
                <a:lnTo>
                  <a:pt x="4236" y="960"/>
                </a:lnTo>
                <a:lnTo>
                  <a:pt x="4248" y="960"/>
                </a:lnTo>
                <a:lnTo>
                  <a:pt x="4261" y="961"/>
                </a:lnTo>
                <a:lnTo>
                  <a:pt x="4273" y="963"/>
                </a:lnTo>
                <a:lnTo>
                  <a:pt x="4286" y="967"/>
                </a:lnTo>
                <a:lnTo>
                  <a:pt x="4298" y="972"/>
                </a:lnTo>
                <a:lnTo>
                  <a:pt x="4311" y="978"/>
                </a:lnTo>
                <a:lnTo>
                  <a:pt x="4323" y="985"/>
                </a:lnTo>
                <a:lnTo>
                  <a:pt x="4336" y="994"/>
                </a:lnTo>
                <a:lnTo>
                  <a:pt x="4348" y="1003"/>
                </a:lnTo>
                <a:lnTo>
                  <a:pt x="4361" y="1014"/>
                </a:lnTo>
                <a:lnTo>
                  <a:pt x="4373" y="1026"/>
                </a:lnTo>
                <a:lnTo>
                  <a:pt x="4386" y="1038"/>
                </a:lnTo>
                <a:lnTo>
                  <a:pt x="4398" y="1052"/>
                </a:lnTo>
                <a:lnTo>
                  <a:pt x="4411" y="1066"/>
                </a:lnTo>
                <a:lnTo>
                  <a:pt x="4424" y="1081"/>
                </a:lnTo>
                <a:lnTo>
                  <a:pt x="4436" y="1097"/>
                </a:lnTo>
                <a:lnTo>
                  <a:pt x="4449" y="1112"/>
                </a:lnTo>
                <a:lnTo>
                  <a:pt x="4461" y="1129"/>
                </a:lnTo>
                <a:lnTo>
                  <a:pt x="4474" y="1145"/>
                </a:lnTo>
                <a:lnTo>
                  <a:pt x="4486" y="1161"/>
                </a:lnTo>
                <a:lnTo>
                  <a:pt x="4499" y="1176"/>
                </a:lnTo>
                <a:lnTo>
                  <a:pt x="4511" y="1191"/>
                </a:lnTo>
                <a:lnTo>
                  <a:pt x="4524" y="1206"/>
                </a:lnTo>
                <a:lnTo>
                  <a:pt x="4536" y="1219"/>
                </a:lnTo>
                <a:lnTo>
                  <a:pt x="4549" y="1231"/>
                </a:lnTo>
                <a:lnTo>
                  <a:pt x="4561" y="1242"/>
                </a:lnTo>
                <a:lnTo>
                  <a:pt x="4574" y="1251"/>
                </a:lnTo>
                <a:lnTo>
                  <a:pt x="4586" y="1258"/>
                </a:lnTo>
                <a:lnTo>
                  <a:pt x="4599" y="1263"/>
                </a:lnTo>
                <a:lnTo>
                  <a:pt x="4612" y="1266"/>
                </a:lnTo>
                <a:lnTo>
                  <a:pt x="4624" y="1266"/>
                </a:lnTo>
                <a:lnTo>
                  <a:pt x="4637" y="1263"/>
                </a:lnTo>
                <a:lnTo>
                  <a:pt x="4649" y="1256"/>
                </a:lnTo>
                <a:lnTo>
                  <a:pt x="4662" y="1246"/>
                </a:lnTo>
                <a:lnTo>
                  <a:pt x="4674" y="1233"/>
                </a:lnTo>
                <a:lnTo>
                  <a:pt x="4687" y="1216"/>
                </a:lnTo>
                <a:lnTo>
                  <a:pt x="4699" y="1194"/>
                </a:lnTo>
                <a:lnTo>
                  <a:pt x="4712" y="1169"/>
                </a:lnTo>
                <a:lnTo>
                  <a:pt x="4724" y="1139"/>
                </a:lnTo>
                <a:lnTo>
                  <a:pt x="4737" y="1104"/>
                </a:lnTo>
                <a:lnTo>
                  <a:pt x="4749" y="1066"/>
                </a:lnTo>
                <a:lnTo>
                  <a:pt x="4762" y="1022"/>
                </a:lnTo>
                <a:lnTo>
                  <a:pt x="4774" y="975"/>
                </a:lnTo>
                <a:lnTo>
                  <a:pt x="4787" y="922"/>
                </a:lnTo>
                <a:lnTo>
                  <a:pt x="4799" y="866"/>
                </a:lnTo>
                <a:lnTo>
                  <a:pt x="4812" y="806"/>
                </a:lnTo>
                <a:lnTo>
                  <a:pt x="4825" y="743"/>
                </a:lnTo>
                <a:lnTo>
                  <a:pt x="4837" y="676"/>
                </a:lnTo>
                <a:lnTo>
                  <a:pt x="4850" y="607"/>
                </a:lnTo>
                <a:lnTo>
                  <a:pt x="4862" y="537"/>
                </a:lnTo>
                <a:lnTo>
                  <a:pt x="4875" y="465"/>
                </a:lnTo>
                <a:lnTo>
                  <a:pt x="4887" y="394"/>
                </a:lnTo>
                <a:lnTo>
                  <a:pt x="4900" y="323"/>
                </a:lnTo>
                <a:lnTo>
                  <a:pt x="4912" y="255"/>
                </a:lnTo>
                <a:lnTo>
                  <a:pt x="4925" y="191"/>
                </a:lnTo>
                <a:lnTo>
                  <a:pt x="4937" y="133"/>
                </a:lnTo>
                <a:lnTo>
                  <a:pt x="4950" y="83"/>
                </a:lnTo>
                <a:lnTo>
                  <a:pt x="4962" y="42"/>
                </a:lnTo>
                <a:lnTo>
                  <a:pt x="4975" y="14"/>
                </a:lnTo>
                <a:lnTo>
                  <a:pt x="4987" y="0"/>
                </a:lnTo>
                <a:lnTo>
                  <a:pt x="5000" y="5"/>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6510528" y="3146450"/>
            <a:ext cx="4572000" cy="1583741"/>
          </a:xfrm>
          <a:custGeom>
            <a:avLst/>
            <a:gdLst/>
            <a:ahLst/>
            <a:cxnLst/>
            <a:rect l="l" t="t" r="r" b="b"/>
            <a:pathLst>
              <a:path w="5000" h="1732">
                <a:moveTo>
                  <a:pt x="0" y="858"/>
                </a:moveTo>
                <a:lnTo>
                  <a:pt x="13" y="790"/>
                </a:lnTo>
                <a:lnTo>
                  <a:pt x="25" y="737"/>
                </a:lnTo>
                <a:lnTo>
                  <a:pt x="38" y="698"/>
                </a:lnTo>
                <a:lnTo>
                  <a:pt x="50" y="670"/>
                </a:lnTo>
                <a:lnTo>
                  <a:pt x="63" y="653"/>
                </a:lnTo>
                <a:lnTo>
                  <a:pt x="75" y="645"/>
                </a:lnTo>
                <a:lnTo>
                  <a:pt x="88" y="645"/>
                </a:lnTo>
                <a:lnTo>
                  <a:pt x="100" y="652"/>
                </a:lnTo>
                <a:lnTo>
                  <a:pt x="113" y="664"/>
                </a:lnTo>
                <a:lnTo>
                  <a:pt x="125" y="681"/>
                </a:lnTo>
                <a:lnTo>
                  <a:pt x="138" y="702"/>
                </a:lnTo>
                <a:lnTo>
                  <a:pt x="150" y="727"/>
                </a:lnTo>
                <a:lnTo>
                  <a:pt x="163" y="753"/>
                </a:lnTo>
                <a:lnTo>
                  <a:pt x="175" y="782"/>
                </a:lnTo>
                <a:lnTo>
                  <a:pt x="188" y="811"/>
                </a:lnTo>
                <a:lnTo>
                  <a:pt x="201" y="842"/>
                </a:lnTo>
                <a:lnTo>
                  <a:pt x="213" y="873"/>
                </a:lnTo>
                <a:lnTo>
                  <a:pt x="226" y="904"/>
                </a:lnTo>
                <a:lnTo>
                  <a:pt x="238" y="935"/>
                </a:lnTo>
                <a:lnTo>
                  <a:pt x="251" y="965"/>
                </a:lnTo>
                <a:lnTo>
                  <a:pt x="263" y="994"/>
                </a:lnTo>
                <a:lnTo>
                  <a:pt x="276" y="1023"/>
                </a:lnTo>
                <a:lnTo>
                  <a:pt x="288" y="1050"/>
                </a:lnTo>
                <a:lnTo>
                  <a:pt x="301" y="1076"/>
                </a:lnTo>
                <a:lnTo>
                  <a:pt x="313" y="1100"/>
                </a:lnTo>
                <a:lnTo>
                  <a:pt x="326" y="1123"/>
                </a:lnTo>
                <a:lnTo>
                  <a:pt x="338" y="1145"/>
                </a:lnTo>
                <a:lnTo>
                  <a:pt x="351" y="1165"/>
                </a:lnTo>
                <a:lnTo>
                  <a:pt x="363" y="1183"/>
                </a:lnTo>
                <a:lnTo>
                  <a:pt x="376" y="1200"/>
                </a:lnTo>
                <a:lnTo>
                  <a:pt x="388" y="1215"/>
                </a:lnTo>
                <a:lnTo>
                  <a:pt x="401" y="1229"/>
                </a:lnTo>
                <a:lnTo>
                  <a:pt x="414" y="1241"/>
                </a:lnTo>
                <a:lnTo>
                  <a:pt x="426" y="1251"/>
                </a:lnTo>
                <a:lnTo>
                  <a:pt x="439" y="1261"/>
                </a:lnTo>
                <a:lnTo>
                  <a:pt x="451" y="1269"/>
                </a:lnTo>
                <a:lnTo>
                  <a:pt x="464" y="1276"/>
                </a:lnTo>
                <a:lnTo>
                  <a:pt x="476" y="1281"/>
                </a:lnTo>
                <a:lnTo>
                  <a:pt x="489" y="1286"/>
                </a:lnTo>
                <a:lnTo>
                  <a:pt x="501" y="1289"/>
                </a:lnTo>
                <a:lnTo>
                  <a:pt x="514" y="1292"/>
                </a:lnTo>
                <a:lnTo>
                  <a:pt x="526" y="1293"/>
                </a:lnTo>
                <a:lnTo>
                  <a:pt x="539" y="1294"/>
                </a:lnTo>
                <a:lnTo>
                  <a:pt x="551" y="1295"/>
                </a:lnTo>
                <a:lnTo>
                  <a:pt x="564" y="1294"/>
                </a:lnTo>
                <a:lnTo>
                  <a:pt x="576" y="1294"/>
                </a:lnTo>
                <a:lnTo>
                  <a:pt x="589" y="1293"/>
                </a:lnTo>
                <a:lnTo>
                  <a:pt x="602" y="1291"/>
                </a:lnTo>
                <a:lnTo>
                  <a:pt x="614" y="1289"/>
                </a:lnTo>
                <a:lnTo>
                  <a:pt x="627" y="1287"/>
                </a:lnTo>
                <a:lnTo>
                  <a:pt x="639" y="1285"/>
                </a:lnTo>
                <a:lnTo>
                  <a:pt x="652" y="1283"/>
                </a:lnTo>
                <a:lnTo>
                  <a:pt x="664" y="1281"/>
                </a:lnTo>
                <a:lnTo>
                  <a:pt x="677" y="1279"/>
                </a:lnTo>
                <a:lnTo>
                  <a:pt x="689" y="1277"/>
                </a:lnTo>
                <a:lnTo>
                  <a:pt x="702" y="1276"/>
                </a:lnTo>
                <a:lnTo>
                  <a:pt x="714" y="1274"/>
                </a:lnTo>
                <a:lnTo>
                  <a:pt x="727" y="1273"/>
                </a:lnTo>
                <a:lnTo>
                  <a:pt x="739" y="1272"/>
                </a:lnTo>
                <a:lnTo>
                  <a:pt x="752" y="1272"/>
                </a:lnTo>
                <a:lnTo>
                  <a:pt x="764" y="1272"/>
                </a:lnTo>
                <a:lnTo>
                  <a:pt x="777" y="1272"/>
                </a:lnTo>
                <a:lnTo>
                  <a:pt x="789" y="1273"/>
                </a:lnTo>
                <a:lnTo>
                  <a:pt x="802" y="1274"/>
                </a:lnTo>
                <a:lnTo>
                  <a:pt x="815" y="1276"/>
                </a:lnTo>
                <a:lnTo>
                  <a:pt x="827" y="1278"/>
                </a:lnTo>
                <a:lnTo>
                  <a:pt x="840" y="1281"/>
                </a:lnTo>
                <a:lnTo>
                  <a:pt x="852" y="1284"/>
                </a:lnTo>
                <a:lnTo>
                  <a:pt x="865" y="1288"/>
                </a:lnTo>
                <a:lnTo>
                  <a:pt x="877" y="1292"/>
                </a:lnTo>
                <a:lnTo>
                  <a:pt x="890" y="1297"/>
                </a:lnTo>
                <a:lnTo>
                  <a:pt x="902" y="1302"/>
                </a:lnTo>
                <a:lnTo>
                  <a:pt x="915" y="1307"/>
                </a:lnTo>
                <a:lnTo>
                  <a:pt x="927" y="1314"/>
                </a:lnTo>
                <a:lnTo>
                  <a:pt x="940" y="1320"/>
                </a:lnTo>
                <a:lnTo>
                  <a:pt x="952" y="1327"/>
                </a:lnTo>
                <a:lnTo>
                  <a:pt x="965" y="1335"/>
                </a:lnTo>
                <a:lnTo>
                  <a:pt x="977" y="1343"/>
                </a:lnTo>
                <a:lnTo>
                  <a:pt x="990" y="1351"/>
                </a:lnTo>
                <a:lnTo>
                  <a:pt x="1003" y="1360"/>
                </a:lnTo>
                <a:lnTo>
                  <a:pt x="1015" y="1369"/>
                </a:lnTo>
                <a:lnTo>
                  <a:pt x="1028" y="1378"/>
                </a:lnTo>
                <a:lnTo>
                  <a:pt x="1040" y="1388"/>
                </a:lnTo>
                <a:lnTo>
                  <a:pt x="1053" y="1398"/>
                </a:lnTo>
                <a:lnTo>
                  <a:pt x="1065" y="1408"/>
                </a:lnTo>
                <a:lnTo>
                  <a:pt x="1078" y="1418"/>
                </a:lnTo>
                <a:lnTo>
                  <a:pt x="1090" y="1429"/>
                </a:lnTo>
                <a:lnTo>
                  <a:pt x="1103" y="1440"/>
                </a:lnTo>
                <a:lnTo>
                  <a:pt x="1115" y="1450"/>
                </a:lnTo>
                <a:lnTo>
                  <a:pt x="1128" y="1461"/>
                </a:lnTo>
                <a:lnTo>
                  <a:pt x="1140" y="1472"/>
                </a:lnTo>
                <a:lnTo>
                  <a:pt x="1153" y="1484"/>
                </a:lnTo>
                <a:lnTo>
                  <a:pt x="1165" y="1495"/>
                </a:lnTo>
                <a:lnTo>
                  <a:pt x="1178" y="1506"/>
                </a:lnTo>
                <a:lnTo>
                  <a:pt x="1190" y="1517"/>
                </a:lnTo>
                <a:lnTo>
                  <a:pt x="1203" y="1528"/>
                </a:lnTo>
                <a:lnTo>
                  <a:pt x="1216" y="1539"/>
                </a:lnTo>
                <a:lnTo>
                  <a:pt x="1228" y="1549"/>
                </a:lnTo>
                <a:lnTo>
                  <a:pt x="1241" y="1560"/>
                </a:lnTo>
                <a:lnTo>
                  <a:pt x="1253" y="1570"/>
                </a:lnTo>
                <a:lnTo>
                  <a:pt x="1266" y="1581"/>
                </a:lnTo>
                <a:lnTo>
                  <a:pt x="1278" y="1591"/>
                </a:lnTo>
                <a:lnTo>
                  <a:pt x="1291" y="1601"/>
                </a:lnTo>
                <a:lnTo>
                  <a:pt x="1303" y="1610"/>
                </a:lnTo>
                <a:lnTo>
                  <a:pt x="1316" y="1619"/>
                </a:lnTo>
                <a:lnTo>
                  <a:pt x="1328" y="1628"/>
                </a:lnTo>
                <a:lnTo>
                  <a:pt x="1341" y="1637"/>
                </a:lnTo>
                <a:lnTo>
                  <a:pt x="1353" y="1645"/>
                </a:lnTo>
                <a:lnTo>
                  <a:pt x="1366" y="1654"/>
                </a:lnTo>
                <a:lnTo>
                  <a:pt x="1378" y="1661"/>
                </a:lnTo>
                <a:lnTo>
                  <a:pt x="1391" y="1669"/>
                </a:lnTo>
                <a:lnTo>
                  <a:pt x="1404" y="1676"/>
                </a:lnTo>
                <a:lnTo>
                  <a:pt x="1416" y="1682"/>
                </a:lnTo>
                <a:lnTo>
                  <a:pt x="1429" y="1688"/>
                </a:lnTo>
                <a:lnTo>
                  <a:pt x="1441" y="1694"/>
                </a:lnTo>
                <a:lnTo>
                  <a:pt x="1454" y="1699"/>
                </a:lnTo>
                <a:lnTo>
                  <a:pt x="1466" y="1704"/>
                </a:lnTo>
                <a:lnTo>
                  <a:pt x="1479" y="1709"/>
                </a:lnTo>
                <a:lnTo>
                  <a:pt x="1491" y="1713"/>
                </a:lnTo>
                <a:lnTo>
                  <a:pt x="1504" y="1717"/>
                </a:lnTo>
                <a:lnTo>
                  <a:pt x="1516" y="1720"/>
                </a:lnTo>
                <a:lnTo>
                  <a:pt x="1529" y="1723"/>
                </a:lnTo>
                <a:lnTo>
                  <a:pt x="1541" y="1726"/>
                </a:lnTo>
                <a:lnTo>
                  <a:pt x="1554" y="1728"/>
                </a:lnTo>
                <a:lnTo>
                  <a:pt x="1566" y="1729"/>
                </a:lnTo>
                <a:lnTo>
                  <a:pt x="1579" y="1731"/>
                </a:lnTo>
                <a:lnTo>
                  <a:pt x="1591" y="1731"/>
                </a:lnTo>
                <a:lnTo>
                  <a:pt x="1604" y="1732"/>
                </a:lnTo>
                <a:lnTo>
                  <a:pt x="1617" y="1732"/>
                </a:lnTo>
                <a:lnTo>
                  <a:pt x="1629" y="1732"/>
                </a:lnTo>
                <a:lnTo>
                  <a:pt x="1642" y="1731"/>
                </a:lnTo>
                <a:lnTo>
                  <a:pt x="1654" y="1730"/>
                </a:lnTo>
                <a:lnTo>
                  <a:pt x="1667" y="1729"/>
                </a:lnTo>
                <a:lnTo>
                  <a:pt x="1679" y="1727"/>
                </a:lnTo>
                <a:lnTo>
                  <a:pt x="1692" y="1725"/>
                </a:lnTo>
                <a:lnTo>
                  <a:pt x="1704" y="1723"/>
                </a:lnTo>
                <a:lnTo>
                  <a:pt x="1717" y="1720"/>
                </a:lnTo>
                <a:lnTo>
                  <a:pt x="1729" y="1717"/>
                </a:lnTo>
                <a:lnTo>
                  <a:pt x="1742" y="1714"/>
                </a:lnTo>
                <a:lnTo>
                  <a:pt x="1754" y="1710"/>
                </a:lnTo>
                <a:lnTo>
                  <a:pt x="1767" y="1707"/>
                </a:lnTo>
                <a:lnTo>
                  <a:pt x="1779" y="1703"/>
                </a:lnTo>
                <a:lnTo>
                  <a:pt x="1792" y="1698"/>
                </a:lnTo>
                <a:lnTo>
                  <a:pt x="1805" y="1694"/>
                </a:lnTo>
                <a:lnTo>
                  <a:pt x="1817" y="1689"/>
                </a:lnTo>
                <a:lnTo>
                  <a:pt x="1830" y="1685"/>
                </a:lnTo>
                <a:lnTo>
                  <a:pt x="1842" y="1680"/>
                </a:lnTo>
                <a:lnTo>
                  <a:pt x="1855" y="1674"/>
                </a:lnTo>
                <a:lnTo>
                  <a:pt x="1867" y="1669"/>
                </a:lnTo>
                <a:lnTo>
                  <a:pt x="1880" y="1664"/>
                </a:lnTo>
                <a:lnTo>
                  <a:pt x="1892" y="1658"/>
                </a:lnTo>
                <a:lnTo>
                  <a:pt x="1905" y="1653"/>
                </a:lnTo>
                <a:lnTo>
                  <a:pt x="1917" y="1647"/>
                </a:lnTo>
                <a:lnTo>
                  <a:pt x="1930" y="1641"/>
                </a:lnTo>
                <a:lnTo>
                  <a:pt x="1942" y="1636"/>
                </a:lnTo>
                <a:lnTo>
                  <a:pt x="1955" y="1630"/>
                </a:lnTo>
                <a:lnTo>
                  <a:pt x="1967" y="1624"/>
                </a:lnTo>
                <a:lnTo>
                  <a:pt x="1980" y="1618"/>
                </a:lnTo>
                <a:lnTo>
                  <a:pt x="1992" y="1612"/>
                </a:lnTo>
                <a:lnTo>
                  <a:pt x="2005" y="1606"/>
                </a:lnTo>
                <a:lnTo>
                  <a:pt x="2018" y="1601"/>
                </a:lnTo>
                <a:lnTo>
                  <a:pt x="2030" y="1595"/>
                </a:lnTo>
                <a:lnTo>
                  <a:pt x="2043" y="1589"/>
                </a:lnTo>
                <a:lnTo>
                  <a:pt x="2055" y="1583"/>
                </a:lnTo>
                <a:lnTo>
                  <a:pt x="2068" y="1578"/>
                </a:lnTo>
                <a:lnTo>
                  <a:pt x="2080" y="1572"/>
                </a:lnTo>
                <a:lnTo>
                  <a:pt x="2093" y="1567"/>
                </a:lnTo>
                <a:lnTo>
                  <a:pt x="2105" y="1561"/>
                </a:lnTo>
                <a:lnTo>
                  <a:pt x="2118" y="1556"/>
                </a:lnTo>
                <a:lnTo>
                  <a:pt x="2130" y="1551"/>
                </a:lnTo>
                <a:lnTo>
                  <a:pt x="2143" y="1546"/>
                </a:lnTo>
                <a:lnTo>
                  <a:pt x="2155" y="1541"/>
                </a:lnTo>
                <a:lnTo>
                  <a:pt x="2168" y="1536"/>
                </a:lnTo>
                <a:lnTo>
                  <a:pt x="2180" y="1531"/>
                </a:lnTo>
                <a:lnTo>
                  <a:pt x="2193" y="1527"/>
                </a:lnTo>
                <a:lnTo>
                  <a:pt x="2206" y="1523"/>
                </a:lnTo>
                <a:lnTo>
                  <a:pt x="2218" y="1518"/>
                </a:lnTo>
                <a:lnTo>
                  <a:pt x="2231" y="1514"/>
                </a:lnTo>
                <a:lnTo>
                  <a:pt x="2243" y="1510"/>
                </a:lnTo>
                <a:lnTo>
                  <a:pt x="2256" y="1506"/>
                </a:lnTo>
                <a:lnTo>
                  <a:pt x="2268" y="1503"/>
                </a:lnTo>
                <a:lnTo>
                  <a:pt x="2281" y="1499"/>
                </a:lnTo>
                <a:lnTo>
                  <a:pt x="2293" y="1496"/>
                </a:lnTo>
                <a:lnTo>
                  <a:pt x="2306" y="1493"/>
                </a:lnTo>
                <a:lnTo>
                  <a:pt x="2318" y="1490"/>
                </a:lnTo>
                <a:lnTo>
                  <a:pt x="2331" y="1487"/>
                </a:lnTo>
                <a:lnTo>
                  <a:pt x="2343" y="1484"/>
                </a:lnTo>
                <a:lnTo>
                  <a:pt x="2356" y="1482"/>
                </a:lnTo>
                <a:lnTo>
                  <a:pt x="2368" y="1479"/>
                </a:lnTo>
                <a:lnTo>
                  <a:pt x="2381" y="1477"/>
                </a:lnTo>
                <a:lnTo>
                  <a:pt x="2393" y="1475"/>
                </a:lnTo>
                <a:lnTo>
                  <a:pt x="2406" y="1473"/>
                </a:lnTo>
                <a:lnTo>
                  <a:pt x="2419" y="1472"/>
                </a:lnTo>
                <a:lnTo>
                  <a:pt x="2431" y="1470"/>
                </a:lnTo>
                <a:lnTo>
                  <a:pt x="2444" y="1469"/>
                </a:lnTo>
                <a:lnTo>
                  <a:pt x="2456" y="1467"/>
                </a:lnTo>
                <a:lnTo>
                  <a:pt x="2469" y="1466"/>
                </a:lnTo>
                <a:lnTo>
                  <a:pt x="2481" y="1465"/>
                </a:lnTo>
                <a:lnTo>
                  <a:pt x="2494" y="1464"/>
                </a:lnTo>
                <a:lnTo>
                  <a:pt x="2506" y="1463"/>
                </a:lnTo>
                <a:lnTo>
                  <a:pt x="2519" y="1463"/>
                </a:lnTo>
                <a:lnTo>
                  <a:pt x="2531" y="1462"/>
                </a:lnTo>
                <a:lnTo>
                  <a:pt x="2544" y="1462"/>
                </a:lnTo>
                <a:lnTo>
                  <a:pt x="2556" y="1461"/>
                </a:lnTo>
                <a:lnTo>
                  <a:pt x="2569" y="1461"/>
                </a:lnTo>
                <a:lnTo>
                  <a:pt x="2581" y="1461"/>
                </a:lnTo>
                <a:lnTo>
                  <a:pt x="2594" y="1461"/>
                </a:lnTo>
                <a:lnTo>
                  <a:pt x="2607" y="1461"/>
                </a:lnTo>
                <a:lnTo>
                  <a:pt x="2619" y="1461"/>
                </a:lnTo>
                <a:lnTo>
                  <a:pt x="2632" y="1461"/>
                </a:lnTo>
                <a:lnTo>
                  <a:pt x="2644" y="1461"/>
                </a:lnTo>
                <a:lnTo>
                  <a:pt x="2657" y="1462"/>
                </a:lnTo>
                <a:lnTo>
                  <a:pt x="2669" y="1462"/>
                </a:lnTo>
                <a:lnTo>
                  <a:pt x="2682" y="1462"/>
                </a:lnTo>
                <a:lnTo>
                  <a:pt x="2694" y="1462"/>
                </a:lnTo>
                <a:lnTo>
                  <a:pt x="2707" y="1463"/>
                </a:lnTo>
                <a:lnTo>
                  <a:pt x="2719" y="1463"/>
                </a:lnTo>
                <a:lnTo>
                  <a:pt x="2732" y="1464"/>
                </a:lnTo>
                <a:lnTo>
                  <a:pt x="2744" y="1464"/>
                </a:lnTo>
                <a:lnTo>
                  <a:pt x="2757" y="1464"/>
                </a:lnTo>
                <a:lnTo>
                  <a:pt x="2769" y="1465"/>
                </a:lnTo>
                <a:lnTo>
                  <a:pt x="2782" y="1465"/>
                </a:lnTo>
                <a:lnTo>
                  <a:pt x="2794" y="1465"/>
                </a:lnTo>
                <a:lnTo>
                  <a:pt x="2807" y="1466"/>
                </a:lnTo>
                <a:lnTo>
                  <a:pt x="2820" y="1466"/>
                </a:lnTo>
                <a:lnTo>
                  <a:pt x="2832" y="1466"/>
                </a:lnTo>
                <a:lnTo>
                  <a:pt x="2845" y="1466"/>
                </a:lnTo>
                <a:lnTo>
                  <a:pt x="2857" y="1466"/>
                </a:lnTo>
                <a:lnTo>
                  <a:pt x="2870" y="1466"/>
                </a:lnTo>
                <a:lnTo>
                  <a:pt x="2882" y="1466"/>
                </a:lnTo>
                <a:lnTo>
                  <a:pt x="2895" y="1466"/>
                </a:lnTo>
                <a:lnTo>
                  <a:pt x="2907" y="1466"/>
                </a:lnTo>
                <a:lnTo>
                  <a:pt x="2920" y="1466"/>
                </a:lnTo>
                <a:lnTo>
                  <a:pt x="2932" y="1465"/>
                </a:lnTo>
                <a:lnTo>
                  <a:pt x="2945" y="1465"/>
                </a:lnTo>
                <a:lnTo>
                  <a:pt x="2957" y="1464"/>
                </a:lnTo>
                <a:lnTo>
                  <a:pt x="2970" y="1464"/>
                </a:lnTo>
                <a:lnTo>
                  <a:pt x="2982" y="1463"/>
                </a:lnTo>
                <a:lnTo>
                  <a:pt x="2995" y="1462"/>
                </a:lnTo>
                <a:lnTo>
                  <a:pt x="3008" y="1461"/>
                </a:lnTo>
                <a:lnTo>
                  <a:pt x="3020" y="1460"/>
                </a:lnTo>
                <a:lnTo>
                  <a:pt x="3033" y="1458"/>
                </a:lnTo>
                <a:lnTo>
                  <a:pt x="3045" y="1457"/>
                </a:lnTo>
                <a:lnTo>
                  <a:pt x="3058" y="1455"/>
                </a:lnTo>
                <a:lnTo>
                  <a:pt x="3070" y="1454"/>
                </a:lnTo>
                <a:lnTo>
                  <a:pt x="3083" y="1452"/>
                </a:lnTo>
                <a:lnTo>
                  <a:pt x="3095" y="1450"/>
                </a:lnTo>
                <a:lnTo>
                  <a:pt x="3108" y="1448"/>
                </a:lnTo>
                <a:lnTo>
                  <a:pt x="3120" y="1445"/>
                </a:lnTo>
                <a:lnTo>
                  <a:pt x="3133" y="1443"/>
                </a:lnTo>
                <a:lnTo>
                  <a:pt x="3145" y="1440"/>
                </a:lnTo>
                <a:lnTo>
                  <a:pt x="3158" y="1437"/>
                </a:lnTo>
                <a:lnTo>
                  <a:pt x="3170" y="1434"/>
                </a:lnTo>
                <a:lnTo>
                  <a:pt x="3183" y="1431"/>
                </a:lnTo>
                <a:lnTo>
                  <a:pt x="3195" y="1428"/>
                </a:lnTo>
                <a:lnTo>
                  <a:pt x="3208" y="1424"/>
                </a:lnTo>
                <a:lnTo>
                  <a:pt x="3221" y="1420"/>
                </a:lnTo>
                <a:lnTo>
                  <a:pt x="3233" y="1416"/>
                </a:lnTo>
                <a:lnTo>
                  <a:pt x="3246" y="1412"/>
                </a:lnTo>
                <a:lnTo>
                  <a:pt x="3258" y="1408"/>
                </a:lnTo>
                <a:lnTo>
                  <a:pt x="3271" y="1403"/>
                </a:lnTo>
                <a:lnTo>
                  <a:pt x="3283" y="1398"/>
                </a:lnTo>
                <a:lnTo>
                  <a:pt x="3296" y="1393"/>
                </a:lnTo>
                <a:lnTo>
                  <a:pt x="3308" y="1388"/>
                </a:lnTo>
                <a:lnTo>
                  <a:pt x="3321" y="1383"/>
                </a:lnTo>
                <a:lnTo>
                  <a:pt x="3333" y="1377"/>
                </a:lnTo>
                <a:lnTo>
                  <a:pt x="3346" y="1372"/>
                </a:lnTo>
                <a:lnTo>
                  <a:pt x="3358" y="1366"/>
                </a:lnTo>
                <a:lnTo>
                  <a:pt x="3371" y="1359"/>
                </a:lnTo>
                <a:lnTo>
                  <a:pt x="3383" y="1353"/>
                </a:lnTo>
                <a:lnTo>
                  <a:pt x="3396" y="1347"/>
                </a:lnTo>
                <a:lnTo>
                  <a:pt x="3409" y="1340"/>
                </a:lnTo>
                <a:lnTo>
                  <a:pt x="3421" y="1333"/>
                </a:lnTo>
                <a:lnTo>
                  <a:pt x="3434" y="1326"/>
                </a:lnTo>
                <a:lnTo>
                  <a:pt x="3446" y="1318"/>
                </a:lnTo>
                <a:lnTo>
                  <a:pt x="3459" y="1311"/>
                </a:lnTo>
                <a:lnTo>
                  <a:pt x="3471" y="1303"/>
                </a:lnTo>
                <a:lnTo>
                  <a:pt x="3484" y="1295"/>
                </a:lnTo>
                <a:lnTo>
                  <a:pt x="3496" y="1287"/>
                </a:lnTo>
                <a:lnTo>
                  <a:pt x="3509" y="1278"/>
                </a:lnTo>
                <a:lnTo>
                  <a:pt x="3521" y="1270"/>
                </a:lnTo>
                <a:lnTo>
                  <a:pt x="3534" y="1261"/>
                </a:lnTo>
                <a:lnTo>
                  <a:pt x="3546" y="1252"/>
                </a:lnTo>
                <a:lnTo>
                  <a:pt x="3559" y="1243"/>
                </a:lnTo>
                <a:lnTo>
                  <a:pt x="3571" y="1233"/>
                </a:lnTo>
                <a:lnTo>
                  <a:pt x="3584" y="1224"/>
                </a:lnTo>
                <a:lnTo>
                  <a:pt x="3596" y="1214"/>
                </a:lnTo>
                <a:lnTo>
                  <a:pt x="3609" y="1204"/>
                </a:lnTo>
                <a:lnTo>
                  <a:pt x="3622" y="1194"/>
                </a:lnTo>
                <a:lnTo>
                  <a:pt x="3634" y="1184"/>
                </a:lnTo>
                <a:lnTo>
                  <a:pt x="3647" y="1174"/>
                </a:lnTo>
                <a:lnTo>
                  <a:pt x="3659" y="1164"/>
                </a:lnTo>
                <a:lnTo>
                  <a:pt x="3672" y="1153"/>
                </a:lnTo>
                <a:lnTo>
                  <a:pt x="3684" y="1142"/>
                </a:lnTo>
                <a:lnTo>
                  <a:pt x="3697" y="1132"/>
                </a:lnTo>
                <a:lnTo>
                  <a:pt x="3709" y="1121"/>
                </a:lnTo>
                <a:lnTo>
                  <a:pt x="3722" y="1110"/>
                </a:lnTo>
                <a:lnTo>
                  <a:pt x="3734" y="1099"/>
                </a:lnTo>
                <a:lnTo>
                  <a:pt x="3747" y="1087"/>
                </a:lnTo>
                <a:lnTo>
                  <a:pt x="3759" y="1076"/>
                </a:lnTo>
                <a:lnTo>
                  <a:pt x="3772" y="1065"/>
                </a:lnTo>
                <a:lnTo>
                  <a:pt x="3784" y="1053"/>
                </a:lnTo>
                <a:lnTo>
                  <a:pt x="3797" y="1042"/>
                </a:lnTo>
                <a:lnTo>
                  <a:pt x="3810" y="1030"/>
                </a:lnTo>
                <a:lnTo>
                  <a:pt x="3822" y="1019"/>
                </a:lnTo>
                <a:lnTo>
                  <a:pt x="3835" y="1007"/>
                </a:lnTo>
                <a:lnTo>
                  <a:pt x="3847" y="996"/>
                </a:lnTo>
                <a:lnTo>
                  <a:pt x="3860" y="984"/>
                </a:lnTo>
                <a:lnTo>
                  <a:pt x="3872" y="973"/>
                </a:lnTo>
                <a:lnTo>
                  <a:pt x="3885" y="962"/>
                </a:lnTo>
                <a:lnTo>
                  <a:pt x="3897" y="950"/>
                </a:lnTo>
                <a:lnTo>
                  <a:pt x="3910" y="939"/>
                </a:lnTo>
                <a:lnTo>
                  <a:pt x="3922" y="928"/>
                </a:lnTo>
                <a:lnTo>
                  <a:pt x="3935" y="917"/>
                </a:lnTo>
                <a:lnTo>
                  <a:pt x="3947" y="906"/>
                </a:lnTo>
                <a:lnTo>
                  <a:pt x="3960" y="895"/>
                </a:lnTo>
                <a:lnTo>
                  <a:pt x="3972" y="884"/>
                </a:lnTo>
                <a:lnTo>
                  <a:pt x="3985" y="874"/>
                </a:lnTo>
                <a:lnTo>
                  <a:pt x="3997" y="863"/>
                </a:lnTo>
                <a:lnTo>
                  <a:pt x="4010" y="853"/>
                </a:lnTo>
                <a:lnTo>
                  <a:pt x="4023" y="843"/>
                </a:lnTo>
                <a:lnTo>
                  <a:pt x="4035" y="834"/>
                </a:lnTo>
                <a:lnTo>
                  <a:pt x="4048" y="824"/>
                </a:lnTo>
                <a:lnTo>
                  <a:pt x="4060" y="815"/>
                </a:lnTo>
                <a:lnTo>
                  <a:pt x="4073" y="806"/>
                </a:lnTo>
                <a:lnTo>
                  <a:pt x="4085" y="797"/>
                </a:lnTo>
                <a:lnTo>
                  <a:pt x="4098" y="789"/>
                </a:lnTo>
                <a:lnTo>
                  <a:pt x="4110" y="781"/>
                </a:lnTo>
                <a:lnTo>
                  <a:pt x="4123" y="773"/>
                </a:lnTo>
                <a:lnTo>
                  <a:pt x="4135" y="766"/>
                </a:lnTo>
                <a:lnTo>
                  <a:pt x="4148" y="759"/>
                </a:lnTo>
                <a:lnTo>
                  <a:pt x="4160" y="752"/>
                </a:lnTo>
                <a:lnTo>
                  <a:pt x="4173" y="746"/>
                </a:lnTo>
                <a:lnTo>
                  <a:pt x="4185" y="740"/>
                </a:lnTo>
                <a:lnTo>
                  <a:pt x="4198" y="734"/>
                </a:lnTo>
                <a:lnTo>
                  <a:pt x="4211" y="729"/>
                </a:lnTo>
                <a:lnTo>
                  <a:pt x="4223" y="724"/>
                </a:lnTo>
                <a:lnTo>
                  <a:pt x="4236" y="720"/>
                </a:lnTo>
                <a:lnTo>
                  <a:pt x="4248" y="716"/>
                </a:lnTo>
                <a:lnTo>
                  <a:pt x="4261" y="712"/>
                </a:lnTo>
                <a:lnTo>
                  <a:pt x="4273" y="709"/>
                </a:lnTo>
                <a:lnTo>
                  <a:pt x="4286" y="706"/>
                </a:lnTo>
                <a:lnTo>
                  <a:pt x="4298" y="703"/>
                </a:lnTo>
                <a:lnTo>
                  <a:pt x="4311" y="701"/>
                </a:lnTo>
                <a:lnTo>
                  <a:pt x="4323" y="700"/>
                </a:lnTo>
                <a:lnTo>
                  <a:pt x="4336" y="698"/>
                </a:lnTo>
                <a:lnTo>
                  <a:pt x="4348" y="697"/>
                </a:lnTo>
                <a:lnTo>
                  <a:pt x="4361" y="697"/>
                </a:lnTo>
                <a:lnTo>
                  <a:pt x="4373" y="696"/>
                </a:lnTo>
                <a:lnTo>
                  <a:pt x="4386" y="696"/>
                </a:lnTo>
                <a:lnTo>
                  <a:pt x="4398" y="696"/>
                </a:lnTo>
                <a:lnTo>
                  <a:pt x="4411" y="697"/>
                </a:lnTo>
                <a:lnTo>
                  <a:pt x="4424" y="698"/>
                </a:lnTo>
                <a:lnTo>
                  <a:pt x="4436" y="698"/>
                </a:lnTo>
                <a:lnTo>
                  <a:pt x="4449" y="699"/>
                </a:lnTo>
                <a:lnTo>
                  <a:pt x="4461" y="701"/>
                </a:lnTo>
                <a:lnTo>
                  <a:pt x="4474" y="702"/>
                </a:lnTo>
                <a:lnTo>
                  <a:pt x="4486" y="703"/>
                </a:lnTo>
                <a:lnTo>
                  <a:pt x="4499" y="704"/>
                </a:lnTo>
                <a:lnTo>
                  <a:pt x="4511" y="705"/>
                </a:lnTo>
                <a:lnTo>
                  <a:pt x="4524" y="706"/>
                </a:lnTo>
                <a:lnTo>
                  <a:pt x="4536" y="707"/>
                </a:lnTo>
                <a:lnTo>
                  <a:pt x="4549" y="708"/>
                </a:lnTo>
                <a:lnTo>
                  <a:pt x="4561" y="708"/>
                </a:lnTo>
                <a:lnTo>
                  <a:pt x="4574" y="708"/>
                </a:lnTo>
                <a:lnTo>
                  <a:pt x="4586" y="707"/>
                </a:lnTo>
                <a:lnTo>
                  <a:pt x="4599" y="706"/>
                </a:lnTo>
                <a:lnTo>
                  <a:pt x="4612" y="705"/>
                </a:lnTo>
                <a:lnTo>
                  <a:pt x="4624" y="703"/>
                </a:lnTo>
                <a:lnTo>
                  <a:pt x="4637" y="700"/>
                </a:lnTo>
                <a:lnTo>
                  <a:pt x="4649" y="696"/>
                </a:lnTo>
                <a:lnTo>
                  <a:pt x="4662" y="691"/>
                </a:lnTo>
                <a:lnTo>
                  <a:pt x="4674" y="686"/>
                </a:lnTo>
                <a:lnTo>
                  <a:pt x="4687" y="679"/>
                </a:lnTo>
                <a:lnTo>
                  <a:pt x="4699" y="671"/>
                </a:lnTo>
                <a:lnTo>
                  <a:pt x="4712" y="662"/>
                </a:lnTo>
                <a:lnTo>
                  <a:pt x="4724" y="652"/>
                </a:lnTo>
                <a:lnTo>
                  <a:pt x="4737" y="640"/>
                </a:lnTo>
                <a:lnTo>
                  <a:pt x="4749" y="627"/>
                </a:lnTo>
                <a:lnTo>
                  <a:pt x="4762" y="613"/>
                </a:lnTo>
                <a:lnTo>
                  <a:pt x="4774" y="597"/>
                </a:lnTo>
                <a:lnTo>
                  <a:pt x="4787" y="579"/>
                </a:lnTo>
                <a:lnTo>
                  <a:pt x="4799" y="559"/>
                </a:lnTo>
                <a:lnTo>
                  <a:pt x="4812" y="538"/>
                </a:lnTo>
                <a:lnTo>
                  <a:pt x="4825" y="515"/>
                </a:lnTo>
                <a:lnTo>
                  <a:pt x="4837" y="490"/>
                </a:lnTo>
                <a:lnTo>
                  <a:pt x="4850" y="463"/>
                </a:lnTo>
                <a:lnTo>
                  <a:pt x="4862" y="434"/>
                </a:lnTo>
                <a:lnTo>
                  <a:pt x="4875" y="403"/>
                </a:lnTo>
                <a:lnTo>
                  <a:pt x="4887" y="371"/>
                </a:lnTo>
                <a:lnTo>
                  <a:pt x="4900" y="336"/>
                </a:lnTo>
                <a:lnTo>
                  <a:pt x="4912" y="300"/>
                </a:lnTo>
                <a:lnTo>
                  <a:pt x="4925" y="261"/>
                </a:lnTo>
                <a:lnTo>
                  <a:pt x="4937" y="221"/>
                </a:lnTo>
                <a:lnTo>
                  <a:pt x="4950" y="180"/>
                </a:lnTo>
                <a:lnTo>
                  <a:pt x="4962" y="137"/>
                </a:lnTo>
                <a:lnTo>
                  <a:pt x="4975" y="92"/>
                </a:lnTo>
                <a:lnTo>
                  <a:pt x="4987" y="46"/>
                </a:lnTo>
                <a:lnTo>
                  <a:pt x="5000" y="0"/>
                </a:lnTo>
              </a:path>
            </a:pathLst>
          </a:custGeom>
          <a:noFill/>
          <a:ln w="3556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a:off x="841248" y="5989320"/>
            <a:ext cx="256032" cy="0"/>
          </a:xfrm>
          <a:prstGeom prst="line">
            <a:avLst/>
          </a:prstGeom>
          <a:ln w="25400">
            <a:solidFill>
              <a:srgbClr val="7963AF"/>
            </a:solidFill>
          </a:ln>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1197864"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one fit per sample</a:t>
            </a:r>
          </a:p>
        </p:txBody>
      </p:sp>
      <p:cxnSp>
        <p:nvCxnSpPr>
          <p:cNvPr id="36" name="Connector 35"/>
          <p:cNvCxnSpPr/>
          <p:nvPr/>
        </p:nvCxnSpPr>
        <p:spPr>
          <a:xfrm>
            <a:off x="3621024" y="5989320"/>
            <a:ext cx="256032" cy="0"/>
          </a:xfrm>
          <a:prstGeom prst="line">
            <a:avLst/>
          </a:prstGeom>
          <a:ln w="25400">
            <a:solidFill>
              <a:srgbClr val="C65326"/>
            </a:solidFill>
          </a:ln>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3977639"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average of 8 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Consistency is not enough.</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04/07</a:t>
            </a:r>
          </a:p>
        </p:txBody>
      </p:sp>
      <p:cxnSp>
        <p:nvCxnSpPr>
          <p:cNvPr id="5" name="Connector 4"/>
          <p:cNvCxnSpPr/>
          <p:nvPr/>
        </p:nvCxnSpPr>
        <p:spPr>
          <a:xfrm>
            <a:off x="896112" y="5522976"/>
            <a:ext cx="6510528"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6" name="Connector 5"/>
          <p:cNvCxnSpPr/>
          <p:nvPr/>
        </p:nvCxnSpPr>
        <p:spPr>
          <a:xfrm>
            <a:off x="896112" y="2688336"/>
            <a:ext cx="0" cy="28346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7315200" y="5614416"/>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8" name="TextBox 7"/>
          <p:cNvSpPr txBox="1"/>
          <p:nvPr/>
        </p:nvSpPr>
        <p:spPr>
          <a:xfrm>
            <a:off x="621792" y="2505456"/>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9" name="Freeform 8"/>
          <p:cNvSpPr/>
          <p:nvPr/>
        </p:nvSpPr>
        <p:spPr>
          <a:xfrm>
            <a:off x="896112" y="3765499"/>
            <a:ext cx="6510528" cy="761695"/>
          </a:xfrm>
          <a:custGeom>
            <a:avLst/>
            <a:gdLst/>
            <a:ahLst/>
            <a:cxnLst/>
            <a:rect l="l" t="t" r="r" b="b"/>
            <a:pathLst>
              <a:path w="7120" h="833">
                <a:moveTo>
                  <a:pt x="0" y="833"/>
                </a:moveTo>
                <a:lnTo>
                  <a:pt x="18" y="831"/>
                </a:lnTo>
                <a:lnTo>
                  <a:pt x="36" y="829"/>
                </a:lnTo>
                <a:lnTo>
                  <a:pt x="54" y="827"/>
                </a:lnTo>
                <a:lnTo>
                  <a:pt x="71" y="825"/>
                </a:lnTo>
                <a:lnTo>
                  <a:pt x="89" y="823"/>
                </a:lnTo>
                <a:lnTo>
                  <a:pt x="107" y="821"/>
                </a:lnTo>
                <a:lnTo>
                  <a:pt x="125" y="819"/>
                </a:lnTo>
                <a:lnTo>
                  <a:pt x="143" y="817"/>
                </a:lnTo>
                <a:lnTo>
                  <a:pt x="161" y="814"/>
                </a:lnTo>
                <a:lnTo>
                  <a:pt x="178" y="812"/>
                </a:lnTo>
                <a:lnTo>
                  <a:pt x="196" y="810"/>
                </a:lnTo>
                <a:lnTo>
                  <a:pt x="214" y="808"/>
                </a:lnTo>
                <a:lnTo>
                  <a:pt x="232" y="806"/>
                </a:lnTo>
                <a:lnTo>
                  <a:pt x="250" y="804"/>
                </a:lnTo>
                <a:lnTo>
                  <a:pt x="268" y="802"/>
                </a:lnTo>
                <a:lnTo>
                  <a:pt x="286" y="800"/>
                </a:lnTo>
                <a:lnTo>
                  <a:pt x="303" y="798"/>
                </a:lnTo>
                <a:lnTo>
                  <a:pt x="321" y="796"/>
                </a:lnTo>
                <a:lnTo>
                  <a:pt x="339" y="794"/>
                </a:lnTo>
                <a:lnTo>
                  <a:pt x="357" y="792"/>
                </a:lnTo>
                <a:lnTo>
                  <a:pt x="375" y="789"/>
                </a:lnTo>
                <a:lnTo>
                  <a:pt x="393" y="787"/>
                </a:lnTo>
                <a:lnTo>
                  <a:pt x="410" y="785"/>
                </a:lnTo>
                <a:lnTo>
                  <a:pt x="428" y="783"/>
                </a:lnTo>
                <a:lnTo>
                  <a:pt x="446" y="781"/>
                </a:lnTo>
                <a:lnTo>
                  <a:pt x="464" y="779"/>
                </a:lnTo>
                <a:lnTo>
                  <a:pt x="482" y="777"/>
                </a:lnTo>
                <a:lnTo>
                  <a:pt x="500" y="775"/>
                </a:lnTo>
                <a:lnTo>
                  <a:pt x="517" y="773"/>
                </a:lnTo>
                <a:lnTo>
                  <a:pt x="535" y="771"/>
                </a:lnTo>
                <a:lnTo>
                  <a:pt x="553" y="769"/>
                </a:lnTo>
                <a:lnTo>
                  <a:pt x="571" y="766"/>
                </a:lnTo>
                <a:lnTo>
                  <a:pt x="589" y="764"/>
                </a:lnTo>
                <a:lnTo>
                  <a:pt x="607" y="762"/>
                </a:lnTo>
                <a:lnTo>
                  <a:pt x="625" y="760"/>
                </a:lnTo>
                <a:lnTo>
                  <a:pt x="642" y="758"/>
                </a:lnTo>
                <a:lnTo>
                  <a:pt x="660" y="756"/>
                </a:lnTo>
                <a:lnTo>
                  <a:pt x="678" y="754"/>
                </a:lnTo>
                <a:lnTo>
                  <a:pt x="696" y="752"/>
                </a:lnTo>
                <a:lnTo>
                  <a:pt x="714" y="750"/>
                </a:lnTo>
                <a:lnTo>
                  <a:pt x="732" y="748"/>
                </a:lnTo>
                <a:lnTo>
                  <a:pt x="749" y="746"/>
                </a:lnTo>
                <a:lnTo>
                  <a:pt x="767" y="743"/>
                </a:lnTo>
                <a:lnTo>
                  <a:pt x="785" y="741"/>
                </a:lnTo>
                <a:lnTo>
                  <a:pt x="803" y="739"/>
                </a:lnTo>
                <a:lnTo>
                  <a:pt x="821" y="737"/>
                </a:lnTo>
                <a:lnTo>
                  <a:pt x="839" y="735"/>
                </a:lnTo>
                <a:lnTo>
                  <a:pt x="857" y="733"/>
                </a:lnTo>
                <a:lnTo>
                  <a:pt x="874" y="731"/>
                </a:lnTo>
                <a:lnTo>
                  <a:pt x="892" y="729"/>
                </a:lnTo>
                <a:lnTo>
                  <a:pt x="910" y="727"/>
                </a:lnTo>
                <a:lnTo>
                  <a:pt x="928" y="725"/>
                </a:lnTo>
                <a:lnTo>
                  <a:pt x="946" y="723"/>
                </a:lnTo>
                <a:lnTo>
                  <a:pt x="964" y="720"/>
                </a:lnTo>
                <a:lnTo>
                  <a:pt x="981" y="718"/>
                </a:lnTo>
                <a:lnTo>
                  <a:pt x="999" y="716"/>
                </a:lnTo>
                <a:lnTo>
                  <a:pt x="1017" y="714"/>
                </a:lnTo>
                <a:lnTo>
                  <a:pt x="1035" y="712"/>
                </a:lnTo>
                <a:lnTo>
                  <a:pt x="1053" y="710"/>
                </a:lnTo>
                <a:lnTo>
                  <a:pt x="1071" y="708"/>
                </a:lnTo>
                <a:lnTo>
                  <a:pt x="1089" y="706"/>
                </a:lnTo>
                <a:lnTo>
                  <a:pt x="1106" y="704"/>
                </a:lnTo>
                <a:lnTo>
                  <a:pt x="1124" y="702"/>
                </a:lnTo>
                <a:lnTo>
                  <a:pt x="1142" y="700"/>
                </a:lnTo>
                <a:lnTo>
                  <a:pt x="1160" y="697"/>
                </a:lnTo>
                <a:lnTo>
                  <a:pt x="1178" y="695"/>
                </a:lnTo>
                <a:lnTo>
                  <a:pt x="1196" y="693"/>
                </a:lnTo>
                <a:lnTo>
                  <a:pt x="1213" y="691"/>
                </a:lnTo>
                <a:lnTo>
                  <a:pt x="1231" y="689"/>
                </a:lnTo>
                <a:lnTo>
                  <a:pt x="1249" y="687"/>
                </a:lnTo>
                <a:lnTo>
                  <a:pt x="1267" y="685"/>
                </a:lnTo>
                <a:lnTo>
                  <a:pt x="1285" y="683"/>
                </a:lnTo>
                <a:lnTo>
                  <a:pt x="1303" y="681"/>
                </a:lnTo>
                <a:lnTo>
                  <a:pt x="1321" y="679"/>
                </a:lnTo>
                <a:lnTo>
                  <a:pt x="1338" y="677"/>
                </a:lnTo>
                <a:lnTo>
                  <a:pt x="1356" y="674"/>
                </a:lnTo>
                <a:lnTo>
                  <a:pt x="1374" y="672"/>
                </a:lnTo>
                <a:lnTo>
                  <a:pt x="1392" y="670"/>
                </a:lnTo>
                <a:lnTo>
                  <a:pt x="1410" y="668"/>
                </a:lnTo>
                <a:lnTo>
                  <a:pt x="1428" y="666"/>
                </a:lnTo>
                <a:lnTo>
                  <a:pt x="1445" y="664"/>
                </a:lnTo>
                <a:lnTo>
                  <a:pt x="1463" y="662"/>
                </a:lnTo>
                <a:lnTo>
                  <a:pt x="1481" y="660"/>
                </a:lnTo>
                <a:lnTo>
                  <a:pt x="1499" y="658"/>
                </a:lnTo>
                <a:lnTo>
                  <a:pt x="1517" y="656"/>
                </a:lnTo>
                <a:lnTo>
                  <a:pt x="1535" y="654"/>
                </a:lnTo>
                <a:lnTo>
                  <a:pt x="1552" y="652"/>
                </a:lnTo>
                <a:lnTo>
                  <a:pt x="1570" y="649"/>
                </a:lnTo>
                <a:lnTo>
                  <a:pt x="1588" y="647"/>
                </a:lnTo>
                <a:lnTo>
                  <a:pt x="1606" y="645"/>
                </a:lnTo>
                <a:lnTo>
                  <a:pt x="1624" y="643"/>
                </a:lnTo>
                <a:lnTo>
                  <a:pt x="1642" y="641"/>
                </a:lnTo>
                <a:lnTo>
                  <a:pt x="1660" y="639"/>
                </a:lnTo>
                <a:lnTo>
                  <a:pt x="1677" y="637"/>
                </a:lnTo>
                <a:lnTo>
                  <a:pt x="1695" y="635"/>
                </a:lnTo>
                <a:lnTo>
                  <a:pt x="1713" y="633"/>
                </a:lnTo>
                <a:lnTo>
                  <a:pt x="1731" y="631"/>
                </a:lnTo>
                <a:lnTo>
                  <a:pt x="1749" y="629"/>
                </a:lnTo>
                <a:lnTo>
                  <a:pt x="1767" y="626"/>
                </a:lnTo>
                <a:lnTo>
                  <a:pt x="1784" y="624"/>
                </a:lnTo>
                <a:lnTo>
                  <a:pt x="1802" y="622"/>
                </a:lnTo>
                <a:lnTo>
                  <a:pt x="1820" y="620"/>
                </a:lnTo>
                <a:lnTo>
                  <a:pt x="1838" y="618"/>
                </a:lnTo>
                <a:lnTo>
                  <a:pt x="1856" y="616"/>
                </a:lnTo>
                <a:lnTo>
                  <a:pt x="1874" y="614"/>
                </a:lnTo>
                <a:lnTo>
                  <a:pt x="1892" y="612"/>
                </a:lnTo>
                <a:lnTo>
                  <a:pt x="1909" y="610"/>
                </a:lnTo>
                <a:lnTo>
                  <a:pt x="1927" y="608"/>
                </a:lnTo>
                <a:lnTo>
                  <a:pt x="1945" y="606"/>
                </a:lnTo>
                <a:lnTo>
                  <a:pt x="1963" y="603"/>
                </a:lnTo>
                <a:lnTo>
                  <a:pt x="1981" y="601"/>
                </a:lnTo>
                <a:lnTo>
                  <a:pt x="1999" y="599"/>
                </a:lnTo>
                <a:lnTo>
                  <a:pt x="2016" y="597"/>
                </a:lnTo>
                <a:lnTo>
                  <a:pt x="2034" y="595"/>
                </a:lnTo>
                <a:lnTo>
                  <a:pt x="2052" y="593"/>
                </a:lnTo>
                <a:lnTo>
                  <a:pt x="2070" y="591"/>
                </a:lnTo>
                <a:lnTo>
                  <a:pt x="2088" y="589"/>
                </a:lnTo>
                <a:lnTo>
                  <a:pt x="2106" y="587"/>
                </a:lnTo>
                <a:lnTo>
                  <a:pt x="2124" y="585"/>
                </a:lnTo>
                <a:lnTo>
                  <a:pt x="2141" y="583"/>
                </a:lnTo>
                <a:lnTo>
                  <a:pt x="2159" y="580"/>
                </a:lnTo>
                <a:lnTo>
                  <a:pt x="2177" y="578"/>
                </a:lnTo>
                <a:lnTo>
                  <a:pt x="2195" y="576"/>
                </a:lnTo>
                <a:lnTo>
                  <a:pt x="2213" y="574"/>
                </a:lnTo>
                <a:lnTo>
                  <a:pt x="2231" y="572"/>
                </a:lnTo>
                <a:lnTo>
                  <a:pt x="2248" y="570"/>
                </a:lnTo>
                <a:lnTo>
                  <a:pt x="2266" y="568"/>
                </a:lnTo>
                <a:lnTo>
                  <a:pt x="2284" y="566"/>
                </a:lnTo>
                <a:lnTo>
                  <a:pt x="2302" y="564"/>
                </a:lnTo>
                <a:lnTo>
                  <a:pt x="2320" y="562"/>
                </a:lnTo>
                <a:lnTo>
                  <a:pt x="2338" y="560"/>
                </a:lnTo>
                <a:lnTo>
                  <a:pt x="2355" y="557"/>
                </a:lnTo>
                <a:lnTo>
                  <a:pt x="2373" y="555"/>
                </a:lnTo>
                <a:lnTo>
                  <a:pt x="2391" y="553"/>
                </a:lnTo>
                <a:lnTo>
                  <a:pt x="2409" y="551"/>
                </a:lnTo>
                <a:lnTo>
                  <a:pt x="2427" y="549"/>
                </a:lnTo>
                <a:lnTo>
                  <a:pt x="2445" y="547"/>
                </a:lnTo>
                <a:lnTo>
                  <a:pt x="2463" y="545"/>
                </a:lnTo>
                <a:lnTo>
                  <a:pt x="2480" y="543"/>
                </a:lnTo>
                <a:lnTo>
                  <a:pt x="2498" y="541"/>
                </a:lnTo>
                <a:lnTo>
                  <a:pt x="2516" y="539"/>
                </a:lnTo>
                <a:lnTo>
                  <a:pt x="2534" y="537"/>
                </a:lnTo>
                <a:lnTo>
                  <a:pt x="2552" y="534"/>
                </a:lnTo>
                <a:lnTo>
                  <a:pt x="2570" y="532"/>
                </a:lnTo>
                <a:lnTo>
                  <a:pt x="2587" y="530"/>
                </a:lnTo>
                <a:lnTo>
                  <a:pt x="2605" y="528"/>
                </a:lnTo>
                <a:lnTo>
                  <a:pt x="2623" y="526"/>
                </a:lnTo>
                <a:lnTo>
                  <a:pt x="2641" y="524"/>
                </a:lnTo>
                <a:lnTo>
                  <a:pt x="2659" y="522"/>
                </a:lnTo>
                <a:lnTo>
                  <a:pt x="2677" y="520"/>
                </a:lnTo>
                <a:lnTo>
                  <a:pt x="2695" y="518"/>
                </a:lnTo>
                <a:lnTo>
                  <a:pt x="2712" y="516"/>
                </a:lnTo>
                <a:lnTo>
                  <a:pt x="2730" y="514"/>
                </a:lnTo>
                <a:lnTo>
                  <a:pt x="2748" y="512"/>
                </a:lnTo>
                <a:lnTo>
                  <a:pt x="2766" y="509"/>
                </a:lnTo>
                <a:lnTo>
                  <a:pt x="2784" y="507"/>
                </a:lnTo>
                <a:lnTo>
                  <a:pt x="2802" y="505"/>
                </a:lnTo>
                <a:lnTo>
                  <a:pt x="2819" y="503"/>
                </a:lnTo>
                <a:lnTo>
                  <a:pt x="2837" y="501"/>
                </a:lnTo>
                <a:lnTo>
                  <a:pt x="2855" y="499"/>
                </a:lnTo>
                <a:lnTo>
                  <a:pt x="2873" y="497"/>
                </a:lnTo>
                <a:lnTo>
                  <a:pt x="2891" y="495"/>
                </a:lnTo>
                <a:lnTo>
                  <a:pt x="2909" y="493"/>
                </a:lnTo>
                <a:lnTo>
                  <a:pt x="2927" y="491"/>
                </a:lnTo>
                <a:lnTo>
                  <a:pt x="2944" y="489"/>
                </a:lnTo>
                <a:lnTo>
                  <a:pt x="2962" y="486"/>
                </a:lnTo>
                <a:lnTo>
                  <a:pt x="2980" y="484"/>
                </a:lnTo>
                <a:lnTo>
                  <a:pt x="2998" y="482"/>
                </a:lnTo>
                <a:lnTo>
                  <a:pt x="3016" y="480"/>
                </a:lnTo>
                <a:lnTo>
                  <a:pt x="3034" y="478"/>
                </a:lnTo>
                <a:lnTo>
                  <a:pt x="3051" y="476"/>
                </a:lnTo>
                <a:lnTo>
                  <a:pt x="3069" y="474"/>
                </a:lnTo>
                <a:lnTo>
                  <a:pt x="3087" y="472"/>
                </a:lnTo>
                <a:lnTo>
                  <a:pt x="3105" y="470"/>
                </a:lnTo>
                <a:lnTo>
                  <a:pt x="3123" y="468"/>
                </a:lnTo>
                <a:lnTo>
                  <a:pt x="3141" y="466"/>
                </a:lnTo>
                <a:lnTo>
                  <a:pt x="3158" y="463"/>
                </a:lnTo>
                <a:lnTo>
                  <a:pt x="3176" y="461"/>
                </a:lnTo>
                <a:lnTo>
                  <a:pt x="3194" y="459"/>
                </a:lnTo>
                <a:lnTo>
                  <a:pt x="3212" y="457"/>
                </a:lnTo>
                <a:lnTo>
                  <a:pt x="3230" y="455"/>
                </a:lnTo>
                <a:lnTo>
                  <a:pt x="3248" y="453"/>
                </a:lnTo>
                <a:lnTo>
                  <a:pt x="3266" y="451"/>
                </a:lnTo>
                <a:lnTo>
                  <a:pt x="3283" y="449"/>
                </a:lnTo>
                <a:lnTo>
                  <a:pt x="3301" y="447"/>
                </a:lnTo>
                <a:lnTo>
                  <a:pt x="3319" y="445"/>
                </a:lnTo>
                <a:lnTo>
                  <a:pt x="3337" y="443"/>
                </a:lnTo>
                <a:lnTo>
                  <a:pt x="3355" y="440"/>
                </a:lnTo>
                <a:lnTo>
                  <a:pt x="3373" y="438"/>
                </a:lnTo>
                <a:lnTo>
                  <a:pt x="3390" y="436"/>
                </a:lnTo>
                <a:lnTo>
                  <a:pt x="3408" y="434"/>
                </a:lnTo>
                <a:lnTo>
                  <a:pt x="3426" y="432"/>
                </a:lnTo>
                <a:lnTo>
                  <a:pt x="3444" y="430"/>
                </a:lnTo>
                <a:lnTo>
                  <a:pt x="3462" y="428"/>
                </a:lnTo>
                <a:lnTo>
                  <a:pt x="3480" y="426"/>
                </a:lnTo>
                <a:lnTo>
                  <a:pt x="3498" y="424"/>
                </a:lnTo>
                <a:lnTo>
                  <a:pt x="3515" y="422"/>
                </a:lnTo>
                <a:lnTo>
                  <a:pt x="3533" y="420"/>
                </a:lnTo>
                <a:lnTo>
                  <a:pt x="3551" y="417"/>
                </a:lnTo>
                <a:lnTo>
                  <a:pt x="3569" y="415"/>
                </a:lnTo>
                <a:lnTo>
                  <a:pt x="3587" y="413"/>
                </a:lnTo>
                <a:lnTo>
                  <a:pt x="3605" y="411"/>
                </a:lnTo>
                <a:lnTo>
                  <a:pt x="3622" y="409"/>
                </a:lnTo>
                <a:lnTo>
                  <a:pt x="3640" y="407"/>
                </a:lnTo>
                <a:lnTo>
                  <a:pt x="3658" y="405"/>
                </a:lnTo>
                <a:lnTo>
                  <a:pt x="3676" y="403"/>
                </a:lnTo>
                <a:lnTo>
                  <a:pt x="3694" y="401"/>
                </a:lnTo>
                <a:lnTo>
                  <a:pt x="3712" y="399"/>
                </a:lnTo>
                <a:lnTo>
                  <a:pt x="3730" y="397"/>
                </a:lnTo>
                <a:lnTo>
                  <a:pt x="3747" y="394"/>
                </a:lnTo>
                <a:lnTo>
                  <a:pt x="3765" y="392"/>
                </a:lnTo>
                <a:lnTo>
                  <a:pt x="3783" y="390"/>
                </a:lnTo>
                <a:lnTo>
                  <a:pt x="3801" y="388"/>
                </a:lnTo>
                <a:lnTo>
                  <a:pt x="3819" y="386"/>
                </a:lnTo>
                <a:lnTo>
                  <a:pt x="3837" y="384"/>
                </a:lnTo>
                <a:lnTo>
                  <a:pt x="3854" y="382"/>
                </a:lnTo>
                <a:lnTo>
                  <a:pt x="3872" y="380"/>
                </a:lnTo>
                <a:lnTo>
                  <a:pt x="3890" y="378"/>
                </a:lnTo>
                <a:lnTo>
                  <a:pt x="3908" y="376"/>
                </a:lnTo>
                <a:lnTo>
                  <a:pt x="3926" y="374"/>
                </a:lnTo>
                <a:lnTo>
                  <a:pt x="3944" y="371"/>
                </a:lnTo>
                <a:lnTo>
                  <a:pt x="3962" y="369"/>
                </a:lnTo>
                <a:lnTo>
                  <a:pt x="3979" y="367"/>
                </a:lnTo>
                <a:lnTo>
                  <a:pt x="3997" y="365"/>
                </a:lnTo>
                <a:lnTo>
                  <a:pt x="4015" y="363"/>
                </a:lnTo>
                <a:lnTo>
                  <a:pt x="4033" y="361"/>
                </a:lnTo>
                <a:lnTo>
                  <a:pt x="4051" y="359"/>
                </a:lnTo>
                <a:lnTo>
                  <a:pt x="4069" y="357"/>
                </a:lnTo>
                <a:lnTo>
                  <a:pt x="4086" y="355"/>
                </a:lnTo>
                <a:lnTo>
                  <a:pt x="4104" y="353"/>
                </a:lnTo>
                <a:lnTo>
                  <a:pt x="4122" y="351"/>
                </a:lnTo>
                <a:lnTo>
                  <a:pt x="4140" y="349"/>
                </a:lnTo>
                <a:lnTo>
                  <a:pt x="4158" y="346"/>
                </a:lnTo>
                <a:lnTo>
                  <a:pt x="4176" y="344"/>
                </a:lnTo>
                <a:lnTo>
                  <a:pt x="4193" y="342"/>
                </a:lnTo>
                <a:lnTo>
                  <a:pt x="4211" y="340"/>
                </a:lnTo>
                <a:lnTo>
                  <a:pt x="4229" y="338"/>
                </a:lnTo>
                <a:lnTo>
                  <a:pt x="4247" y="336"/>
                </a:lnTo>
                <a:lnTo>
                  <a:pt x="4265" y="334"/>
                </a:lnTo>
                <a:lnTo>
                  <a:pt x="4283" y="332"/>
                </a:lnTo>
                <a:lnTo>
                  <a:pt x="4301" y="330"/>
                </a:lnTo>
                <a:lnTo>
                  <a:pt x="4318" y="328"/>
                </a:lnTo>
                <a:lnTo>
                  <a:pt x="4336" y="326"/>
                </a:lnTo>
                <a:lnTo>
                  <a:pt x="4354" y="323"/>
                </a:lnTo>
                <a:lnTo>
                  <a:pt x="4372" y="321"/>
                </a:lnTo>
                <a:lnTo>
                  <a:pt x="4390" y="319"/>
                </a:lnTo>
                <a:lnTo>
                  <a:pt x="4408" y="317"/>
                </a:lnTo>
                <a:lnTo>
                  <a:pt x="4425" y="315"/>
                </a:lnTo>
                <a:lnTo>
                  <a:pt x="4443" y="313"/>
                </a:lnTo>
                <a:lnTo>
                  <a:pt x="4461" y="311"/>
                </a:lnTo>
                <a:lnTo>
                  <a:pt x="4479" y="309"/>
                </a:lnTo>
                <a:lnTo>
                  <a:pt x="4497" y="307"/>
                </a:lnTo>
                <a:lnTo>
                  <a:pt x="4515" y="305"/>
                </a:lnTo>
                <a:lnTo>
                  <a:pt x="4533" y="303"/>
                </a:lnTo>
                <a:lnTo>
                  <a:pt x="4550" y="300"/>
                </a:lnTo>
                <a:lnTo>
                  <a:pt x="4568" y="298"/>
                </a:lnTo>
                <a:lnTo>
                  <a:pt x="4586" y="296"/>
                </a:lnTo>
                <a:lnTo>
                  <a:pt x="4604" y="294"/>
                </a:lnTo>
                <a:lnTo>
                  <a:pt x="4622" y="292"/>
                </a:lnTo>
                <a:lnTo>
                  <a:pt x="4640" y="290"/>
                </a:lnTo>
                <a:lnTo>
                  <a:pt x="4657" y="288"/>
                </a:lnTo>
                <a:lnTo>
                  <a:pt x="4675" y="286"/>
                </a:lnTo>
                <a:lnTo>
                  <a:pt x="4693" y="284"/>
                </a:lnTo>
                <a:lnTo>
                  <a:pt x="4711" y="282"/>
                </a:lnTo>
                <a:lnTo>
                  <a:pt x="4729" y="280"/>
                </a:lnTo>
                <a:lnTo>
                  <a:pt x="4747" y="277"/>
                </a:lnTo>
                <a:lnTo>
                  <a:pt x="4765" y="275"/>
                </a:lnTo>
                <a:lnTo>
                  <a:pt x="4782" y="273"/>
                </a:lnTo>
                <a:lnTo>
                  <a:pt x="4800" y="271"/>
                </a:lnTo>
                <a:lnTo>
                  <a:pt x="4818" y="269"/>
                </a:lnTo>
                <a:lnTo>
                  <a:pt x="4836" y="267"/>
                </a:lnTo>
                <a:lnTo>
                  <a:pt x="4854" y="265"/>
                </a:lnTo>
                <a:lnTo>
                  <a:pt x="4872" y="263"/>
                </a:lnTo>
                <a:lnTo>
                  <a:pt x="4889" y="261"/>
                </a:lnTo>
                <a:lnTo>
                  <a:pt x="4907" y="259"/>
                </a:lnTo>
                <a:lnTo>
                  <a:pt x="4925" y="257"/>
                </a:lnTo>
                <a:lnTo>
                  <a:pt x="4943" y="254"/>
                </a:lnTo>
                <a:lnTo>
                  <a:pt x="4961" y="252"/>
                </a:lnTo>
                <a:lnTo>
                  <a:pt x="4979" y="250"/>
                </a:lnTo>
                <a:lnTo>
                  <a:pt x="4996" y="248"/>
                </a:lnTo>
                <a:lnTo>
                  <a:pt x="5014" y="246"/>
                </a:lnTo>
                <a:lnTo>
                  <a:pt x="5032" y="244"/>
                </a:lnTo>
                <a:lnTo>
                  <a:pt x="5050" y="242"/>
                </a:lnTo>
                <a:lnTo>
                  <a:pt x="5068" y="240"/>
                </a:lnTo>
                <a:lnTo>
                  <a:pt x="5086" y="238"/>
                </a:lnTo>
                <a:lnTo>
                  <a:pt x="5104" y="236"/>
                </a:lnTo>
                <a:lnTo>
                  <a:pt x="5121" y="234"/>
                </a:lnTo>
                <a:lnTo>
                  <a:pt x="5139" y="231"/>
                </a:lnTo>
                <a:lnTo>
                  <a:pt x="5157" y="229"/>
                </a:lnTo>
                <a:lnTo>
                  <a:pt x="5175" y="227"/>
                </a:lnTo>
                <a:lnTo>
                  <a:pt x="5193" y="225"/>
                </a:lnTo>
                <a:lnTo>
                  <a:pt x="5211" y="223"/>
                </a:lnTo>
                <a:lnTo>
                  <a:pt x="5228" y="221"/>
                </a:lnTo>
                <a:lnTo>
                  <a:pt x="5246" y="219"/>
                </a:lnTo>
                <a:lnTo>
                  <a:pt x="5264" y="217"/>
                </a:lnTo>
                <a:lnTo>
                  <a:pt x="5282" y="215"/>
                </a:lnTo>
                <a:lnTo>
                  <a:pt x="5300" y="213"/>
                </a:lnTo>
                <a:lnTo>
                  <a:pt x="5318" y="211"/>
                </a:lnTo>
                <a:lnTo>
                  <a:pt x="5336" y="209"/>
                </a:lnTo>
                <a:lnTo>
                  <a:pt x="5353" y="206"/>
                </a:lnTo>
                <a:lnTo>
                  <a:pt x="5371" y="204"/>
                </a:lnTo>
                <a:lnTo>
                  <a:pt x="5389" y="202"/>
                </a:lnTo>
                <a:lnTo>
                  <a:pt x="5407" y="200"/>
                </a:lnTo>
                <a:lnTo>
                  <a:pt x="5425" y="198"/>
                </a:lnTo>
                <a:lnTo>
                  <a:pt x="5443" y="196"/>
                </a:lnTo>
                <a:lnTo>
                  <a:pt x="5460" y="194"/>
                </a:lnTo>
                <a:lnTo>
                  <a:pt x="5478" y="192"/>
                </a:lnTo>
                <a:lnTo>
                  <a:pt x="5496" y="190"/>
                </a:lnTo>
                <a:lnTo>
                  <a:pt x="5514" y="188"/>
                </a:lnTo>
                <a:lnTo>
                  <a:pt x="5532" y="186"/>
                </a:lnTo>
                <a:lnTo>
                  <a:pt x="5550" y="183"/>
                </a:lnTo>
                <a:lnTo>
                  <a:pt x="5568" y="181"/>
                </a:lnTo>
                <a:lnTo>
                  <a:pt x="5585" y="179"/>
                </a:lnTo>
                <a:lnTo>
                  <a:pt x="5603" y="177"/>
                </a:lnTo>
                <a:lnTo>
                  <a:pt x="5621" y="175"/>
                </a:lnTo>
                <a:lnTo>
                  <a:pt x="5639" y="173"/>
                </a:lnTo>
                <a:lnTo>
                  <a:pt x="5657" y="171"/>
                </a:lnTo>
                <a:lnTo>
                  <a:pt x="5675" y="169"/>
                </a:lnTo>
                <a:lnTo>
                  <a:pt x="5692" y="167"/>
                </a:lnTo>
                <a:lnTo>
                  <a:pt x="5710" y="165"/>
                </a:lnTo>
                <a:lnTo>
                  <a:pt x="5728" y="163"/>
                </a:lnTo>
                <a:lnTo>
                  <a:pt x="5746" y="160"/>
                </a:lnTo>
                <a:lnTo>
                  <a:pt x="5764" y="158"/>
                </a:lnTo>
                <a:lnTo>
                  <a:pt x="5782" y="156"/>
                </a:lnTo>
                <a:lnTo>
                  <a:pt x="5799" y="154"/>
                </a:lnTo>
                <a:lnTo>
                  <a:pt x="5817" y="152"/>
                </a:lnTo>
                <a:lnTo>
                  <a:pt x="5835" y="150"/>
                </a:lnTo>
                <a:lnTo>
                  <a:pt x="5853" y="148"/>
                </a:lnTo>
                <a:lnTo>
                  <a:pt x="5871" y="146"/>
                </a:lnTo>
                <a:lnTo>
                  <a:pt x="5889" y="144"/>
                </a:lnTo>
                <a:lnTo>
                  <a:pt x="5907" y="142"/>
                </a:lnTo>
                <a:lnTo>
                  <a:pt x="5924" y="140"/>
                </a:lnTo>
                <a:lnTo>
                  <a:pt x="5942" y="137"/>
                </a:lnTo>
                <a:lnTo>
                  <a:pt x="5960" y="135"/>
                </a:lnTo>
                <a:lnTo>
                  <a:pt x="5978" y="133"/>
                </a:lnTo>
                <a:lnTo>
                  <a:pt x="5996" y="131"/>
                </a:lnTo>
                <a:lnTo>
                  <a:pt x="6014" y="129"/>
                </a:lnTo>
                <a:lnTo>
                  <a:pt x="6031" y="127"/>
                </a:lnTo>
                <a:lnTo>
                  <a:pt x="6049" y="125"/>
                </a:lnTo>
                <a:lnTo>
                  <a:pt x="6067" y="123"/>
                </a:lnTo>
                <a:lnTo>
                  <a:pt x="6085" y="121"/>
                </a:lnTo>
                <a:lnTo>
                  <a:pt x="6103" y="119"/>
                </a:lnTo>
                <a:lnTo>
                  <a:pt x="6121" y="117"/>
                </a:lnTo>
                <a:lnTo>
                  <a:pt x="6139" y="114"/>
                </a:lnTo>
                <a:lnTo>
                  <a:pt x="6156" y="112"/>
                </a:lnTo>
                <a:lnTo>
                  <a:pt x="6174" y="110"/>
                </a:lnTo>
                <a:lnTo>
                  <a:pt x="6192" y="108"/>
                </a:lnTo>
                <a:lnTo>
                  <a:pt x="6210" y="106"/>
                </a:lnTo>
                <a:lnTo>
                  <a:pt x="6228" y="104"/>
                </a:lnTo>
                <a:lnTo>
                  <a:pt x="6246" y="102"/>
                </a:lnTo>
                <a:lnTo>
                  <a:pt x="6263" y="100"/>
                </a:lnTo>
                <a:lnTo>
                  <a:pt x="6281" y="98"/>
                </a:lnTo>
                <a:lnTo>
                  <a:pt x="6299" y="96"/>
                </a:lnTo>
                <a:lnTo>
                  <a:pt x="6317" y="94"/>
                </a:lnTo>
                <a:lnTo>
                  <a:pt x="6335" y="91"/>
                </a:lnTo>
                <a:lnTo>
                  <a:pt x="6353" y="89"/>
                </a:lnTo>
                <a:lnTo>
                  <a:pt x="6371" y="87"/>
                </a:lnTo>
                <a:lnTo>
                  <a:pt x="6388" y="85"/>
                </a:lnTo>
                <a:lnTo>
                  <a:pt x="6406" y="83"/>
                </a:lnTo>
                <a:lnTo>
                  <a:pt x="6424" y="81"/>
                </a:lnTo>
                <a:lnTo>
                  <a:pt x="6442" y="79"/>
                </a:lnTo>
                <a:lnTo>
                  <a:pt x="6460" y="77"/>
                </a:lnTo>
                <a:lnTo>
                  <a:pt x="6478" y="75"/>
                </a:lnTo>
                <a:lnTo>
                  <a:pt x="6495" y="73"/>
                </a:lnTo>
                <a:lnTo>
                  <a:pt x="6513" y="71"/>
                </a:lnTo>
                <a:lnTo>
                  <a:pt x="6531" y="69"/>
                </a:lnTo>
                <a:lnTo>
                  <a:pt x="6549" y="66"/>
                </a:lnTo>
                <a:lnTo>
                  <a:pt x="6567" y="64"/>
                </a:lnTo>
                <a:lnTo>
                  <a:pt x="6585" y="62"/>
                </a:lnTo>
                <a:lnTo>
                  <a:pt x="6603" y="60"/>
                </a:lnTo>
                <a:lnTo>
                  <a:pt x="6620" y="58"/>
                </a:lnTo>
                <a:lnTo>
                  <a:pt x="6638" y="56"/>
                </a:lnTo>
                <a:lnTo>
                  <a:pt x="6656" y="54"/>
                </a:lnTo>
                <a:lnTo>
                  <a:pt x="6674" y="52"/>
                </a:lnTo>
                <a:lnTo>
                  <a:pt x="6692" y="50"/>
                </a:lnTo>
                <a:lnTo>
                  <a:pt x="6710" y="48"/>
                </a:lnTo>
                <a:lnTo>
                  <a:pt x="6727" y="46"/>
                </a:lnTo>
                <a:lnTo>
                  <a:pt x="6745" y="43"/>
                </a:lnTo>
                <a:lnTo>
                  <a:pt x="6763" y="41"/>
                </a:lnTo>
                <a:lnTo>
                  <a:pt x="6781" y="39"/>
                </a:lnTo>
                <a:lnTo>
                  <a:pt x="6799" y="37"/>
                </a:lnTo>
                <a:lnTo>
                  <a:pt x="6817" y="35"/>
                </a:lnTo>
                <a:lnTo>
                  <a:pt x="6834" y="33"/>
                </a:lnTo>
                <a:lnTo>
                  <a:pt x="6852" y="31"/>
                </a:lnTo>
                <a:lnTo>
                  <a:pt x="6870" y="29"/>
                </a:lnTo>
                <a:lnTo>
                  <a:pt x="6888" y="27"/>
                </a:lnTo>
                <a:lnTo>
                  <a:pt x="6906" y="25"/>
                </a:lnTo>
                <a:lnTo>
                  <a:pt x="6924" y="23"/>
                </a:lnTo>
                <a:lnTo>
                  <a:pt x="6942" y="20"/>
                </a:lnTo>
                <a:lnTo>
                  <a:pt x="6959" y="18"/>
                </a:lnTo>
                <a:lnTo>
                  <a:pt x="6977" y="16"/>
                </a:lnTo>
                <a:lnTo>
                  <a:pt x="6995" y="14"/>
                </a:lnTo>
                <a:lnTo>
                  <a:pt x="7013" y="12"/>
                </a:lnTo>
                <a:lnTo>
                  <a:pt x="7031" y="10"/>
                </a:lnTo>
                <a:lnTo>
                  <a:pt x="7049" y="8"/>
                </a:lnTo>
                <a:lnTo>
                  <a:pt x="7066" y="6"/>
                </a:lnTo>
                <a:lnTo>
                  <a:pt x="7084" y="4"/>
                </a:lnTo>
                <a:lnTo>
                  <a:pt x="7102" y="2"/>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Freeform 9"/>
          <p:cNvSpPr/>
          <p:nvPr/>
        </p:nvSpPr>
        <p:spPr>
          <a:xfrm>
            <a:off x="896112" y="4067251"/>
            <a:ext cx="6510528" cy="414223"/>
          </a:xfrm>
          <a:custGeom>
            <a:avLst/>
            <a:gdLst/>
            <a:ahLst/>
            <a:cxnLst/>
            <a:rect l="l" t="t" r="r" b="b"/>
            <a:pathLst>
              <a:path w="7120" h="453">
                <a:moveTo>
                  <a:pt x="0" y="453"/>
                </a:moveTo>
                <a:lnTo>
                  <a:pt x="18" y="452"/>
                </a:lnTo>
                <a:lnTo>
                  <a:pt x="36" y="451"/>
                </a:lnTo>
                <a:lnTo>
                  <a:pt x="54" y="450"/>
                </a:lnTo>
                <a:lnTo>
                  <a:pt x="71" y="449"/>
                </a:lnTo>
                <a:lnTo>
                  <a:pt x="89" y="448"/>
                </a:lnTo>
                <a:lnTo>
                  <a:pt x="107" y="446"/>
                </a:lnTo>
                <a:lnTo>
                  <a:pt x="125" y="445"/>
                </a:lnTo>
                <a:lnTo>
                  <a:pt x="143" y="444"/>
                </a:lnTo>
                <a:lnTo>
                  <a:pt x="161" y="443"/>
                </a:lnTo>
                <a:lnTo>
                  <a:pt x="178" y="442"/>
                </a:lnTo>
                <a:lnTo>
                  <a:pt x="196" y="441"/>
                </a:lnTo>
                <a:lnTo>
                  <a:pt x="214" y="440"/>
                </a:lnTo>
                <a:lnTo>
                  <a:pt x="232" y="438"/>
                </a:lnTo>
                <a:lnTo>
                  <a:pt x="250" y="437"/>
                </a:lnTo>
                <a:lnTo>
                  <a:pt x="268" y="436"/>
                </a:lnTo>
                <a:lnTo>
                  <a:pt x="286" y="435"/>
                </a:lnTo>
                <a:lnTo>
                  <a:pt x="303" y="434"/>
                </a:lnTo>
                <a:lnTo>
                  <a:pt x="321" y="433"/>
                </a:lnTo>
                <a:lnTo>
                  <a:pt x="339" y="432"/>
                </a:lnTo>
                <a:lnTo>
                  <a:pt x="357" y="430"/>
                </a:lnTo>
                <a:lnTo>
                  <a:pt x="375" y="429"/>
                </a:lnTo>
                <a:lnTo>
                  <a:pt x="393" y="428"/>
                </a:lnTo>
                <a:lnTo>
                  <a:pt x="410" y="427"/>
                </a:lnTo>
                <a:lnTo>
                  <a:pt x="428" y="426"/>
                </a:lnTo>
                <a:lnTo>
                  <a:pt x="446" y="425"/>
                </a:lnTo>
                <a:lnTo>
                  <a:pt x="464" y="424"/>
                </a:lnTo>
                <a:lnTo>
                  <a:pt x="482" y="423"/>
                </a:lnTo>
                <a:lnTo>
                  <a:pt x="500" y="421"/>
                </a:lnTo>
                <a:lnTo>
                  <a:pt x="517" y="420"/>
                </a:lnTo>
                <a:lnTo>
                  <a:pt x="535" y="419"/>
                </a:lnTo>
                <a:lnTo>
                  <a:pt x="553" y="418"/>
                </a:lnTo>
                <a:lnTo>
                  <a:pt x="571" y="417"/>
                </a:lnTo>
                <a:lnTo>
                  <a:pt x="589" y="416"/>
                </a:lnTo>
                <a:lnTo>
                  <a:pt x="607" y="415"/>
                </a:lnTo>
                <a:lnTo>
                  <a:pt x="625" y="413"/>
                </a:lnTo>
                <a:lnTo>
                  <a:pt x="642" y="412"/>
                </a:lnTo>
                <a:lnTo>
                  <a:pt x="660" y="411"/>
                </a:lnTo>
                <a:lnTo>
                  <a:pt x="678" y="410"/>
                </a:lnTo>
                <a:lnTo>
                  <a:pt x="696" y="409"/>
                </a:lnTo>
                <a:lnTo>
                  <a:pt x="714" y="408"/>
                </a:lnTo>
                <a:lnTo>
                  <a:pt x="732" y="407"/>
                </a:lnTo>
                <a:lnTo>
                  <a:pt x="749" y="406"/>
                </a:lnTo>
                <a:lnTo>
                  <a:pt x="767" y="404"/>
                </a:lnTo>
                <a:lnTo>
                  <a:pt x="785" y="403"/>
                </a:lnTo>
                <a:lnTo>
                  <a:pt x="803" y="402"/>
                </a:lnTo>
                <a:lnTo>
                  <a:pt x="821" y="401"/>
                </a:lnTo>
                <a:lnTo>
                  <a:pt x="839" y="400"/>
                </a:lnTo>
                <a:lnTo>
                  <a:pt x="857" y="399"/>
                </a:lnTo>
                <a:lnTo>
                  <a:pt x="874" y="398"/>
                </a:lnTo>
                <a:lnTo>
                  <a:pt x="892" y="396"/>
                </a:lnTo>
                <a:lnTo>
                  <a:pt x="910" y="395"/>
                </a:lnTo>
                <a:lnTo>
                  <a:pt x="928" y="394"/>
                </a:lnTo>
                <a:lnTo>
                  <a:pt x="946" y="393"/>
                </a:lnTo>
                <a:lnTo>
                  <a:pt x="964" y="392"/>
                </a:lnTo>
                <a:lnTo>
                  <a:pt x="981" y="391"/>
                </a:lnTo>
                <a:lnTo>
                  <a:pt x="999" y="390"/>
                </a:lnTo>
                <a:lnTo>
                  <a:pt x="1017" y="388"/>
                </a:lnTo>
                <a:lnTo>
                  <a:pt x="1035" y="387"/>
                </a:lnTo>
                <a:lnTo>
                  <a:pt x="1053" y="386"/>
                </a:lnTo>
                <a:lnTo>
                  <a:pt x="1071" y="385"/>
                </a:lnTo>
                <a:lnTo>
                  <a:pt x="1089" y="384"/>
                </a:lnTo>
                <a:lnTo>
                  <a:pt x="1106" y="383"/>
                </a:lnTo>
                <a:lnTo>
                  <a:pt x="1124" y="382"/>
                </a:lnTo>
                <a:lnTo>
                  <a:pt x="1142" y="381"/>
                </a:lnTo>
                <a:lnTo>
                  <a:pt x="1160" y="379"/>
                </a:lnTo>
                <a:lnTo>
                  <a:pt x="1178" y="378"/>
                </a:lnTo>
                <a:lnTo>
                  <a:pt x="1196" y="377"/>
                </a:lnTo>
                <a:lnTo>
                  <a:pt x="1213" y="376"/>
                </a:lnTo>
                <a:lnTo>
                  <a:pt x="1231" y="375"/>
                </a:lnTo>
                <a:lnTo>
                  <a:pt x="1249" y="374"/>
                </a:lnTo>
                <a:lnTo>
                  <a:pt x="1267" y="373"/>
                </a:lnTo>
                <a:lnTo>
                  <a:pt x="1285" y="371"/>
                </a:lnTo>
                <a:lnTo>
                  <a:pt x="1303" y="370"/>
                </a:lnTo>
                <a:lnTo>
                  <a:pt x="1321" y="369"/>
                </a:lnTo>
                <a:lnTo>
                  <a:pt x="1338" y="368"/>
                </a:lnTo>
                <a:lnTo>
                  <a:pt x="1356" y="367"/>
                </a:lnTo>
                <a:lnTo>
                  <a:pt x="1374" y="366"/>
                </a:lnTo>
                <a:lnTo>
                  <a:pt x="1392" y="365"/>
                </a:lnTo>
                <a:lnTo>
                  <a:pt x="1410" y="363"/>
                </a:lnTo>
                <a:lnTo>
                  <a:pt x="1428" y="362"/>
                </a:lnTo>
                <a:lnTo>
                  <a:pt x="1445" y="361"/>
                </a:lnTo>
                <a:lnTo>
                  <a:pt x="1463" y="360"/>
                </a:lnTo>
                <a:lnTo>
                  <a:pt x="1481" y="359"/>
                </a:lnTo>
                <a:lnTo>
                  <a:pt x="1499" y="358"/>
                </a:lnTo>
                <a:lnTo>
                  <a:pt x="1517" y="357"/>
                </a:lnTo>
                <a:lnTo>
                  <a:pt x="1535" y="356"/>
                </a:lnTo>
                <a:lnTo>
                  <a:pt x="1552" y="354"/>
                </a:lnTo>
                <a:lnTo>
                  <a:pt x="1570" y="353"/>
                </a:lnTo>
                <a:lnTo>
                  <a:pt x="1588" y="352"/>
                </a:lnTo>
                <a:lnTo>
                  <a:pt x="1606" y="351"/>
                </a:lnTo>
                <a:lnTo>
                  <a:pt x="1624" y="350"/>
                </a:lnTo>
                <a:lnTo>
                  <a:pt x="1642" y="349"/>
                </a:lnTo>
                <a:lnTo>
                  <a:pt x="1660" y="348"/>
                </a:lnTo>
                <a:lnTo>
                  <a:pt x="1677" y="346"/>
                </a:lnTo>
                <a:lnTo>
                  <a:pt x="1695" y="345"/>
                </a:lnTo>
                <a:lnTo>
                  <a:pt x="1713" y="344"/>
                </a:lnTo>
                <a:lnTo>
                  <a:pt x="1731" y="343"/>
                </a:lnTo>
                <a:lnTo>
                  <a:pt x="1749" y="342"/>
                </a:lnTo>
                <a:lnTo>
                  <a:pt x="1767" y="341"/>
                </a:lnTo>
                <a:lnTo>
                  <a:pt x="1784" y="340"/>
                </a:lnTo>
                <a:lnTo>
                  <a:pt x="1802" y="339"/>
                </a:lnTo>
                <a:lnTo>
                  <a:pt x="1820" y="337"/>
                </a:lnTo>
                <a:lnTo>
                  <a:pt x="1838" y="336"/>
                </a:lnTo>
                <a:lnTo>
                  <a:pt x="1856" y="335"/>
                </a:lnTo>
                <a:lnTo>
                  <a:pt x="1874" y="334"/>
                </a:lnTo>
                <a:lnTo>
                  <a:pt x="1892" y="333"/>
                </a:lnTo>
                <a:lnTo>
                  <a:pt x="1909" y="332"/>
                </a:lnTo>
                <a:lnTo>
                  <a:pt x="1927" y="331"/>
                </a:lnTo>
                <a:lnTo>
                  <a:pt x="1945" y="329"/>
                </a:lnTo>
                <a:lnTo>
                  <a:pt x="1963" y="328"/>
                </a:lnTo>
                <a:lnTo>
                  <a:pt x="1981" y="327"/>
                </a:lnTo>
                <a:lnTo>
                  <a:pt x="1999" y="326"/>
                </a:lnTo>
                <a:lnTo>
                  <a:pt x="2016" y="325"/>
                </a:lnTo>
                <a:lnTo>
                  <a:pt x="2034" y="324"/>
                </a:lnTo>
                <a:lnTo>
                  <a:pt x="2052" y="323"/>
                </a:lnTo>
                <a:lnTo>
                  <a:pt x="2070" y="321"/>
                </a:lnTo>
                <a:lnTo>
                  <a:pt x="2088" y="320"/>
                </a:lnTo>
                <a:lnTo>
                  <a:pt x="2106" y="319"/>
                </a:lnTo>
                <a:lnTo>
                  <a:pt x="2124" y="318"/>
                </a:lnTo>
                <a:lnTo>
                  <a:pt x="2141" y="317"/>
                </a:lnTo>
                <a:lnTo>
                  <a:pt x="2159" y="316"/>
                </a:lnTo>
                <a:lnTo>
                  <a:pt x="2177" y="315"/>
                </a:lnTo>
                <a:lnTo>
                  <a:pt x="2195" y="314"/>
                </a:lnTo>
                <a:lnTo>
                  <a:pt x="2213" y="312"/>
                </a:lnTo>
                <a:lnTo>
                  <a:pt x="2231" y="311"/>
                </a:lnTo>
                <a:lnTo>
                  <a:pt x="2248" y="310"/>
                </a:lnTo>
                <a:lnTo>
                  <a:pt x="2266" y="309"/>
                </a:lnTo>
                <a:lnTo>
                  <a:pt x="2284" y="308"/>
                </a:lnTo>
                <a:lnTo>
                  <a:pt x="2302" y="307"/>
                </a:lnTo>
                <a:lnTo>
                  <a:pt x="2320" y="306"/>
                </a:lnTo>
                <a:lnTo>
                  <a:pt x="2338" y="304"/>
                </a:lnTo>
                <a:lnTo>
                  <a:pt x="2355" y="303"/>
                </a:lnTo>
                <a:lnTo>
                  <a:pt x="2373" y="302"/>
                </a:lnTo>
                <a:lnTo>
                  <a:pt x="2391" y="301"/>
                </a:lnTo>
                <a:lnTo>
                  <a:pt x="2409" y="300"/>
                </a:lnTo>
                <a:lnTo>
                  <a:pt x="2427" y="299"/>
                </a:lnTo>
                <a:lnTo>
                  <a:pt x="2445" y="298"/>
                </a:lnTo>
                <a:lnTo>
                  <a:pt x="2463" y="296"/>
                </a:lnTo>
                <a:lnTo>
                  <a:pt x="2480" y="295"/>
                </a:lnTo>
                <a:lnTo>
                  <a:pt x="2498" y="294"/>
                </a:lnTo>
                <a:lnTo>
                  <a:pt x="2516" y="293"/>
                </a:lnTo>
                <a:lnTo>
                  <a:pt x="2534" y="292"/>
                </a:lnTo>
                <a:lnTo>
                  <a:pt x="2552" y="291"/>
                </a:lnTo>
                <a:lnTo>
                  <a:pt x="2570" y="290"/>
                </a:lnTo>
                <a:lnTo>
                  <a:pt x="2587" y="289"/>
                </a:lnTo>
                <a:lnTo>
                  <a:pt x="2605" y="287"/>
                </a:lnTo>
                <a:lnTo>
                  <a:pt x="2623" y="286"/>
                </a:lnTo>
                <a:lnTo>
                  <a:pt x="2641" y="285"/>
                </a:lnTo>
                <a:lnTo>
                  <a:pt x="2659" y="284"/>
                </a:lnTo>
                <a:lnTo>
                  <a:pt x="2677" y="283"/>
                </a:lnTo>
                <a:lnTo>
                  <a:pt x="2695" y="282"/>
                </a:lnTo>
                <a:lnTo>
                  <a:pt x="2712" y="281"/>
                </a:lnTo>
                <a:lnTo>
                  <a:pt x="2730" y="279"/>
                </a:lnTo>
                <a:lnTo>
                  <a:pt x="2748" y="278"/>
                </a:lnTo>
                <a:lnTo>
                  <a:pt x="2766" y="277"/>
                </a:lnTo>
                <a:lnTo>
                  <a:pt x="2784" y="276"/>
                </a:lnTo>
                <a:lnTo>
                  <a:pt x="2802" y="275"/>
                </a:lnTo>
                <a:lnTo>
                  <a:pt x="2819" y="274"/>
                </a:lnTo>
                <a:lnTo>
                  <a:pt x="2837" y="273"/>
                </a:lnTo>
                <a:lnTo>
                  <a:pt x="2855" y="271"/>
                </a:lnTo>
                <a:lnTo>
                  <a:pt x="2873" y="270"/>
                </a:lnTo>
                <a:lnTo>
                  <a:pt x="2891" y="269"/>
                </a:lnTo>
                <a:lnTo>
                  <a:pt x="2909" y="268"/>
                </a:lnTo>
                <a:lnTo>
                  <a:pt x="2927" y="267"/>
                </a:lnTo>
                <a:lnTo>
                  <a:pt x="2944" y="266"/>
                </a:lnTo>
                <a:lnTo>
                  <a:pt x="2962" y="265"/>
                </a:lnTo>
                <a:lnTo>
                  <a:pt x="2980" y="264"/>
                </a:lnTo>
                <a:lnTo>
                  <a:pt x="2998" y="262"/>
                </a:lnTo>
                <a:lnTo>
                  <a:pt x="3016" y="261"/>
                </a:lnTo>
                <a:lnTo>
                  <a:pt x="3034" y="260"/>
                </a:lnTo>
                <a:lnTo>
                  <a:pt x="3051" y="259"/>
                </a:lnTo>
                <a:lnTo>
                  <a:pt x="3069" y="258"/>
                </a:lnTo>
                <a:lnTo>
                  <a:pt x="3087" y="257"/>
                </a:lnTo>
                <a:lnTo>
                  <a:pt x="3105" y="256"/>
                </a:lnTo>
                <a:lnTo>
                  <a:pt x="3123" y="254"/>
                </a:lnTo>
                <a:lnTo>
                  <a:pt x="3141" y="253"/>
                </a:lnTo>
                <a:lnTo>
                  <a:pt x="3158" y="252"/>
                </a:lnTo>
                <a:lnTo>
                  <a:pt x="3176" y="251"/>
                </a:lnTo>
                <a:lnTo>
                  <a:pt x="3194" y="250"/>
                </a:lnTo>
                <a:lnTo>
                  <a:pt x="3212" y="249"/>
                </a:lnTo>
                <a:lnTo>
                  <a:pt x="3230" y="248"/>
                </a:lnTo>
                <a:lnTo>
                  <a:pt x="3248" y="247"/>
                </a:lnTo>
                <a:lnTo>
                  <a:pt x="3266" y="245"/>
                </a:lnTo>
                <a:lnTo>
                  <a:pt x="3283" y="244"/>
                </a:lnTo>
                <a:lnTo>
                  <a:pt x="3301" y="243"/>
                </a:lnTo>
                <a:lnTo>
                  <a:pt x="3319" y="242"/>
                </a:lnTo>
                <a:lnTo>
                  <a:pt x="3337" y="241"/>
                </a:lnTo>
                <a:lnTo>
                  <a:pt x="3355" y="240"/>
                </a:lnTo>
                <a:lnTo>
                  <a:pt x="3373" y="239"/>
                </a:lnTo>
                <a:lnTo>
                  <a:pt x="3390" y="237"/>
                </a:lnTo>
                <a:lnTo>
                  <a:pt x="3408" y="236"/>
                </a:lnTo>
                <a:lnTo>
                  <a:pt x="3426" y="235"/>
                </a:lnTo>
                <a:lnTo>
                  <a:pt x="3444" y="234"/>
                </a:lnTo>
                <a:lnTo>
                  <a:pt x="3462" y="233"/>
                </a:lnTo>
                <a:lnTo>
                  <a:pt x="3480" y="232"/>
                </a:lnTo>
                <a:lnTo>
                  <a:pt x="3498" y="231"/>
                </a:lnTo>
                <a:lnTo>
                  <a:pt x="3515" y="229"/>
                </a:lnTo>
                <a:lnTo>
                  <a:pt x="3533" y="228"/>
                </a:lnTo>
                <a:lnTo>
                  <a:pt x="3551" y="227"/>
                </a:lnTo>
                <a:lnTo>
                  <a:pt x="3569" y="226"/>
                </a:lnTo>
                <a:lnTo>
                  <a:pt x="3587" y="225"/>
                </a:lnTo>
                <a:lnTo>
                  <a:pt x="3605" y="224"/>
                </a:lnTo>
                <a:lnTo>
                  <a:pt x="3622" y="223"/>
                </a:lnTo>
                <a:lnTo>
                  <a:pt x="3640" y="222"/>
                </a:lnTo>
                <a:lnTo>
                  <a:pt x="3658" y="220"/>
                </a:lnTo>
                <a:lnTo>
                  <a:pt x="3676" y="219"/>
                </a:lnTo>
                <a:lnTo>
                  <a:pt x="3694" y="218"/>
                </a:lnTo>
                <a:lnTo>
                  <a:pt x="3712" y="217"/>
                </a:lnTo>
                <a:lnTo>
                  <a:pt x="3730" y="216"/>
                </a:lnTo>
                <a:lnTo>
                  <a:pt x="3747" y="215"/>
                </a:lnTo>
                <a:lnTo>
                  <a:pt x="3765" y="214"/>
                </a:lnTo>
                <a:lnTo>
                  <a:pt x="3783" y="212"/>
                </a:lnTo>
                <a:lnTo>
                  <a:pt x="3801" y="211"/>
                </a:lnTo>
                <a:lnTo>
                  <a:pt x="3819" y="210"/>
                </a:lnTo>
                <a:lnTo>
                  <a:pt x="3837" y="209"/>
                </a:lnTo>
                <a:lnTo>
                  <a:pt x="3854" y="208"/>
                </a:lnTo>
                <a:lnTo>
                  <a:pt x="3872" y="207"/>
                </a:lnTo>
                <a:lnTo>
                  <a:pt x="3890" y="206"/>
                </a:lnTo>
                <a:lnTo>
                  <a:pt x="3908" y="204"/>
                </a:lnTo>
                <a:lnTo>
                  <a:pt x="3926" y="203"/>
                </a:lnTo>
                <a:lnTo>
                  <a:pt x="3944" y="202"/>
                </a:lnTo>
                <a:lnTo>
                  <a:pt x="3962" y="201"/>
                </a:lnTo>
                <a:lnTo>
                  <a:pt x="3979" y="200"/>
                </a:lnTo>
                <a:lnTo>
                  <a:pt x="3997" y="199"/>
                </a:lnTo>
                <a:lnTo>
                  <a:pt x="4015" y="198"/>
                </a:lnTo>
                <a:lnTo>
                  <a:pt x="4033" y="197"/>
                </a:lnTo>
                <a:lnTo>
                  <a:pt x="4051" y="195"/>
                </a:lnTo>
                <a:lnTo>
                  <a:pt x="4069" y="194"/>
                </a:lnTo>
                <a:lnTo>
                  <a:pt x="4086" y="193"/>
                </a:lnTo>
                <a:lnTo>
                  <a:pt x="4104" y="192"/>
                </a:lnTo>
                <a:lnTo>
                  <a:pt x="4122" y="191"/>
                </a:lnTo>
                <a:lnTo>
                  <a:pt x="4140" y="190"/>
                </a:lnTo>
                <a:lnTo>
                  <a:pt x="4158" y="189"/>
                </a:lnTo>
                <a:lnTo>
                  <a:pt x="4176" y="187"/>
                </a:lnTo>
                <a:lnTo>
                  <a:pt x="4193" y="186"/>
                </a:lnTo>
                <a:lnTo>
                  <a:pt x="4211" y="185"/>
                </a:lnTo>
                <a:lnTo>
                  <a:pt x="4229" y="184"/>
                </a:lnTo>
                <a:lnTo>
                  <a:pt x="4247" y="183"/>
                </a:lnTo>
                <a:lnTo>
                  <a:pt x="4265" y="182"/>
                </a:lnTo>
                <a:lnTo>
                  <a:pt x="4283" y="181"/>
                </a:lnTo>
                <a:lnTo>
                  <a:pt x="4301" y="179"/>
                </a:lnTo>
                <a:lnTo>
                  <a:pt x="4318" y="178"/>
                </a:lnTo>
                <a:lnTo>
                  <a:pt x="4336" y="177"/>
                </a:lnTo>
                <a:lnTo>
                  <a:pt x="4354" y="176"/>
                </a:lnTo>
                <a:lnTo>
                  <a:pt x="4372" y="175"/>
                </a:lnTo>
                <a:lnTo>
                  <a:pt x="4390" y="174"/>
                </a:lnTo>
                <a:lnTo>
                  <a:pt x="4408" y="173"/>
                </a:lnTo>
                <a:lnTo>
                  <a:pt x="4425" y="172"/>
                </a:lnTo>
                <a:lnTo>
                  <a:pt x="4443" y="170"/>
                </a:lnTo>
                <a:lnTo>
                  <a:pt x="4461" y="169"/>
                </a:lnTo>
                <a:lnTo>
                  <a:pt x="4479" y="168"/>
                </a:lnTo>
                <a:lnTo>
                  <a:pt x="4497" y="167"/>
                </a:lnTo>
                <a:lnTo>
                  <a:pt x="4515" y="166"/>
                </a:lnTo>
                <a:lnTo>
                  <a:pt x="4533" y="165"/>
                </a:lnTo>
                <a:lnTo>
                  <a:pt x="4550" y="164"/>
                </a:lnTo>
                <a:lnTo>
                  <a:pt x="4568" y="162"/>
                </a:lnTo>
                <a:lnTo>
                  <a:pt x="4586" y="161"/>
                </a:lnTo>
                <a:lnTo>
                  <a:pt x="4604" y="160"/>
                </a:lnTo>
                <a:lnTo>
                  <a:pt x="4622" y="159"/>
                </a:lnTo>
                <a:lnTo>
                  <a:pt x="4640" y="158"/>
                </a:lnTo>
                <a:lnTo>
                  <a:pt x="4657" y="157"/>
                </a:lnTo>
                <a:lnTo>
                  <a:pt x="4675" y="156"/>
                </a:lnTo>
                <a:lnTo>
                  <a:pt x="4693" y="155"/>
                </a:lnTo>
                <a:lnTo>
                  <a:pt x="4711" y="153"/>
                </a:lnTo>
                <a:lnTo>
                  <a:pt x="4729" y="152"/>
                </a:lnTo>
                <a:lnTo>
                  <a:pt x="4747" y="151"/>
                </a:lnTo>
                <a:lnTo>
                  <a:pt x="4765" y="150"/>
                </a:lnTo>
                <a:lnTo>
                  <a:pt x="4782" y="149"/>
                </a:lnTo>
                <a:lnTo>
                  <a:pt x="4800" y="148"/>
                </a:lnTo>
                <a:lnTo>
                  <a:pt x="4818" y="147"/>
                </a:lnTo>
                <a:lnTo>
                  <a:pt x="4836" y="145"/>
                </a:lnTo>
                <a:lnTo>
                  <a:pt x="4854" y="144"/>
                </a:lnTo>
                <a:lnTo>
                  <a:pt x="4872" y="143"/>
                </a:lnTo>
                <a:lnTo>
                  <a:pt x="4889" y="142"/>
                </a:lnTo>
                <a:lnTo>
                  <a:pt x="4907" y="141"/>
                </a:lnTo>
                <a:lnTo>
                  <a:pt x="4925" y="140"/>
                </a:lnTo>
                <a:lnTo>
                  <a:pt x="4943" y="139"/>
                </a:lnTo>
                <a:lnTo>
                  <a:pt x="4961" y="137"/>
                </a:lnTo>
                <a:lnTo>
                  <a:pt x="4979" y="136"/>
                </a:lnTo>
                <a:lnTo>
                  <a:pt x="4996" y="135"/>
                </a:lnTo>
                <a:lnTo>
                  <a:pt x="5014" y="134"/>
                </a:lnTo>
                <a:lnTo>
                  <a:pt x="5032" y="133"/>
                </a:lnTo>
                <a:lnTo>
                  <a:pt x="5050" y="132"/>
                </a:lnTo>
                <a:lnTo>
                  <a:pt x="5068" y="131"/>
                </a:lnTo>
                <a:lnTo>
                  <a:pt x="5086" y="130"/>
                </a:lnTo>
                <a:lnTo>
                  <a:pt x="5104" y="128"/>
                </a:lnTo>
                <a:lnTo>
                  <a:pt x="5121" y="127"/>
                </a:lnTo>
                <a:lnTo>
                  <a:pt x="5139" y="126"/>
                </a:lnTo>
                <a:lnTo>
                  <a:pt x="5157" y="125"/>
                </a:lnTo>
                <a:lnTo>
                  <a:pt x="5175" y="124"/>
                </a:lnTo>
                <a:lnTo>
                  <a:pt x="5193" y="123"/>
                </a:lnTo>
                <a:lnTo>
                  <a:pt x="5211" y="122"/>
                </a:lnTo>
                <a:lnTo>
                  <a:pt x="5228" y="120"/>
                </a:lnTo>
                <a:lnTo>
                  <a:pt x="5246" y="119"/>
                </a:lnTo>
                <a:lnTo>
                  <a:pt x="5264" y="118"/>
                </a:lnTo>
                <a:lnTo>
                  <a:pt x="5282" y="117"/>
                </a:lnTo>
                <a:lnTo>
                  <a:pt x="5300" y="116"/>
                </a:lnTo>
                <a:lnTo>
                  <a:pt x="5318" y="115"/>
                </a:lnTo>
                <a:lnTo>
                  <a:pt x="5336" y="114"/>
                </a:lnTo>
                <a:lnTo>
                  <a:pt x="5353" y="112"/>
                </a:lnTo>
                <a:lnTo>
                  <a:pt x="5371" y="111"/>
                </a:lnTo>
                <a:lnTo>
                  <a:pt x="5389" y="110"/>
                </a:lnTo>
                <a:lnTo>
                  <a:pt x="5407" y="109"/>
                </a:lnTo>
                <a:lnTo>
                  <a:pt x="5425" y="108"/>
                </a:lnTo>
                <a:lnTo>
                  <a:pt x="5443" y="107"/>
                </a:lnTo>
                <a:lnTo>
                  <a:pt x="5460" y="106"/>
                </a:lnTo>
                <a:lnTo>
                  <a:pt x="5478" y="105"/>
                </a:lnTo>
                <a:lnTo>
                  <a:pt x="5496" y="103"/>
                </a:lnTo>
                <a:lnTo>
                  <a:pt x="5514" y="102"/>
                </a:lnTo>
                <a:lnTo>
                  <a:pt x="5532" y="101"/>
                </a:lnTo>
                <a:lnTo>
                  <a:pt x="5550" y="100"/>
                </a:lnTo>
                <a:lnTo>
                  <a:pt x="5568" y="99"/>
                </a:lnTo>
                <a:lnTo>
                  <a:pt x="5585" y="98"/>
                </a:lnTo>
                <a:lnTo>
                  <a:pt x="5603" y="97"/>
                </a:lnTo>
                <a:lnTo>
                  <a:pt x="5621" y="95"/>
                </a:lnTo>
                <a:lnTo>
                  <a:pt x="5639" y="94"/>
                </a:lnTo>
                <a:lnTo>
                  <a:pt x="5657" y="93"/>
                </a:lnTo>
                <a:lnTo>
                  <a:pt x="5675" y="92"/>
                </a:lnTo>
                <a:lnTo>
                  <a:pt x="5692" y="91"/>
                </a:lnTo>
                <a:lnTo>
                  <a:pt x="5710" y="90"/>
                </a:lnTo>
                <a:lnTo>
                  <a:pt x="5728" y="89"/>
                </a:lnTo>
                <a:lnTo>
                  <a:pt x="5746" y="87"/>
                </a:lnTo>
                <a:lnTo>
                  <a:pt x="5764" y="86"/>
                </a:lnTo>
                <a:lnTo>
                  <a:pt x="5782" y="85"/>
                </a:lnTo>
                <a:lnTo>
                  <a:pt x="5799" y="84"/>
                </a:lnTo>
                <a:lnTo>
                  <a:pt x="5817" y="83"/>
                </a:lnTo>
                <a:lnTo>
                  <a:pt x="5835" y="82"/>
                </a:lnTo>
                <a:lnTo>
                  <a:pt x="5853" y="81"/>
                </a:lnTo>
                <a:lnTo>
                  <a:pt x="5871" y="80"/>
                </a:lnTo>
                <a:lnTo>
                  <a:pt x="5889" y="78"/>
                </a:lnTo>
                <a:lnTo>
                  <a:pt x="5907" y="77"/>
                </a:lnTo>
                <a:lnTo>
                  <a:pt x="5924" y="76"/>
                </a:lnTo>
                <a:lnTo>
                  <a:pt x="5942" y="75"/>
                </a:lnTo>
                <a:lnTo>
                  <a:pt x="5960" y="74"/>
                </a:lnTo>
                <a:lnTo>
                  <a:pt x="5978" y="73"/>
                </a:lnTo>
                <a:lnTo>
                  <a:pt x="5996" y="72"/>
                </a:lnTo>
                <a:lnTo>
                  <a:pt x="6014" y="70"/>
                </a:lnTo>
                <a:lnTo>
                  <a:pt x="6031" y="69"/>
                </a:lnTo>
                <a:lnTo>
                  <a:pt x="6049" y="68"/>
                </a:lnTo>
                <a:lnTo>
                  <a:pt x="6067" y="67"/>
                </a:lnTo>
                <a:lnTo>
                  <a:pt x="6085" y="66"/>
                </a:lnTo>
                <a:lnTo>
                  <a:pt x="6103" y="65"/>
                </a:lnTo>
                <a:lnTo>
                  <a:pt x="6121" y="64"/>
                </a:lnTo>
                <a:lnTo>
                  <a:pt x="6139" y="63"/>
                </a:lnTo>
                <a:lnTo>
                  <a:pt x="6156" y="61"/>
                </a:lnTo>
                <a:lnTo>
                  <a:pt x="6174" y="60"/>
                </a:lnTo>
                <a:lnTo>
                  <a:pt x="6192" y="59"/>
                </a:lnTo>
                <a:lnTo>
                  <a:pt x="6210" y="58"/>
                </a:lnTo>
                <a:lnTo>
                  <a:pt x="6228" y="57"/>
                </a:lnTo>
                <a:lnTo>
                  <a:pt x="6246" y="56"/>
                </a:lnTo>
                <a:lnTo>
                  <a:pt x="6263" y="55"/>
                </a:lnTo>
                <a:lnTo>
                  <a:pt x="6281" y="53"/>
                </a:lnTo>
                <a:lnTo>
                  <a:pt x="6299" y="52"/>
                </a:lnTo>
                <a:lnTo>
                  <a:pt x="6317" y="51"/>
                </a:lnTo>
                <a:lnTo>
                  <a:pt x="6335" y="50"/>
                </a:lnTo>
                <a:lnTo>
                  <a:pt x="6353" y="49"/>
                </a:lnTo>
                <a:lnTo>
                  <a:pt x="6371" y="48"/>
                </a:lnTo>
                <a:lnTo>
                  <a:pt x="6388" y="47"/>
                </a:lnTo>
                <a:lnTo>
                  <a:pt x="6406" y="45"/>
                </a:lnTo>
                <a:lnTo>
                  <a:pt x="6424" y="44"/>
                </a:lnTo>
                <a:lnTo>
                  <a:pt x="6442" y="43"/>
                </a:lnTo>
                <a:lnTo>
                  <a:pt x="6460" y="42"/>
                </a:lnTo>
                <a:lnTo>
                  <a:pt x="6478" y="41"/>
                </a:lnTo>
                <a:lnTo>
                  <a:pt x="6495" y="40"/>
                </a:lnTo>
                <a:lnTo>
                  <a:pt x="6513" y="39"/>
                </a:lnTo>
                <a:lnTo>
                  <a:pt x="6531" y="38"/>
                </a:lnTo>
                <a:lnTo>
                  <a:pt x="6549" y="36"/>
                </a:lnTo>
                <a:lnTo>
                  <a:pt x="6567" y="35"/>
                </a:lnTo>
                <a:lnTo>
                  <a:pt x="6585" y="34"/>
                </a:lnTo>
                <a:lnTo>
                  <a:pt x="6603" y="33"/>
                </a:lnTo>
                <a:lnTo>
                  <a:pt x="6620" y="32"/>
                </a:lnTo>
                <a:lnTo>
                  <a:pt x="6638" y="31"/>
                </a:lnTo>
                <a:lnTo>
                  <a:pt x="6656" y="30"/>
                </a:lnTo>
                <a:lnTo>
                  <a:pt x="6674" y="28"/>
                </a:lnTo>
                <a:lnTo>
                  <a:pt x="6692" y="27"/>
                </a:lnTo>
                <a:lnTo>
                  <a:pt x="6710" y="26"/>
                </a:lnTo>
                <a:lnTo>
                  <a:pt x="6727" y="25"/>
                </a:lnTo>
                <a:lnTo>
                  <a:pt x="6745" y="24"/>
                </a:lnTo>
                <a:lnTo>
                  <a:pt x="6763" y="23"/>
                </a:lnTo>
                <a:lnTo>
                  <a:pt x="6781" y="22"/>
                </a:lnTo>
                <a:lnTo>
                  <a:pt x="6799" y="20"/>
                </a:lnTo>
                <a:lnTo>
                  <a:pt x="6817" y="19"/>
                </a:lnTo>
                <a:lnTo>
                  <a:pt x="6834" y="18"/>
                </a:lnTo>
                <a:lnTo>
                  <a:pt x="6852" y="17"/>
                </a:lnTo>
                <a:lnTo>
                  <a:pt x="6870" y="16"/>
                </a:lnTo>
                <a:lnTo>
                  <a:pt x="6888" y="15"/>
                </a:lnTo>
                <a:lnTo>
                  <a:pt x="6906" y="14"/>
                </a:lnTo>
                <a:lnTo>
                  <a:pt x="6924" y="13"/>
                </a:lnTo>
                <a:lnTo>
                  <a:pt x="6942" y="11"/>
                </a:lnTo>
                <a:lnTo>
                  <a:pt x="6959" y="10"/>
                </a:lnTo>
                <a:lnTo>
                  <a:pt x="6977" y="9"/>
                </a:lnTo>
                <a:lnTo>
                  <a:pt x="6995" y="8"/>
                </a:lnTo>
                <a:lnTo>
                  <a:pt x="7013" y="7"/>
                </a:lnTo>
                <a:lnTo>
                  <a:pt x="7031" y="6"/>
                </a:lnTo>
                <a:lnTo>
                  <a:pt x="7049" y="5"/>
                </a:lnTo>
                <a:lnTo>
                  <a:pt x="7066" y="3"/>
                </a:lnTo>
                <a:lnTo>
                  <a:pt x="7084" y="2"/>
                </a:lnTo>
                <a:lnTo>
                  <a:pt x="7102" y="1"/>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reeform 10"/>
          <p:cNvSpPr/>
          <p:nvPr/>
        </p:nvSpPr>
        <p:spPr>
          <a:xfrm>
            <a:off x="896112" y="3644798"/>
            <a:ext cx="6510528" cy="1004926"/>
          </a:xfrm>
          <a:custGeom>
            <a:avLst/>
            <a:gdLst/>
            <a:ahLst/>
            <a:cxnLst/>
            <a:rect l="l" t="t" r="r" b="b"/>
            <a:pathLst>
              <a:path w="7120" h="1099">
                <a:moveTo>
                  <a:pt x="0" y="1099"/>
                </a:moveTo>
                <a:lnTo>
                  <a:pt x="18" y="1096"/>
                </a:lnTo>
                <a:lnTo>
                  <a:pt x="36" y="1093"/>
                </a:lnTo>
                <a:lnTo>
                  <a:pt x="54" y="1090"/>
                </a:lnTo>
                <a:lnTo>
                  <a:pt x="71" y="1087"/>
                </a:lnTo>
                <a:lnTo>
                  <a:pt x="89" y="1085"/>
                </a:lnTo>
                <a:lnTo>
                  <a:pt x="107" y="1082"/>
                </a:lnTo>
                <a:lnTo>
                  <a:pt x="125" y="1079"/>
                </a:lnTo>
                <a:lnTo>
                  <a:pt x="143" y="1076"/>
                </a:lnTo>
                <a:lnTo>
                  <a:pt x="161" y="1074"/>
                </a:lnTo>
                <a:lnTo>
                  <a:pt x="178" y="1071"/>
                </a:lnTo>
                <a:lnTo>
                  <a:pt x="196" y="1068"/>
                </a:lnTo>
                <a:lnTo>
                  <a:pt x="214" y="1065"/>
                </a:lnTo>
                <a:lnTo>
                  <a:pt x="232" y="1063"/>
                </a:lnTo>
                <a:lnTo>
                  <a:pt x="250" y="1060"/>
                </a:lnTo>
                <a:lnTo>
                  <a:pt x="268" y="1057"/>
                </a:lnTo>
                <a:lnTo>
                  <a:pt x="286" y="1054"/>
                </a:lnTo>
                <a:lnTo>
                  <a:pt x="303" y="1052"/>
                </a:lnTo>
                <a:lnTo>
                  <a:pt x="321" y="1049"/>
                </a:lnTo>
                <a:lnTo>
                  <a:pt x="339" y="1046"/>
                </a:lnTo>
                <a:lnTo>
                  <a:pt x="357" y="1043"/>
                </a:lnTo>
                <a:lnTo>
                  <a:pt x="375" y="1041"/>
                </a:lnTo>
                <a:lnTo>
                  <a:pt x="393" y="1038"/>
                </a:lnTo>
                <a:lnTo>
                  <a:pt x="410" y="1035"/>
                </a:lnTo>
                <a:lnTo>
                  <a:pt x="428" y="1032"/>
                </a:lnTo>
                <a:lnTo>
                  <a:pt x="446" y="1030"/>
                </a:lnTo>
                <a:lnTo>
                  <a:pt x="464" y="1027"/>
                </a:lnTo>
                <a:lnTo>
                  <a:pt x="482" y="1024"/>
                </a:lnTo>
                <a:lnTo>
                  <a:pt x="500" y="1021"/>
                </a:lnTo>
                <a:lnTo>
                  <a:pt x="517" y="1019"/>
                </a:lnTo>
                <a:lnTo>
                  <a:pt x="535" y="1016"/>
                </a:lnTo>
                <a:lnTo>
                  <a:pt x="553" y="1013"/>
                </a:lnTo>
                <a:lnTo>
                  <a:pt x="571" y="1010"/>
                </a:lnTo>
                <a:lnTo>
                  <a:pt x="589" y="1008"/>
                </a:lnTo>
                <a:lnTo>
                  <a:pt x="607" y="1005"/>
                </a:lnTo>
                <a:lnTo>
                  <a:pt x="625" y="1002"/>
                </a:lnTo>
                <a:lnTo>
                  <a:pt x="642" y="999"/>
                </a:lnTo>
                <a:lnTo>
                  <a:pt x="660" y="997"/>
                </a:lnTo>
                <a:lnTo>
                  <a:pt x="678" y="994"/>
                </a:lnTo>
                <a:lnTo>
                  <a:pt x="696" y="991"/>
                </a:lnTo>
                <a:lnTo>
                  <a:pt x="714" y="988"/>
                </a:lnTo>
                <a:lnTo>
                  <a:pt x="732" y="986"/>
                </a:lnTo>
                <a:lnTo>
                  <a:pt x="749" y="983"/>
                </a:lnTo>
                <a:lnTo>
                  <a:pt x="767" y="980"/>
                </a:lnTo>
                <a:lnTo>
                  <a:pt x="785" y="977"/>
                </a:lnTo>
                <a:lnTo>
                  <a:pt x="803" y="975"/>
                </a:lnTo>
                <a:lnTo>
                  <a:pt x="821" y="972"/>
                </a:lnTo>
                <a:lnTo>
                  <a:pt x="839" y="969"/>
                </a:lnTo>
                <a:lnTo>
                  <a:pt x="857" y="966"/>
                </a:lnTo>
                <a:lnTo>
                  <a:pt x="874" y="964"/>
                </a:lnTo>
                <a:lnTo>
                  <a:pt x="892" y="961"/>
                </a:lnTo>
                <a:lnTo>
                  <a:pt x="910" y="958"/>
                </a:lnTo>
                <a:lnTo>
                  <a:pt x="928" y="955"/>
                </a:lnTo>
                <a:lnTo>
                  <a:pt x="946" y="953"/>
                </a:lnTo>
                <a:lnTo>
                  <a:pt x="964" y="950"/>
                </a:lnTo>
                <a:lnTo>
                  <a:pt x="981" y="947"/>
                </a:lnTo>
                <a:lnTo>
                  <a:pt x="999" y="944"/>
                </a:lnTo>
                <a:lnTo>
                  <a:pt x="1017" y="942"/>
                </a:lnTo>
                <a:lnTo>
                  <a:pt x="1035" y="939"/>
                </a:lnTo>
                <a:lnTo>
                  <a:pt x="1053" y="936"/>
                </a:lnTo>
                <a:lnTo>
                  <a:pt x="1071" y="933"/>
                </a:lnTo>
                <a:lnTo>
                  <a:pt x="1089" y="931"/>
                </a:lnTo>
                <a:lnTo>
                  <a:pt x="1106" y="928"/>
                </a:lnTo>
                <a:lnTo>
                  <a:pt x="1124" y="925"/>
                </a:lnTo>
                <a:lnTo>
                  <a:pt x="1142" y="922"/>
                </a:lnTo>
                <a:lnTo>
                  <a:pt x="1160" y="920"/>
                </a:lnTo>
                <a:lnTo>
                  <a:pt x="1178" y="917"/>
                </a:lnTo>
                <a:lnTo>
                  <a:pt x="1196" y="914"/>
                </a:lnTo>
                <a:lnTo>
                  <a:pt x="1213" y="911"/>
                </a:lnTo>
                <a:lnTo>
                  <a:pt x="1231" y="909"/>
                </a:lnTo>
                <a:lnTo>
                  <a:pt x="1249" y="906"/>
                </a:lnTo>
                <a:lnTo>
                  <a:pt x="1267" y="903"/>
                </a:lnTo>
                <a:lnTo>
                  <a:pt x="1285" y="900"/>
                </a:lnTo>
                <a:lnTo>
                  <a:pt x="1303" y="898"/>
                </a:lnTo>
                <a:lnTo>
                  <a:pt x="1321" y="895"/>
                </a:lnTo>
                <a:lnTo>
                  <a:pt x="1338" y="892"/>
                </a:lnTo>
                <a:lnTo>
                  <a:pt x="1356" y="889"/>
                </a:lnTo>
                <a:lnTo>
                  <a:pt x="1374" y="887"/>
                </a:lnTo>
                <a:lnTo>
                  <a:pt x="1392" y="884"/>
                </a:lnTo>
                <a:lnTo>
                  <a:pt x="1410" y="881"/>
                </a:lnTo>
                <a:lnTo>
                  <a:pt x="1428" y="878"/>
                </a:lnTo>
                <a:lnTo>
                  <a:pt x="1445" y="876"/>
                </a:lnTo>
                <a:lnTo>
                  <a:pt x="1463" y="873"/>
                </a:lnTo>
                <a:lnTo>
                  <a:pt x="1481" y="870"/>
                </a:lnTo>
                <a:lnTo>
                  <a:pt x="1499" y="867"/>
                </a:lnTo>
                <a:lnTo>
                  <a:pt x="1517" y="865"/>
                </a:lnTo>
                <a:lnTo>
                  <a:pt x="1535" y="862"/>
                </a:lnTo>
                <a:lnTo>
                  <a:pt x="1552" y="859"/>
                </a:lnTo>
                <a:lnTo>
                  <a:pt x="1570" y="856"/>
                </a:lnTo>
                <a:lnTo>
                  <a:pt x="1588" y="854"/>
                </a:lnTo>
                <a:lnTo>
                  <a:pt x="1606" y="851"/>
                </a:lnTo>
                <a:lnTo>
                  <a:pt x="1624" y="848"/>
                </a:lnTo>
                <a:lnTo>
                  <a:pt x="1642" y="845"/>
                </a:lnTo>
                <a:lnTo>
                  <a:pt x="1660" y="843"/>
                </a:lnTo>
                <a:lnTo>
                  <a:pt x="1677" y="840"/>
                </a:lnTo>
                <a:lnTo>
                  <a:pt x="1695" y="837"/>
                </a:lnTo>
                <a:lnTo>
                  <a:pt x="1713" y="834"/>
                </a:lnTo>
                <a:lnTo>
                  <a:pt x="1731" y="832"/>
                </a:lnTo>
                <a:lnTo>
                  <a:pt x="1749" y="829"/>
                </a:lnTo>
                <a:lnTo>
                  <a:pt x="1767" y="826"/>
                </a:lnTo>
                <a:lnTo>
                  <a:pt x="1784" y="823"/>
                </a:lnTo>
                <a:lnTo>
                  <a:pt x="1802" y="821"/>
                </a:lnTo>
                <a:lnTo>
                  <a:pt x="1820" y="818"/>
                </a:lnTo>
                <a:lnTo>
                  <a:pt x="1838" y="815"/>
                </a:lnTo>
                <a:lnTo>
                  <a:pt x="1856" y="812"/>
                </a:lnTo>
                <a:lnTo>
                  <a:pt x="1874" y="810"/>
                </a:lnTo>
                <a:lnTo>
                  <a:pt x="1892" y="807"/>
                </a:lnTo>
                <a:lnTo>
                  <a:pt x="1909" y="804"/>
                </a:lnTo>
                <a:lnTo>
                  <a:pt x="1927" y="801"/>
                </a:lnTo>
                <a:lnTo>
                  <a:pt x="1945" y="799"/>
                </a:lnTo>
                <a:lnTo>
                  <a:pt x="1963" y="796"/>
                </a:lnTo>
                <a:lnTo>
                  <a:pt x="1981" y="793"/>
                </a:lnTo>
                <a:lnTo>
                  <a:pt x="1999" y="790"/>
                </a:lnTo>
                <a:lnTo>
                  <a:pt x="2016" y="788"/>
                </a:lnTo>
                <a:lnTo>
                  <a:pt x="2034" y="785"/>
                </a:lnTo>
                <a:lnTo>
                  <a:pt x="2052" y="782"/>
                </a:lnTo>
                <a:lnTo>
                  <a:pt x="2070" y="779"/>
                </a:lnTo>
                <a:lnTo>
                  <a:pt x="2088" y="777"/>
                </a:lnTo>
                <a:lnTo>
                  <a:pt x="2106" y="774"/>
                </a:lnTo>
                <a:lnTo>
                  <a:pt x="2124" y="771"/>
                </a:lnTo>
                <a:lnTo>
                  <a:pt x="2141" y="768"/>
                </a:lnTo>
                <a:lnTo>
                  <a:pt x="2159" y="765"/>
                </a:lnTo>
                <a:lnTo>
                  <a:pt x="2177" y="763"/>
                </a:lnTo>
                <a:lnTo>
                  <a:pt x="2195" y="760"/>
                </a:lnTo>
                <a:lnTo>
                  <a:pt x="2213" y="757"/>
                </a:lnTo>
                <a:lnTo>
                  <a:pt x="2231" y="754"/>
                </a:lnTo>
                <a:lnTo>
                  <a:pt x="2248" y="752"/>
                </a:lnTo>
                <a:lnTo>
                  <a:pt x="2266" y="749"/>
                </a:lnTo>
                <a:lnTo>
                  <a:pt x="2284" y="746"/>
                </a:lnTo>
                <a:lnTo>
                  <a:pt x="2302" y="743"/>
                </a:lnTo>
                <a:lnTo>
                  <a:pt x="2320" y="741"/>
                </a:lnTo>
                <a:lnTo>
                  <a:pt x="2338" y="738"/>
                </a:lnTo>
                <a:lnTo>
                  <a:pt x="2355" y="735"/>
                </a:lnTo>
                <a:lnTo>
                  <a:pt x="2373" y="732"/>
                </a:lnTo>
                <a:lnTo>
                  <a:pt x="2391" y="730"/>
                </a:lnTo>
                <a:lnTo>
                  <a:pt x="2409" y="727"/>
                </a:lnTo>
                <a:lnTo>
                  <a:pt x="2427" y="724"/>
                </a:lnTo>
                <a:lnTo>
                  <a:pt x="2445" y="721"/>
                </a:lnTo>
                <a:lnTo>
                  <a:pt x="2463" y="719"/>
                </a:lnTo>
                <a:lnTo>
                  <a:pt x="2480" y="716"/>
                </a:lnTo>
                <a:lnTo>
                  <a:pt x="2498" y="713"/>
                </a:lnTo>
                <a:lnTo>
                  <a:pt x="2516" y="710"/>
                </a:lnTo>
                <a:lnTo>
                  <a:pt x="2534" y="708"/>
                </a:lnTo>
                <a:lnTo>
                  <a:pt x="2552" y="705"/>
                </a:lnTo>
                <a:lnTo>
                  <a:pt x="2570" y="702"/>
                </a:lnTo>
                <a:lnTo>
                  <a:pt x="2587" y="699"/>
                </a:lnTo>
                <a:lnTo>
                  <a:pt x="2605" y="697"/>
                </a:lnTo>
                <a:lnTo>
                  <a:pt x="2623" y="694"/>
                </a:lnTo>
                <a:lnTo>
                  <a:pt x="2641" y="691"/>
                </a:lnTo>
                <a:lnTo>
                  <a:pt x="2659" y="688"/>
                </a:lnTo>
                <a:lnTo>
                  <a:pt x="2677" y="686"/>
                </a:lnTo>
                <a:lnTo>
                  <a:pt x="2695" y="683"/>
                </a:lnTo>
                <a:lnTo>
                  <a:pt x="2712" y="680"/>
                </a:lnTo>
                <a:lnTo>
                  <a:pt x="2730" y="677"/>
                </a:lnTo>
                <a:lnTo>
                  <a:pt x="2748" y="675"/>
                </a:lnTo>
                <a:lnTo>
                  <a:pt x="2766" y="672"/>
                </a:lnTo>
                <a:lnTo>
                  <a:pt x="2784" y="669"/>
                </a:lnTo>
                <a:lnTo>
                  <a:pt x="2802" y="666"/>
                </a:lnTo>
                <a:lnTo>
                  <a:pt x="2819" y="664"/>
                </a:lnTo>
                <a:lnTo>
                  <a:pt x="2837" y="661"/>
                </a:lnTo>
                <a:lnTo>
                  <a:pt x="2855" y="658"/>
                </a:lnTo>
                <a:lnTo>
                  <a:pt x="2873" y="655"/>
                </a:lnTo>
                <a:lnTo>
                  <a:pt x="2891" y="653"/>
                </a:lnTo>
                <a:lnTo>
                  <a:pt x="2909" y="650"/>
                </a:lnTo>
                <a:lnTo>
                  <a:pt x="2927" y="647"/>
                </a:lnTo>
                <a:lnTo>
                  <a:pt x="2944" y="644"/>
                </a:lnTo>
                <a:lnTo>
                  <a:pt x="2962" y="642"/>
                </a:lnTo>
                <a:lnTo>
                  <a:pt x="2980" y="639"/>
                </a:lnTo>
                <a:lnTo>
                  <a:pt x="2998" y="636"/>
                </a:lnTo>
                <a:lnTo>
                  <a:pt x="3016" y="633"/>
                </a:lnTo>
                <a:lnTo>
                  <a:pt x="3034" y="631"/>
                </a:lnTo>
                <a:lnTo>
                  <a:pt x="3051" y="628"/>
                </a:lnTo>
                <a:lnTo>
                  <a:pt x="3069" y="625"/>
                </a:lnTo>
                <a:lnTo>
                  <a:pt x="3087" y="622"/>
                </a:lnTo>
                <a:lnTo>
                  <a:pt x="3105" y="620"/>
                </a:lnTo>
                <a:lnTo>
                  <a:pt x="3123" y="617"/>
                </a:lnTo>
                <a:lnTo>
                  <a:pt x="3141" y="614"/>
                </a:lnTo>
                <a:lnTo>
                  <a:pt x="3158" y="611"/>
                </a:lnTo>
                <a:lnTo>
                  <a:pt x="3176" y="609"/>
                </a:lnTo>
                <a:lnTo>
                  <a:pt x="3194" y="606"/>
                </a:lnTo>
                <a:lnTo>
                  <a:pt x="3212" y="603"/>
                </a:lnTo>
                <a:lnTo>
                  <a:pt x="3230" y="600"/>
                </a:lnTo>
                <a:lnTo>
                  <a:pt x="3248" y="598"/>
                </a:lnTo>
                <a:lnTo>
                  <a:pt x="3266" y="595"/>
                </a:lnTo>
                <a:lnTo>
                  <a:pt x="3283" y="592"/>
                </a:lnTo>
                <a:lnTo>
                  <a:pt x="3301" y="589"/>
                </a:lnTo>
                <a:lnTo>
                  <a:pt x="3319" y="587"/>
                </a:lnTo>
                <a:lnTo>
                  <a:pt x="3337" y="584"/>
                </a:lnTo>
                <a:lnTo>
                  <a:pt x="3355" y="581"/>
                </a:lnTo>
                <a:lnTo>
                  <a:pt x="3373" y="578"/>
                </a:lnTo>
                <a:lnTo>
                  <a:pt x="3390" y="576"/>
                </a:lnTo>
                <a:lnTo>
                  <a:pt x="3408" y="573"/>
                </a:lnTo>
                <a:lnTo>
                  <a:pt x="3426" y="570"/>
                </a:lnTo>
                <a:lnTo>
                  <a:pt x="3444" y="567"/>
                </a:lnTo>
                <a:lnTo>
                  <a:pt x="3462" y="565"/>
                </a:lnTo>
                <a:lnTo>
                  <a:pt x="3480" y="562"/>
                </a:lnTo>
                <a:lnTo>
                  <a:pt x="3498" y="559"/>
                </a:lnTo>
                <a:lnTo>
                  <a:pt x="3515" y="556"/>
                </a:lnTo>
                <a:lnTo>
                  <a:pt x="3533" y="554"/>
                </a:lnTo>
                <a:lnTo>
                  <a:pt x="3551" y="551"/>
                </a:lnTo>
                <a:lnTo>
                  <a:pt x="3569" y="548"/>
                </a:lnTo>
                <a:lnTo>
                  <a:pt x="3587" y="545"/>
                </a:lnTo>
                <a:lnTo>
                  <a:pt x="3605" y="543"/>
                </a:lnTo>
                <a:lnTo>
                  <a:pt x="3622" y="540"/>
                </a:lnTo>
                <a:lnTo>
                  <a:pt x="3640" y="537"/>
                </a:lnTo>
                <a:lnTo>
                  <a:pt x="3658" y="534"/>
                </a:lnTo>
                <a:lnTo>
                  <a:pt x="3676" y="532"/>
                </a:lnTo>
                <a:lnTo>
                  <a:pt x="3694" y="529"/>
                </a:lnTo>
                <a:lnTo>
                  <a:pt x="3712" y="526"/>
                </a:lnTo>
                <a:lnTo>
                  <a:pt x="3730" y="523"/>
                </a:lnTo>
                <a:lnTo>
                  <a:pt x="3747" y="521"/>
                </a:lnTo>
                <a:lnTo>
                  <a:pt x="3765" y="518"/>
                </a:lnTo>
                <a:lnTo>
                  <a:pt x="3783" y="515"/>
                </a:lnTo>
                <a:lnTo>
                  <a:pt x="3801" y="512"/>
                </a:lnTo>
                <a:lnTo>
                  <a:pt x="3819" y="510"/>
                </a:lnTo>
                <a:lnTo>
                  <a:pt x="3837" y="507"/>
                </a:lnTo>
                <a:lnTo>
                  <a:pt x="3854" y="504"/>
                </a:lnTo>
                <a:lnTo>
                  <a:pt x="3872" y="501"/>
                </a:lnTo>
                <a:lnTo>
                  <a:pt x="3890" y="499"/>
                </a:lnTo>
                <a:lnTo>
                  <a:pt x="3908" y="496"/>
                </a:lnTo>
                <a:lnTo>
                  <a:pt x="3926" y="493"/>
                </a:lnTo>
                <a:lnTo>
                  <a:pt x="3944" y="490"/>
                </a:lnTo>
                <a:lnTo>
                  <a:pt x="3962" y="488"/>
                </a:lnTo>
                <a:lnTo>
                  <a:pt x="3979" y="485"/>
                </a:lnTo>
                <a:lnTo>
                  <a:pt x="3997" y="482"/>
                </a:lnTo>
                <a:lnTo>
                  <a:pt x="4015" y="479"/>
                </a:lnTo>
                <a:lnTo>
                  <a:pt x="4033" y="477"/>
                </a:lnTo>
                <a:lnTo>
                  <a:pt x="4051" y="474"/>
                </a:lnTo>
                <a:lnTo>
                  <a:pt x="4069" y="471"/>
                </a:lnTo>
                <a:lnTo>
                  <a:pt x="4086" y="468"/>
                </a:lnTo>
                <a:lnTo>
                  <a:pt x="4104" y="466"/>
                </a:lnTo>
                <a:lnTo>
                  <a:pt x="4122" y="463"/>
                </a:lnTo>
                <a:lnTo>
                  <a:pt x="4140" y="460"/>
                </a:lnTo>
                <a:lnTo>
                  <a:pt x="4158" y="457"/>
                </a:lnTo>
                <a:lnTo>
                  <a:pt x="4176" y="455"/>
                </a:lnTo>
                <a:lnTo>
                  <a:pt x="4193" y="452"/>
                </a:lnTo>
                <a:lnTo>
                  <a:pt x="4211" y="449"/>
                </a:lnTo>
                <a:lnTo>
                  <a:pt x="4229" y="446"/>
                </a:lnTo>
                <a:lnTo>
                  <a:pt x="4247" y="443"/>
                </a:lnTo>
                <a:lnTo>
                  <a:pt x="4265" y="441"/>
                </a:lnTo>
                <a:lnTo>
                  <a:pt x="4283" y="438"/>
                </a:lnTo>
                <a:lnTo>
                  <a:pt x="4301" y="435"/>
                </a:lnTo>
                <a:lnTo>
                  <a:pt x="4318" y="432"/>
                </a:lnTo>
                <a:lnTo>
                  <a:pt x="4336" y="430"/>
                </a:lnTo>
                <a:lnTo>
                  <a:pt x="4354" y="427"/>
                </a:lnTo>
                <a:lnTo>
                  <a:pt x="4372" y="424"/>
                </a:lnTo>
                <a:lnTo>
                  <a:pt x="4390" y="421"/>
                </a:lnTo>
                <a:lnTo>
                  <a:pt x="4408" y="419"/>
                </a:lnTo>
                <a:lnTo>
                  <a:pt x="4425" y="416"/>
                </a:lnTo>
                <a:lnTo>
                  <a:pt x="4443" y="413"/>
                </a:lnTo>
                <a:lnTo>
                  <a:pt x="4461" y="410"/>
                </a:lnTo>
                <a:lnTo>
                  <a:pt x="4479" y="408"/>
                </a:lnTo>
                <a:lnTo>
                  <a:pt x="4497" y="405"/>
                </a:lnTo>
                <a:lnTo>
                  <a:pt x="4515" y="402"/>
                </a:lnTo>
                <a:lnTo>
                  <a:pt x="4533" y="399"/>
                </a:lnTo>
                <a:lnTo>
                  <a:pt x="4550" y="397"/>
                </a:lnTo>
                <a:lnTo>
                  <a:pt x="4568" y="394"/>
                </a:lnTo>
                <a:lnTo>
                  <a:pt x="4586" y="391"/>
                </a:lnTo>
                <a:lnTo>
                  <a:pt x="4604" y="388"/>
                </a:lnTo>
                <a:lnTo>
                  <a:pt x="4622" y="386"/>
                </a:lnTo>
                <a:lnTo>
                  <a:pt x="4640" y="383"/>
                </a:lnTo>
                <a:lnTo>
                  <a:pt x="4657" y="380"/>
                </a:lnTo>
                <a:lnTo>
                  <a:pt x="4675" y="377"/>
                </a:lnTo>
                <a:lnTo>
                  <a:pt x="4693" y="375"/>
                </a:lnTo>
                <a:lnTo>
                  <a:pt x="4711" y="372"/>
                </a:lnTo>
                <a:lnTo>
                  <a:pt x="4729" y="369"/>
                </a:lnTo>
                <a:lnTo>
                  <a:pt x="4747" y="366"/>
                </a:lnTo>
                <a:lnTo>
                  <a:pt x="4765" y="364"/>
                </a:lnTo>
                <a:lnTo>
                  <a:pt x="4782" y="361"/>
                </a:lnTo>
                <a:lnTo>
                  <a:pt x="4800" y="358"/>
                </a:lnTo>
                <a:lnTo>
                  <a:pt x="4818" y="355"/>
                </a:lnTo>
                <a:lnTo>
                  <a:pt x="4836" y="353"/>
                </a:lnTo>
                <a:lnTo>
                  <a:pt x="4854" y="350"/>
                </a:lnTo>
                <a:lnTo>
                  <a:pt x="4872" y="347"/>
                </a:lnTo>
                <a:lnTo>
                  <a:pt x="4889" y="344"/>
                </a:lnTo>
                <a:lnTo>
                  <a:pt x="4907" y="342"/>
                </a:lnTo>
                <a:lnTo>
                  <a:pt x="4925" y="339"/>
                </a:lnTo>
                <a:lnTo>
                  <a:pt x="4943" y="336"/>
                </a:lnTo>
                <a:lnTo>
                  <a:pt x="4961" y="333"/>
                </a:lnTo>
                <a:lnTo>
                  <a:pt x="4979" y="331"/>
                </a:lnTo>
                <a:lnTo>
                  <a:pt x="4996" y="328"/>
                </a:lnTo>
                <a:lnTo>
                  <a:pt x="5014" y="325"/>
                </a:lnTo>
                <a:lnTo>
                  <a:pt x="5032" y="322"/>
                </a:lnTo>
                <a:lnTo>
                  <a:pt x="5050" y="320"/>
                </a:lnTo>
                <a:lnTo>
                  <a:pt x="5068" y="317"/>
                </a:lnTo>
                <a:lnTo>
                  <a:pt x="5086" y="314"/>
                </a:lnTo>
                <a:lnTo>
                  <a:pt x="5104" y="311"/>
                </a:lnTo>
                <a:lnTo>
                  <a:pt x="5121" y="309"/>
                </a:lnTo>
                <a:lnTo>
                  <a:pt x="5139" y="306"/>
                </a:lnTo>
                <a:lnTo>
                  <a:pt x="5157" y="303"/>
                </a:lnTo>
                <a:lnTo>
                  <a:pt x="5175" y="300"/>
                </a:lnTo>
                <a:lnTo>
                  <a:pt x="5193" y="298"/>
                </a:lnTo>
                <a:lnTo>
                  <a:pt x="5211" y="295"/>
                </a:lnTo>
                <a:lnTo>
                  <a:pt x="5228" y="292"/>
                </a:lnTo>
                <a:lnTo>
                  <a:pt x="5246" y="289"/>
                </a:lnTo>
                <a:lnTo>
                  <a:pt x="5264" y="287"/>
                </a:lnTo>
                <a:lnTo>
                  <a:pt x="5282" y="284"/>
                </a:lnTo>
                <a:lnTo>
                  <a:pt x="5300" y="281"/>
                </a:lnTo>
                <a:lnTo>
                  <a:pt x="5318" y="278"/>
                </a:lnTo>
                <a:lnTo>
                  <a:pt x="5336" y="276"/>
                </a:lnTo>
                <a:lnTo>
                  <a:pt x="5353" y="273"/>
                </a:lnTo>
                <a:lnTo>
                  <a:pt x="5371" y="270"/>
                </a:lnTo>
                <a:lnTo>
                  <a:pt x="5389" y="267"/>
                </a:lnTo>
                <a:lnTo>
                  <a:pt x="5407" y="265"/>
                </a:lnTo>
                <a:lnTo>
                  <a:pt x="5425" y="262"/>
                </a:lnTo>
                <a:lnTo>
                  <a:pt x="5443" y="259"/>
                </a:lnTo>
                <a:lnTo>
                  <a:pt x="5460" y="256"/>
                </a:lnTo>
                <a:lnTo>
                  <a:pt x="5478" y="254"/>
                </a:lnTo>
                <a:lnTo>
                  <a:pt x="5496" y="251"/>
                </a:lnTo>
                <a:lnTo>
                  <a:pt x="5514" y="248"/>
                </a:lnTo>
                <a:lnTo>
                  <a:pt x="5532" y="245"/>
                </a:lnTo>
                <a:lnTo>
                  <a:pt x="5550" y="243"/>
                </a:lnTo>
                <a:lnTo>
                  <a:pt x="5568" y="240"/>
                </a:lnTo>
                <a:lnTo>
                  <a:pt x="5585" y="237"/>
                </a:lnTo>
                <a:lnTo>
                  <a:pt x="5603" y="234"/>
                </a:lnTo>
                <a:lnTo>
                  <a:pt x="5621" y="232"/>
                </a:lnTo>
                <a:lnTo>
                  <a:pt x="5639" y="229"/>
                </a:lnTo>
                <a:lnTo>
                  <a:pt x="5657" y="226"/>
                </a:lnTo>
                <a:lnTo>
                  <a:pt x="5675" y="223"/>
                </a:lnTo>
                <a:lnTo>
                  <a:pt x="5692" y="221"/>
                </a:lnTo>
                <a:lnTo>
                  <a:pt x="5710" y="218"/>
                </a:lnTo>
                <a:lnTo>
                  <a:pt x="5728" y="215"/>
                </a:lnTo>
                <a:lnTo>
                  <a:pt x="5746" y="212"/>
                </a:lnTo>
                <a:lnTo>
                  <a:pt x="5764" y="210"/>
                </a:lnTo>
                <a:lnTo>
                  <a:pt x="5782" y="207"/>
                </a:lnTo>
                <a:lnTo>
                  <a:pt x="5799" y="204"/>
                </a:lnTo>
                <a:lnTo>
                  <a:pt x="5817" y="201"/>
                </a:lnTo>
                <a:lnTo>
                  <a:pt x="5835" y="199"/>
                </a:lnTo>
                <a:lnTo>
                  <a:pt x="5853" y="196"/>
                </a:lnTo>
                <a:lnTo>
                  <a:pt x="5871" y="193"/>
                </a:lnTo>
                <a:lnTo>
                  <a:pt x="5889" y="190"/>
                </a:lnTo>
                <a:lnTo>
                  <a:pt x="5907" y="188"/>
                </a:lnTo>
                <a:lnTo>
                  <a:pt x="5924" y="185"/>
                </a:lnTo>
                <a:lnTo>
                  <a:pt x="5942" y="182"/>
                </a:lnTo>
                <a:lnTo>
                  <a:pt x="5960" y="179"/>
                </a:lnTo>
                <a:lnTo>
                  <a:pt x="5978" y="177"/>
                </a:lnTo>
                <a:lnTo>
                  <a:pt x="5996" y="174"/>
                </a:lnTo>
                <a:lnTo>
                  <a:pt x="6014" y="171"/>
                </a:lnTo>
                <a:lnTo>
                  <a:pt x="6031" y="168"/>
                </a:lnTo>
                <a:lnTo>
                  <a:pt x="6049" y="166"/>
                </a:lnTo>
                <a:lnTo>
                  <a:pt x="6067" y="163"/>
                </a:lnTo>
                <a:lnTo>
                  <a:pt x="6085" y="160"/>
                </a:lnTo>
                <a:lnTo>
                  <a:pt x="6103" y="157"/>
                </a:lnTo>
                <a:lnTo>
                  <a:pt x="6121" y="155"/>
                </a:lnTo>
                <a:lnTo>
                  <a:pt x="6139" y="152"/>
                </a:lnTo>
                <a:lnTo>
                  <a:pt x="6156" y="149"/>
                </a:lnTo>
                <a:lnTo>
                  <a:pt x="6174" y="146"/>
                </a:lnTo>
                <a:lnTo>
                  <a:pt x="6192" y="144"/>
                </a:lnTo>
                <a:lnTo>
                  <a:pt x="6210" y="141"/>
                </a:lnTo>
                <a:lnTo>
                  <a:pt x="6228" y="138"/>
                </a:lnTo>
                <a:lnTo>
                  <a:pt x="6246" y="135"/>
                </a:lnTo>
                <a:lnTo>
                  <a:pt x="6263" y="133"/>
                </a:lnTo>
                <a:lnTo>
                  <a:pt x="6281" y="130"/>
                </a:lnTo>
                <a:lnTo>
                  <a:pt x="6299" y="127"/>
                </a:lnTo>
                <a:lnTo>
                  <a:pt x="6317" y="124"/>
                </a:lnTo>
                <a:lnTo>
                  <a:pt x="6335" y="121"/>
                </a:lnTo>
                <a:lnTo>
                  <a:pt x="6353" y="119"/>
                </a:lnTo>
                <a:lnTo>
                  <a:pt x="6371" y="116"/>
                </a:lnTo>
                <a:lnTo>
                  <a:pt x="6388" y="113"/>
                </a:lnTo>
                <a:lnTo>
                  <a:pt x="6406" y="110"/>
                </a:lnTo>
                <a:lnTo>
                  <a:pt x="6424" y="108"/>
                </a:lnTo>
                <a:lnTo>
                  <a:pt x="6442" y="105"/>
                </a:lnTo>
                <a:lnTo>
                  <a:pt x="6460" y="102"/>
                </a:lnTo>
                <a:lnTo>
                  <a:pt x="6478" y="99"/>
                </a:lnTo>
                <a:lnTo>
                  <a:pt x="6495" y="97"/>
                </a:lnTo>
                <a:lnTo>
                  <a:pt x="6513" y="94"/>
                </a:lnTo>
                <a:lnTo>
                  <a:pt x="6531" y="91"/>
                </a:lnTo>
                <a:lnTo>
                  <a:pt x="6549" y="88"/>
                </a:lnTo>
                <a:lnTo>
                  <a:pt x="6567" y="86"/>
                </a:lnTo>
                <a:lnTo>
                  <a:pt x="6585" y="83"/>
                </a:lnTo>
                <a:lnTo>
                  <a:pt x="6603" y="80"/>
                </a:lnTo>
                <a:lnTo>
                  <a:pt x="6620" y="77"/>
                </a:lnTo>
                <a:lnTo>
                  <a:pt x="6638" y="75"/>
                </a:lnTo>
                <a:lnTo>
                  <a:pt x="6656" y="72"/>
                </a:lnTo>
                <a:lnTo>
                  <a:pt x="6674" y="69"/>
                </a:lnTo>
                <a:lnTo>
                  <a:pt x="6692" y="66"/>
                </a:lnTo>
                <a:lnTo>
                  <a:pt x="6710" y="64"/>
                </a:lnTo>
                <a:lnTo>
                  <a:pt x="6727" y="61"/>
                </a:lnTo>
                <a:lnTo>
                  <a:pt x="6745" y="58"/>
                </a:lnTo>
                <a:lnTo>
                  <a:pt x="6763" y="55"/>
                </a:lnTo>
                <a:lnTo>
                  <a:pt x="6781" y="53"/>
                </a:lnTo>
                <a:lnTo>
                  <a:pt x="6799" y="50"/>
                </a:lnTo>
                <a:lnTo>
                  <a:pt x="6817" y="47"/>
                </a:lnTo>
                <a:lnTo>
                  <a:pt x="6834" y="44"/>
                </a:lnTo>
                <a:lnTo>
                  <a:pt x="6852" y="42"/>
                </a:lnTo>
                <a:lnTo>
                  <a:pt x="6870" y="39"/>
                </a:lnTo>
                <a:lnTo>
                  <a:pt x="6888" y="36"/>
                </a:lnTo>
                <a:lnTo>
                  <a:pt x="6906" y="33"/>
                </a:lnTo>
                <a:lnTo>
                  <a:pt x="6924" y="31"/>
                </a:lnTo>
                <a:lnTo>
                  <a:pt x="6942" y="28"/>
                </a:lnTo>
                <a:lnTo>
                  <a:pt x="6959" y="25"/>
                </a:lnTo>
                <a:lnTo>
                  <a:pt x="6977" y="22"/>
                </a:lnTo>
                <a:lnTo>
                  <a:pt x="6995" y="20"/>
                </a:lnTo>
                <a:lnTo>
                  <a:pt x="7013" y="17"/>
                </a:lnTo>
                <a:lnTo>
                  <a:pt x="7031" y="14"/>
                </a:lnTo>
                <a:lnTo>
                  <a:pt x="7049" y="11"/>
                </a:lnTo>
                <a:lnTo>
                  <a:pt x="7066" y="9"/>
                </a:lnTo>
                <a:lnTo>
                  <a:pt x="7084" y="6"/>
                </a:lnTo>
                <a:lnTo>
                  <a:pt x="7102" y="3"/>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896112" y="3807562"/>
            <a:ext cx="6510528" cy="882396"/>
          </a:xfrm>
          <a:custGeom>
            <a:avLst/>
            <a:gdLst/>
            <a:ahLst/>
            <a:cxnLst/>
            <a:rect l="l" t="t" r="r" b="b"/>
            <a:pathLst>
              <a:path w="7120" h="965">
                <a:moveTo>
                  <a:pt x="0" y="965"/>
                </a:moveTo>
                <a:lnTo>
                  <a:pt x="18" y="962"/>
                </a:lnTo>
                <a:lnTo>
                  <a:pt x="36" y="960"/>
                </a:lnTo>
                <a:lnTo>
                  <a:pt x="54" y="957"/>
                </a:lnTo>
                <a:lnTo>
                  <a:pt x="71" y="955"/>
                </a:lnTo>
                <a:lnTo>
                  <a:pt x="89" y="953"/>
                </a:lnTo>
                <a:lnTo>
                  <a:pt x="107" y="950"/>
                </a:lnTo>
                <a:lnTo>
                  <a:pt x="125" y="948"/>
                </a:lnTo>
                <a:lnTo>
                  <a:pt x="143" y="945"/>
                </a:lnTo>
                <a:lnTo>
                  <a:pt x="161" y="943"/>
                </a:lnTo>
                <a:lnTo>
                  <a:pt x="178" y="941"/>
                </a:lnTo>
                <a:lnTo>
                  <a:pt x="196" y="938"/>
                </a:lnTo>
                <a:lnTo>
                  <a:pt x="214" y="936"/>
                </a:lnTo>
                <a:lnTo>
                  <a:pt x="232" y="933"/>
                </a:lnTo>
                <a:lnTo>
                  <a:pt x="250" y="931"/>
                </a:lnTo>
                <a:lnTo>
                  <a:pt x="268" y="928"/>
                </a:lnTo>
                <a:lnTo>
                  <a:pt x="286" y="926"/>
                </a:lnTo>
                <a:lnTo>
                  <a:pt x="303" y="924"/>
                </a:lnTo>
                <a:lnTo>
                  <a:pt x="321" y="921"/>
                </a:lnTo>
                <a:lnTo>
                  <a:pt x="339" y="919"/>
                </a:lnTo>
                <a:lnTo>
                  <a:pt x="357" y="916"/>
                </a:lnTo>
                <a:lnTo>
                  <a:pt x="375" y="914"/>
                </a:lnTo>
                <a:lnTo>
                  <a:pt x="393" y="912"/>
                </a:lnTo>
                <a:lnTo>
                  <a:pt x="410" y="909"/>
                </a:lnTo>
                <a:lnTo>
                  <a:pt x="428" y="907"/>
                </a:lnTo>
                <a:lnTo>
                  <a:pt x="446" y="904"/>
                </a:lnTo>
                <a:lnTo>
                  <a:pt x="464" y="902"/>
                </a:lnTo>
                <a:lnTo>
                  <a:pt x="482" y="899"/>
                </a:lnTo>
                <a:lnTo>
                  <a:pt x="500" y="897"/>
                </a:lnTo>
                <a:lnTo>
                  <a:pt x="517" y="895"/>
                </a:lnTo>
                <a:lnTo>
                  <a:pt x="535" y="892"/>
                </a:lnTo>
                <a:lnTo>
                  <a:pt x="553" y="890"/>
                </a:lnTo>
                <a:lnTo>
                  <a:pt x="571" y="887"/>
                </a:lnTo>
                <a:lnTo>
                  <a:pt x="589" y="885"/>
                </a:lnTo>
                <a:lnTo>
                  <a:pt x="607" y="883"/>
                </a:lnTo>
                <a:lnTo>
                  <a:pt x="625" y="880"/>
                </a:lnTo>
                <a:lnTo>
                  <a:pt x="642" y="878"/>
                </a:lnTo>
                <a:lnTo>
                  <a:pt x="660" y="875"/>
                </a:lnTo>
                <a:lnTo>
                  <a:pt x="678" y="873"/>
                </a:lnTo>
                <a:lnTo>
                  <a:pt x="696" y="870"/>
                </a:lnTo>
                <a:lnTo>
                  <a:pt x="714" y="868"/>
                </a:lnTo>
                <a:lnTo>
                  <a:pt x="732" y="866"/>
                </a:lnTo>
                <a:lnTo>
                  <a:pt x="749" y="863"/>
                </a:lnTo>
                <a:lnTo>
                  <a:pt x="767" y="861"/>
                </a:lnTo>
                <a:lnTo>
                  <a:pt x="785" y="858"/>
                </a:lnTo>
                <a:lnTo>
                  <a:pt x="803" y="856"/>
                </a:lnTo>
                <a:lnTo>
                  <a:pt x="821" y="854"/>
                </a:lnTo>
                <a:lnTo>
                  <a:pt x="839" y="851"/>
                </a:lnTo>
                <a:lnTo>
                  <a:pt x="857" y="849"/>
                </a:lnTo>
                <a:lnTo>
                  <a:pt x="874" y="846"/>
                </a:lnTo>
                <a:lnTo>
                  <a:pt x="892" y="844"/>
                </a:lnTo>
                <a:lnTo>
                  <a:pt x="910" y="841"/>
                </a:lnTo>
                <a:lnTo>
                  <a:pt x="928" y="839"/>
                </a:lnTo>
                <a:lnTo>
                  <a:pt x="946" y="837"/>
                </a:lnTo>
                <a:lnTo>
                  <a:pt x="964" y="834"/>
                </a:lnTo>
                <a:lnTo>
                  <a:pt x="981" y="832"/>
                </a:lnTo>
                <a:lnTo>
                  <a:pt x="999" y="829"/>
                </a:lnTo>
                <a:lnTo>
                  <a:pt x="1017" y="827"/>
                </a:lnTo>
                <a:lnTo>
                  <a:pt x="1035" y="824"/>
                </a:lnTo>
                <a:lnTo>
                  <a:pt x="1053" y="822"/>
                </a:lnTo>
                <a:lnTo>
                  <a:pt x="1071" y="820"/>
                </a:lnTo>
                <a:lnTo>
                  <a:pt x="1089" y="817"/>
                </a:lnTo>
                <a:lnTo>
                  <a:pt x="1106" y="815"/>
                </a:lnTo>
                <a:lnTo>
                  <a:pt x="1124" y="812"/>
                </a:lnTo>
                <a:lnTo>
                  <a:pt x="1142" y="810"/>
                </a:lnTo>
                <a:lnTo>
                  <a:pt x="1160" y="808"/>
                </a:lnTo>
                <a:lnTo>
                  <a:pt x="1178" y="805"/>
                </a:lnTo>
                <a:lnTo>
                  <a:pt x="1196" y="803"/>
                </a:lnTo>
                <a:lnTo>
                  <a:pt x="1213" y="800"/>
                </a:lnTo>
                <a:lnTo>
                  <a:pt x="1231" y="798"/>
                </a:lnTo>
                <a:lnTo>
                  <a:pt x="1249" y="795"/>
                </a:lnTo>
                <a:lnTo>
                  <a:pt x="1267" y="793"/>
                </a:lnTo>
                <a:lnTo>
                  <a:pt x="1285" y="791"/>
                </a:lnTo>
                <a:lnTo>
                  <a:pt x="1303" y="788"/>
                </a:lnTo>
                <a:lnTo>
                  <a:pt x="1321" y="786"/>
                </a:lnTo>
                <a:lnTo>
                  <a:pt x="1338" y="783"/>
                </a:lnTo>
                <a:lnTo>
                  <a:pt x="1356" y="781"/>
                </a:lnTo>
                <a:lnTo>
                  <a:pt x="1374" y="779"/>
                </a:lnTo>
                <a:lnTo>
                  <a:pt x="1392" y="776"/>
                </a:lnTo>
                <a:lnTo>
                  <a:pt x="1410" y="774"/>
                </a:lnTo>
                <a:lnTo>
                  <a:pt x="1428" y="771"/>
                </a:lnTo>
                <a:lnTo>
                  <a:pt x="1445" y="769"/>
                </a:lnTo>
                <a:lnTo>
                  <a:pt x="1463" y="766"/>
                </a:lnTo>
                <a:lnTo>
                  <a:pt x="1481" y="764"/>
                </a:lnTo>
                <a:lnTo>
                  <a:pt x="1499" y="762"/>
                </a:lnTo>
                <a:lnTo>
                  <a:pt x="1517" y="759"/>
                </a:lnTo>
                <a:lnTo>
                  <a:pt x="1535" y="757"/>
                </a:lnTo>
                <a:lnTo>
                  <a:pt x="1552" y="754"/>
                </a:lnTo>
                <a:lnTo>
                  <a:pt x="1570" y="752"/>
                </a:lnTo>
                <a:lnTo>
                  <a:pt x="1588" y="750"/>
                </a:lnTo>
                <a:lnTo>
                  <a:pt x="1606" y="747"/>
                </a:lnTo>
                <a:lnTo>
                  <a:pt x="1624" y="745"/>
                </a:lnTo>
                <a:lnTo>
                  <a:pt x="1642" y="742"/>
                </a:lnTo>
                <a:lnTo>
                  <a:pt x="1660" y="740"/>
                </a:lnTo>
                <a:lnTo>
                  <a:pt x="1677" y="737"/>
                </a:lnTo>
                <a:lnTo>
                  <a:pt x="1695" y="735"/>
                </a:lnTo>
                <a:lnTo>
                  <a:pt x="1713" y="733"/>
                </a:lnTo>
                <a:lnTo>
                  <a:pt x="1731" y="730"/>
                </a:lnTo>
                <a:lnTo>
                  <a:pt x="1749" y="728"/>
                </a:lnTo>
                <a:lnTo>
                  <a:pt x="1767" y="725"/>
                </a:lnTo>
                <a:lnTo>
                  <a:pt x="1784" y="723"/>
                </a:lnTo>
                <a:lnTo>
                  <a:pt x="1802" y="721"/>
                </a:lnTo>
                <a:lnTo>
                  <a:pt x="1820" y="718"/>
                </a:lnTo>
                <a:lnTo>
                  <a:pt x="1838" y="716"/>
                </a:lnTo>
                <a:lnTo>
                  <a:pt x="1856" y="713"/>
                </a:lnTo>
                <a:lnTo>
                  <a:pt x="1874" y="711"/>
                </a:lnTo>
                <a:lnTo>
                  <a:pt x="1892" y="708"/>
                </a:lnTo>
                <a:lnTo>
                  <a:pt x="1909" y="706"/>
                </a:lnTo>
                <a:lnTo>
                  <a:pt x="1927" y="704"/>
                </a:lnTo>
                <a:lnTo>
                  <a:pt x="1945" y="701"/>
                </a:lnTo>
                <a:lnTo>
                  <a:pt x="1963" y="699"/>
                </a:lnTo>
                <a:lnTo>
                  <a:pt x="1981" y="696"/>
                </a:lnTo>
                <a:lnTo>
                  <a:pt x="1999" y="694"/>
                </a:lnTo>
                <a:lnTo>
                  <a:pt x="2016" y="691"/>
                </a:lnTo>
                <a:lnTo>
                  <a:pt x="2034" y="689"/>
                </a:lnTo>
                <a:lnTo>
                  <a:pt x="2052" y="687"/>
                </a:lnTo>
                <a:lnTo>
                  <a:pt x="2070" y="684"/>
                </a:lnTo>
                <a:lnTo>
                  <a:pt x="2088" y="682"/>
                </a:lnTo>
                <a:lnTo>
                  <a:pt x="2106" y="679"/>
                </a:lnTo>
                <a:lnTo>
                  <a:pt x="2124" y="677"/>
                </a:lnTo>
                <a:lnTo>
                  <a:pt x="2141" y="675"/>
                </a:lnTo>
                <a:lnTo>
                  <a:pt x="2159" y="672"/>
                </a:lnTo>
                <a:lnTo>
                  <a:pt x="2177" y="670"/>
                </a:lnTo>
                <a:lnTo>
                  <a:pt x="2195" y="667"/>
                </a:lnTo>
                <a:lnTo>
                  <a:pt x="2213" y="665"/>
                </a:lnTo>
                <a:lnTo>
                  <a:pt x="2231" y="662"/>
                </a:lnTo>
                <a:lnTo>
                  <a:pt x="2248" y="660"/>
                </a:lnTo>
                <a:lnTo>
                  <a:pt x="2266" y="658"/>
                </a:lnTo>
                <a:lnTo>
                  <a:pt x="2284" y="655"/>
                </a:lnTo>
                <a:lnTo>
                  <a:pt x="2302" y="653"/>
                </a:lnTo>
                <a:lnTo>
                  <a:pt x="2320" y="650"/>
                </a:lnTo>
                <a:lnTo>
                  <a:pt x="2338" y="648"/>
                </a:lnTo>
                <a:lnTo>
                  <a:pt x="2355" y="646"/>
                </a:lnTo>
                <a:lnTo>
                  <a:pt x="2373" y="643"/>
                </a:lnTo>
                <a:lnTo>
                  <a:pt x="2391" y="641"/>
                </a:lnTo>
                <a:lnTo>
                  <a:pt x="2409" y="638"/>
                </a:lnTo>
                <a:lnTo>
                  <a:pt x="2427" y="636"/>
                </a:lnTo>
                <a:lnTo>
                  <a:pt x="2445" y="633"/>
                </a:lnTo>
                <a:lnTo>
                  <a:pt x="2463" y="631"/>
                </a:lnTo>
                <a:lnTo>
                  <a:pt x="2480" y="629"/>
                </a:lnTo>
                <a:lnTo>
                  <a:pt x="2498" y="626"/>
                </a:lnTo>
                <a:lnTo>
                  <a:pt x="2516" y="624"/>
                </a:lnTo>
                <a:lnTo>
                  <a:pt x="2534" y="621"/>
                </a:lnTo>
                <a:lnTo>
                  <a:pt x="2552" y="619"/>
                </a:lnTo>
                <a:lnTo>
                  <a:pt x="2570" y="617"/>
                </a:lnTo>
                <a:lnTo>
                  <a:pt x="2587" y="614"/>
                </a:lnTo>
                <a:lnTo>
                  <a:pt x="2605" y="612"/>
                </a:lnTo>
                <a:lnTo>
                  <a:pt x="2623" y="609"/>
                </a:lnTo>
                <a:lnTo>
                  <a:pt x="2641" y="607"/>
                </a:lnTo>
                <a:lnTo>
                  <a:pt x="2659" y="604"/>
                </a:lnTo>
                <a:lnTo>
                  <a:pt x="2677" y="602"/>
                </a:lnTo>
                <a:lnTo>
                  <a:pt x="2695" y="600"/>
                </a:lnTo>
                <a:lnTo>
                  <a:pt x="2712" y="597"/>
                </a:lnTo>
                <a:lnTo>
                  <a:pt x="2730" y="595"/>
                </a:lnTo>
                <a:lnTo>
                  <a:pt x="2748" y="592"/>
                </a:lnTo>
                <a:lnTo>
                  <a:pt x="2766" y="590"/>
                </a:lnTo>
                <a:lnTo>
                  <a:pt x="2784" y="588"/>
                </a:lnTo>
                <a:lnTo>
                  <a:pt x="2802" y="585"/>
                </a:lnTo>
                <a:lnTo>
                  <a:pt x="2819" y="583"/>
                </a:lnTo>
                <a:lnTo>
                  <a:pt x="2837" y="580"/>
                </a:lnTo>
                <a:lnTo>
                  <a:pt x="2855" y="578"/>
                </a:lnTo>
                <a:lnTo>
                  <a:pt x="2873" y="575"/>
                </a:lnTo>
                <a:lnTo>
                  <a:pt x="2891" y="573"/>
                </a:lnTo>
                <a:lnTo>
                  <a:pt x="2909" y="571"/>
                </a:lnTo>
                <a:lnTo>
                  <a:pt x="2927" y="568"/>
                </a:lnTo>
                <a:lnTo>
                  <a:pt x="2944" y="566"/>
                </a:lnTo>
                <a:lnTo>
                  <a:pt x="2962" y="563"/>
                </a:lnTo>
                <a:lnTo>
                  <a:pt x="2980" y="561"/>
                </a:lnTo>
                <a:lnTo>
                  <a:pt x="2998" y="559"/>
                </a:lnTo>
                <a:lnTo>
                  <a:pt x="3016" y="556"/>
                </a:lnTo>
                <a:lnTo>
                  <a:pt x="3034" y="554"/>
                </a:lnTo>
                <a:lnTo>
                  <a:pt x="3051" y="551"/>
                </a:lnTo>
                <a:lnTo>
                  <a:pt x="3069" y="549"/>
                </a:lnTo>
                <a:lnTo>
                  <a:pt x="3087" y="546"/>
                </a:lnTo>
                <a:lnTo>
                  <a:pt x="3105" y="544"/>
                </a:lnTo>
                <a:lnTo>
                  <a:pt x="3123" y="542"/>
                </a:lnTo>
                <a:lnTo>
                  <a:pt x="3141" y="539"/>
                </a:lnTo>
                <a:lnTo>
                  <a:pt x="3158" y="537"/>
                </a:lnTo>
                <a:lnTo>
                  <a:pt x="3176" y="534"/>
                </a:lnTo>
                <a:lnTo>
                  <a:pt x="3194" y="532"/>
                </a:lnTo>
                <a:lnTo>
                  <a:pt x="3212" y="529"/>
                </a:lnTo>
                <a:lnTo>
                  <a:pt x="3230" y="527"/>
                </a:lnTo>
                <a:lnTo>
                  <a:pt x="3248" y="525"/>
                </a:lnTo>
                <a:lnTo>
                  <a:pt x="3266" y="522"/>
                </a:lnTo>
                <a:lnTo>
                  <a:pt x="3283" y="520"/>
                </a:lnTo>
                <a:lnTo>
                  <a:pt x="3301" y="517"/>
                </a:lnTo>
                <a:lnTo>
                  <a:pt x="3319" y="515"/>
                </a:lnTo>
                <a:lnTo>
                  <a:pt x="3337" y="513"/>
                </a:lnTo>
                <a:lnTo>
                  <a:pt x="3355" y="510"/>
                </a:lnTo>
                <a:lnTo>
                  <a:pt x="3373" y="508"/>
                </a:lnTo>
                <a:lnTo>
                  <a:pt x="3390" y="505"/>
                </a:lnTo>
                <a:lnTo>
                  <a:pt x="3408" y="503"/>
                </a:lnTo>
                <a:lnTo>
                  <a:pt x="3426" y="500"/>
                </a:lnTo>
                <a:lnTo>
                  <a:pt x="3444" y="498"/>
                </a:lnTo>
                <a:lnTo>
                  <a:pt x="3462" y="496"/>
                </a:lnTo>
                <a:lnTo>
                  <a:pt x="3480" y="493"/>
                </a:lnTo>
                <a:lnTo>
                  <a:pt x="3498" y="491"/>
                </a:lnTo>
                <a:lnTo>
                  <a:pt x="3515" y="488"/>
                </a:lnTo>
                <a:lnTo>
                  <a:pt x="3533" y="486"/>
                </a:lnTo>
                <a:lnTo>
                  <a:pt x="3551" y="484"/>
                </a:lnTo>
                <a:lnTo>
                  <a:pt x="3569" y="481"/>
                </a:lnTo>
                <a:lnTo>
                  <a:pt x="3587" y="479"/>
                </a:lnTo>
                <a:lnTo>
                  <a:pt x="3605" y="476"/>
                </a:lnTo>
                <a:lnTo>
                  <a:pt x="3622" y="474"/>
                </a:lnTo>
                <a:lnTo>
                  <a:pt x="3640" y="471"/>
                </a:lnTo>
                <a:lnTo>
                  <a:pt x="3658" y="469"/>
                </a:lnTo>
                <a:lnTo>
                  <a:pt x="3676" y="467"/>
                </a:lnTo>
                <a:lnTo>
                  <a:pt x="3694" y="464"/>
                </a:lnTo>
                <a:lnTo>
                  <a:pt x="3712" y="462"/>
                </a:lnTo>
                <a:lnTo>
                  <a:pt x="3730" y="459"/>
                </a:lnTo>
                <a:lnTo>
                  <a:pt x="3747" y="457"/>
                </a:lnTo>
                <a:lnTo>
                  <a:pt x="3765" y="455"/>
                </a:lnTo>
                <a:lnTo>
                  <a:pt x="3783" y="452"/>
                </a:lnTo>
                <a:lnTo>
                  <a:pt x="3801" y="450"/>
                </a:lnTo>
                <a:lnTo>
                  <a:pt x="3819" y="447"/>
                </a:lnTo>
                <a:lnTo>
                  <a:pt x="3837" y="445"/>
                </a:lnTo>
                <a:lnTo>
                  <a:pt x="3854" y="442"/>
                </a:lnTo>
                <a:lnTo>
                  <a:pt x="3872" y="440"/>
                </a:lnTo>
                <a:lnTo>
                  <a:pt x="3890" y="438"/>
                </a:lnTo>
                <a:lnTo>
                  <a:pt x="3908" y="435"/>
                </a:lnTo>
                <a:lnTo>
                  <a:pt x="3926" y="433"/>
                </a:lnTo>
                <a:lnTo>
                  <a:pt x="3944" y="430"/>
                </a:lnTo>
                <a:lnTo>
                  <a:pt x="3962" y="428"/>
                </a:lnTo>
                <a:lnTo>
                  <a:pt x="3979" y="426"/>
                </a:lnTo>
                <a:lnTo>
                  <a:pt x="3997" y="423"/>
                </a:lnTo>
                <a:lnTo>
                  <a:pt x="4015" y="421"/>
                </a:lnTo>
                <a:lnTo>
                  <a:pt x="4033" y="418"/>
                </a:lnTo>
                <a:lnTo>
                  <a:pt x="4051" y="416"/>
                </a:lnTo>
                <a:lnTo>
                  <a:pt x="4069" y="413"/>
                </a:lnTo>
                <a:lnTo>
                  <a:pt x="4086" y="411"/>
                </a:lnTo>
                <a:lnTo>
                  <a:pt x="4104" y="409"/>
                </a:lnTo>
                <a:lnTo>
                  <a:pt x="4122" y="406"/>
                </a:lnTo>
                <a:lnTo>
                  <a:pt x="4140" y="404"/>
                </a:lnTo>
                <a:lnTo>
                  <a:pt x="4158" y="401"/>
                </a:lnTo>
                <a:lnTo>
                  <a:pt x="4176" y="399"/>
                </a:lnTo>
                <a:lnTo>
                  <a:pt x="4193" y="396"/>
                </a:lnTo>
                <a:lnTo>
                  <a:pt x="4211" y="394"/>
                </a:lnTo>
                <a:lnTo>
                  <a:pt x="4229" y="392"/>
                </a:lnTo>
                <a:lnTo>
                  <a:pt x="4247" y="389"/>
                </a:lnTo>
                <a:lnTo>
                  <a:pt x="4265" y="387"/>
                </a:lnTo>
                <a:lnTo>
                  <a:pt x="4283" y="384"/>
                </a:lnTo>
                <a:lnTo>
                  <a:pt x="4301" y="382"/>
                </a:lnTo>
                <a:lnTo>
                  <a:pt x="4318" y="380"/>
                </a:lnTo>
                <a:lnTo>
                  <a:pt x="4336" y="377"/>
                </a:lnTo>
                <a:lnTo>
                  <a:pt x="4354" y="375"/>
                </a:lnTo>
                <a:lnTo>
                  <a:pt x="4372" y="372"/>
                </a:lnTo>
                <a:lnTo>
                  <a:pt x="4390" y="370"/>
                </a:lnTo>
                <a:lnTo>
                  <a:pt x="4408" y="367"/>
                </a:lnTo>
                <a:lnTo>
                  <a:pt x="4425" y="365"/>
                </a:lnTo>
                <a:lnTo>
                  <a:pt x="4443" y="363"/>
                </a:lnTo>
                <a:lnTo>
                  <a:pt x="4461" y="360"/>
                </a:lnTo>
                <a:lnTo>
                  <a:pt x="4479" y="358"/>
                </a:lnTo>
                <a:lnTo>
                  <a:pt x="4497" y="355"/>
                </a:lnTo>
                <a:lnTo>
                  <a:pt x="4515" y="353"/>
                </a:lnTo>
                <a:lnTo>
                  <a:pt x="4533" y="351"/>
                </a:lnTo>
                <a:lnTo>
                  <a:pt x="4550" y="348"/>
                </a:lnTo>
                <a:lnTo>
                  <a:pt x="4568" y="346"/>
                </a:lnTo>
                <a:lnTo>
                  <a:pt x="4586" y="343"/>
                </a:lnTo>
                <a:lnTo>
                  <a:pt x="4604" y="341"/>
                </a:lnTo>
                <a:lnTo>
                  <a:pt x="4622" y="338"/>
                </a:lnTo>
                <a:lnTo>
                  <a:pt x="4640" y="336"/>
                </a:lnTo>
                <a:lnTo>
                  <a:pt x="4657" y="334"/>
                </a:lnTo>
                <a:lnTo>
                  <a:pt x="4675" y="331"/>
                </a:lnTo>
                <a:lnTo>
                  <a:pt x="4693" y="329"/>
                </a:lnTo>
                <a:lnTo>
                  <a:pt x="4711" y="326"/>
                </a:lnTo>
                <a:lnTo>
                  <a:pt x="4729" y="324"/>
                </a:lnTo>
                <a:lnTo>
                  <a:pt x="4747" y="322"/>
                </a:lnTo>
                <a:lnTo>
                  <a:pt x="4765" y="319"/>
                </a:lnTo>
                <a:lnTo>
                  <a:pt x="4782" y="317"/>
                </a:lnTo>
                <a:lnTo>
                  <a:pt x="4800" y="314"/>
                </a:lnTo>
                <a:lnTo>
                  <a:pt x="4818" y="312"/>
                </a:lnTo>
                <a:lnTo>
                  <a:pt x="4836" y="309"/>
                </a:lnTo>
                <a:lnTo>
                  <a:pt x="4854" y="307"/>
                </a:lnTo>
                <a:lnTo>
                  <a:pt x="4872" y="305"/>
                </a:lnTo>
                <a:lnTo>
                  <a:pt x="4889" y="302"/>
                </a:lnTo>
                <a:lnTo>
                  <a:pt x="4907" y="300"/>
                </a:lnTo>
                <a:lnTo>
                  <a:pt x="4925" y="297"/>
                </a:lnTo>
                <a:lnTo>
                  <a:pt x="4943" y="295"/>
                </a:lnTo>
                <a:lnTo>
                  <a:pt x="4961" y="293"/>
                </a:lnTo>
                <a:lnTo>
                  <a:pt x="4979" y="290"/>
                </a:lnTo>
                <a:lnTo>
                  <a:pt x="4996" y="288"/>
                </a:lnTo>
                <a:lnTo>
                  <a:pt x="5014" y="285"/>
                </a:lnTo>
                <a:lnTo>
                  <a:pt x="5032" y="283"/>
                </a:lnTo>
                <a:lnTo>
                  <a:pt x="5050" y="280"/>
                </a:lnTo>
                <a:lnTo>
                  <a:pt x="5068" y="278"/>
                </a:lnTo>
                <a:lnTo>
                  <a:pt x="5086" y="276"/>
                </a:lnTo>
                <a:lnTo>
                  <a:pt x="5104" y="273"/>
                </a:lnTo>
                <a:lnTo>
                  <a:pt x="5121" y="271"/>
                </a:lnTo>
                <a:lnTo>
                  <a:pt x="5139" y="268"/>
                </a:lnTo>
                <a:lnTo>
                  <a:pt x="5157" y="266"/>
                </a:lnTo>
                <a:lnTo>
                  <a:pt x="5175" y="264"/>
                </a:lnTo>
                <a:lnTo>
                  <a:pt x="5193" y="261"/>
                </a:lnTo>
                <a:lnTo>
                  <a:pt x="5211" y="259"/>
                </a:lnTo>
                <a:lnTo>
                  <a:pt x="5228" y="256"/>
                </a:lnTo>
                <a:lnTo>
                  <a:pt x="5246" y="254"/>
                </a:lnTo>
                <a:lnTo>
                  <a:pt x="5264" y="251"/>
                </a:lnTo>
                <a:lnTo>
                  <a:pt x="5282" y="249"/>
                </a:lnTo>
                <a:lnTo>
                  <a:pt x="5300" y="247"/>
                </a:lnTo>
                <a:lnTo>
                  <a:pt x="5318" y="244"/>
                </a:lnTo>
                <a:lnTo>
                  <a:pt x="5336" y="242"/>
                </a:lnTo>
                <a:lnTo>
                  <a:pt x="5353" y="239"/>
                </a:lnTo>
                <a:lnTo>
                  <a:pt x="5371" y="237"/>
                </a:lnTo>
                <a:lnTo>
                  <a:pt x="5389" y="234"/>
                </a:lnTo>
                <a:lnTo>
                  <a:pt x="5407" y="232"/>
                </a:lnTo>
                <a:lnTo>
                  <a:pt x="5425" y="230"/>
                </a:lnTo>
                <a:lnTo>
                  <a:pt x="5443" y="227"/>
                </a:lnTo>
                <a:lnTo>
                  <a:pt x="5460" y="225"/>
                </a:lnTo>
                <a:lnTo>
                  <a:pt x="5478" y="222"/>
                </a:lnTo>
                <a:lnTo>
                  <a:pt x="5496" y="220"/>
                </a:lnTo>
                <a:lnTo>
                  <a:pt x="5514" y="218"/>
                </a:lnTo>
                <a:lnTo>
                  <a:pt x="5532" y="215"/>
                </a:lnTo>
                <a:lnTo>
                  <a:pt x="5550" y="213"/>
                </a:lnTo>
                <a:lnTo>
                  <a:pt x="5568" y="210"/>
                </a:lnTo>
                <a:lnTo>
                  <a:pt x="5585" y="208"/>
                </a:lnTo>
                <a:lnTo>
                  <a:pt x="5603" y="205"/>
                </a:lnTo>
                <a:lnTo>
                  <a:pt x="5621" y="203"/>
                </a:lnTo>
                <a:lnTo>
                  <a:pt x="5639" y="201"/>
                </a:lnTo>
                <a:lnTo>
                  <a:pt x="5657" y="198"/>
                </a:lnTo>
                <a:lnTo>
                  <a:pt x="5675" y="196"/>
                </a:lnTo>
                <a:lnTo>
                  <a:pt x="5692" y="193"/>
                </a:lnTo>
                <a:lnTo>
                  <a:pt x="5710" y="191"/>
                </a:lnTo>
                <a:lnTo>
                  <a:pt x="5728" y="189"/>
                </a:lnTo>
                <a:lnTo>
                  <a:pt x="5746" y="186"/>
                </a:lnTo>
                <a:lnTo>
                  <a:pt x="5764" y="184"/>
                </a:lnTo>
                <a:lnTo>
                  <a:pt x="5782" y="181"/>
                </a:lnTo>
                <a:lnTo>
                  <a:pt x="5799" y="179"/>
                </a:lnTo>
                <a:lnTo>
                  <a:pt x="5817" y="176"/>
                </a:lnTo>
                <a:lnTo>
                  <a:pt x="5835" y="174"/>
                </a:lnTo>
                <a:lnTo>
                  <a:pt x="5853" y="172"/>
                </a:lnTo>
                <a:lnTo>
                  <a:pt x="5871" y="169"/>
                </a:lnTo>
                <a:lnTo>
                  <a:pt x="5889" y="167"/>
                </a:lnTo>
                <a:lnTo>
                  <a:pt x="5907" y="164"/>
                </a:lnTo>
                <a:lnTo>
                  <a:pt x="5924" y="162"/>
                </a:lnTo>
                <a:lnTo>
                  <a:pt x="5942" y="160"/>
                </a:lnTo>
                <a:lnTo>
                  <a:pt x="5960" y="157"/>
                </a:lnTo>
                <a:lnTo>
                  <a:pt x="5978" y="155"/>
                </a:lnTo>
                <a:lnTo>
                  <a:pt x="5996" y="152"/>
                </a:lnTo>
                <a:lnTo>
                  <a:pt x="6014" y="150"/>
                </a:lnTo>
                <a:lnTo>
                  <a:pt x="6031" y="147"/>
                </a:lnTo>
                <a:lnTo>
                  <a:pt x="6049" y="145"/>
                </a:lnTo>
                <a:lnTo>
                  <a:pt x="6067" y="143"/>
                </a:lnTo>
                <a:lnTo>
                  <a:pt x="6085" y="140"/>
                </a:lnTo>
                <a:lnTo>
                  <a:pt x="6103" y="138"/>
                </a:lnTo>
                <a:lnTo>
                  <a:pt x="6121" y="135"/>
                </a:lnTo>
                <a:lnTo>
                  <a:pt x="6139" y="133"/>
                </a:lnTo>
                <a:lnTo>
                  <a:pt x="6156" y="131"/>
                </a:lnTo>
                <a:lnTo>
                  <a:pt x="6174" y="128"/>
                </a:lnTo>
                <a:lnTo>
                  <a:pt x="6192" y="126"/>
                </a:lnTo>
                <a:lnTo>
                  <a:pt x="6210" y="123"/>
                </a:lnTo>
                <a:lnTo>
                  <a:pt x="6228" y="121"/>
                </a:lnTo>
                <a:lnTo>
                  <a:pt x="6246" y="118"/>
                </a:lnTo>
                <a:lnTo>
                  <a:pt x="6263" y="116"/>
                </a:lnTo>
                <a:lnTo>
                  <a:pt x="6281" y="114"/>
                </a:lnTo>
                <a:lnTo>
                  <a:pt x="6299" y="111"/>
                </a:lnTo>
                <a:lnTo>
                  <a:pt x="6317" y="109"/>
                </a:lnTo>
                <a:lnTo>
                  <a:pt x="6335" y="106"/>
                </a:lnTo>
                <a:lnTo>
                  <a:pt x="6353" y="104"/>
                </a:lnTo>
                <a:lnTo>
                  <a:pt x="6371" y="101"/>
                </a:lnTo>
                <a:lnTo>
                  <a:pt x="6388" y="99"/>
                </a:lnTo>
                <a:lnTo>
                  <a:pt x="6406" y="97"/>
                </a:lnTo>
                <a:lnTo>
                  <a:pt x="6424" y="94"/>
                </a:lnTo>
                <a:lnTo>
                  <a:pt x="6442" y="92"/>
                </a:lnTo>
                <a:lnTo>
                  <a:pt x="6460" y="89"/>
                </a:lnTo>
                <a:lnTo>
                  <a:pt x="6478" y="87"/>
                </a:lnTo>
                <a:lnTo>
                  <a:pt x="6495" y="85"/>
                </a:lnTo>
                <a:lnTo>
                  <a:pt x="6513" y="82"/>
                </a:lnTo>
                <a:lnTo>
                  <a:pt x="6531" y="80"/>
                </a:lnTo>
                <a:lnTo>
                  <a:pt x="6549" y="77"/>
                </a:lnTo>
                <a:lnTo>
                  <a:pt x="6567" y="75"/>
                </a:lnTo>
                <a:lnTo>
                  <a:pt x="6585" y="72"/>
                </a:lnTo>
                <a:lnTo>
                  <a:pt x="6603" y="70"/>
                </a:lnTo>
                <a:lnTo>
                  <a:pt x="6620" y="68"/>
                </a:lnTo>
                <a:lnTo>
                  <a:pt x="6638" y="65"/>
                </a:lnTo>
                <a:lnTo>
                  <a:pt x="6656" y="63"/>
                </a:lnTo>
                <a:lnTo>
                  <a:pt x="6674" y="60"/>
                </a:lnTo>
                <a:lnTo>
                  <a:pt x="6692" y="58"/>
                </a:lnTo>
                <a:lnTo>
                  <a:pt x="6710" y="56"/>
                </a:lnTo>
                <a:lnTo>
                  <a:pt x="6727" y="53"/>
                </a:lnTo>
                <a:lnTo>
                  <a:pt x="6745" y="51"/>
                </a:lnTo>
                <a:lnTo>
                  <a:pt x="6763" y="48"/>
                </a:lnTo>
                <a:lnTo>
                  <a:pt x="6781" y="46"/>
                </a:lnTo>
                <a:lnTo>
                  <a:pt x="6799" y="43"/>
                </a:lnTo>
                <a:lnTo>
                  <a:pt x="6817" y="41"/>
                </a:lnTo>
                <a:lnTo>
                  <a:pt x="6834" y="39"/>
                </a:lnTo>
                <a:lnTo>
                  <a:pt x="6852" y="36"/>
                </a:lnTo>
                <a:lnTo>
                  <a:pt x="6870" y="34"/>
                </a:lnTo>
                <a:lnTo>
                  <a:pt x="6888" y="31"/>
                </a:lnTo>
                <a:lnTo>
                  <a:pt x="6906" y="29"/>
                </a:lnTo>
                <a:lnTo>
                  <a:pt x="6924" y="27"/>
                </a:lnTo>
                <a:lnTo>
                  <a:pt x="6942" y="24"/>
                </a:lnTo>
                <a:lnTo>
                  <a:pt x="6959" y="22"/>
                </a:lnTo>
                <a:lnTo>
                  <a:pt x="6977" y="19"/>
                </a:lnTo>
                <a:lnTo>
                  <a:pt x="6995" y="17"/>
                </a:lnTo>
                <a:lnTo>
                  <a:pt x="7013" y="14"/>
                </a:lnTo>
                <a:lnTo>
                  <a:pt x="7031" y="12"/>
                </a:lnTo>
                <a:lnTo>
                  <a:pt x="7049" y="10"/>
                </a:lnTo>
                <a:lnTo>
                  <a:pt x="7066" y="7"/>
                </a:lnTo>
                <a:lnTo>
                  <a:pt x="7084" y="5"/>
                </a:lnTo>
                <a:lnTo>
                  <a:pt x="7102" y="2"/>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896112" y="3871570"/>
            <a:ext cx="6510528" cy="736092"/>
          </a:xfrm>
          <a:custGeom>
            <a:avLst/>
            <a:gdLst/>
            <a:ahLst/>
            <a:cxnLst/>
            <a:rect l="l" t="t" r="r" b="b"/>
            <a:pathLst>
              <a:path w="7120" h="805">
                <a:moveTo>
                  <a:pt x="0" y="805"/>
                </a:moveTo>
                <a:lnTo>
                  <a:pt x="18" y="803"/>
                </a:lnTo>
                <a:lnTo>
                  <a:pt x="36" y="801"/>
                </a:lnTo>
                <a:lnTo>
                  <a:pt x="54" y="799"/>
                </a:lnTo>
                <a:lnTo>
                  <a:pt x="71" y="797"/>
                </a:lnTo>
                <a:lnTo>
                  <a:pt x="89" y="795"/>
                </a:lnTo>
                <a:lnTo>
                  <a:pt x="107" y="793"/>
                </a:lnTo>
                <a:lnTo>
                  <a:pt x="125" y="791"/>
                </a:lnTo>
                <a:lnTo>
                  <a:pt x="143" y="789"/>
                </a:lnTo>
                <a:lnTo>
                  <a:pt x="161" y="787"/>
                </a:lnTo>
                <a:lnTo>
                  <a:pt x="178" y="785"/>
                </a:lnTo>
                <a:lnTo>
                  <a:pt x="196" y="783"/>
                </a:lnTo>
                <a:lnTo>
                  <a:pt x="214" y="781"/>
                </a:lnTo>
                <a:lnTo>
                  <a:pt x="232" y="779"/>
                </a:lnTo>
                <a:lnTo>
                  <a:pt x="250" y="777"/>
                </a:lnTo>
                <a:lnTo>
                  <a:pt x="268" y="775"/>
                </a:lnTo>
                <a:lnTo>
                  <a:pt x="286" y="773"/>
                </a:lnTo>
                <a:lnTo>
                  <a:pt x="303" y="771"/>
                </a:lnTo>
                <a:lnTo>
                  <a:pt x="321" y="769"/>
                </a:lnTo>
                <a:lnTo>
                  <a:pt x="339" y="767"/>
                </a:lnTo>
                <a:lnTo>
                  <a:pt x="357" y="765"/>
                </a:lnTo>
                <a:lnTo>
                  <a:pt x="375" y="763"/>
                </a:lnTo>
                <a:lnTo>
                  <a:pt x="393" y="761"/>
                </a:lnTo>
                <a:lnTo>
                  <a:pt x="410" y="759"/>
                </a:lnTo>
                <a:lnTo>
                  <a:pt x="428" y="757"/>
                </a:lnTo>
                <a:lnTo>
                  <a:pt x="446" y="755"/>
                </a:lnTo>
                <a:lnTo>
                  <a:pt x="464" y="753"/>
                </a:lnTo>
                <a:lnTo>
                  <a:pt x="482" y="751"/>
                </a:lnTo>
                <a:lnTo>
                  <a:pt x="500" y="748"/>
                </a:lnTo>
                <a:lnTo>
                  <a:pt x="517" y="746"/>
                </a:lnTo>
                <a:lnTo>
                  <a:pt x="535" y="744"/>
                </a:lnTo>
                <a:lnTo>
                  <a:pt x="553" y="742"/>
                </a:lnTo>
                <a:lnTo>
                  <a:pt x="571" y="740"/>
                </a:lnTo>
                <a:lnTo>
                  <a:pt x="589" y="738"/>
                </a:lnTo>
                <a:lnTo>
                  <a:pt x="607" y="736"/>
                </a:lnTo>
                <a:lnTo>
                  <a:pt x="625" y="734"/>
                </a:lnTo>
                <a:lnTo>
                  <a:pt x="642" y="732"/>
                </a:lnTo>
                <a:lnTo>
                  <a:pt x="660" y="730"/>
                </a:lnTo>
                <a:lnTo>
                  <a:pt x="678" y="728"/>
                </a:lnTo>
                <a:lnTo>
                  <a:pt x="696" y="726"/>
                </a:lnTo>
                <a:lnTo>
                  <a:pt x="714" y="724"/>
                </a:lnTo>
                <a:lnTo>
                  <a:pt x="732" y="722"/>
                </a:lnTo>
                <a:lnTo>
                  <a:pt x="749" y="720"/>
                </a:lnTo>
                <a:lnTo>
                  <a:pt x="767" y="718"/>
                </a:lnTo>
                <a:lnTo>
                  <a:pt x="785" y="716"/>
                </a:lnTo>
                <a:lnTo>
                  <a:pt x="803" y="714"/>
                </a:lnTo>
                <a:lnTo>
                  <a:pt x="821" y="712"/>
                </a:lnTo>
                <a:lnTo>
                  <a:pt x="839" y="710"/>
                </a:lnTo>
                <a:lnTo>
                  <a:pt x="857" y="708"/>
                </a:lnTo>
                <a:lnTo>
                  <a:pt x="874" y="706"/>
                </a:lnTo>
                <a:lnTo>
                  <a:pt x="892" y="704"/>
                </a:lnTo>
                <a:lnTo>
                  <a:pt x="910" y="702"/>
                </a:lnTo>
                <a:lnTo>
                  <a:pt x="928" y="700"/>
                </a:lnTo>
                <a:lnTo>
                  <a:pt x="946" y="698"/>
                </a:lnTo>
                <a:lnTo>
                  <a:pt x="964" y="696"/>
                </a:lnTo>
                <a:lnTo>
                  <a:pt x="981" y="694"/>
                </a:lnTo>
                <a:lnTo>
                  <a:pt x="999" y="692"/>
                </a:lnTo>
                <a:lnTo>
                  <a:pt x="1017" y="690"/>
                </a:lnTo>
                <a:lnTo>
                  <a:pt x="1035" y="688"/>
                </a:lnTo>
                <a:lnTo>
                  <a:pt x="1053" y="686"/>
                </a:lnTo>
                <a:lnTo>
                  <a:pt x="1071" y="684"/>
                </a:lnTo>
                <a:lnTo>
                  <a:pt x="1089" y="682"/>
                </a:lnTo>
                <a:lnTo>
                  <a:pt x="1106" y="680"/>
                </a:lnTo>
                <a:lnTo>
                  <a:pt x="1124" y="678"/>
                </a:lnTo>
                <a:lnTo>
                  <a:pt x="1142" y="676"/>
                </a:lnTo>
                <a:lnTo>
                  <a:pt x="1160" y="674"/>
                </a:lnTo>
                <a:lnTo>
                  <a:pt x="1178" y="672"/>
                </a:lnTo>
                <a:lnTo>
                  <a:pt x="1196" y="670"/>
                </a:lnTo>
                <a:lnTo>
                  <a:pt x="1213" y="668"/>
                </a:lnTo>
                <a:lnTo>
                  <a:pt x="1231" y="666"/>
                </a:lnTo>
                <a:lnTo>
                  <a:pt x="1249" y="664"/>
                </a:lnTo>
                <a:lnTo>
                  <a:pt x="1267" y="662"/>
                </a:lnTo>
                <a:lnTo>
                  <a:pt x="1285" y="660"/>
                </a:lnTo>
                <a:lnTo>
                  <a:pt x="1303" y="658"/>
                </a:lnTo>
                <a:lnTo>
                  <a:pt x="1321" y="656"/>
                </a:lnTo>
                <a:lnTo>
                  <a:pt x="1338" y="654"/>
                </a:lnTo>
                <a:lnTo>
                  <a:pt x="1356" y="652"/>
                </a:lnTo>
                <a:lnTo>
                  <a:pt x="1374" y="650"/>
                </a:lnTo>
                <a:lnTo>
                  <a:pt x="1392" y="648"/>
                </a:lnTo>
                <a:lnTo>
                  <a:pt x="1410" y="646"/>
                </a:lnTo>
                <a:lnTo>
                  <a:pt x="1428" y="644"/>
                </a:lnTo>
                <a:lnTo>
                  <a:pt x="1445" y="642"/>
                </a:lnTo>
                <a:lnTo>
                  <a:pt x="1463" y="640"/>
                </a:lnTo>
                <a:lnTo>
                  <a:pt x="1481" y="637"/>
                </a:lnTo>
                <a:lnTo>
                  <a:pt x="1499" y="635"/>
                </a:lnTo>
                <a:lnTo>
                  <a:pt x="1517" y="633"/>
                </a:lnTo>
                <a:lnTo>
                  <a:pt x="1535" y="631"/>
                </a:lnTo>
                <a:lnTo>
                  <a:pt x="1552" y="629"/>
                </a:lnTo>
                <a:lnTo>
                  <a:pt x="1570" y="627"/>
                </a:lnTo>
                <a:lnTo>
                  <a:pt x="1588" y="625"/>
                </a:lnTo>
                <a:lnTo>
                  <a:pt x="1606" y="623"/>
                </a:lnTo>
                <a:lnTo>
                  <a:pt x="1624" y="621"/>
                </a:lnTo>
                <a:lnTo>
                  <a:pt x="1642" y="619"/>
                </a:lnTo>
                <a:lnTo>
                  <a:pt x="1660" y="617"/>
                </a:lnTo>
                <a:lnTo>
                  <a:pt x="1677" y="615"/>
                </a:lnTo>
                <a:lnTo>
                  <a:pt x="1695" y="613"/>
                </a:lnTo>
                <a:lnTo>
                  <a:pt x="1713" y="611"/>
                </a:lnTo>
                <a:lnTo>
                  <a:pt x="1731" y="609"/>
                </a:lnTo>
                <a:lnTo>
                  <a:pt x="1749" y="607"/>
                </a:lnTo>
                <a:lnTo>
                  <a:pt x="1767" y="605"/>
                </a:lnTo>
                <a:lnTo>
                  <a:pt x="1784" y="603"/>
                </a:lnTo>
                <a:lnTo>
                  <a:pt x="1802" y="601"/>
                </a:lnTo>
                <a:lnTo>
                  <a:pt x="1820" y="599"/>
                </a:lnTo>
                <a:lnTo>
                  <a:pt x="1838" y="597"/>
                </a:lnTo>
                <a:lnTo>
                  <a:pt x="1856" y="595"/>
                </a:lnTo>
                <a:lnTo>
                  <a:pt x="1874" y="593"/>
                </a:lnTo>
                <a:lnTo>
                  <a:pt x="1892" y="591"/>
                </a:lnTo>
                <a:lnTo>
                  <a:pt x="1909" y="589"/>
                </a:lnTo>
                <a:lnTo>
                  <a:pt x="1927" y="587"/>
                </a:lnTo>
                <a:lnTo>
                  <a:pt x="1945" y="585"/>
                </a:lnTo>
                <a:lnTo>
                  <a:pt x="1963" y="583"/>
                </a:lnTo>
                <a:lnTo>
                  <a:pt x="1981" y="581"/>
                </a:lnTo>
                <a:lnTo>
                  <a:pt x="1999" y="579"/>
                </a:lnTo>
                <a:lnTo>
                  <a:pt x="2016" y="577"/>
                </a:lnTo>
                <a:lnTo>
                  <a:pt x="2034" y="575"/>
                </a:lnTo>
                <a:lnTo>
                  <a:pt x="2052" y="573"/>
                </a:lnTo>
                <a:lnTo>
                  <a:pt x="2070" y="571"/>
                </a:lnTo>
                <a:lnTo>
                  <a:pt x="2088" y="569"/>
                </a:lnTo>
                <a:lnTo>
                  <a:pt x="2106" y="567"/>
                </a:lnTo>
                <a:lnTo>
                  <a:pt x="2124" y="565"/>
                </a:lnTo>
                <a:lnTo>
                  <a:pt x="2141" y="563"/>
                </a:lnTo>
                <a:lnTo>
                  <a:pt x="2159" y="561"/>
                </a:lnTo>
                <a:lnTo>
                  <a:pt x="2177" y="559"/>
                </a:lnTo>
                <a:lnTo>
                  <a:pt x="2195" y="557"/>
                </a:lnTo>
                <a:lnTo>
                  <a:pt x="2213" y="555"/>
                </a:lnTo>
                <a:lnTo>
                  <a:pt x="2231" y="553"/>
                </a:lnTo>
                <a:lnTo>
                  <a:pt x="2248" y="551"/>
                </a:lnTo>
                <a:lnTo>
                  <a:pt x="2266" y="549"/>
                </a:lnTo>
                <a:lnTo>
                  <a:pt x="2284" y="547"/>
                </a:lnTo>
                <a:lnTo>
                  <a:pt x="2302" y="545"/>
                </a:lnTo>
                <a:lnTo>
                  <a:pt x="2320" y="543"/>
                </a:lnTo>
                <a:lnTo>
                  <a:pt x="2338" y="541"/>
                </a:lnTo>
                <a:lnTo>
                  <a:pt x="2355" y="539"/>
                </a:lnTo>
                <a:lnTo>
                  <a:pt x="2373" y="537"/>
                </a:lnTo>
                <a:lnTo>
                  <a:pt x="2391" y="535"/>
                </a:lnTo>
                <a:lnTo>
                  <a:pt x="2409" y="533"/>
                </a:lnTo>
                <a:lnTo>
                  <a:pt x="2427" y="531"/>
                </a:lnTo>
                <a:lnTo>
                  <a:pt x="2445" y="528"/>
                </a:lnTo>
                <a:lnTo>
                  <a:pt x="2463" y="526"/>
                </a:lnTo>
                <a:lnTo>
                  <a:pt x="2480" y="524"/>
                </a:lnTo>
                <a:lnTo>
                  <a:pt x="2498" y="522"/>
                </a:lnTo>
                <a:lnTo>
                  <a:pt x="2516" y="520"/>
                </a:lnTo>
                <a:lnTo>
                  <a:pt x="2534" y="518"/>
                </a:lnTo>
                <a:lnTo>
                  <a:pt x="2552" y="516"/>
                </a:lnTo>
                <a:lnTo>
                  <a:pt x="2570" y="514"/>
                </a:lnTo>
                <a:lnTo>
                  <a:pt x="2587" y="512"/>
                </a:lnTo>
                <a:lnTo>
                  <a:pt x="2605" y="510"/>
                </a:lnTo>
                <a:lnTo>
                  <a:pt x="2623" y="508"/>
                </a:lnTo>
                <a:lnTo>
                  <a:pt x="2641" y="506"/>
                </a:lnTo>
                <a:lnTo>
                  <a:pt x="2659" y="504"/>
                </a:lnTo>
                <a:lnTo>
                  <a:pt x="2677" y="502"/>
                </a:lnTo>
                <a:lnTo>
                  <a:pt x="2695" y="500"/>
                </a:lnTo>
                <a:lnTo>
                  <a:pt x="2712" y="498"/>
                </a:lnTo>
                <a:lnTo>
                  <a:pt x="2730" y="496"/>
                </a:lnTo>
                <a:lnTo>
                  <a:pt x="2748" y="494"/>
                </a:lnTo>
                <a:lnTo>
                  <a:pt x="2766" y="492"/>
                </a:lnTo>
                <a:lnTo>
                  <a:pt x="2784" y="490"/>
                </a:lnTo>
                <a:lnTo>
                  <a:pt x="2802" y="488"/>
                </a:lnTo>
                <a:lnTo>
                  <a:pt x="2819" y="486"/>
                </a:lnTo>
                <a:lnTo>
                  <a:pt x="2837" y="484"/>
                </a:lnTo>
                <a:lnTo>
                  <a:pt x="2855" y="482"/>
                </a:lnTo>
                <a:lnTo>
                  <a:pt x="2873" y="480"/>
                </a:lnTo>
                <a:lnTo>
                  <a:pt x="2891" y="478"/>
                </a:lnTo>
                <a:lnTo>
                  <a:pt x="2909" y="476"/>
                </a:lnTo>
                <a:lnTo>
                  <a:pt x="2927" y="474"/>
                </a:lnTo>
                <a:lnTo>
                  <a:pt x="2944" y="472"/>
                </a:lnTo>
                <a:lnTo>
                  <a:pt x="2962" y="470"/>
                </a:lnTo>
                <a:lnTo>
                  <a:pt x="2980" y="468"/>
                </a:lnTo>
                <a:lnTo>
                  <a:pt x="2998" y="466"/>
                </a:lnTo>
                <a:lnTo>
                  <a:pt x="3016" y="464"/>
                </a:lnTo>
                <a:lnTo>
                  <a:pt x="3034" y="462"/>
                </a:lnTo>
                <a:lnTo>
                  <a:pt x="3051" y="460"/>
                </a:lnTo>
                <a:lnTo>
                  <a:pt x="3069" y="458"/>
                </a:lnTo>
                <a:lnTo>
                  <a:pt x="3087" y="456"/>
                </a:lnTo>
                <a:lnTo>
                  <a:pt x="3105" y="454"/>
                </a:lnTo>
                <a:lnTo>
                  <a:pt x="3123" y="452"/>
                </a:lnTo>
                <a:lnTo>
                  <a:pt x="3141" y="450"/>
                </a:lnTo>
                <a:lnTo>
                  <a:pt x="3158" y="448"/>
                </a:lnTo>
                <a:lnTo>
                  <a:pt x="3176" y="446"/>
                </a:lnTo>
                <a:lnTo>
                  <a:pt x="3194" y="444"/>
                </a:lnTo>
                <a:lnTo>
                  <a:pt x="3212" y="442"/>
                </a:lnTo>
                <a:lnTo>
                  <a:pt x="3230" y="440"/>
                </a:lnTo>
                <a:lnTo>
                  <a:pt x="3248" y="438"/>
                </a:lnTo>
                <a:lnTo>
                  <a:pt x="3266" y="436"/>
                </a:lnTo>
                <a:lnTo>
                  <a:pt x="3283" y="434"/>
                </a:lnTo>
                <a:lnTo>
                  <a:pt x="3301" y="432"/>
                </a:lnTo>
                <a:lnTo>
                  <a:pt x="3319" y="430"/>
                </a:lnTo>
                <a:lnTo>
                  <a:pt x="3337" y="428"/>
                </a:lnTo>
                <a:lnTo>
                  <a:pt x="3355" y="426"/>
                </a:lnTo>
                <a:lnTo>
                  <a:pt x="3373" y="424"/>
                </a:lnTo>
                <a:lnTo>
                  <a:pt x="3390" y="422"/>
                </a:lnTo>
                <a:lnTo>
                  <a:pt x="3408" y="420"/>
                </a:lnTo>
                <a:lnTo>
                  <a:pt x="3426" y="417"/>
                </a:lnTo>
                <a:lnTo>
                  <a:pt x="3444" y="415"/>
                </a:lnTo>
                <a:lnTo>
                  <a:pt x="3462" y="413"/>
                </a:lnTo>
                <a:lnTo>
                  <a:pt x="3480" y="411"/>
                </a:lnTo>
                <a:lnTo>
                  <a:pt x="3498" y="409"/>
                </a:lnTo>
                <a:lnTo>
                  <a:pt x="3515" y="407"/>
                </a:lnTo>
                <a:lnTo>
                  <a:pt x="3533" y="405"/>
                </a:lnTo>
                <a:lnTo>
                  <a:pt x="3551" y="403"/>
                </a:lnTo>
                <a:lnTo>
                  <a:pt x="3569" y="401"/>
                </a:lnTo>
                <a:lnTo>
                  <a:pt x="3587" y="399"/>
                </a:lnTo>
                <a:lnTo>
                  <a:pt x="3605" y="397"/>
                </a:lnTo>
                <a:lnTo>
                  <a:pt x="3622" y="395"/>
                </a:lnTo>
                <a:lnTo>
                  <a:pt x="3640" y="393"/>
                </a:lnTo>
                <a:lnTo>
                  <a:pt x="3658" y="391"/>
                </a:lnTo>
                <a:lnTo>
                  <a:pt x="3676" y="389"/>
                </a:lnTo>
                <a:lnTo>
                  <a:pt x="3694" y="387"/>
                </a:lnTo>
                <a:lnTo>
                  <a:pt x="3712" y="385"/>
                </a:lnTo>
                <a:lnTo>
                  <a:pt x="3730" y="383"/>
                </a:lnTo>
                <a:lnTo>
                  <a:pt x="3747" y="381"/>
                </a:lnTo>
                <a:lnTo>
                  <a:pt x="3765" y="379"/>
                </a:lnTo>
                <a:lnTo>
                  <a:pt x="3783" y="377"/>
                </a:lnTo>
                <a:lnTo>
                  <a:pt x="3801" y="375"/>
                </a:lnTo>
                <a:lnTo>
                  <a:pt x="3819" y="373"/>
                </a:lnTo>
                <a:lnTo>
                  <a:pt x="3837" y="371"/>
                </a:lnTo>
                <a:lnTo>
                  <a:pt x="3854" y="369"/>
                </a:lnTo>
                <a:lnTo>
                  <a:pt x="3872" y="367"/>
                </a:lnTo>
                <a:lnTo>
                  <a:pt x="3890" y="365"/>
                </a:lnTo>
                <a:lnTo>
                  <a:pt x="3908" y="363"/>
                </a:lnTo>
                <a:lnTo>
                  <a:pt x="3926" y="361"/>
                </a:lnTo>
                <a:lnTo>
                  <a:pt x="3944" y="359"/>
                </a:lnTo>
                <a:lnTo>
                  <a:pt x="3962" y="357"/>
                </a:lnTo>
                <a:lnTo>
                  <a:pt x="3979" y="355"/>
                </a:lnTo>
                <a:lnTo>
                  <a:pt x="3997" y="353"/>
                </a:lnTo>
                <a:lnTo>
                  <a:pt x="4015" y="351"/>
                </a:lnTo>
                <a:lnTo>
                  <a:pt x="4033" y="349"/>
                </a:lnTo>
                <a:lnTo>
                  <a:pt x="4051" y="347"/>
                </a:lnTo>
                <a:lnTo>
                  <a:pt x="4069" y="345"/>
                </a:lnTo>
                <a:lnTo>
                  <a:pt x="4086" y="343"/>
                </a:lnTo>
                <a:lnTo>
                  <a:pt x="4104" y="341"/>
                </a:lnTo>
                <a:lnTo>
                  <a:pt x="4122" y="339"/>
                </a:lnTo>
                <a:lnTo>
                  <a:pt x="4140" y="337"/>
                </a:lnTo>
                <a:lnTo>
                  <a:pt x="4158" y="335"/>
                </a:lnTo>
                <a:lnTo>
                  <a:pt x="4176" y="333"/>
                </a:lnTo>
                <a:lnTo>
                  <a:pt x="4193" y="331"/>
                </a:lnTo>
                <a:lnTo>
                  <a:pt x="4211" y="329"/>
                </a:lnTo>
                <a:lnTo>
                  <a:pt x="4229" y="327"/>
                </a:lnTo>
                <a:lnTo>
                  <a:pt x="4247" y="325"/>
                </a:lnTo>
                <a:lnTo>
                  <a:pt x="4265" y="323"/>
                </a:lnTo>
                <a:lnTo>
                  <a:pt x="4283" y="321"/>
                </a:lnTo>
                <a:lnTo>
                  <a:pt x="4301" y="319"/>
                </a:lnTo>
                <a:lnTo>
                  <a:pt x="4318" y="317"/>
                </a:lnTo>
                <a:lnTo>
                  <a:pt x="4336" y="315"/>
                </a:lnTo>
                <a:lnTo>
                  <a:pt x="4354" y="313"/>
                </a:lnTo>
                <a:lnTo>
                  <a:pt x="4372" y="311"/>
                </a:lnTo>
                <a:lnTo>
                  <a:pt x="4390" y="308"/>
                </a:lnTo>
                <a:lnTo>
                  <a:pt x="4408" y="306"/>
                </a:lnTo>
                <a:lnTo>
                  <a:pt x="4425" y="304"/>
                </a:lnTo>
                <a:lnTo>
                  <a:pt x="4443" y="302"/>
                </a:lnTo>
                <a:lnTo>
                  <a:pt x="4461" y="300"/>
                </a:lnTo>
                <a:lnTo>
                  <a:pt x="4479" y="298"/>
                </a:lnTo>
                <a:lnTo>
                  <a:pt x="4497" y="296"/>
                </a:lnTo>
                <a:lnTo>
                  <a:pt x="4515" y="294"/>
                </a:lnTo>
                <a:lnTo>
                  <a:pt x="4533" y="292"/>
                </a:lnTo>
                <a:lnTo>
                  <a:pt x="4550" y="290"/>
                </a:lnTo>
                <a:lnTo>
                  <a:pt x="4568" y="288"/>
                </a:lnTo>
                <a:lnTo>
                  <a:pt x="4586" y="286"/>
                </a:lnTo>
                <a:lnTo>
                  <a:pt x="4604" y="284"/>
                </a:lnTo>
                <a:lnTo>
                  <a:pt x="4622" y="282"/>
                </a:lnTo>
                <a:lnTo>
                  <a:pt x="4640" y="280"/>
                </a:lnTo>
                <a:lnTo>
                  <a:pt x="4657" y="278"/>
                </a:lnTo>
                <a:lnTo>
                  <a:pt x="4675" y="276"/>
                </a:lnTo>
                <a:lnTo>
                  <a:pt x="4693" y="274"/>
                </a:lnTo>
                <a:lnTo>
                  <a:pt x="4711" y="272"/>
                </a:lnTo>
                <a:lnTo>
                  <a:pt x="4729" y="270"/>
                </a:lnTo>
                <a:lnTo>
                  <a:pt x="4747" y="268"/>
                </a:lnTo>
                <a:lnTo>
                  <a:pt x="4765" y="266"/>
                </a:lnTo>
                <a:lnTo>
                  <a:pt x="4782" y="264"/>
                </a:lnTo>
                <a:lnTo>
                  <a:pt x="4800" y="262"/>
                </a:lnTo>
                <a:lnTo>
                  <a:pt x="4818" y="260"/>
                </a:lnTo>
                <a:lnTo>
                  <a:pt x="4836" y="258"/>
                </a:lnTo>
                <a:lnTo>
                  <a:pt x="4854" y="256"/>
                </a:lnTo>
                <a:lnTo>
                  <a:pt x="4872" y="254"/>
                </a:lnTo>
                <a:lnTo>
                  <a:pt x="4889" y="252"/>
                </a:lnTo>
                <a:lnTo>
                  <a:pt x="4907" y="250"/>
                </a:lnTo>
                <a:lnTo>
                  <a:pt x="4925" y="248"/>
                </a:lnTo>
                <a:lnTo>
                  <a:pt x="4943" y="246"/>
                </a:lnTo>
                <a:lnTo>
                  <a:pt x="4961" y="244"/>
                </a:lnTo>
                <a:lnTo>
                  <a:pt x="4979" y="242"/>
                </a:lnTo>
                <a:lnTo>
                  <a:pt x="4996" y="240"/>
                </a:lnTo>
                <a:lnTo>
                  <a:pt x="5014" y="238"/>
                </a:lnTo>
                <a:lnTo>
                  <a:pt x="5032" y="236"/>
                </a:lnTo>
                <a:lnTo>
                  <a:pt x="5050" y="234"/>
                </a:lnTo>
                <a:lnTo>
                  <a:pt x="5068" y="232"/>
                </a:lnTo>
                <a:lnTo>
                  <a:pt x="5086" y="230"/>
                </a:lnTo>
                <a:lnTo>
                  <a:pt x="5104" y="228"/>
                </a:lnTo>
                <a:lnTo>
                  <a:pt x="5121" y="226"/>
                </a:lnTo>
                <a:lnTo>
                  <a:pt x="5139" y="224"/>
                </a:lnTo>
                <a:lnTo>
                  <a:pt x="5157" y="222"/>
                </a:lnTo>
                <a:lnTo>
                  <a:pt x="5175" y="220"/>
                </a:lnTo>
                <a:lnTo>
                  <a:pt x="5193" y="218"/>
                </a:lnTo>
                <a:lnTo>
                  <a:pt x="5211" y="216"/>
                </a:lnTo>
                <a:lnTo>
                  <a:pt x="5228" y="214"/>
                </a:lnTo>
                <a:lnTo>
                  <a:pt x="5246" y="212"/>
                </a:lnTo>
                <a:lnTo>
                  <a:pt x="5264" y="210"/>
                </a:lnTo>
                <a:lnTo>
                  <a:pt x="5282" y="208"/>
                </a:lnTo>
                <a:lnTo>
                  <a:pt x="5300" y="206"/>
                </a:lnTo>
                <a:lnTo>
                  <a:pt x="5318" y="204"/>
                </a:lnTo>
                <a:lnTo>
                  <a:pt x="5336" y="202"/>
                </a:lnTo>
                <a:lnTo>
                  <a:pt x="5353" y="200"/>
                </a:lnTo>
                <a:lnTo>
                  <a:pt x="5371" y="197"/>
                </a:lnTo>
                <a:lnTo>
                  <a:pt x="5389" y="195"/>
                </a:lnTo>
                <a:lnTo>
                  <a:pt x="5407" y="193"/>
                </a:lnTo>
                <a:lnTo>
                  <a:pt x="5425" y="191"/>
                </a:lnTo>
                <a:lnTo>
                  <a:pt x="5443" y="189"/>
                </a:lnTo>
                <a:lnTo>
                  <a:pt x="5460" y="187"/>
                </a:lnTo>
                <a:lnTo>
                  <a:pt x="5478" y="185"/>
                </a:lnTo>
                <a:lnTo>
                  <a:pt x="5496" y="183"/>
                </a:lnTo>
                <a:lnTo>
                  <a:pt x="5514" y="181"/>
                </a:lnTo>
                <a:lnTo>
                  <a:pt x="5532" y="179"/>
                </a:lnTo>
                <a:lnTo>
                  <a:pt x="5550" y="177"/>
                </a:lnTo>
                <a:lnTo>
                  <a:pt x="5568" y="175"/>
                </a:lnTo>
                <a:lnTo>
                  <a:pt x="5585" y="173"/>
                </a:lnTo>
                <a:lnTo>
                  <a:pt x="5603" y="171"/>
                </a:lnTo>
                <a:lnTo>
                  <a:pt x="5621" y="169"/>
                </a:lnTo>
                <a:lnTo>
                  <a:pt x="5639" y="167"/>
                </a:lnTo>
                <a:lnTo>
                  <a:pt x="5657" y="165"/>
                </a:lnTo>
                <a:lnTo>
                  <a:pt x="5675" y="163"/>
                </a:lnTo>
                <a:lnTo>
                  <a:pt x="5692" y="161"/>
                </a:lnTo>
                <a:lnTo>
                  <a:pt x="5710" y="159"/>
                </a:lnTo>
                <a:lnTo>
                  <a:pt x="5728" y="157"/>
                </a:lnTo>
                <a:lnTo>
                  <a:pt x="5746" y="155"/>
                </a:lnTo>
                <a:lnTo>
                  <a:pt x="5764" y="153"/>
                </a:lnTo>
                <a:lnTo>
                  <a:pt x="5782" y="151"/>
                </a:lnTo>
                <a:lnTo>
                  <a:pt x="5799" y="149"/>
                </a:lnTo>
                <a:lnTo>
                  <a:pt x="5817" y="147"/>
                </a:lnTo>
                <a:lnTo>
                  <a:pt x="5835" y="145"/>
                </a:lnTo>
                <a:lnTo>
                  <a:pt x="5853" y="143"/>
                </a:lnTo>
                <a:lnTo>
                  <a:pt x="5871" y="141"/>
                </a:lnTo>
                <a:lnTo>
                  <a:pt x="5889" y="139"/>
                </a:lnTo>
                <a:lnTo>
                  <a:pt x="5907" y="137"/>
                </a:lnTo>
                <a:lnTo>
                  <a:pt x="5924" y="135"/>
                </a:lnTo>
                <a:lnTo>
                  <a:pt x="5942" y="133"/>
                </a:lnTo>
                <a:lnTo>
                  <a:pt x="5960" y="131"/>
                </a:lnTo>
                <a:lnTo>
                  <a:pt x="5978" y="129"/>
                </a:lnTo>
                <a:lnTo>
                  <a:pt x="5996" y="127"/>
                </a:lnTo>
                <a:lnTo>
                  <a:pt x="6014" y="125"/>
                </a:lnTo>
                <a:lnTo>
                  <a:pt x="6031" y="123"/>
                </a:lnTo>
                <a:lnTo>
                  <a:pt x="6049" y="121"/>
                </a:lnTo>
                <a:lnTo>
                  <a:pt x="6067" y="119"/>
                </a:lnTo>
                <a:lnTo>
                  <a:pt x="6085" y="117"/>
                </a:lnTo>
                <a:lnTo>
                  <a:pt x="6103" y="115"/>
                </a:lnTo>
                <a:lnTo>
                  <a:pt x="6121" y="113"/>
                </a:lnTo>
                <a:lnTo>
                  <a:pt x="6139" y="111"/>
                </a:lnTo>
                <a:lnTo>
                  <a:pt x="6156" y="109"/>
                </a:lnTo>
                <a:lnTo>
                  <a:pt x="6174" y="107"/>
                </a:lnTo>
                <a:lnTo>
                  <a:pt x="6192" y="105"/>
                </a:lnTo>
                <a:lnTo>
                  <a:pt x="6210" y="103"/>
                </a:lnTo>
                <a:lnTo>
                  <a:pt x="6228" y="101"/>
                </a:lnTo>
                <a:lnTo>
                  <a:pt x="6246" y="99"/>
                </a:lnTo>
                <a:lnTo>
                  <a:pt x="6263" y="97"/>
                </a:lnTo>
                <a:lnTo>
                  <a:pt x="6281" y="95"/>
                </a:lnTo>
                <a:lnTo>
                  <a:pt x="6299" y="93"/>
                </a:lnTo>
                <a:lnTo>
                  <a:pt x="6317" y="91"/>
                </a:lnTo>
                <a:lnTo>
                  <a:pt x="6335" y="89"/>
                </a:lnTo>
                <a:lnTo>
                  <a:pt x="6353" y="86"/>
                </a:lnTo>
                <a:lnTo>
                  <a:pt x="6371" y="84"/>
                </a:lnTo>
                <a:lnTo>
                  <a:pt x="6388" y="82"/>
                </a:lnTo>
                <a:lnTo>
                  <a:pt x="6406" y="80"/>
                </a:lnTo>
                <a:lnTo>
                  <a:pt x="6424" y="78"/>
                </a:lnTo>
                <a:lnTo>
                  <a:pt x="6442" y="76"/>
                </a:lnTo>
                <a:lnTo>
                  <a:pt x="6460" y="74"/>
                </a:lnTo>
                <a:lnTo>
                  <a:pt x="6478" y="72"/>
                </a:lnTo>
                <a:lnTo>
                  <a:pt x="6495" y="70"/>
                </a:lnTo>
                <a:lnTo>
                  <a:pt x="6513" y="68"/>
                </a:lnTo>
                <a:lnTo>
                  <a:pt x="6531" y="66"/>
                </a:lnTo>
                <a:lnTo>
                  <a:pt x="6549" y="64"/>
                </a:lnTo>
                <a:lnTo>
                  <a:pt x="6567" y="62"/>
                </a:lnTo>
                <a:lnTo>
                  <a:pt x="6585" y="60"/>
                </a:lnTo>
                <a:lnTo>
                  <a:pt x="6603" y="58"/>
                </a:lnTo>
                <a:lnTo>
                  <a:pt x="6620" y="56"/>
                </a:lnTo>
                <a:lnTo>
                  <a:pt x="6638" y="54"/>
                </a:lnTo>
                <a:lnTo>
                  <a:pt x="6656" y="52"/>
                </a:lnTo>
                <a:lnTo>
                  <a:pt x="6674" y="50"/>
                </a:lnTo>
                <a:lnTo>
                  <a:pt x="6692" y="48"/>
                </a:lnTo>
                <a:lnTo>
                  <a:pt x="6710" y="46"/>
                </a:lnTo>
                <a:lnTo>
                  <a:pt x="6727" y="44"/>
                </a:lnTo>
                <a:lnTo>
                  <a:pt x="6745" y="42"/>
                </a:lnTo>
                <a:lnTo>
                  <a:pt x="6763" y="40"/>
                </a:lnTo>
                <a:lnTo>
                  <a:pt x="6781" y="38"/>
                </a:lnTo>
                <a:lnTo>
                  <a:pt x="6799" y="36"/>
                </a:lnTo>
                <a:lnTo>
                  <a:pt x="6817" y="34"/>
                </a:lnTo>
                <a:lnTo>
                  <a:pt x="6834" y="32"/>
                </a:lnTo>
                <a:lnTo>
                  <a:pt x="6852" y="30"/>
                </a:lnTo>
                <a:lnTo>
                  <a:pt x="6870" y="28"/>
                </a:lnTo>
                <a:lnTo>
                  <a:pt x="6888" y="26"/>
                </a:lnTo>
                <a:lnTo>
                  <a:pt x="6906" y="24"/>
                </a:lnTo>
                <a:lnTo>
                  <a:pt x="6924" y="22"/>
                </a:lnTo>
                <a:lnTo>
                  <a:pt x="6942" y="20"/>
                </a:lnTo>
                <a:lnTo>
                  <a:pt x="6959" y="18"/>
                </a:lnTo>
                <a:lnTo>
                  <a:pt x="6977" y="16"/>
                </a:lnTo>
                <a:lnTo>
                  <a:pt x="6995" y="14"/>
                </a:lnTo>
                <a:lnTo>
                  <a:pt x="7013" y="12"/>
                </a:lnTo>
                <a:lnTo>
                  <a:pt x="7031" y="10"/>
                </a:lnTo>
                <a:lnTo>
                  <a:pt x="7049" y="8"/>
                </a:lnTo>
                <a:lnTo>
                  <a:pt x="7066" y="6"/>
                </a:lnTo>
                <a:lnTo>
                  <a:pt x="7084" y="4"/>
                </a:lnTo>
                <a:lnTo>
                  <a:pt x="7102" y="2"/>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896112" y="3848710"/>
            <a:ext cx="6510528" cy="719633"/>
          </a:xfrm>
          <a:custGeom>
            <a:avLst/>
            <a:gdLst/>
            <a:ahLst/>
            <a:cxnLst/>
            <a:rect l="l" t="t" r="r" b="b"/>
            <a:pathLst>
              <a:path w="7120" h="787">
                <a:moveTo>
                  <a:pt x="0" y="787"/>
                </a:moveTo>
                <a:lnTo>
                  <a:pt x="18" y="785"/>
                </a:lnTo>
                <a:lnTo>
                  <a:pt x="36" y="783"/>
                </a:lnTo>
                <a:lnTo>
                  <a:pt x="54" y="781"/>
                </a:lnTo>
                <a:lnTo>
                  <a:pt x="71" y="779"/>
                </a:lnTo>
                <a:lnTo>
                  <a:pt x="89" y="777"/>
                </a:lnTo>
                <a:lnTo>
                  <a:pt x="107" y="775"/>
                </a:lnTo>
                <a:lnTo>
                  <a:pt x="125" y="774"/>
                </a:lnTo>
                <a:lnTo>
                  <a:pt x="143" y="772"/>
                </a:lnTo>
                <a:lnTo>
                  <a:pt x="161" y="770"/>
                </a:lnTo>
                <a:lnTo>
                  <a:pt x="178" y="768"/>
                </a:lnTo>
                <a:lnTo>
                  <a:pt x="196" y="766"/>
                </a:lnTo>
                <a:lnTo>
                  <a:pt x="214" y="764"/>
                </a:lnTo>
                <a:lnTo>
                  <a:pt x="232" y="762"/>
                </a:lnTo>
                <a:lnTo>
                  <a:pt x="250" y="760"/>
                </a:lnTo>
                <a:lnTo>
                  <a:pt x="268" y="758"/>
                </a:lnTo>
                <a:lnTo>
                  <a:pt x="286" y="756"/>
                </a:lnTo>
                <a:lnTo>
                  <a:pt x="303" y="754"/>
                </a:lnTo>
                <a:lnTo>
                  <a:pt x="321" y="752"/>
                </a:lnTo>
                <a:lnTo>
                  <a:pt x="339" y="750"/>
                </a:lnTo>
                <a:lnTo>
                  <a:pt x="357" y="748"/>
                </a:lnTo>
                <a:lnTo>
                  <a:pt x="375" y="746"/>
                </a:lnTo>
                <a:lnTo>
                  <a:pt x="393" y="744"/>
                </a:lnTo>
                <a:lnTo>
                  <a:pt x="410" y="742"/>
                </a:lnTo>
                <a:lnTo>
                  <a:pt x="428" y="740"/>
                </a:lnTo>
                <a:lnTo>
                  <a:pt x="446" y="738"/>
                </a:lnTo>
                <a:lnTo>
                  <a:pt x="464" y="736"/>
                </a:lnTo>
                <a:lnTo>
                  <a:pt x="482" y="734"/>
                </a:lnTo>
                <a:lnTo>
                  <a:pt x="500" y="732"/>
                </a:lnTo>
                <a:lnTo>
                  <a:pt x="517" y="730"/>
                </a:lnTo>
                <a:lnTo>
                  <a:pt x="535" y="728"/>
                </a:lnTo>
                <a:lnTo>
                  <a:pt x="553" y="726"/>
                </a:lnTo>
                <a:lnTo>
                  <a:pt x="571" y="724"/>
                </a:lnTo>
                <a:lnTo>
                  <a:pt x="589" y="722"/>
                </a:lnTo>
                <a:lnTo>
                  <a:pt x="607" y="720"/>
                </a:lnTo>
                <a:lnTo>
                  <a:pt x="625" y="718"/>
                </a:lnTo>
                <a:lnTo>
                  <a:pt x="642" y="716"/>
                </a:lnTo>
                <a:lnTo>
                  <a:pt x="660" y="714"/>
                </a:lnTo>
                <a:lnTo>
                  <a:pt x="678" y="712"/>
                </a:lnTo>
                <a:lnTo>
                  <a:pt x="696" y="710"/>
                </a:lnTo>
                <a:lnTo>
                  <a:pt x="714" y="708"/>
                </a:lnTo>
                <a:lnTo>
                  <a:pt x="732" y="706"/>
                </a:lnTo>
                <a:lnTo>
                  <a:pt x="749" y="704"/>
                </a:lnTo>
                <a:lnTo>
                  <a:pt x="767" y="702"/>
                </a:lnTo>
                <a:lnTo>
                  <a:pt x="785" y="700"/>
                </a:lnTo>
                <a:lnTo>
                  <a:pt x="803" y="698"/>
                </a:lnTo>
                <a:lnTo>
                  <a:pt x="821" y="697"/>
                </a:lnTo>
                <a:lnTo>
                  <a:pt x="839" y="695"/>
                </a:lnTo>
                <a:lnTo>
                  <a:pt x="857" y="693"/>
                </a:lnTo>
                <a:lnTo>
                  <a:pt x="874" y="691"/>
                </a:lnTo>
                <a:lnTo>
                  <a:pt x="892" y="689"/>
                </a:lnTo>
                <a:lnTo>
                  <a:pt x="910" y="687"/>
                </a:lnTo>
                <a:lnTo>
                  <a:pt x="928" y="685"/>
                </a:lnTo>
                <a:lnTo>
                  <a:pt x="946" y="683"/>
                </a:lnTo>
                <a:lnTo>
                  <a:pt x="964" y="681"/>
                </a:lnTo>
                <a:lnTo>
                  <a:pt x="981" y="679"/>
                </a:lnTo>
                <a:lnTo>
                  <a:pt x="999" y="677"/>
                </a:lnTo>
                <a:lnTo>
                  <a:pt x="1017" y="675"/>
                </a:lnTo>
                <a:lnTo>
                  <a:pt x="1035" y="673"/>
                </a:lnTo>
                <a:lnTo>
                  <a:pt x="1053" y="671"/>
                </a:lnTo>
                <a:lnTo>
                  <a:pt x="1071" y="669"/>
                </a:lnTo>
                <a:lnTo>
                  <a:pt x="1089" y="667"/>
                </a:lnTo>
                <a:lnTo>
                  <a:pt x="1106" y="665"/>
                </a:lnTo>
                <a:lnTo>
                  <a:pt x="1124" y="663"/>
                </a:lnTo>
                <a:lnTo>
                  <a:pt x="1142" y="661"/>
                </a:lnTo>
                <a:lnTo>
                  <a:pt x="1160" y="659"/>
                </a:lnTo>
                <a:lnTo>
                  <a:pt x="1178" y="657"/>
                </a:lnTo>
                <a:lnTo>
                  <a:pt x="1196" y="655"/>
                </a:lnTo>
                <a:lnTo>
                  <a:pt x="1213" y="653"/>
                </a:lnTo>
                <a:lnTo>
                  <a:pt x="1231" y="651"/>
                </a:lnTo>
                <a:lnTo>
                  <a:pt x="1249" y="649"/>
                </a:lnTo>
                <a:lnTo>
                  <a:pt x="1267" y="647"/>
                </a:lnTo>
                <a:lnTo>
                  <a:pt x="1285" y="645"/>
                </a:lnTo>
                <a:lnTo>
                  <a:pt x="1303" y="643"/>
                </a:lnTo>
                <a:lnTo>
                  <a:pt x="1321" y="641"/>
                </a:lnTo>
                <a:lnTo>
                  <a:pt x="1338" y="639"/>
                </a:lnTo>
                <a:lnTo>
                  <a:pt x="1356" y="637"/>
                </a:lnTo>
                <a:lnTo>
                  <a:pt x="1374" y="635"/>
                </a:lnTo>
                <a:lnTo>
                  <a:pt x="1392" y="633"/>
                </a:lnTo>
                <a:lnTo>
                  <a:pt x="1410" y="631"/>
                </a:lnTo>
                <a:lnTo>
                  <a:pt x="1428" y="629"/>
                </a:lnTo>
                <a:lnTo>
                  <a:pt x="1445" y="627"/>
                </a:lnTo>
                <a:lnTo>
                  <a:pt x="1463" y="625"/>
                </a:lnTo>
                <a:lnTo>
                  <a:pt x="1481" y="623"/>
                </a:lnTo>
                <a:lnTo>
                  <a:pt x="1499" y="621"/>
                </a:lnTo>
                <a:lnTo>
                  <a:pt x="1517" y="620"/>
                </a:lnTo>
                <a:lnTo>
                  <a:pt x="1535" y="618"/>
                </a:lnTo>
                <a:lnTo>
                  <a:pt x="1552" y="616"/>
                </a:lnTo>
                <a:lnTo>
                  <a:pt x="1570" y="614"/>
                </a:lnTo>
                <a:lnTo>
                  <a:pt x="1588" y="612"/>
                </a:lnTo>
                <a:lnTo>
                  <a:pt x="1606" y="610"/>
                </a:lnTo>
                <a:lnTo>
                  <a:pt x="1624" y="608"/>
                </a:lnTo>
                <a:lnTo>
                  <a:pt x="1642" y="606"/>
                </a:lnTo>
                <a:lnTo>
                  <a:pt x="1660" y="604"/>
                </a:lnTo>
                <a:lnTo>
                  <a:pt x="1677" y="602"/>
                </a:lnTo>
                <a:lnTo>
                  <a:pt x="1695" y="600"/>
                </a:lnTo>
                <a:lnTo>
                  <a:pt x="1713" y="598"/>
                </a:lnTo>
                <a:lnTo>
                  <a:pt x="1731" y="596"/>
                </a:lnTo>
                <a:lnTo>
                  <a:pt x="1749" y="594"/>
                </a:lnTo>
                <a:lnTo>
                  <a:pt x="1767" y="592"/>
                </a:lnTo>
                <a:lnTo>
                  <a:pt x="1784" y="590"/>
                </a:lnTo>
                <a:lnTo>
                  <a:pt x="1802" y="588"/>
                </a:lnTo>
                <a:lnTo>
                  <a:pt x="1820" y="586"/>
                </a:lnTo>
                <a:lnTo>
                  <a:pt x="1838" y="584"/>
                </a:lnTo>
                <a:lnTo>
                  <a:pt x="1856" y="582"/>
                </a:lnTo>
                <a:lnTo>
                  <a:pt x="1874" y="580"/>
                </a:lnTo>
                <a:lnTo>
                  <a:pt x="1892" y="578"/>
                </a:lnTo>
                <a:lnTo>
                  <a:pt x="1909" y="576"/>
                </a:lnTo>
                <a:lnTo>
                  <a:pt x="1927" y="574"/>
                </a:lnTo>
                <a:lnTo>
                  <a:pt x="1945" y="572"/>
                </a:lnTo>
                <a:lnTo>
                  <a:pt x="1963" y="570"/>
                </a:lnTo>
                <a:lnTo>
                  <a:pt x="1981" y="568"/>
                </a:lnTo>
                <a:lnTo>
                  <a:pt x="1999" y="566"/>
                </a:lnTo>
                <a:lnTo>
                  <a:pt x="2016" y="564"/>
                </a:lnTo>
                <a:lnTo>
                  <a:pt x="2034" y="562"/>
                </a:lnTo>
                <a:lnTo>
                  <a:pt x="2052" y="560"/>
                </a:lnTo>
                <a:lnTo>
                  <a:pt x="2070" y="558"/>
                </a:lnTo>
                <a:lnTo>
                  <a:pt x="2088" y="556"/>
                </a:lnTo>
                <a:lnTo>
                  <a:pt x="2106" y="554"/>
                </a:lnTo>
                <a:lnTo>
                  <a:pt x="2124" y="552"/>
                </a:lnTo>
                <a:lnTo>
                  <a:pt x="2141" y="550"/>
                </a:lnTo>
                <a:lnTo>
                  <a:pt x="2159" y="548"/>
                </a:lnTo>
                <a:lnTo>
                  <a:pt x="2177" y="546"/>
                </a:lnTo>
                <a:lnTo>
                  <a:pt x="2195" y="544"/>
                </a:lnTo>
                <a:lnTo>
                  <a:pt x="2213" y="543"/>
                </a:lnTo>
                <a:lnTo>
                  <a:pt x="2231" y="541"/>
                </a:lnTo>
                <a:lnTo>
                  <a:pt x="2248" y="539"/>
                </a:lnTo>
                <a:lnTo>
                  <a:pt x="2266" y="537"/>
                </a:lnTo>
                <a:lnTo>
                  <a:pt x="2284" y="535"/>
                </a:lnTo>
                <a:lnTo>
                  <a:pt x="2302" y="533"/>
                </a:lnTo>
                <a:lnTo>
                  <a:pt x="2320" y="531"/>
                </a:lnTo>
                <a:lnTo>
                  <a:pt x="2338" y="529"/>
                </a:lnTo>
                <a:lnTo>
                  <a:pt x="2355" y="527"/>
                </a:lnTo>
                <a:lnTo>
                  <a:pt x="2373" y="525"/>
                </a:lnTo>
                <a:lnTo>
                  <a:pt x="2391" y="523"/>
                </a:lnTo>
                <a:lnTo>
                  <a:pt x="2409" y="521"/>
                </a:lnTo>
                <a:lnTo>
                  <a:pt x="2427" y="519"/>
                </a:lnTo>
                <a:lnTo>
                  <a:pt x="2445" y="517"/>
                </a:lnTo>
                <a:lnTo>
                  <a:pt x="2463" y="515"/>
                </a:lnTo>
                <a:lnTo>
                  <a:pt x="2480" y="513"/>
                </a:lnTo>
                <a:lnTo>
                  <a:pt x="2498" y="511"/>
                </a:lnTo>
                <a:lnTo>
                  <a:pt x="2516" y="509"/>
                </a:lnTo>
                <a:lnTo>
                  <a:pt x="2534" y="507"/>
                </a:lnTo>
                <a:lnTo>
                  <a:pt x="2552" y="505"/>
                </a:lnTo>
                <a:lnTo>
                  <a:pt x="2570" y="503"/>
                </a:lnTo>
                <a:lnTo>
                  <a:pt x="2587" y="501"/>
                </a:lnTo>
                <a:lnTo>
                  <a:pt x="2605" y="499"/>
                </a:lnTo>
                <a:lnTo>
                  <a:pt x="2623" y="497"/>
                </a:lnTo>
                <a:lnTo>
                  <a:pt x="2641" y="495"/>
                </a:lnTo>
                <a:lnTo>
                  <a:pt x="2659" y="493"/>
                </a:lnTo>
                <a:lnTo>
                  <a:pt x="2677" y="491"/>
                </a:lnTo>
                <a:lnTo>
                  <a:pt x="2695" y="489"/>
                </a:lnTo>
                <a:lnTo>
                  <a:pt x="2712" y="487"/>
                </a:lnTo>
                <a:lnTo>
                  <a:pt x="2730" y="485"/>
                </a:lnTo>
                <a:lnTo>
                  <a:pt x="2748" y="483"/>
                </a:lnTo>
                <a:lnTo>
                  <a:pt x="2766" y="481"/>
                </a:lnTo>
                <a:lnTo>
                  <a:pt x="2784" y="479"/>
                </a:lnTo>
                <a:lnTo>
                  <a:pt x="2802" y="477"/>
                </a:lnTo>
                <a:lnTo>
                  <a:pt x="2819" y="475"/>
                </a:lnTo>
                <a:lnTo>
                  <a:pt x="2837" y="473"/>
                </a:lnTo>
                <a:lnTo>
                  <a:pt x="2855" y="471"/>
                </a:lnTo>
                <a:lnTo>
                  <a:pt x="2873" y="469"/>
                </a:lnTo>
                <a:lnTo>
                  <a:pt x="2891" y="467"/>
                </a:lnTo>
                <a:lnTo>
                  <a:pt x="2909" y="466"/>
                </a:lnTo>
                <a:lnTo>
                  <a:pt x="2927" y="464"/>
                </a:lnTo>
                <a:lnTo>
                  <a:pt x="2944" y="462"/>
                </a:lnTo>
                <a:lnTo>
                  <a:pt x="2962" y="460"/>
                </a:lnTo>
                <a:lnTo>
                  <a:pt x="2980" y="458"/>
                </a:lnTo>
                <a:lnTo>
                  <a:pt x="2998" y="456"/>
                </a:lnTo>
                <a:lnTo>
                  <a:pt x="3016" y="454"/>
                </a:lnTo>
                <a:lnTo>
                  <a:pt x="3034" y="452"/>
                </a:lnTo>
                <a:lnTo>
                  <a:pt x="3051" y="450"/>
                </a:lnTo>
                <a:lnTo>
                  <a:pt x="3069" y="448"/>
                </a:lnTo>
                <a:lnTo>
                  <a:pt x="3087" y="446"/>
                </a:lnTo>
                <a:lnTo>
                  <a:pt x="3105" y="444"/>
                </a:lnTo>
                <a:lnTo>
                  <a:pt x="3123" y="442"/>
                </a:lnTo>
                <a:lnTo>
                  <a:pt x="3141" y="440"/>
                </a:lnTo>
                <a:lnTo>
                  <a:pt x="3158" y="438"/>
                </a:lnTo>
                <a:lnTo>
                  <a:pt x="3176" y="436"/>
                </a:lnTo>
                <a:lnTo>
                  <a:pt x="3194" y="434"/>
                </a:lnTo>
                <a:lnTo>
                  <a:pt x="3212" y="432"/>
                </a:lnTo>
                <a:lnTo>
                  <a:pt x="3230" y="430"/>
                </a:lnTo>
                <a:lnTo>
                  <a:pt x="3248" y="428"/>
                </a:lnTo>
                <a:lnTo>
                  <a:pt x="3266" y="426"/>
                </a:lnTo>
                <a:lnTo>
                  <a:pt x="3283" y="424"/>
                </a:lnTo>
                <a:lnTo>
                  <a:pt x="3301" y="422"/>
                </a:lnTo>
                <a:lnTo>
                  <a:pt x="3319" y="420"/>
                </a:lnTo>
                <a:lnTo>
                  <a:pt x="3337" y="418"/>
                </a:lnTo>
                <a:lnTo>
                  <a:pt x="3355" y="416"/>
                </a:lnTo>
                <a:lnTo>
                  <a:pt x="3373" y="414"/>
                </a:lnTo>
                <a:lnTo>
                  <a:pt x="3390" y="412"/>
                </a:lnTo>
                <a:lnTo>
                  <a:pt x="3408" y="410"/>
                </a:lnTo>
                <a:lnTo>
                  <a:pt x="3426" y="408"/>
                </a:lnTo>
                <a:lnTo>
                  <a:pt x="3444" y="406"/>
                </a:lnTo>
                <a:lnTo>
                  <a:pt x="3462" y="404"/>
                </a:lnTo>
                <a:lnTo>
                  <a:pt x="3480" y="402"/>
                </a:lnTo>
                <a:lnTo>
                  <a:pt x="3498" y="400"/>
                </a:lnTo>
                <a:lnTo>
                  <a:pt x="3515" y="398"/>
                </a:lnTo>
                <a:lnTo>
                  <a:pt x="3533" y="396"/>
                </a:lnTo>
                <a:lnTo>
                  <a:pt x="3551" y="394"/>
                </a:lnTo>
                <a:lnTo>
                  <a:pt x="3569" y="392"/>
                </a:lnTo>
                <a:lnTo>
                  <a:pt x="3587" y="390"/>
                </a:lnTo>
                <a:lnTo>
                  <a:pt x="3605" y="389"/>
                </a:lnTo>
                <a:lnTo>
                  <a:pt x="3622" y="387"/>
                </a:lnTo>
                <a:lnTo>
                  <a:pt x="3640" y="385"/>
                </a:lnTo>
                <a:lnTo>
                  <a:pt x="3658" y="383"/>
                </a:lnTo>
                <a:lnTo>
                  <a:pt x="3676" y="381"/>
                </a:lnTo>
                <a:lnTo>
                  <a:pt x="3694" y="379"/>
                </a:lnTo>
                <a:lnTo>
                  <a:pt x="3712" y="377"/>
                </a:lnTo>
                <a:lnTo>
                  <a:pt x="3730" y="375"/>
                </a:lnTo>
                <a:lnTo>
                  <a:pt x="3747" y="373"/>
                </a:lnTo>
                <a:lnTo>
                  <a:pt x="3765" y="371"/>
                </a:lnTo>
                <a:lnTo>
                  <a:pt x="3783" y="369"/>
                </a:lnTo>
                <a:lnTo>
                  <a:pt x="3801" y="367"/>
                </a:lnTo>
                <a:lnTo>
                  <a:pt x="3819" y="365"/>
                </a:lnTo>
                <a:lnTo>
                  <a:pt x="3837" y="363"/>
                </a:lnTo>
                <a:lnTo>
                  <a:pt x="3854" y="361"/>
                </a:lnTo>
                <a:lnTo>
                  <a:pt x="3872" y="359"/>
                </a:lnTo>
                <a:lnTo>
                  <a:pt x="3890" y="357"/>
                </a:lnTo>
                <a:lnTo>
                  <a:pt x="3908" y="355"/>
                </a:lnTo>
                <a:lnTo>
                  <a:pt x="3926" y="353"/>
                </a:lnTo>
                <a:lnTo>
                  <a:pt x="3944" y="351"/>
                </a:lnTo>
                <a:lnTo>
                  <a:pt x="3962" y="349"/>
                </a:lnTo>
                <a:lnTo>
                  <a:pt x="3979" y="347"/>
                </a:lnTo>
                <a:lnTo>
                  <a:pt x="3997" y="345"/>
                </a:lnTo>
                <a:lnTo>
                  <a:pt x="4015" y="343"/>
                </a:lnTo>
                <a:lnTo>
                  <a:pt x="4033" y="341"/>
                </a:lnTo>
                <a:lnTo>
                  <a:pt x="4051" y="339"/>
                </a:lnTo>
                <a:lnTo>
                  <a:pt x="4069" y="337"/>
                </a:lnTo>
                <a:lnTo>
                  <a:pt x="4086" y="335"/>
                </a:lnTo>
                <a:lnTo>
                  <a:pt x="4104" y="333"/>
                </a:lnTo>
                <a:lnTo>
                  <a:pt x="4122" y="331"/>
                </a:lnTo>
                <a:lnTo>
                  <a:pt x="4140" y="329"/>
                </a:lnTo>
                <a:lnTo>
                  <a:pt x="4158" y="327"/>
                </a:lnTo>
                <a:lnTo>
                  <a:pt x="4176" y="325"/>
                </a:lnTo>
                <a:lnTo>
                  <a:pt x="4193" y="323"/>
                </a:lnTo>
                <a:lnTo>
                  <a:pt x="4211" y="321"/>
                </a:lnTo>
                <a:lnTo>
                  <a:pt x="4229" y="319"/>
                </a:lnTo>
                <a:lnTo>
                  <a:pt x="4247" y="317"/>
                </a:lnTo>
                <a:lnTo>
                  <a:pt x="4265" y="315"/>
                </a:lnTo>
                <a:lnTo>
                  <a:pt x="4283" y="313"/>
                </a:lnTo>
                <a:lnTo>
                  <a:pt x="4301" y="312"/>
                </a:lnTo>
                <a:lnTo>
                  <a:pt x="4318" y="310"/>
                </a:lnTo>
                <a:lnTo>
                  <a:pt x="4336" y="308"/>
                </a:lnTo>
                <a:lnTo>
                  <a:pt x="4354" y="306"/>
                </a:lnTo>
                <a:lnTo>
                  <a:pt x="4372" y="304"/>
                </a:lnTo>
                <a:lnTo>
                  <a:pt x="4390" y="302"/>
                </a:lnTo>
                <a:lnTo>
                  <a:pt x="4408" y="300"/>
                </a:lnTo>
                <a:lnTo>
                  <a:pt x="4425" y="298"/>
                </a:lnTo>
                <a:lnTo>
                  <a:pt x="4443" y="296"/>
                </a:lnTo>
                <a:lnTo>
                  <a:pt x="4461" y="294"/>
                </a:lnTo>
                <a:lnTo>
                  <a:pt x="4479" y="292"/>
                </a:lnTo>
                <a:lnTo>
                  <a:pt x="4497" y="290"/>
                </a:lnTo>
                <a:lnTo>
                  <a:pt x="4515" y="288"/>
                </a:lnTo>
                <a:lnTo>
                  <a:pt x="4533" y="286"/>
                </a:lnTo>
                <a:lnTo>
                  <a:pt x="4550" y="284"/>
                </a:lnTo>
                <a:lnTo>
                  <a:pt x="4568" y="282"/>
                </a:lnTo>
                <a:lnTo>
                  <a:pt x="4586" y="280"/>
                </a:lnTo>
                <a:lnTo>
                  <a:pt x="4604" y="278"/>
                </a:lnTo>
                <a:lnTo>
                  <a:pt x="4622" y="276"/>
                </a:lnTo>
                <a:lnTo>
                  <a:pt x="4640" y="274"/>
                </a:lnTo>
                <a:lnTo>
                  <a:pt x="4657" y="272"/>
                </a:lnTo>
                <a:lnTo>
                  <a:pt x="4675" y="270"/>
                </a:lnTo>
                <a:lnTo>
                  <a:pt x="4693" y="268"/>
                </a:lnTo>
                <a:lnTo>
                  <a:pt x="4711" y="266"/>
                </a:lnTo>
                <a:lnTo>
                  <a:pt x="4729" y="264"/>
                </a:lnTo>
                <a:lnTo>
                  <a:pt x="4747" y="262"/>
                </a:lnTo>
                <a:lnTo>
                  <a:pt x="4765" y="260"/>
                </a:lnTo>
                <a:lnTo>
                  <a:pt x="4782" y="258"/>
                </a:lnTo>
                <a:lnTo>
                  <a:pt x="4800" y="256"/>
                </a:lnTo>
                <a:lnTo>
                  <a:pt x="4818" y="254"/>
                </a:lnTo>
                <a:lnTo>
                  <a:pt x="4836" y="252"/>
                </a:lnTo>
                <a:lnTo>
                  <a:pt x="4854" y="250"/>
                </a:lnTo>
                <a:lnTo>
                  <a:pt x="4872" y="248"/>
                </a:lnTo>
                <a:lnTo>
                  <a:pt x="4889" y="246"/>
                </a:lnTo>
                <a:lnTo>
                  <a:pt x="4907" y="244"/>
                </a:lnTo>
                <a:lnTo>
                  <a:pt x="4925" y="242"/>
                </a:lnTo>
                <a:lnTo>
                  <a:pt x="4943" y="240"/>
                </a:lnTo>
                <a:lnTo>
                  <a:pt x="4961" y="238"/>
                </a:lnTo>
                <a:lnTo>
                  <a:pt x="4979" y="236"/>
                </a:lnTo>
                <a:lnTo>
                  <a:pt x="4996" y="235"/>
                </a:lnTo>
                <a:lnTo>
                  <a:pt x="5014" y="233"/>
                </a:lnTo>
                <a:lnTo>
                  <a:pt x="5032" y="231"/>
                </a:lnTo>
                <a:lnTo>
                  <a:pt x="5050" y="229"/>
                </a:lnTo>
                <a:lnTo>
                  <a:pt x="5068" y="227"/>
                </a:lnTo>
                <a:lnTo>
                  <a:pt x="5086" y="225"/>
                </a:lnTo>
                <a:lnTo>
                  <a:pt x="5104" y="223"/>
                </a:lnTo>
                <a:lnTo>
                  <a:pt x="5121" y="221"/>
                </a:lnTo>
                <a:lnTo>
                  <a:pt x="5139" y="219"/>
                </a:lnTo>
                <a:lnTo>
                  <a:pt x="5157" y="217"/>
                </a:lnTo>
                <a:lnTo>
                  <a:pt x="5175" y="215"/>
                </a:lnTo>
                <a:lnTo>
                  <a:pt x="5193" y="213"/>
                </a:lnTo>
                <a:lnTo>
                  <a:pt x="5211" y="211"/>
                </a:lnTo>
                <a:lnTo>
                  <a:pt x="5228" y="209"/>
                </a:lnTo>
                <a:lnTo>
                  <a:pt x="5246" y="207"/>
                </a:lnTo>
                <a:lnTo>
                  <a:pt x="5264" y="205"/>
                </a:lnTo>
                <a:lnTo>
                  <a:pt x="5282" y="203"/>
                </a:lnTo>
                <a:lnTo>
                  <a:pt x="5300" y="201"/>
                </a:lnTo>
                <a:lnTo>
                  <a:pt x="5318" y="199"/>
                </a:lnTo>
                <a:lnTo>
                  <a:pt x="5336" y="197"/>
                </a:lnTo>
                <a:lnTo>
                  <a:pt x="5353" y="195"/>
                </a:lnTo>
                <a:lnTo>
                  <a:pt x="5371" y="193"/>
                </a:lnTo>
                <a:lnTo>
                  <a:pt x="5389" y="191"/>
                </a:lnTo>
                <a:lnTo>
                  <a:pt x="5407" y="189"/>
                </a:lnTo>
                <a:lnTo>
                  <a:pt x="5425" y="187"/>
                </a:lnTo>
                <a:lnTo>
                  <a:pt x="5443" y="185"/>
                </a:lnTo>
                <a:lnTo>
                  <a:pt x="5460" y="183"/>
                </a:lnTo>
                <a:lnTo>
                  <a:pt x="5478" y="181"/>
                </a:lnTo>
                <a:lnTo>
                  <a:pt x="5496" y="179"/>
                </a:lnTo>
                <a:lnTo>
                  <a:pt x="5514" y="177"/>
                </a:lnTo>
                <a:lnTo>
                  <a:pt x="5532" y="175"/>
                </a:lnTo>
                <a:lnTo>
                  <a:pt x="5550" y="173"/>
                </a:lnTo>
                <a:lnTo>
                  <a:pt x="5568" y="171"/>
                </a:lnTo>
                <a:lnTo>
                  <a:pt x="5585" y="169"/>
                </a:lnTo>
                <a:lnTo>
                  <a:pt x="5603" y="167"/>
                </a:lnTo>
                <a:lnTo>
                  <a:pt x="5621" y="165"/>
                </a:lnTo>
                <a:lnTo>
                  <a:pt x="5639" y="163"/>
                </a:lnTo>
                <a:lnTo>
                  <a:pt x="5657" y="161"/>
                </a:lnTo>
                <a:lnTo>
                  <a:pt x="5675" y="160"/>
                </a:lnTo>
                <a:lnTo>
                  <a:pt x="5692" y="158"/>
                </a:lnTo>
                <a:lnTo>
                  <a:pt x="5710" y="156"/>
                </a:lnTo>
                <a:lnTo>
                  <a:pt x="5728" y="154"/>
                </a:lnTo>
                <a:lnTo>
                  <a:pt x="5746" y="152"/>
                </a:lnTo>
                <a:lnTo>
                  <a:pt x="5764" y="150"/>
                </a:lnTo>
                <a:lnTo>
                  <a:pt x="5782" y="148"/>
                </a:lnTo>
                <a:lnTo>
                  <a:pt x="5799" y="146"/>
                </a:lnTo>
                <a:lnTo>
                  <a:pt x="5817" y="144"/>
                </a:lnTo>
                <a:lnTo>
                  <a:pt x="5835" y="142"/>
                </a:lnTo>
                <a:lnTo>
                  <a:pt x="5853" y="140"/>
                </a:lnTo>
                <a:lnTo>
                  <a:pt x="5871" y="138"/>
                </a:lnTo>
                <a:lnTo>
                  <a:pt x="5889" y="136"/>
                </a:lnTo>
                <a:lnTo>
                  <a:pt x="5907" y="134"/>
                </a:lnTo>
                <a:lnTo>
                  <a:pt x="5924" y="132"/>
                </a:lnTo>
                <a:lnTo>
                  <a:pt x="5942" y="130"/>
                </a:lnTo>
                <a:lnTo>
                  <a:pt x="5960" y="128"/>
                </a:lnTo>
                <a:lnTo>
                  <a:pt x="5978" y="126"/>
                </a:lnTo>
                <a:lnTo>
                  <a:pt x="5996" y="124"/>
                </a:lnTo>
                <a:lnTo>
                  <a:pt x="6014" y="122"/>
                </a:lnTo>
                <a:lnTo>
                  <a:pt x="6031" y="120"/>
                </a:lnTo>
                <a:lnTo>
                  <a:pt x="6049" y="118"/>
                </a:lnTo>
                <a:lnTo>
                  <a:pt x="6067" y="116"/>
                </a:lnTo>
                <a:lnTo>
                  <a:pt x="6085" y="114"/>
                </a:lnTo>
                <a:lnTo>
                  <a:pt x="6103" y="112"/>
                </a:lnTo>
                <a:lnTo>
                  <a:pt x="6121" y="110"/>
                </a:lnTo>
                <a:lnTo>
                  <a:pt x="6139" y="108"/>
                </a:lnTo>
                <a:lnTo>
                  <a:pt x="6156" y="106"/>
                </a:lnTo>
                <a:lnTo>
                  <a:pt x="6174" y="104"/>
                </a:lnTo>
                <a:lnTo>
                  <a:pt x="6192" y="102"/>
                </a:lnTo>
                <a:lnTo>
                  <a:pt x="6210" y="100"/>
                </a:lnTo>
                <a:lnTo>
                  <a:pt x="6228" y="98"/>
                </a:lnTo>
                <a:lnTo>
                  <a:pt x="6246" y="96"/>
                </a:lnTo>
                <a:lnTo>
                  <a:pt x="6263" y="94"/>
                </a:lnTo>
                <a:lnTo>
                  <a:pt x="6281" y="92"/>
                </a:lnTo>
                <a:lnTo>
                  <a:pt x="6299" y="90"/>
                </a:lnTo>
                <a:lnTo>
                  <a:pt x="6317" y="88"/>
                </a:lnTo>
                <a:lnTo>
                  <a:pt x="6335" y="86"/>
                </a:lnTo>
                <a:lnTo>
                  <a:pt x="6353" y="84"/>
                </a:lnTo>
                <a:lnTo>
                  <a:pt x="6371" y="83"/>
                </a:lnTo>
                <a:lnTo>
                  <a:pt x="6388" y="81"/>
                </a:lnTo>
                <a:lnTo>
                  <a:pt x="6406" y="79"/>
                </a:lnTo>
                <a:lnTo>
                  <a:pt x="6424" y="77"/>
                </a:lnTo>
                <a:lnTo>
                  <a:pt x="6442" y="75"/>
                </a:lnTo>
                <a:lnTo>
                  <a:pt x="6460" y="73"/>
                </a:lnTo>
                <a:lnTo>
                  <a:pt x="6478" y="71"/>
                </a:lnTo>
                <a:lnTo>
                  <a:pt x="6495" y="69"/>
                </a:lnTo>
                <a:lnTo>
                  <a:pt x="6513" y="67"/>
                </a:lnTo>
                <a:lnTo>
                  <a:pt x="6531" y="65"/>
                </a:lnTo>
                <a:lnTo>
                  <a:pt x="6549" y="63"/>
                </a:lnTo>
                <a:lnTo>
                  <a:pt x="6567" y="61"/>
                </a:lnTo>
                <a:lnTo>
                  <a:pt x="6585" y="59"/>
                </a:lnTo>
                <a:lnTo>
                  <a:pt x="6603" y="57"/>
                </a:lnTo>
                <a:lnTo>
                  <a:pt x="6620" y="55"/>
                </a:lnTo>
                <a:lnTo>
                  <a:pt x="6638" y="53"/>
                </a:lnTo>
                <a:lnTo>
                  <a:pt x="6656" y="51"/>
                </a:lnTo>
                <a:lnTo>
                  <a:pt x="6674" y="49"/>
                </a:lnTo>
                <a:lnTo>
                  <a:pt x="6692" y="47"/>
                </a:lnTo>
                <a:lnTo>
                  <a:pt x="6710" y="45"/>
                </a:lnTo>
                <a:lnTo>
                  <a:pt x="6727" y="43"/>
                </a:lnTo>
                <a:lnTo>
                  <a:pt x="6745" y="41"/>
                </a:lnTo>
                <a:lnTo>
                  <a:pt x="6763" y="39"/>
                </a:lnTo>
                <a:lnTo>
                  <a:pt x="6781" y="37"/>
                </a:lnTo>
                <a:lnTo>
                  <a:pt x="6799" y="35"/>
                </a:lnTo>
                <a:lnTo>
                  <a:pt x="6817" y="33"/>
                </a:lnTo>
                <a:lnTo>
                  <a:pt x="6834" y="31"/>
                </a:lnTo>
                <a:lnTo>
                  <a:pt x="6852" y="29"/>
                </a:lnTo>
                <a:lnTo>
                  <a:pt x="6870" y="27"/>
                </a:lnTo>
                <a:lnTo>
                  <a:pt x="6888" y="25"/>
                </a:lnTo>
                <a:lnTo>
                  <a:pt x="6906" y="23"/>
                </a:lnTo>
                <a:lnTo>
                  <a:pt x="6924" y="21"/>
                </a:lnTo>
                <a:lnTo>
                  <a:pt x="6942" y="19"/>
                </a:lnTo>
                <a:lnTo>
                  <a:pt x="6959" y="17"/>
                </a:lnTo>
                <a:lnTo>
                  <a:pt x="6977" y="15"/>
                </a:lnTo>
                <a:lnTo>
                  <a:pt x="6995" y="13"/>
                </a:lnTo>
                <a:lnTo>
                  <a:pt x="7013" y="11"/>
                </a:lnTo>
                <a:lnTo>
                  <a:pt x="7031" y="9"/>
                </a:lnTo>
                <a:lnTo>
                  <a:pt x="7049" y="7"/>
                </a:lnTo>
                <a:lnTo>
                  <a:pt x="7066" y="6"/>
                </a:lnTo>
                <a:lnTo>
                  <a:pt x="7084" y="4"/>
                </a:lnTo>
                <a:lnTo>
                  <a:pt x="7102" y="2"/>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896112" y="3724351"/>
            <a:ext cx="6510528" cy="816559"/>
          </a:xfrm>
          <a:custGeom>
            <a:avLst/>
            <a:gdLst/>
            <a:ahLst/>
            <a:cxnLst/>
            <a:rect l="l" t="t" r="r" b="b"/>
            <a:pathLst>
              <a:path w="7120" h="893">
                <a:moveTo>
                  <a:pt x="0" y="893"/>
                </a:moveTo>
                <a:lnTo>
                  <a:pt x="18" y="890"/>
                </a:lnTo>
                <a:lnTo>
                  <a:pt x="36" y="888"/>
                </a:lnTo>
                <a:lnTo>
                  <a:pt x="54" y="886"/>
                </a:lnTo>
                <a:lnTo>
                  <a:pt x="71" y="884"/>
                </a:lnTo>
                <a:lnTo>
                  <a:pt x="89" y="881"/>
                </a:lnTo>
                <a:lnTo>
                  <a:pt x="107" y="879"/>
                </a:lnTo>
                <a:lnTo>
                  <a:pt x="125" y="877"/>
                </a:lnTo>
                <a:lnTo>
                  <a:pt x="143" y="875"/>
                </a:lnTo>
                <a:lnTo>
                  <a:pt x="161" y="873"/>
                </a:lnTo>
                <a:lnTo>
                  <a:pt x="178" y="870"/>
                </a:lnTo>
                <a:lnTo>
                  <a:pt x="196" y="868"/>
                </a:lnTo>
                <a:lnTo>
                  <a:pt x="214" y="866"/>
                </a:lnTo>
                <a:lnTo>
                  <a:pt x="232" y="864"/>
                </a:lnTo>
                <a:lnTo>
                  <a:pt x="250" y="861"/>
                </a:lnTo>
                <a:lnTo>
                  <a:pt x="268" y="859"/>
                </a:lnTo>
                <a:lnTo>
                  <a:pt x="286" y="857"/>
                </a:lnTo>
                <a:lnTo>
                  <a:pt x="303" y="855"/>
                </a:lnTo>
                <a:lnTo>
                  <a:pt x="321" y="852"/>
                </a:lnTo>
                <a:lnTo>
                  <a:pt x="339" y="850"/>
                </a:lnTo>
                <a:lnTo>
                  <a:pt x="357" y="848"/>
                </a:lnTo>
                <a:lnTo>
                  <a:pt x="375" y="846"/>
                </a:lnTo>
                <a:lnTo>
                  <a:pt x="393" y="843"/>
                </a:lnTo>
                <a:lnTo>
                  <a:pt x="410" y="841"/>
                </a:lnTo>
                <a:lnTo>
                  <a:pt x="428" y="839"/>
                </a:lnTo>
                <a:lnTo>
                  <a:pt x="446" y="837"/>
                </a:lnTo>
                <a:lnTo>
                  <a:pt x="464" y="834"/>
                </a:lnTo>
                <a:lnTo>
                  <a:pt x="482" y="832"/>
                </a:lnTo>
                <a:lnTo>
                  <a:pt x="500" y="830"/>
                </a:lnTo>
                <a:lnTo>
                  <a:pt x="517" y="828"/>
                </a:lnTo>
                <a:lnTo>
                  <a:pt x="535" y="826"/>
                </a:lnTo>
                <a:lnTo>
                  <a:pt x="553" y="823"/>
                </a:lnTo>
                <a:lnTo>
                  <a:pt x="571" y="821"/>
                </a:lnTo>
                <a:lnTo>
                  <a:pt x="589" y="819"/>
                </a:lnTo>
                <a:lnTo>
                  <a:pt x="607" y="817"/>
                </a:lnTo>
                <a:lnTo>
                  <a:pt x="625" y="814"/>
                </a:lnTo>
                <a:lnTo>
                  <a:pt x="642" y="812"/>
                </a:lnTo>
                <a:lnTo>
                  <a:pt x="660" y="810"/>
                </a:lnTo>
                <a:lnTo>
                  <a:pt x="678" y="808"/>
                </a:lnTo>
                <a:lnTo>
                  <a:pt x="696" y="805"/>
                </a:lnTo>
                <a:lnTo>
                  <a:pt x="714" y="803"/>
                </a:lnTo>
                <a:lnTo>
                  <a:pt x="732" y="801"/>
                </a:lnTo>
                <a:lnTo>
                  <a:pt x="749" y="799"/>
                </a:lnTo>
                <a:lnTo>
                  <a:pt x="767" y="796"/>
                </a:lnTo>
                <a:lnTo>
                  <a:pt x="785" y="794"/>
                </a:lnTo>
                <a:lnTo>
                  <a:pt x="803" y="792"/>
                </a:lnTo>
                <a:lnTo>
                  <a:pt x="821" y="790"/>
                </a:lnTo>
                <a:lnTo>
                  <a:pt x="839" y="787"/>
                </a:lnTo>
                <a:lnTo>
                  <a:pt x="857" y="785"/>
                </a:lnTo>
                <a:lnTo>
                  <a:pt x="874" y="783"/>
                </a:lnTo>
                <a:lnTo>
                  <a:pt x="892" y="781"/>
                </a:lnTo>
                <a:lnTo>
                  <a:pt x="910" y="779"/>
                </a:lnTo>
                <a:lnTo>
                  <a:pt x="928" y="776"/>
                </a:lnTo>
                <a:lnTo>
                  <a:pt x="946" y="774"/>
                </a:lnTo>
                <a:lnTo>
                  <a:pt x="964" y="772"/>
                </a:lnTo>
                <a:lnTo>
                  <a:pt x="981" y="770"/>
                </a:lnTo>
                <a:lnTo>
                  <a:pt x="999" y="767"/>
                </a:lnTo>
                <a:lnTo>
                  <a:pt x="1017" y="765"/>
                </a:lnTo>
                <a:lnTo>
                  <a:pt x="1035" y="763"/>
                </a:lnTo>
                <a:lnTo>
                  <a:pt x="1053" y="761"/>
                </a:lnTo>
                <a:lnTo>
                  <a:pt x="1071" y="758"/>
                </a:lnTo>
                <a:lnTo>
                  <a:pt x="1089" y="756"/>
                </a:lnTo>
                <a:lnTo>
                  <a:pt x="1106" y="754"/>
                </a:lnTo>
                <a:lnTo>
                  <a:pt x="1124" y="752"/>
                </a:lnTo>
                <a:lnTo>
                  <a:pt x="1142" y="749"/>
                </a:lnTo>
                <a:lnTo>
                  <a:pt x="1160" y="747"/>
                </a:lnTo>
                <a:lnTo>
                  <a:pt x="1178" y="745"/>
                </a:lnTo>
                <a:lnTo>
                  <a:pt x="1196" y="743"/>
                </a:lnTo>
                <a:lnTo>
                  <a:pt x="1213" y="741"/>
                </a:lnTo>
                <a:lnTo>
                  <a:pt x="1231" y="738"/>
                </a:lnTo>
                <a:lnTo>
                  <a:pt x="1249" y="736"/>
                </a:lnTo>
                <a:lnTo>
                  <a:pt x="1267" y="734"/>
                </a:lnTo>
                <a:lnTo>
                  <a:pt x="1285" y="732"/>
                </a:lnTo>
                <a:lnTo>
                  <a:pt x="1303" y="729"/>
                </a:lnTo>
                <a:lnTo>
                  <a:pt x="1321" y="727"/>
                </a:lnTo>
                <a:lnTo>
                  <a:pt x="1338" y="725"/>
                </a:lnTo>
                <a:lnTo>
                  <a:pt x="1356" y="723"/>
                </a:lnTo>
                <a:lnTo>
                  <a:pt x="1374" y="720"/>
                </a:lnTo>
                <a:lnTo>
                  <a:pt x="1392" y="718"/>
                </a:lnTo>
                <a:lnTo>
                  <a:pt x="1410" y="716"/>
                </a:lnTo>
                <a:lnTo>
                  <a:pt x="1428" y="714"/>
                </a:lnTo>
                <a:lnTo>
                  <a:pt x="1445" y="711"/>
                </a:lnTo>
                <a:lnTo>
                  <a:pt x="1463" y="709"/>
                </a:lnTo>
                <a:lnTo>
                  <a:pt x="1481" y="707"/>
                </a:lnTo>
                <a:lnTo>
                  <a:pt x="1499" y="705"/>
                </a:lnTo>
                <a:lnTo>
                  <a:pt x="1517" y="702"/>
                </a:lnTo>
                <a:lnTo>
                  <a:pt x="1535" y="700"/>
                </a:lnTo>
                <a:lnTo>
                  <a:pt x="1552" y="698"/>
                </a:lnTo>
                <a:lnTo>
                  <a:pt x="1570" y="696"/>
                </a:lnTo>
                <a:lnTo>
                  <a:pt x="1588" y="694"/>
                </a:lnTo>
                <a:lnTo>
                  <a:pt x="1606" y="691"/>
                </a:lnTo>
                <a:lnTo>
                  <a:pt x="1624" y="689"/>
                </a:lnTo>
                <a:lnTo>
                  <a:pt x="1642" y="687"/>
                </a:lnTo>
                <a:lnTo>
                  <a:pt x="1660" y="685"/>
                </a:lnTo>
                <a:lnTo>
                  <a:pt x="1677" y="682"/>
                </a:lnTo>
                <a:lnTo>
                  <a:pt x="1695" y="680"/>
                </a:lnTo>
                <a:lnTo>
                  <a:pt x="1713" y="678"/>
                </a:lnTo>
                <a:lnTo>
                  <a:pt x="1731" y="676"/>
                </a:lnTo>
                <a:lnTo>
                  <a:pt x="1749" y="673"/>
                </a:lnTo>
                <a:lnTo>
                  <a:pt x="1767" y="671"/>
                </a:lnTo>
                <a:lnTo>
                  <a:pt x="1784" y="669"/>
                </a:lnTo>
                <a:lnTo>
                  <a:pt x="1802" y="667"/>
                </a:lnTo>
                <a:lnTo>
                  <a:pt x="1820" y="664"/>
                </a:lnTo>
                <a:lnTo>
                  <a:pt x="1838" y="662"/>
                </a:lnTo>
                <a:lnTo>
                  <a:pt x="1856" y="660"/>
                </a:lnTo>
                <a:lnTo>
                  <a:pt x="1874" y="658"/>
                </a:lnTo>
                <a:lnTo>
                  <a:pt x="1892" y="655"/>
                </a:lnTo>
                <a:lnTo>
                  <a:pt x="1909" y="653"/>
                </a:lnTo>
                <a:lnTo>
                  <a:pt x="1927" y="651"/>
                </a:lnTo>
                <a:lnTo>
                  <a:pt x="1945" y="649"/>
                </a:lnTo>
                <a:lnTo>
                  <a:pt x="1963" y="647"/>
                </a:lnTo>
                <a:lnTo>
                  <a:pt x="1981" y="644"/>
                </a:lnTo>
                <a:lnTo>
                  <a:pt x="1999" y="642"/>
                </a:lnTo>
                <a:lnTo>
                  <a:pt x="2016" y="640"/>
                </a:lnTo>
                <a:lnTo>
                  <a:pt x="2034" y="638"/>
                </a:lnTo>
                <a:lnTo>
                  <a:pt x="2052" y="635"/>
                </a:lnTo>
                <a:lnTo>
                  <a:pt x="2070" y="633"/>
                </a:lnTo>
                <a:lnTo>
                  <a:pt x="2088" y="631"/>
                </a:lnTo>
                <a:lnTo>
                  <a:pt x="2106" y="629"/>
                </a:lnTo>
                <a:lnTo>
                  <a:pt x="2124" y="626"/>
                </a:lnTo>
                <a:lnTo>
                  <a:pt x="2141" y="624"/>
                </a:lnTo>
                <a:lnTo>
                  <a:pt x="2159" y="622"/>
                </a:lnTo>
                <a:lnTo>
                  <a:pt x="2177" y="620"/>
                </a:lnTo>
                <a:lnTo>
                  <a:pt x="2195" y="617"/>
                </a:lnTo>
                <a:lnTo>
                  <a:pt x="2213" y="615"/>
                </a:lnTo>
                <a:lnTo>
                  <a:pt x="2231" y="613"/>
                </a:lnTo>
                <a:lnTo>
                  <a:pt x="2248" y="611"/>
                </a:lnTo>
                <a:lnTo>
                  <a:pt x="2266" y="609"/>
                </a:lnTo>
                <a:lnTo>
                  <a:pt x="2284" y="606"/>
                </a:lnTo>
                <a:lnTo>
                  <a:pt x="2302" y="604"/>
                </a:lnTo>
                <a:lnTo>
                  <a:pt x="2320" y="602"/>
                </a:lnTo>
                <a:lnTo>
                  <a:pt x="2338" y="600"/>
                </a:lnTo>
                <a:lnTo>
                  <a:pt x="2355" y="597"/>
                </a:lnTo>
                <a:lnTo>
                  <a:pt x="2373" y="595"/>
                </a:lnTo>
                <a:lnTo>
                  <a:pt x="2391" y="593"/>
                </a:lnTo>
                <a:lnTo>
                  <a:pt x="2409" y="591"/>
                </a:lnTo>
                <a:lnTo>
                  <a:pt x="2427" y="588"/>
                </a:lnTo>
                <a:lnTo>
                  <a:pt x="2445" y="586"/>
                </a:lnTo>
                <a:lnTo>
                  <a:pt x="2463" y="584"/>
                </a:lnTo>
                <a:lnTo>
                  <a:pt x="2480" y="582"/>
                </a:lnTo>
                <a:lnTo>
                  <a:pt x="2498" y="579"/>
                </a:lnTo>
                <a:lnTo>
                  <a:pt x="2516" y="577"/>
                </a:lnTo>
                <a:lnTo>
                  <a:pt x="2534" y="575"/>
                </a:lnTo>
                <a:lnTo>
                  <a:pt x="2552" y="573"/>
                </a:lnTo>
                <a:lnTo>
                  <a:pt x="2570" y="570"/>
                </a:lnTo>
                <a:lnTo>
                  <a:pt x="2587" y="568"/>
                </a:lnTo>
                <a:lnTo>
                  <a:pt x="2605" y="566"/>
                </a:lnTo>
                <a:lnTo>
                  <a:pt x="2623" y="564"/>
                </a:lnTo>
                <a:lnTo>
                  <a:pt x="2641" y="562"/>
                </a:lnTo>
                <a:lnTo>
                  <a:pt x="2659" y="559"/>
                </a:lnTo>
                <a:lnTo>
                  <a:pt x="2677" y="557"/>
                </a:lnTo>
                <a:lnTo>
                  <a:pt x="2695" y="555"/>
                </a:lnTo>
                <a:lnTo>
                  <a:pt x="2712" y="553"/>
                </a:lnTo>
                <a:lnTo>
                  <a:pt x="2730" y="550"/>
                </a:lnTo>
                <a:lnTo>
                  <a:pt x="2748" y="548"/>
                </a:lnTo>
                <a:lnTo>
                  <a:pt x="2766" y="546"/>
                </a:lnTo>
                <a:lnTo>
                  <a:pt x="2784" y="544"/>
                </a:lnTo>
                <a:lnTo>
                  <a:pt x="2802" y="541"/>
                </a:lnTo>
                <a:lnTo>
                  <a:pt x="2819" y="539"/>
                </a:lnTo>
                <a:lnTo>
                  <a:pt x="2837" y="537"/>
                </a:lnTo>
                <a:lnTo>
                  <a:pt x="2855" y="535"/>
                </a:lnTo>
                <a:lnTo>
                  <a:pt x="2873" y="532"/>
                </a:lnTo>
                <a:lnTo>
                  <a:pt x="2891" y="530"/>
                </a:lnTo>
                <a:lnTo>
                  <a:pt x="2909" y="528"/>
                </a:lnTo>
                <a:lnTo>
                  <a:pt x="2927" y="526"/>
                </a:lnTo>
                <a:lnTo>
                  <a:pt x="2944" y="523"/>
                </a:lnTo>
                <a:lnTo>
                  <a:pt x="2962" y="521"/>
                </a:lnTo>
                <a:lnTo>
                  <a:pt x="2980" y="519"/>
                </a:lnTo>
                <a:lnTo>
                  <a:pt x="2998" y="517"/>
                </a:lnTo>
                <a:lnTo>
                  <a:pt x="3016" y="515"/>
                </a:lnTo>
                <a:lnTo>
                  <a:pt x="3034" y="512"/>
                </a:lnTo>
                <a:lnTo>
                  <a:pt x="3051" y="510"/>
                </a:lnTo>
                <a:lnTo>
                  <a:pt x="3069" y="508"/>
                </a:lnTo>
                <a:lnTo>
                  <a:pt x="3087" y="506"/>
                </a:lnTo>
                <a:lnTo>
                  <a:pt x="3105" y="503"/>
                </a:lnTo>
                <a:lnTo>
                  <a:pt x="3123" y="501"/>
                </a:lnTo>
                <a:lnTo>
                  <a:pt x="3141" y="499"/>
                </a:lnTo>
                <a:lnTo>
                  <a:pt x="3158" y="497"/>
                </a:lnTo>
                <a:lnTo>
                  <a:pt x="3176" y="494"/>
                </a:lnTo>
                <a:lnTo>
                  <a:pt x="3194" y="492"/>
                </a:lnTo>
                <a:lnTo>
                  <a:pt x="3212" y="490"/>
                </a:lnTo>
                <a:lnTo>
                  <a:pt x="3230" y="488"/>
                </a:lnTo>
                <a:lnTo>
                  <a:pt x="3248" y="485"/>
                </a:lnTo>
                <a:lnTo>
                  <a:pt x="3266" y="483"/>
                </a:lnTo>
                <a:lnTo>
                  <a:pt x="3283" y="481"/>
                </a:lnTo>
                <a:lnTo>
                  <a:pt x="3301" y="479"/>
                </a:lnTo>
                <a:lnTo>
                  <a:pt x="3319" y="476"/>
                </a:lnTo>
                <a:lnTo>
                  <a:pt x="3337" y="474"/>
                </a:lnTo>
                <a:lnTo>
                  <a:pt x="3355" y="472"/>
                </a:lnTo>
                <a:lnTo>
                  <a:pt x="3373" y="470"/>
                </a:lnTo>
                <a:lnTo>
                  <a:pt x="3390" y="468"/>
                </a:lnTo>
                <a:lnTo>
                  <a:pt x="3408" y="465"/>
                </a:lnTo>
                <a:lnTo>
                  <a:pt x="3426" y="463"/>
                </a:lnTo>
                <a:lnTo>
                  <a:pt x="3444" y="461"/>
                </a:lnTo>
                <a:lnTo>
                  <a:pt x="3462" y="459"/>
                </a:lnTo>
                <a:lnTo>
                  <a:pt x="3480" y="456"/>
                </a:lnTo>
                <a:lnTo>
                  <a:pt x="3498" y="454"/>
                </a:lnTo>
                <a:lnTo>
                  <a:pt x="3515" y="452"/>
                </a:lnTo>
                <a:lnTo>
                  <a:pt x="3533" y="450"/>
                </a:lnTo>
                <a:lnTo>
                  <a:pt x="3551" y="447"/>
                </a:lnTo>
                <a:lnTo>
                  <a:pt x="3569" y="445"/>
                </a:lnTo>
                <a:lnTo>
                  <a:pt x="3587" y="443"/>
                </a:lnTo>
                <a:lnTo>
                  <a:pt x="3605" y="441"/>
                </a:lnTo>
                <a:lnTo>
                  <a:pt x="3622" y="438"/>
                </a:lnTo>
                <a:lnTo>
                  <a:pt x="3640" y="436"/>
                </a:lnTo>
                <a:lnTo>
                  <a:pt x="3658" y="434"/>
                </a:lnTo>
                <a:lnTo>
                  <a:pt x="3676" y="432"/>
                </a:lnTo>
                <a:lnTo>
                  <a:pt x="3694" y="430"/>
                </a:lnTo>
                <a:lnTo>
                  <a:pt x="3712" y="427"/>
                </a:lnTo>
                <a:lnTo>
                  <a:pt x="3730" y="425"/>
                </a:lnTo>
                <a:lnTo>
                  <a:pt x="3747" y="423"/>
                </a:lnTo>
                <a:lnTo>
                  <a:pt x="3765" y="421"/>
                </a:lnTo>
                <a:lnTo>
                  <a:pt x="3783" y="418"/>
                </a:lnTo>
                <a:lnTo>
                  <a:pt x="3801" y="416"/>
                </a:lnTo>
                <a:lnTo>
                  <a:pt x="3819" y="414"/>
                </a:lnTo>
                <a:lnTo>
                  <a:pt x="3837" y="412"/>
                </a:lnTo>
                <a:lnTo>
                  <a:pt x="3854" y="409"/>
                </a:lnTo>
                <a:lnTo>
                  <a:pt x="3872" y="407"/>
                </a:lnTo>
                <a:lnTo>
                  <a:pt x="3890" y="405"/>
                </a:lnTo>
                <a:lnTo>
                  <a:pt x="3908" y="403"/>
                </a:lnTo>
                <a:lnTo>
                  <a:pt x="3926" y="400"/>
                </a:lnTo>
                <a:lnTo>
                  <a:pt x="3944" y="398"/>
                </a:lnTo>
                <a:lnTo>
                  <a:pt x="3962" y="396"/>
                </a:lnTo>
                <a:lnTo>
                  <a:pt x="3979" y="394"/>
                </a:lnTo>
                <a:lnTo>
                  <a:pt x="3997" y="391"/>
                </a:lnTo>
                <a:lnTo>
                  <a:pt x="4015" y="389"/>
                </a:lnTo>
                <a:lnTo>
                  <a:pt x="4033" y="387"/>
                </a:lnTo>
                <a:lnTo>
                  <a:pt x="4051" y="385"/>
                </a:lnTo>
                <a:lnTo>
                  <a:pt x="4069" y="383"/>
                </a:lnTo>
                <a:lnTo>
                  <a:pt x="4086" y="380"/>
                </a:lnTo>
                <a:lnTo>
                  <a:pt x="4104" y="378"/>
                </a:lnTo>
                <a:lnTo>
                  <a:pt x="4122" y="376"/>
                </a:lnTo>
                <a:lnTo>
                  <a:pt x="4140" y="374"/>
                </a:lnTo>
                <a:lnTo>
                  <a:pt x="4158" y="371"/>
                </a:lnTo>
                <a:lnTo>
                  <a:pt x="4176" y="369"/>
                </a:lnTo>
                <a:lnTo>
                  <a:pt x="4193" y="367"/>
                </a:lnTo>
                <a:lnTo>
                  <a:pt x="4211" y="365"/>
                </a:lnTo>
                <a:lnTo>
                  <a:pt x="4229" y="362"/>
                </a:lnTo>
                <a:lnTo>
                  <a:pt x="4247" y="360"/>
                </a:lnTo>
                <a:lnTo>
                  <a:pt x="4265" y="358"/>
                </a:lnTo>
                <a:lnTo>
                  <a:pt x="4283" y="356"/>
                </a:lnTo>
                <a:lnTo>
                  <a:pt x="4301" y="353"/>
                </a:lnTo>
                <a:lnTo>
                  <a:pt x="4318" y="351"/>
                </a:lnTo>
                <a:lnTo>
                  <a:pt x="4336" y="349"/>
                </a:lnTo>
                <a:lnTo>
                  <a:pt x="4354" y="347"/>
                </a:lnTo>
                <a:lnTo>
                  <a:pt x="4372" y="344"/>
                </a:lnTo>
                <a:lnTo>
                  <a:pt x="4390" y="342"/>
                </a:lnTo>
                <a:lnTo>
                  <a:pt x="4408" y="340"/>
                </a:lnTo>
                <a:lnTo>
                  <a:pt x="4425" y="338"/>
                </a:lnTo>
                <a:lnTo>
                  <a:pt x="4443" y="336"/>
                </a:lnTo>
                <a:lnTo>
                  <a:pt x="4461" y="333"/>
                </a:lnTo>
                <a:lnTo>
                  <a:pt x="4479" y="331"/>
                </a:lnTo>
                <a:lnTo>
                  <a:pt x="4497" y="329"/>
                </a:lnTo>
                <a:lnTo>
                  <a:pt x="4515" y="327"/>
                </a:lnTo>
                <a:lnTo>
                  <a:pt x="4533" y="324"/>
                </a:lnTo>
                <a:lnTo>
                  <a:pt x="4550" y="322"/>
                </a:lnTo>
                <a:lnTo>
                  <a:pt x="4568" y="320"/>
                </a:lnTo>
                <a:lnTo>
                  <a:pt x="4586" y="318"/>
                </a:lnTo>
                <a:lnTo>
                  <a:pt x="4604" y="315"/>
                </a:lnTo>
                <a:lnTo>
                  <a:pt x="4622" y="313"/>
                </a:lnTo>
                <a:lnTo>
                  <a:pt x="4640" y="311"/>
                </a:lnTo>
                <a:lnTo>
                  <a:pt x="4657" y="309"/>
                </a:lnTo>
                <a:lnTo>
                  <a:pt x="4675" y="306"/>
                </a:lnTo>
                <a:lnTo>
                  <a:pt x="4693" y="304"/>
                </a:lnTo>
                <a:lnTo>
                  <a:pt x="4711" y="302"/>
                </a:lnTo>
                <a:lnTo>
                  <a:pt x="4729" y="300"/>
                </a:lnTo>
                <a:lnTo>
                  <a:pt x="4747" y="298"/>
                </a:lnTo>
                <a:lnTo>
                  <a:pt x="4765" y="295"/>
                </a:lnTo>
                <a:lnTo>
                  <a:pt x="4782" y="293"/>
                </a:lnTo>
                <a:lnTo>
                  <a:pt x="4800" y="291"/>
                </a:lnTo>
                <a:lnTo>
                  <a:pt x="4818" y="289"/>
                </a:lnTo>
                <a:lnTo>
                  <a:pt x="4836" y="286"/>
                </a:lnTo>
                <a:lnTo>
                  <a:pt x="4854" y="284"/>
                </a:lnTo>
                <a:lnTo>
                  <a:pt x="4872" y="282"/>
                </a:lnTo>
                <a:lnTo>
                  <a:pt x="4889" y="280"/>
                </a:lnTo>
                <a:lnTo>
                  <a:pt x="4907" y="277"/>
                </a:lnTo>
                <a:lnTo>
                  <a:pt x="4925" y="275"/>
                </a:lnTo>
                <a:lnTo>
                  <a:pt x="4943" y="273"/>
                </a:lnTo>
                <a:lnTo>
                  <a:pt x="4961" y="271"/>
                </a:lnTo>
                <a:lnTo>
                  <a:pt x="4979" y="268"/>
                </a:lnTo>
                <a:lnTo>
                  <a:pt x="4996" y="266"/>
                </a:lnTo>
                <a:lnTo>
                  <a:pt x="5014" y="264"/>
                </a:lnTo>
                <a:lnTo>
                  <a:pt x="5032" y="262"/>
                </a:lnTo>
                <a:lnTo>
                  <a:pt x="5050" y="259"/>
                </a:lnTo>
                <a:lnTo>
                  <a:pt x="5068" y="257"/>
                </a:lnTo>
                <a:lnTo>
                  <a:pt x="5086" y="255"/>
                </a:lnTo>
                <a:lnTo>
                  <a:pt x="5104" y="253"/>
                </a:lnTo>
                <a:lnTo>
                  <a:pt x="5121" y="251"/>
                </a:lnTo>
                <a:lnTo>
                  <a:pt x="5139" y="248"/>
                </a:lnTo>
                <a:lnTo>
                  <a:pt x="5157" y="246"/>
                </a:lnTo>
                <a:lnTo>
                  <a:pt x="5175" y="244"/>
                </a:lnTo>
                <a:lnTo>
                  <a:pt x="5193" y="242"/>
                </a:lnTo>
                <a:lnTo>
                  <a:pt x="5211" y="239"/>
                </a:lnTo>
                <a:lnTo>
                  <a:pt x="5228" y="237"/>
                </a:lnTo>
                <a:lnTo>
                  <a:pt x="5246" y="235"/>
                </a:lnTo>
                <a:lnTo>
                  <a:pt x="5264" y="233"/>
                </a:lnTo>
                <a:lnTo>
                  <a:pt x="5282" y="230"/>
                </a:lnTo>
                <a:lnTo>
                  <a:pt x="5300" y="228"/>
                </a:lnTo>
                <a:lnTo>
                  <a:pt x="5318" y="226"/>
                </a:lnTo>
                <a:lnTo>
                  <a:pt x="5336" y="224"/>
                </a:lnTo>
                <a:lnTo>
                  <a:pt x="5353" y="221"/>
                </a:lnTo>
                <a:lnTo>
                  <a:pt x="5371" y="219"/>
                </a:lnTo>
                <a:lnTo>
                  <a:pt x="5389" y="217"/>
                </a:lnTo>
                <a:lnTo>
                  <a:pt x="5407" y="215"/>
                </a:lnTo>
                <a:lnTo>
                  <a:pt x="5425" y="212"/>
                </a:lnTo>
                <a:lnTo>
                  <a:pt x="5443" y="210"/>
                </a:lnTo>
                <a:lnTo>
                  <a:pt x="5460" y="208"/>
                </a:lnTo>
                <a:lnTo>
                  <a:pt x="5478" y="206"/>
                </a:lnTo>
                <a:lnTo>
                  <a:pt x="5496" y="204"/>
                </a:lnTo>
                <a:lnTo>
                  <a:pt x="5514" y="201"/>
                </a:lnTo>
                <a:lnTo>
                  <a:pt x="5532" y="199"/>
                </a:lnTo>
                <a:lnTo>
                  <a:pt x="5550" y="197"/>
                </a:lnTo>
                <a:lnTo>
                  <a:pt x="5568" y="195"/>
                </a:lnTo>
                <a:lnTo>
                  <a:pt x="5585" y="192"/>
                </a:lnTo>
                <a:lnTo>
                  <a:pt x="5603" y="190"/>
                </a:lnTo>
                <a:lnTo>
                  <a:pt x="5621" y="188"/>
                </a:lnTo>
                <a:lnTo>
                  <a:pt x="5639" y="186"/>
                </a:lnTo>
                <a:lnTo>
                  <a:pt x="5657" y="183"/>
                </a:lnTo>
                <a:lnTo>
                  <a:pt x="5675" y="181"/>
                </a:lnTo>
                <a:lnTo>
                  <a:pt x="5692" y="179"/>
                </a:lnTo>
                <a:lnTo>
                  <a:pt x="5710" y="177"/>
                </a:lnTo>
                <a:lnTo>
                  <a:pt x="5728" y="174"/>
                </a:lnTo>
                <a:lnTo>
                  <a:pt x="5746" y="172"/>
                </a:lnTo>
                <a:lnTo>
                  <a:pt x="5764" y="170"/>
                </a:lnTo>
                <a:lnTo>
                  <a:pt x="5782" y="168"/>
                </a:lnTo>
                <a:lnTo>
                  <a:pt x="5799" y="166"/>
                </a:lnTo>
                <a:lnTo>
                  <a:pt x="5817" y="163"/>
                </a:lnTo>
                <a:lnTo>
                  <a:pt x="5835" y="161"/>
                </a:lnTo>
                <a:lnTo>
                  <a:pt x="5853" y="159"/>
                </a:lnTo>
                <a:lnTo>
                  <a:pt x="5871" y="157"/>
                </a:lnTo>
                <a:lnTo>
                  <a:pt x="5889" y="154"/>
                </a:lnTo>
                <a:lnTo>
                  <a:pt x="5907" y="152"/>
                </a:lnTo>
                <a:lnTo>
                  <a:pt x="5924" y="150"/>
                </a:lnTo>
                <a:lnTo>
                  <a:pt x="5942" y="148"/>
                </a:lnTo>
                <a:lnTo>
                  <a:pt x="5960" y="145"/>
                </a:lnTo>
                <a:lnTo>
                  <a:pt x="5978" y="143"/>
                </a:lnTo>
                <a:lnTo>
                  <a:pt x="5996" y="141"/>
                </a:lnTo>
                <a:lnTo>
                  <a:pt x="6014" y="139"/>
                </a:lnTo>
                <a:lnTo>
                  <a:pt x="6031" y="136"/>
                </a:lnTo>
                <a:lnTo>
                  <a:pt x="6049" y="134"/>
                </a:lnTo>
                <a:lnTo>
                  <a:pt x="6067" y="132"/>
                </a:lnTo>
                <a:lnTo>
                  <a:pt x="6085" y="130"/>
                </a:lnTo>
                <a:lnTo>
                  <a:pt x="6103" y="127"/>
                </a:lnTo>
                <a:lnTo>
                  <a:pt x="6121" y="125"/>
                </a:lnTo>
                <a:lnTo>
                  <a:pt x="6139" y="123"/>
                </a:lnTo>
                <a:lnTo>
                  <a:pt x="6156" y="121"/>
                </a:lnTo>
                <a:lnTo>
                  <a:pt x="6174" y="119"/>
                </a:lnTo>
                <a:lnTo>
                  <a:pt x="6192" y="116"/>
                </a:lnTo>
                <a:lnTo>
                  <a:pt x="6210" y="114"/>
                </a:lnTo>
                <a:lnTo>
                  <a:pt x="6228" y="112"/>
                </a:lnTo>
                <a:lnTo>
                  <a:pt x="6246" y="110"/>
                </a:lnTo>
                <a:lnTo>
                  <a:pt x="6263" y="107"/>
                </a:lnTo>
                <a:lnTo>
                  <a:pt x="6281" y="105"/>
                </a:lnTo>
                <a:lnTo>
                  <a:pt x="6299" y="103"/>
                </a:lnTo>
                <a:lnTo>
                  <a:pt x="6317" y="101"/>
                </a:lnTo>
                <a:lnTo>
                  <a:pt x="6335" y="98"/>
                </a:lnTo>
                <a:lnTo>
                  <a:pt x="6353" y="96"/>
                </a:lnTo>
                <a:lnTo>
                  <a:pt x="6371" y="94"/>
                </a:lnTo>
                <a:lnTo>
                  <a:pt x="6388" y="92"/>
                </a:lnTo>
                <a:lnTo>
                  <a:pt x="6406" y="89"/>
                </a:lnTo>
                <a:lnTo>
                  <a:pt x="6424" y="87"/>
                </a:lnTo>
                <a:lnTo>
                  <a:pt x="6442" y="85"/>
                </a:lnTo>
                <a:lnTo>
                  <a:pt x="6460" y="83"/>
                </a:lnTo>
                <a:lnTo>
                  <a:pt x="6478" y="80"/>
                </a:lnTo>
                <a:lnTo>
                  <a:pt x="6495" y="78"/>
                </a:lnTo>
                <a:lnTo>
                  <a:pt x="6513" y="76"/>
                </a:lnTo>
                <a:lnTo>
                  <a:pt x="6531" y="74"/>
                </a:lnTo>
                <a:lnTo>
                  <a:pt x="6549" y="72"/>
                </a:lnTo>
                <a:lnTo>
                  <a:pt x="6567" y="69"/>
                </a:lnTo>
                <a:lnTo>
                  <a:pt x="6585" y="67"/>
                </a:lnTo>
                <a:lnTo>
                  <a:pt x="6603" y="65"/>
                </a:lnTo>
                <a:lnTo>
                  <a:pt x="6620" y="63"/>
                </a:lnTo>
                <a:lnTo>
                  <a:pt x="6638" y="60"/>
                </a:lnTo>
                <a:lnTo>
                  <a:pt x="6656" y="58"/>
                </a:lnTo>
                <a:lnTo>
                  <a:pt x="6674" y="56"/>
                </a:lnTo>
                <a:lnTo>
                  <a:pt x="6692" y="54"/>
                </a:lnTo>
                <a:lnTo>
                  <a:pt x="6710" y="51"/>
                </a:lnTo>
                <a:lnTo>
                  <a:pt x="6727" y="49"/>
                </a:lnTo>
                <a:lnTo>
                  <a:pt x="6745" y="47"/>
                </a:lnTo>
                <a:lnTo>
                  <a:pt x="6763" y="45"/>
                </a:lnTo>
                <a:lnTo>
                  <a:pt x="6781" y="42"/>
                </a:lnTo>
                <a:lnTo>
                  <a:pt x="6799" y="40"/>
                </a:lnTo>
                <a:lnTo>
                  <a:pt x="6817" y="38"/>
                </a:lnTo>
                <a:lnTo>
                  <a:pt x="6834" y="36"/>
                </a:lnTo>
                <a:lnTo>
                  <a:pt x="6852" y="34"/>
                </a:lnTo>
                <a:lnTo>
                  <a:pt x="6870" y="31"/>
                </a:lnTo>
                <a:lnTo>
                  <a:pt x="6888" y="29"/>
                </a:lnTo>
                <a:lnTo>
                  <a:pt x="6906" y="27"/>
                </a:lnTo>
                <a:lnTo>
                  <a:pt x="6924" y="25"/>
                </a:lnTo>
                <a:lnTo>
                  <a:pt x="6942" y="22"/>
                </a:lnTo>
                <a:lnTo>
                  <a:pt x="6959" y="20"/>
                </a:lnTo>
                <a:lnTo>
                  <a:pt x="6977" y="18"/>
                </a:lnTo>
                <a:lnTo>
                  <a:pt x="6995" y="16"/>
                </a:lnTo>
                <a:lnTo>
                  <a:pt x="7013" y="13"/>
                </a:lnTo>
                <a:lnTo>
                  <a:pt x="7031" y="11"/>
                </a:lnTo>
                <a:lnTo>
                  <a:pt x="7049" y="9"/>
                </a:lnTo>
                <a:lnTo>
                  <a:pt x="7066" y="7"/>
                </a:lnTo>
                <a:lnTo>
                  <a:pt x="7084" y="4"/>
                </a:lnTo>
                <a:lnTo>
                  <a:pt x="7102" y="2"/>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reeform 15"/>
          <p:cNvSpPr/>
          <p:nvPr/>
        </p:nvSpPr>
        <p:spPr>
          <a:xfrm>
            <a:off x="896112" y="3950208"/>
            <a:ext cx="6510528" cy="606247"/>
          </a:xfrm>
          <a:custGeom>
            <a:avLst/>
            <a:gdLst/>
            <a:ahLst/>
            <a:cxnLst/>
            <a:rect l="l" t="t" r="r" b="b"/>
            <a:pathLst>
              <a:path w="7120" h="663">
                <a:moveTo>
                  <a:pt x="0" y="663"/>
                </a:moveTo>
                <a:lnTo>
                  <a:pt x="18" y="662"/>
                </a:lnTo>
                <a:lnTo>
                  <a:pt x="36" y="660"/>
                </a:lnTo>
                <a:lnTo>
                  <a:pt x="54" y="658"/>
                </a:lnTo>
                <a:lnTo>
                  <a:pt x="71" y="657"/>
                </a:lnTo>
                <a:lnTo>
                  <a:pt x="89" y="655"/>
                </a:lnTo>
                <a:lnTo>
                  <a:pt x="107" y="653"/>
                </a:lnTo>
                <a:lnTo>
                  <a:pt x="125" y="652"/>
                </a:lnTo>
                <a:lnTo>
                  <a:pt x="143" y="650"/>
                </a:lnTo>
                <a:lnTo>
                  <a:pt x="161" y="648"/>
                </a:lnTo>
                <a:lnTo>
                  <a:pt x="178" y="647"/>
                </a:lnTo>
                <a:lnTo>
                  <a:pt x="196" y="645"/>
                </a:lnTo>
                <a:lnTo>
                  <a:pt x="214" y="643"/>
                </a:lnTo>
                <a:lnTo>
                  <a:pt x="232" y="642"/>
                </a:lnTo>
                <a:lnTo>
                  <a:pt x="250" y="640"/>
                </a:lnTo>
                <a:lnTo>
                  <a:pt x="268" y="638"/>
                </a:lnTo>
                <a:lnTo>
                  <a:pt x="286" y="637"/>
                </a:lnTo>
                <a:lnTo>
                  <a:pt x="303" y="635"/>
                </a:lnTo>
                <a:lnTo>
                  <a:pt x="321" y="633"/>
                </a:lnTo>
                <a:lnTo>
                  <a:pt x="339" y="632"/>
                </a:lnTo>
                <a:lnTo>
                  <a:pt x="357" y="630"/>
                </a:lnTo>
                <a:lnTo>
                  <a:pt x="375" y="628"/>
                </a:lnTo>
                <a:lnTo>
                  <a:pt x="393" y="627"/>
                </a:lnTo>
                <a:lnTo>
                  <a:pt x="410" y="625"/>
                </a:lnTo>
                <a:lnTo>
                  <a:pt x="428" y="623"/>
                </a:lnTo>
                <a:lnTo>
                  <a:pt x="446" y="622"/>
                </a:lnTo>
                <a:lnTo>
                  <a:pt x="464" y="620"/>
                </a:lnTo>
                <a:lnTo>
                  <a:pt x="482" y="618"/>
                </a:lnTo>
                <a:lnTo>
                  <a:pt x="500" y="617"/>
                </a:lnTo>
                <a:lnTo>
                  <a:pt x="517" y="615"/>
                </a:lnTo>
                <a:lnTo>
                  <a:pt x="535" y="613"/>
                </a:lnTo>
                <a:lnTo>
                  <a:pt x="553" y="612"/>
                </a:lnTo>
                <a:lnTo>
                  <a:pt x="571" y="610"/>
                </a:lnTo>
                <a:lnTo>
                  <a:pt x="589" y="608"/>
                </a:lnTo>
                <a:lnTo>
                  <a:pt x="607" y="607"/>
                </a:lnTo>
                <a:lnTo>
                  <a:pt x="625" y="605"/>
                </a:lnTo>
                <a:lnTo>
                  <a:pt x="642" y="603"/>
                </a:lnTo>
                <a:lnTo>
                  <a:pt x="660" y="602"/>
                </a:lnTo>
                <a:lnTo>
                  <a:pt x="678" y="600"/>
                </a:lnTo>
                <a:lnTo>
                  <a:pt x="696" y="599"/>
                </a:lnTo>
                <a:lnTo>
                  <a:pt x="714" y="597"/>
                </a:lnTo>
                <a:lnTo>
                  <a:pt x="732" y="595"/>
                </a:lnTo>
                <a:lnTo>
                  <a:pt x="749" y="594"/>
                </a:lnTo>
                <a:lnTo>
                  <a:pt x="767" y="592"/>
                </a:lnTo>
                <a:lnTo>
                  <a:pt x="785" y="590"/>
                </a:lnTo>
                <a:lnTo>
                  <a:pt x="803" y="589"/>
                </a:lnTo>
                <a:lnTo>
                  <a:pt x="821" y="587"/>
                </a:lnTo>
                <a:lnTo>
                  <a:pt x="839" y="585"/>
                </a:lnTo>
                <a:lnTo>
                  <a:pt x="857" y="584"/>
                </a:lnTo>
                <a:lnTo>
                  <a:pt x="874" y="582"/>
                </a:lnTo>
                <a:lnTo>
                  <a:pt x="892" y="580"/>
                </a:lnTo>
                <a:lnTo>
                  <a:pt x="910" y="579"/>
                </a:lnTo>
                <a:lnTo>
                  <a:pt x="928" y="577"/>
                </a:lnTo>
                <a:lnTo>
                  <a:pt x="946" y="575"/>
                </a:lnTo>
                <a:lnTo>
                  <a:pt x="964" y="574"/>
                </a:lnTo>
                <a:lnTo>
                  <a:pt x="981" y="572"/>
                </a:lnTo>
                <a:lnTo>
                  <a:pt x="999" y="570"/>
                </a:lnTo>
                <a:lnTo>
                  <a:pt x="1017" y="569"/>
                </a:lnTo>
                <a:lnTo>
                  <a:pt x="1035" y="567"/>
                </a:lnTo>
                <a:lnTo>
                  <a:pt x="1053" y="565"/>
                </a:lnTo>
                <a:lnTo>
                  <a:pt x="1071" y="564"/>
                </a:lnTo>
                <a:lnTo>
                  <a:pt x="1089" y="562"/>
                </a:lnTo>
                <a:lnTo>
                  <a:pt x="1106" y="560"/>
                </a:lnTo>
                <a:lnTo>
                  <a:pt x="1124" y="559"/>
                </a:lnTo>
                <a:lnTo>
                  <a:pt x="1142" y="557"/>
                </a:lnTo>
                <a:lnTo>
                  <a:pt x="1160" y="555"/>
                </a:lnTo>
                <a:lnTo>
                  <a:pt x="1178" y="554"/>
                </a:lnTo>
                <a:lnTo>
                  <a:pt x="1196" y="552"/>
                </a:lnTo>
                <a:lnTo>
                  <a:pt x="1213" y="550"/>
                </a:lnTo>
                <a:lnTo>
                  <a:pt x="1231" y="549"/>
                </a:lnTo>
                <a:lnTo>
                  <a:pt x="1249" y="547"/>
                </a:lnTo>
                <a:lnTo>
                  <a:pt x="1267" y="545"/>
                </a:lnTo>
                <a:lnTo>
                  <a:pt x="1285" y="544"/>
                </a:lnTo>
                <a:lnTo>
                  <a:pt x="1303" y="542"/>
                </a:lnTo>
                <a:lnTo>
                  <a:pt x="1321" y="540"/>
                </a:lnTo>
                <a:lnTo>
                  <a:pt x="1338" y="539"/>
                </a:lnTo>
                <a:lnTo>
                  <a:pt x="1356" y="537"/>
                </a:lnTo>
                <a:lnTo>
                  <a:pt x="1374" y="535"/>
                </a:lnTo>
                <a:lnTo>
                  <a:pt x="1392" y="534"/>
                </a:lnTo>
                <a:lnTo>
                  <a:pt x="1410" y="532"/>
                </a:lnTo>
                <a:lnTo>
                  <a:pt x="1428" y="530"/>
                </a:lnTo>
                <a:lnTo>
                  <a:pt x="1445" y="529"/>
                </a:lnTo>
                <a:lnTo>
                  <a:pt x="1463" y="527"/>
                </a:lnTo>
                <a:lnTo>
                  <a:pt x="1481" y="525"/>
                </a:lnTo>
                <a:lnTo>
                  <a:pt x="1499" y="524"/>
                </a:lnTo>
                <a:lnTo>
                  <a:pt x="1517" y="522"/>
                </a:lnTo>
                <a:lnTo>
                  <a:pt x="1535" y="520"/>
                </a:lnTo>
                <a:lnTo>
                  <a:pt x="1552" y="519"/>
                </a:lnTo>
                <a:lnTo>
                  <a:pt x="1570" y="517"/>
                </a:lnTo>
                <a:lnTo>
                  <a:pt x="1588" y="515"/>
                </a:lnTo>
                <a:lnTo>
                  <a:pt x="1606" y="514"/>
                </a:lnTo>
                <a:lnTo>
                  <a:pt x="1624" y="512"/>
                </a:lnTo>
                <a:lnTo>
                  <a:pt x="1642" y="510"/>
                </a:lnTo>
                <a:lnTo>
                  <a:pt x="1660" y="509"/>
                </a:lnTo>
                <a:lnTo>
                  <a:pt x="1677" y="507"/>
                </a:lnTo>
                <a:lnTo>
                  <a:pt x="1695" y="505"/>
                </a:lnTo>
                <a:lnTo>
                  <a:pt x="1713" y="504"/>
                </a:lnTo>
                <a:lnTo>
                  <a:pt x="1731" y="502"/>
                </a:lnTo>
                <a:lnTo>
                  <a:pt x="1749" y="500"/>
                </a:lnTo>
                <a:lnTo>
                  <a:pt x="1767" y="499"/>
                </a:lnTo>
                <a:lnTo>
                  <a:pt x="1784" y="497"/>
                </a:lnTo>
                <a:lnTo>
                  <a:pt x="1802" y="495"/>
                </a:lnTo>
                <a:lnTo>
                  <a:pt x="1820" y="494"/>
                </a:lnTo>
                <a:lnTo>
                  <a:pt x="1838" y="492"/>
                </a:lnTo>
                <a:lnTo>
                  <a:pt x="1856" y="490"/>
                </a:lnTo>
                <a:lnTo>
                  <a:pt x="1874" y="489"/>
                </a:lnTo>
                <a:lnTo>
                  <a:pt x="1892" y="487"/>
                </a:lnTo>
                <a:lnTo>
                  <a:pt x="1909" y="485"/>
                </a:lnTo>
                <a:lnTo>
                  <a:pt x="1927" y="484"/>
                </a:lnTo>
                <a:lnTo>
                  <a:pt x="1945" y="482"/>
                </a:lnTo>
                <a:lnTo>
                  <a:pt x="1963" y="480"/>
                </a:lnTo>
                <a:lnTo>
                  <a:pt x="1981" y="479"/>
                </a:lnTo>
                <a:lnTo>
                  <a:pt x="1999" y="477"/>
                </a:lnTo>
                <a:lnTo>
                  <a:pt x="2016" y="475"/>
                </a:lnTo>
                <a:lnTo>
                  <a:pt x="2034" y="474"/>
                </a:lnTo>
                <a:lnTo>
                  <a:pt x="2052" y="472"/>
                </a:lnTo>
                <a:lnTo>
                  <a:pt x="2070" y="470"/>
                </a:lnTo>
                <a:lnTo>
                  <a:pt x="2088" y="469"/>
                </a:lnTo>
                <a:lnTo>
                  <a:pt x="2106" y="467"/>
                </a:lnTo>
                <a:lnTo>
                  <a:pt x="2124" y="465"/>
                </a:lnTo>
                <a:lnTo>
                  <a:pt x="2141" y="464"/>
                </a:lnTo>
                <a:lnTo>
                  <a:pt x="2159" y="462"/>
                </a:lnTo>
                <a:lnTo>
                  <a:pt x="2177" y="460"/>
                </a:lnTo>
                <a:lnTo>
                  <a:pt x="2195" y="459"/>
                </a:lnTo>
                <a:lnTo>
                  <a:pt x="2213" y="457"/>
                </a:lnTo>
                <a:lnTo>
                  <a:pt x="2231" y="455"/>
                </a:lnTo>
                <a:lnTo>
                  <a:pt x="2248" y="454"/>
                </a:lnTo>
                <a:lnTo>
                  <a:pt x="2266" y="452"/>
                </a:lnTo>
                <a:lnTo>
                  <a:pt x="2284" y="450"/>
                </a:lnTo>
                <a:lnTo>
                  <a:pt x="2302" y="449"/>
                </a:lnTo>
                <a:lnTo>
                  <a:pt x="2320" y="447"/>
                </a:lnTo>
                <a:lnTo>
                  <a:pt x="2338" y="445"/>
                </a:lnTo>
                <a:lnTo>
                  <a:pt x="2355" y="444"/>
                </a:lnTo>
                <a:lnTo>
                  <a:pt x="2373" y="442"/>
                </a:lnTo>
                <a:lnTo>
                  <a:pt x="2391" y="441"/>
                </a:lnTo>
                <a:lnTo>
                  <a:pt x="2409" y="439"/>
                </a:lnTo>
                <a:lnTo>
                  <a:pt x="2427" y="437"/>
                </a:lnTo>
                <a:lnTo>
                  <a:pt x="2445" y="436"/>
                </a:lnTo>
                <a:lnTo>
                  <a:pt x="2463" y="434"/>
                </a:lnTo>
                <a:lnTo>
                  <a:pt x="2480" y="432"/>
                </a:lnTo>
                <a:lnTo>
                  <a:pt x="2498" y="431"/>
                </a:lnTo>
                <a:lnTo>
                  <a:pt x="2516" y="429"/>
                </a:lnTo>
                <a:lnTo>
                  <a:pt x="2534" y="427"/>
                </a:lnTo>
                <a:lnTo>
                  <a:pt x="2552" y="426"/>
                </a:lnTo>
                <a:lnTo>
                  <a:pt x="2570" y="424"/>
                </a:lnTo>
                <a:lnTo>
                  <a:pt x="2587" y="422"/>
                </a:lnTo>
                <a:lnTo>
                  <a:pt x="2605" y="421"/>
                </a:lnTo>
                <a:lnTo>
                  <a:pt x="2623" y="419"/>
                </a:lnTo>
                <a:lnTo>
                  <a:pt x="2641" y="417"/>
                </a:lnTo>
                <a:lnTo>
                  <a:pt x="2659" y="416"/>
                </a:lnTo>
                <a:lnTo>
                  <a:pt x="2677" y="414"/>
                </a:lnTo>
                <a:lnTo>
                  <a:pt x="2695" y="412"/>
                </a:lnTo>
                <a:lnTo>
                  <a:pt x="2712" y="411"/>
                </a:lnTo>
                <a:lnTo>
                  <a:pt x="2730" y="409"/>
                </a:lnTo>
                <a:lnTo>
                  <a:pt x="2748" y="407"/>
                </a:lnTo>
                <a:lnTo>
                  <a:pt x="2766" y="406"/>
                </a:lnTo>
                <a:lnTo>
                  <a:pt x="2784" y="404"/>
                </a:lnTo>
                <a:lnTo>
                  <a:pt x="2802" y="402"/>
                </a:lnTo>
                <a:lnTo>
                  <a:pt x="2819" y="401"/>
                </a:lnTo>
                <a:lnTo>
                  <a:pt x="2837" y="399"/>
                </a:lnTo>
                <a:lnTo>
                  <a:pt x="2855" y="397"/>
                </a:lnTo>
                <a:lnTo>
                  <a:pt x="2873" y="396"/>
                </a:lnTo>
                <a:lnTo>
                  <a:pt x="2891" y="394"/>
                </a:lnTo>
                <a:lnTo>
                  <a:pt x="2909" y="392"/>
                </a:lnTo>
                <a:lnTo>
                  <a:pt x="2927" y="391"/>
                </a:lnTo>
                <a:lnTo>
                  <a:pt x="2944" y="389"/>
                </a:lnTo>
                <a:lnTo>
                  <a:pt x="2962" y="387"/>
                </a:lnTo>
                <a:lnTo>
                  <a:pt x="2980" y="386"/>
                </a:lnTo>
                <a:lnTo>
                  <a:pt x="2998" y="384"/>
                </a:lnTo>
                <a:lnTo>
                  <a:pt x="3016" y="382"/>
                </a:lnTo>
                <a:lnTo>
                  <a:pt x="3034" y="381"/>
                </a:lnTo>
                <a:lnTo>
                  <a:pt x="3051" y="379"/>
                </a:lnTo>
                <a:lnTo>
                  <a:pt x="3069" y="377"/>
                </a:lnTo>
                <a:lnTo>
                  <a:pt x="3087" y="376"/>
                </a:lnTo>
                <a:lnTo>
                  <a:pt x="3105" y="374"/>
                </a:lnTo>
                <a:lnTo>
                  <a:pt x="3123" y="372"/>
                </a:lnTo>
                <a:lnTo>
                  <a:pt x="3141" y="371"/>
                </a:lnTo>
                <a:lnTo>
                  <a:pt x="3158" y="369"/>
                </a:lnTo>
                <a:lnTo>
                  <a:pt x="3176" y="367"/>
                </a:lnTo>
                <a:lnTo>
                  <a:pt x="3194" y="366"/>
                </a:lnTo>
                <a:lnTo>
                  <a:pt x="3212" y="364"/>
                </a:lnTo>
                <a:lnTo>
                  <a:pt x="3230" y="362"/>
                </a:lnTo>
                <a:lnTo>
                  <a:pt x="3248" y="361"/>
                </a:lnTo>
                <a:lnTo>
                  <a:pt x="3266" y="359"/>
                </a:lnTo>
                <a:lnTo>
                  <a:pt x="3283" y="357"/>
                </a:lnTo>
                <a:lnTo>
                  <a:pt x="3301" y="356"/>
                </a:lnTo>
                <a:lnTo>
                  <a:pt x="3319" y="354"/>
                </a:lnTo>
                <a:lnTo>
                  <a:pt x="3337" y="352"/>
                </a:lnTo>
                <a:lnTo>
                  <a:pt x="3355" y="351"/>
                </a:lnTo>
                <a:lnTo>
                  <a:pt x="3373" y="349"/>
                </a:lnTo>
                <a:lnTo>
                  <a:pt x="3390" y="347"/>
                </a:lnTo>
                <a:lnTo>
                  <a:pt x="3408" y="346"/>
                </a:lnTo>
                <a:lnTo>
                  <a:pt x="3426" y="344"/>
                </a:lnTo>
                <a:lnTo>
                  <a:pt x="3444" y="342"/>
                </a:lnTo>
                <a:lnTo>
                  <a:pt x="3462" y="341"/>
                </a:lnTo>
                <a:lnTo>
                  <a:pt x="3480" y="339"/>
                </a:lnTo>
                <a:lnTo>
                  <a:pt x="3498" y="337"/>
                </a:lnTo>
                <a:lnTo>
                  <a:pt x="3515" y="336"/>
                </a:lnTo>
                <a:lnTo>
                  <a:pt x="3533" y="334"/>
                </a:lnTo>
                <a:lnTo>
                  <a:pt x="3551" y="332"/>
                </a:lnTo>
                <a:lnTo>
                  <a:pt x="3569" y="331"/>
                </a:lnTo>
                <a:lnTo>
                  <a:pt x="3587" y="329"/>
                </a:lnTo>
                <a:lnTo>
                  <a:pt x="3605" y="327"/>
                </a:lnTo>
                <a:lnTo>
                  <a:pt x="3622" y="326"/>
                </a:lnTo>
                <a:lnTo>
                  <a:pt x="3640" y="324"/>
                </a:lnTo>
                <a:lnTo>
                  <a:pt x="3658" y="322"/>
                </a:lnTo>
                <a:lnTo>
                  <a:pt x="3676" y="321"/>
                </a:lnTo>
                <a:lnTo>
                  <a:pt x="3694" y="319"/>
                </a:lnTo>
                <a:lnTo>
                  <a:pt x="3712" y="317"/>
                </a:lnTo>
                <a:lnTo>
                  <a:pt x="3730" y="316"/>
                </a:lnTo>
                <a:lnTo>
                  <a:pt x="3747" y="314"/>
                </a:lnTo>
                <a:lnTo>
                  <a:pt x="3765" y="312"/>
                </a:lnTo>
                <a:lnTo>
                  <a:pt x="3783" y="311"/>
                </a:lnTo>
                <a:lnTo>
                  <a:pt x="3801" y="309"/>
                </a:lnTo>
                <a:lnTo>
                  <a:pt x="3819" y="307"/>
                </a:lnTo>
                <a:lnTo>
                  <a:pt x="3837" y="306"/>
                </a:lnTo>
                <a:lnTo>
                  <a:pt x="3854" y="304"/>
                </a:lnTo>
                <a:lnTo>
                  <a:pt x="3872" y="302"/>
                </a:lnTo>
                <a:lnTo>
                  <a:pt x="3890" y="301"/>
                </a:lnTo>
                <a:lnTo>
                  <a:pt x="3908" y="299"/>
                </a:lnTo>
                <a:lnTo>
                  <a:pt x="3926" y="297"/>
                </a:lnTo>
                <a:lnTo>
                  <a:pt x="3944" y="296"/>
                </a:lnTo>
                <a:lnTo>
                  <a:pt x="3962" y="294"/>
                </a:lnTo>
                <a:lnTo>
                  <a:pt x="3979" y="292"/>
                </a:lnTo>
                <a:lnTo>
                  <a:pt x="3997" y="291"/>
                </a:lnTo>
                <a:lnTo>
                  <a:pt x="4015" y="289"/>
                </a:lnTo>
                <a:lnTo>
                  <a:pt x="4033" y="287"/>
                </a:lnTo>
                <a:lnTo>
                  <a:pt x="4051" y="286"/>
                </a:lnTo>
                <a:lnTo>
                  <a:pt x="4069" y="284"/>
                </a:lnTo>
                <a:lnTo>
                  <a:pt x="4086" y="282"/>
                </a:lnTo>
                <a:lnTo>
                  <a:pt x="4104" y="281"/>
                </a:lnTo>
                <a:lnTo>
                  <a:pt x="4122" y="279"/>
                </a:lnTo>
                <a:lnTo>
                  <a:pt x="4140" y="278"/>
                </a:lnTo>
                <a:lnTo>
                  <a:pt x="4158" y="276"/>
                </a:lnTo>
                <a:lnTo>
                  <a:pt x="4176" y="274"/>
                </a:lnTo>
                <a:lnTo>
                  <a:pt x="4193" y="273"/>
                </a:lnTo>
                <a:lnTo>
                  <a:pt x="4211" y="271"/>
                </a:lnTo>
                <a:lnTo>
                  <a:pt x="4229" y="269"/>
                </a:lnTo>
                <a:lnTo>
                  <a:pt x="4247" y="268"/>
                </a:lnTo>
                <a:lnTo>
                  <a:pt x="4265" y="266"/>
                </a:lnTo>
                <a:lnTo>
                  <a:pt x="4283" y="264"/>
                </a:lnTo>
                <a:lnTo>
                  <a:pt x="4301" y="263"/>
                </a:lnTo>
                <a:lnTo>
                  <a:pt x="4318" y="261"/>
                </a:lnTo>
                <a:lnTo>
                  <a:pt x="4336" y="259"/>
                </a:lnTo>
                <a:lnTo>
                  <a:pt x="4354" y="258"/>
                </a:lnTo>
                <a:lnTo>
                  <a:pt x="4372" y="256"/>
                </a:lnTo>
                <a:lnTo>
                  <a:pt x="4390" y="254"/>
                </a:lnTo>
                <a:lnTo>
                  <a:pt x="4408" y="253"/>
                </a:lnTo>
                <a:lnTo>
                  <a:pt x="4425" y="251"/>
                </a:lnTo>
                <a:lnTo>
                  <a:pt x="4443" y="249"/>
                </a:lnTo>
                <a:lnTo>
                  <a:pt x="4461" y="248"/>
                </a:lnTo>
                <a:lnTo>
                  <a:pt x="4479" y="246"/>
                </a:lnTo>
                <a:lnTo>
                  <a:pt x="4497" y="244"/>
                </a:lnTo>
                <a:lnTo>
                  <a:pt x="4515" y="243"/>
                </a:lnTo>
                <a:lnTo>
                  <a:pt x="4533" y="241"/>
                </a:lnTo>
                <a:lnTo>
                  <a:pt x="4550" y="239"/>
                </a:lnTo>
                <a:lnTo>
                  <a:pt x="4568" y="238"/>
                </a:lnTo>
                <a:lnTo>
                  <a:pt x="4586" y="236"/>
                </a:lnTo>
                <a:lnTo>
                  <a:pt x="4604" y="234"/>
                </a:lnTo>
                <a:lnTo>
                  <a:pt x="4622" y="233"/>
                </a:lnTo>
                <a:lnTo>
                  <a:pt x="4640" y="231"/>
                </a:lnTo>
                <a:lnTo>
                  <a:pt x="4657" y="229"/>
                </a:lnTo>
                <a:lnTo>
                  <a:pt x="4675" y="228"/>
                </a:lnTo>
                <a:lnTo>
                  <a:pt x="4693" y="226"/>
                </a:lnTo>
                <a:lnTo>
                  <a:pt x="4711" y="224"/>
                </a:lnTo>
                <a:lnTo>
                  <a:pt x="4729" y="223"/>
                </a:lnTo>
                <a:lnTo>
                  <a:pt x="4747" y="221"/>
                </a:lnTo>
                <a:lnTo>
                  <a:pt x="4765" y="219"/>
                </a:lnTo>
                <a:lnTo>
                  <a:pt x="4782" y="218"/>
                </a:lnTo>
                <a:lnTo>
                  <a:pt x="4800" y="216"/>
                </a:lnTo>
                <a:lnTo>
                  <a:pt x="4818" y="214"/>
                </a:lnTo>
                <a:lnTo>
                  <a:pt x="4836" y="213"/>
                </a:lnTo>
                <a:lnTo>
                  <a:pt x="4854" y="211"/>
                </a:lnTo>
                <a:lnTo>
                  <a:pt x="4872" y="209"/>
                </a:lnTo>
                <a:lnTo>
                  <a:pt x="4889" y="208"/>
                </a:lnTo>
                <a:lnTo>
                  <a:pt x="4907" y="206"/>
                </a:lnTo>
                <a:lnTo>
                  <a:pt x="4925" y="204"/>
                </a:lnTo>
                <a:lnTo>
                  <a:pt x="4943" y="203"/>
                </a:lnTo>
                <a:lnTo>
                  <a:pt x="4961" y="201"/>
                </a:lnTo>
                <a:lnTo>
                  <a:pt x="4979" y="199"/>
                </a:lnTo>
                <a:lnTo>
                  <a:pt x="4996" y="198"/>
                </a:lnTo>
                <a:lnTo>
                  <a:pt x="5014" y="196"/>
                </a:lnTo>
                <a:lnTo>
                  <a:pt x="5032" y="194"/>
                </a:lnTo>
                <a:lnTo>
                  <a:pt x="5050" y="193"/>
                </a:lnTo>
                <a:lnTo>
                  <a:pt x="5068" y="191"/>
                </a:lnTo>
                <a:lnTo>
                  <a:pt x="5086" y="189"/>
                </a:lnTo>
                <a:lnTo>
                  <a:pt x="5104" y="188"/>
                </a:lnTo>
                <a:lnTo>
                  <a:pt x="5121" y="186"/>
                </a:lnTo>
                <a:lnTo>
                  <a:pt x="5139" y="184"/>
                </a:lnTo>
                <a:lnTo>
                  <a:pt x="5157" y="183"/>
                </a:lnTo>
                <a:lnTo>
                  <a:pt x="5175" y="181"/>
                </a:lnTo>
                <a:lnTo>
                  <a:pt x="5193" y="179"/>
                </a:lnTo>
                <a:lnTo>
                  <a:pt x="5211" y="178"/>
                </a:lnTo>
                <a:lnTo>
                  <a:pt x="5228" y="176"/>
                </a:lnTo>
                <a:lnTo>
                  <a:pt x="5246" y="174"/>
                </a:lnTo>
                <a:lnTo>
                  <a:pt x="5264" y="173"/>
                </a:lnTo>
                <a:lnTo>
                  <a:pt x="5282" y="171"/>
                </a:lnTo>
                <a:lnTo>
                  <a:pt x="5300" y="169"/>
                </a:lnTo>
                <a:lnTo>
                  <a:pt x="5318" y="168"/>
                </a:lnTo>
                <a:lnTo>
                  <a:pt x="5336" y="166"/>
                </a:lnTo>
                <a:lnTo>
                  <a:pt x="5353" y="164"/>
                </a:lnTo>
                <a:lnTo>
                  <a:pt x="5371" y="163"/>
                </a:lnTo>
                <a:lnTo>
                  <a:pt x="5389" y="161"/>
                </a:lnTo>
                <a:lnTo>
                  <a:pt x="5407" y="159"/>
                </a:lnTo>
                <a:lnTo>
                  <a:pt x="5425" y="158"/>
                </a:lnTo>
                <a:lnTo>
                  <a:pt x="5443" y="156"/>
                </a:lnTo>
                <a:lnTo>
                  <a:pt x="5460" y="154"/>
                </a:lnTo>
                <a:lnTo>
                  <a:pt x="5478" y="153"/>
                </a:lnTo>
                <a:lnTo>
                  <a:pt x="5496" y="151"/>
                </a:lnTo>
                <a:lnTo>
                  <a:pt x="5514" y="149"/>
                </a:lnTo>
                <a:lnTo>
                  <a:pt x="5532" y="148"/>
                </a:lnTo>
                <a:lnTo>
                  <a:pt x="5550" y="146"/>
                </a:lnTo>
                <a:lnTo>
                  <a:pt x="5568" y="144"/>
                </a:lnTo>
                <a:lnTo>
                  <a:pt x="5585" y="143"/>
                </a:lnTo>
                <a:lnTo>
                  <a:pt x="5603" y="141"/>
                </a:lnTo>
                <a:lnTo>
                  <a:pt x="5621" y="139"/>
                </a:lnTo>
                <a:lnTo>
                  <a:pt x="5639" y="138"/>
                </a:lnTo>
                <a:lnTo>
                  <a:pt x="5657" y="136"/>
                </a:lnTo>
                <a:lnTo>
                  <a:pt x="5675" y="134"/>
                </a:lnTo>
                <a:lnTo>
                  <a:pt x="5692" y="133"/>
                </a:lnTo>
                <a:lnTo>
                  <a:pt x="5710" y="131"/>
                </a:lnTo>
                <a:lnTo>
                  <a:pt x="5728" y="129"/>
                </a:lnTo>
                <a:lnTo>
                  <a:pt x="5746" y="128"/>
                </a:lnTo>
                <a:lnTo>
                  <a:pt x="5764" y="126"/>
                </a:lnTo>
                <a:lnTo>
                  <a:pt x="5782" y="124"/>
                </a:lnTo>
                <a:lnTo>
                  <a:pt x="5799" y="123"/>
                </a:lnTo>
                <a:lnTo>
                  <a:pt x="5817" y="121"/>
                </a:lnTo>
                <a:lnTo>
                  <a:pt x="5835" y="120"/>
                </a:lnTo>
                <a:lnTo>
                  <a:pt x="5853" y="118"/>
                </a:lnTo>
                <a:lnTo>
                  <a:pt x="5871" y="116"/>
                </a:lnTo>
                <a:lnTo>
                  <a:pt x="5889" y="115"/>
                </a:lnTo>
                <a:lnTo>
                  <a:pt x="5907" y="113"/>
                </a:lnTo>
                <a:lnTo>
                  <a:pt x="5924" y="111"/>
                </a:lnTo>
                <a:lnTo>
                  <a:pt x="5942" y="110"/>
                </a:lnTo>
                <a:lnTo>
                  <a:pt x="5960" y="108"/>
                </a:lnTo>
                <a:lnTo>
                  <a:pt x="5978" y="106"/>
                </a:lnTo>
                <a:lnTo>
                  <a:pt x="5996" y="105"/>
                </a:lnTo>
                <a:lnTo>
                  <a:pt x="6014" y="103"/>
                </a:lnTo>
                <a:lnTo>
                  <a:pt x="6031" y="101"/>
                </a:lnTo>
                <a:lnTo>
                  <a:pt x="6049" y="100"/>
                </a:lnTo>
                <a:lnTo>
                  <a:pt x="6067" y="98"/>
                </a:lnTo>
                <a:lnTo>
                  <a:pt x="6085" y="96"/>
                </a:lnTo>
                <a:lnTo>
                  <a:pt x="6103" y="95"/>
                </a:lnTo>
                <a:lnTo>
                  <a:pt x="6121" y="93"/>
                </a:lnTo>
                <a:lnTo>
                  <a:pt x="6139" y="91"/>
                </a:lnTo>
                <a:lnTo>
                  <a:pt x="6156" y="90"/>
                </a:lnTo>
                <a:lnTo>
                  <a:pt x="6174" y="88"/>
                </a:lnTo>
                <a:lnTo>
                  <a:pt x="6192" y="86"/>
                </a:lnTo>
                <a:lnTo>
                  <a:pt x="6210" y="85"/>
                </a:lnTo>
                <a:lnTo>
                  <a:pt x="6228" y="83"/>
                </a:lnTo>
                <a:lnTo>
                  <a:pt x="6246" y="81"/>
                </a:lnTo>
                <a:lnTo>
                  <a:pt x="6263" y="80"/>
                </a:lnTo>
                <a:lnTo>
                  <a:pt x="6281" y="78"/>
                </a:lnTo>
                <a:lnTo>
                  <a:pt x="6299" y="76"/>
                </a:lnTo>
                <a:lnTo>
                  <a:pt x="6317" y="75"/>
                </a:lnTo>
                <a:lnTo>
                  <a:pt x="6335" y="73"/>
                </a:lnTo>
                <a:lnTo>
                  <a:pt x="6353" y="71"/>
                </a:lnTo>
                <a:lnTo>
                  <a:pt x="6371" y="70"/>
                </a:lnTo>
                <a:lnTo>
                  <a:pt x="6388" y="68"/>
                </a:lnTo>
                <a:lnTo>
                  <a:pt x="6406" y="66"/>
                </a:lnTo>
                <a:lnTo>
                  <a:pt x="6424" y="65"/>
                </a:lnTo>
                <a:lnTo>
                  <a:pt x="6442" y="63"/>
                </a:lnTo>
                <a:lnTo>
                  <a:pt x="6460" y="61"/>
                </a:lnTo>
                <a:lnTo>
                  <a:pt x="6478" y="60"/>
                </a:lnTo>
                <a:lnTo>
                  <a:pt x="6495" y="58"/>
                </a:lnTo>
                <a:lnTo>
                  <a:pt x="6513" y="56"/>
                </a:lnTo>
                <a:lnTo>
                  <a:pt x="6531" y="55"/>
                </a:lnTo>
                <a:lnTo>
                  <a:pt x="6549" y="53"/>
                </a:lnTo>
                <a:lnTo>
                  <a:pt x="6567" y="51"/>
                </a:lnTo>
                <a:lnTo>
                  <a:pt x="6585" y="50"/>
                </a:lnTo>
                <a:lnTo>
                  <a:pt x="6603" y="48"/>
                </a:lnTo>
                <a:lnTo>
                  <a:pt x="6620" y="46"/>
                </a:lnTo>
                <a:lnTo>
                  <a:pt x="6638" y="45"/>
                </a:lnTo>
                <a:lnTo>
                  <a:pt x="6656" y="43"/>
                </a:lnTo>
                <a:lnTo>
                  <a:pt x="6674" y="41"/>
                </a:lnTo>
                <a:lnTo>
                  <a:pt x="6692" y="40"/>
                </a:lnTo>
                <a:lnTo>
                  <a:pt x="6710" y="38"/>
                </a:lnTo>
                <a:lnTo>
                  <a:pt x="6727" y="36"/>
                </a:lnTo>
                <a:lnTo>
                  <a:pt x="6745" y="35"/>
                </a:lnTo>
                <a:lnTo>
                  <a:pt x="6763" y="33"/>
                </a:lnTo>
                <a:lnTo>
                  <a:pt x="6781" y="31"/>
                </a:lnTo>
                <a:lnTo>
                  <a:pt x="6799" y="30"/>
                </a:lnTo>
                <a:lnTo>
                  <a:pt x="6817" y="28"/>
                </a:lnTo>
                <a:lnTo>
                  <a:pt x="6834" y="26"/>
                </a:lnTo>
                <a:lnTo>
                  <a:pt x="6852" y="25"/>
                </a:lnTo>
                <a:lnTo>
                  <a:pt x="6870" y="23"/>
                </a:lnTo>
                <a:lnTo>
                  <a:pt x="6888" y="21"/>
                </a:lnTo>
                <a:lnTo>
                  <a:pt x="6906" y="20"/>
                </a:lnTo>
                <a:lnTo>
                  <a:pt x="6924" y="18"/>
                </a:lnTo>
                <a:lnTo>
                  <a:pt x="6942" y="16"/>
                </a:lnTo>
                <a:lnTo>
                  <a:pt x="6959" y="15"/>
                </a:lnTo>
                <a:lnTo>
                  <a:pt x="6977" y="13"/>
                </a:lnTo>
                <a:lnTo>
                  <a:pt x="6995" y="11"/>
                </a:lnTo>
                <a:lnTo>
                  <a:pt x="7013" y="10"/>
                </a:lnTo>
                <a:lnTo>
                  <a:pt x="7031" y="8"/>
                </a:lnTo>
                <a:lnTo>
                  <a:pt x="7049" y="6"/>
                </a:lnTo>
                <a:lnTo>
                  <a:pt x="7066" y="5"/>
                </a:lnTo>
                <a:lnTo>
                  <a:pt x="7084" y="3"/>
                </a:lnTo>
                <a:lnTo>
                  <a:pt x="7102" y="1"/>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Freeform 16"/>
          <p:cNvSpPr/>
          <p:nvPr/>
        </p:nvSpPr>
        <p:spPr>
          <a:xfrm>
            <a:off x="896112" y="3099816"/>
            <a:ext cx="6510528" cy="1582826"/>
          </a:xfrm>
          <a:custGeom>
            <a:avLst/>
            <a:gdLst/>
            <a:ahLst/>
            <a:cxnLst/>
            <a:rect l="l" t="t" r="r" b="b"/>
            <a:pathLst>
              <a:path w="7120" h="1731">
                <a:moveTo>
                  <a:pt x="0" y="800"/>
                </a:moveTo>
                <a:lnTo>
                  <a:pt x="18" y="811"/>
                </a:lnTo>
                <a:lnTo>
                  <a:pt x="36" y="822"/>
                </a:lnTo>
                <a:lnTo>
                  <a:pt x="54" y="833"/>
                </a:lnTo>
                <a:lnTo>
                  <a:pt x="71" y="844"/>
                </a:lnTo>
                <a:lnTo>
                  <a:pt x="89" y="854"/>
                </a:lnTo>
                <a:lnTo>
                  <a:pt x="107" y="865"/>
                </a:lnTo>
                <a:lnTo>
                  <a:pt x="125" y="876"/>
                </a:lnTo>
                <a:lnTo>
                  <a:pt x="143" y="886"/>
                </a:lnTo>
                <a:lnTo>
                  <a:pt x="161" y="897"/>
                </a:lnTo>
                <a:lnTo>
                  <a:pt x="178" y="907"/>
                </a:lnTo>
                <a:lnTo>
                  <a:pt x="196" y="917"/>
                </a:lnTo>
                <a:lnTo>
                  <a:pt x="214" y="928"/>
                </a:lnTo>
                <a:lnTo>
                  <a:pt x="232" y="938"/>
                </a:lnTo>
                <a:lnTo>
                  <a:pt x="250" y="948"/>
                </a:lnTo>
                <a:lnTo>
                  <a:pt x="268" y="958"/>
                </a:lnTo>
                <a:lnTo>
                  <a:pt x="286" y="968"/>
                </a:lnTo>
                <a:lnTo>
                  <a:pt x="303" y="978"/>
                </a:lnTo>
                <a:lnTo>
                  <a:pt x="321" y="988"/>
                </a:lnTo>
                <a:lnTo>
                  <a:pt x="339" y="998"/>
                </a:lnTo>
                <a:lnTo>
                  <a:pt x="357" y="1007"/>
                </a:lnTo>
                <a:lnTo>
                  <a:pt x="375" y="1017"/>
                </a:lnTo>
                <a:lnTo>
                  <a:pt x="393" y="1027"/>
                </a:lnTo>
                <a:lnTo>
                  <a:pt x="410" y="1036"/>
                </a:lnTo>
                <a:lnTo>
                  <a:pt x="428" y="1046"/>
                </a:lnTo>
                <a:lnTo>
                  <a:pt x="446" y="1055"/>
                </a:lnTo>
                <a:lnTo>
                  <a:pt x="464" y="1065"/>
                </a:lnTo>
                <a:lnTo>
                  <a:pt x="482" y="1074"/>
                </a:lnTo>
                <a:lnTo>
                  <a:pt x="500" y="1083"/>
                </a:lnTo>
                <a:lnTo>
                  <a:pt x="517" y="1092"/>
                </a:lnTo>
                <a:lnTo>
                  <a:pt x="535" y="1101"/>
                </a:lnTo>
                <a:lnTo>
                  <a:pt x="553" y="1110"/>
                </a:lnTo>
                <a:lnTo>
                  <a:pt x="571" y="1119"/>
                </a:lnTo>
                <a:lnTo>
                  <a:pt x="589" y="1128"/>
                </a:lnTo>
                <a:lnTo>
                  <a:pt x="607" y="1137"/>
                </a:lnTo>
                <a:lnTo>
                  <a:pt x="625" y="1146"/>
                </a:lnTo>
                <a:lnTo>
                  <a:pt x="642" y="1155"/>
                </a:lnTo>
                <a:lnTo>
                  <a:pt x="660" y="1163"/>
                </a:lnTo>
                <a:lnTo>
                  <a:pt x="678" y="1172"/>
                </a:lnTo>
                <a:lnTo>
                  <a:pt x="696" y="1180"/>
                </a:lnTo>
                <a:lnTo>
                  <a:pt x="714" y="1189"/>
                </a:lnTo>
                <a:lnTo>
                  <a:pt x="732" y="1197"/>
                </a:lnTo>
                <a:lnTo>
                  <a:pt x="749" y="1206"/>
                </a:lnTo>
                <a:lnTo>
                  <a:pt x="767" y="1214"/>
                </a:lnTo>
                <a:lnTo>
                  <a:pt x="785" y="1222"/>
                </a:lnTo>
                <a:lnTo>
                  <a:pt x="803" y="1230"/>
                </a:lnTo>
                <a:lnTo>
                  <a:pt x="821" y="1238"/>
                </a:lnTo>
                <a:lnTo>
                  <a:pt x="839" y="1246"/>
                </a:lnTo>
                <a:lnTo>
                  <a:pt x="857" y="1254"/>
                </a:lnTo>
                <a:lnTo>
                  <a:pt x="874" y="1262"/>
                </a:lnTo>
                <a:lnTo>
                  <a:pt x="892" y="1270"/>
                </a:lnTo>
                <a:lnTo>
                  <a:pt x="910" y="1277"/>
                </a:lnTo>
                <a:lnTo>
                  <a:pt x="928" y="1285"/>
                </a:lnTo>
                <a:lnTo>
                  <a:pt x="946" y="1293"/>
                </a:lnTo>
                <a:lnTo>
                  <a:pt x="964" y="1300"/>
                </a:lnTo>
                <a:lnTo>
                  <a:pt x="981" y="1308"/>
                </a:lnTo>
                <a:lnTo>
                  <a:pt x="999" y="1315"/>
                </a:lnTo>
                <a:lnTo>
                  <a:pt x="1017" y="1322"/>
                </a:lnTo>
                <a:lnTo>
                  <a:pt x="1035" y="1330"/>
                </a:lnTo>
                <a:lnTo>
                  <a:pt x="1053" y="1337"/>
                </a:lnTo>
                <a:lnTo>
                  <a:pt x="1071" y="1344"/>
                </a:lnTo>
                <a:lnTo>
                  <a:pt x="1089" y="1351"/>
                </a:lnTo>
                <a:lnTo>
                  <a:pt x="1106" y="1358"/>
                </a:lnTo>
                <a:lnTo>
                  <a:pt x="1124" y="1365"/>
                </a:lnTo>
                <a:lnTo>
                  <a:pt x="1142" y="1372"/>
                </a:lnTo>
                <a:lnTo>
                  <a:pt x="1160" y="1379"/>
                </a:lnTo>
                <a:lnTo>
                  <a:pt x="1178" y="1386"/>
                </a:lnTo>
                <a:lnTo>
                  <a:pt x="1196" y="1392"/>
                </a:lnTo>
                <a:lnTo>
                  <a:pt x="1213" y="1399"/>
                </a:lnTo>
                <a:lnTo>
                  <a:pt x="1231" y="1405"/>
                </a:lnTo>
                <a:lnTo>
                  <a:pt x="1249" y="1412"/>
                </a:lnTo>
                <a:lnTo>
                  <a:pt x="1267" y="1418"/>
                </a:lnTo>
                <a:lnTo>
                  <a:pt x="1285" y="1425"/>
                </a:lnTo>
                <a:lnTo>
                  <a:pt x="1303" y="1431"/>
                </a:lnTo>
                <a:lnTo>
                  <a:pt x="1321" y="1437"/>
                </a:lnTo>
                <a:lnTo>
                  <a:pt x="1338" y="1443"/>
                </a:lnTo>
                <a:lnTo>
                  <a:pt x="1356" y="1449"/>
                </a:lnTo>
                <a:lnTo>
                  <a:pt x="1374" y="1455"/>
                </a:lnTo>
                <a:lnTo>
                  <a:pt x="1392" y="1461"/>
                </a:lnTo>
                <a:lnTo>
                  <a:pt x="1410" y="1467"/>
                </a:lnTo>
                <a:lnTo>
                  <a:pt x="1428" y="1473"/>
                </a:lnTo>
                <a:lnTo>
                  <a:pt x="1445" y="1479"/>
                </a:lnTo>
                <a:lnTo>
                  <a:pt x="1463" y="1485"/>
                </a:lnTo>
                <a:lnTo>
                  <a:pt x="1481" y="1490"/>
                </a:lnTo>
                <a:lnTo>
                  <a:pt x="1499" y="1496"/>
                </a:lnTo>
                <a:lnTo>
                  <a:pt x="1517" y="1501"/>
                </a:lnTo>
                <a:lnTo>
                  <a:pt x="1535" y="1507"/>
                </a:lnTo>
                <a:lnTo>
                  <a:pt x="1552" y="1512"/>
                </a:lnTo>
                <a:lnTo>
                  <a:pt x="1570" y="1517"/>
                </a:lnTo>
                <a:lnTo>
                  <a:pt x="1588" y="1523"/>
                </a:lnTo>
                <a:lnTo>
                  <a:pt x="1606" y="1528"/>
                </a:lnTo>
                <a:lnTo>
                  <a:pt x="1624" y="1533"/>
                </a:lnTo>
                <a:lnTo>
                  <a:pt x="1642" y="1538"/>
                </a:lnTo>
                <a:lnTo>
                  <a:pt x="1660" y="1543"/>
                </a:lnTo>
                <a:lnTo>
                  <a:pt x="1677" y="1548"/>
                </a:lnTo>
                <a:lnTo>
                  <a:pt x="1695" y="1553"/>
                </a:lnTo>
                <a:lnTo>
                  <a:pt x="1713" y="1558"/>
                </a:lnTo>
                <a:lnTo>
                  <a:pt x="1731" y="1562"/>
                </a:lnTo>
                <a:lnTo>
                  <a:pt x="1749" y="1567"/>
                </a:lnTo>
                <a:lnTo>
                  <a:pt x="1767" y="1572"/>
                </a:lnTo>
                <a:lnTo>
                  <a:pt x="1784" y="1576"/>
                </a:lnTo>
                <a:lnTo>
                  <a:pt x="1802" y="1581"/>
                </a:lnTo>
                <a:lnTo>
                  <a:pt x="1820" y="1585"/>
                </a:lnTo>
                <a:lnTo>
                  <a:pt x="1838" y="1589"/>
                </a:lnTo>
                <a:lnTo>
                  <a:pt x="1856" y="1594"/>
                </a:lnTo>
                <a:lnTo>
                  <a:pt x="1874" y="1598"/>
                </a:lnTo>
                <a:lnTo>
                  <a:pt x="1892" y="1602"/>
                </a:lnTo>
                <a:lnTo>
                  <a:pt x="1909" y="1606"/>
                </a:lnTo>
                <a:lnTo>
                  <a:pt x="1927" y="1610"/>
                </a:lnTo>
                <a:lnTo>
                  <a:pt x="1945" y="1614"/>
                </a:lnTo>
                <a:lnTo>
                  <a:pt x="1963" y="1618"/>
                </a:lnTo>
                <a:lnTo>
                  <a:pt x="1981" y="1622"/>
                </a:lnTo>
                <a:lnTo>
                  <a:pt x="1999" y="1625"/>
                </a:lnTo>
                <a:lnTo>
                  <a:pt x="2016" y="1629"/>
                </a:lnTo>
                <a:lnTo>
                  <a:pt x="2034" y="1633"/>
                </a:lnTo>
                <a:lnTo>
                  <a:pt x="2052" y="1636"/>
                </a:lnTo>
                <a:lnTo>
                  <a:pt x="2070" y="1640"/>
                </a:lnTo>
                <a:lnTo>
                  <a:pt x="2088" y="1643"/>
                </a:lnTo>
                <a:lnTo>
                  <a:pt x="2106" y="1646"/>
                </a:lnTo>
                <a:lnTo>
                  <a:pt x="2124" y="1650"/>
                </a:lnTo>
                <a:lnTo>
                  <a:pt x="2141" y="1653"/>
                </a:lnTo>
                <a:lnTo>
                  <a:pt x="2159" y="1656"/>
                </a:lnTo>
                <a:lnTo>
                  <a:pt x="2177" y="1659"/>
                </a:lnTo>
                <a:lnTo>
                  <a:pt x="2195" y="1662"/>
                </a:lnTo>
                <a:lnTo>
                  <a:pt x="2213" y="1665"/>
                </a:lnTo>
                <a:lnTo>
                  <a:pt x="2231" y="1668"/>
                </a:lnTo>
                <a:lnTo>
                  <a:pt x="2248" y="1671"/>
                </a:lnTo>
                <a:lnTo>
                  <a:pt x="2266" y="1674"/>
                </a:lnTo>
                <a:lnTo>
                  <a:pt x="2284" y="1676"/>
                </a:lnTo>
                <a:lnTo>
                  <a:pt x="2302" y="1679"/>
                </a:lnTo>
                <a:lnTo>
                  <a:pt x="2320" y="1682"/>
                </a:lnTo>
                <a:lnTo>
                  <a:pt x="2338" y="1684"/>
                </a:lnTo>
                <a:lnTo>
                  <a:pt x="2355" y="1687"/>
                </a:lnTo>
                <a:lnTo>
                  <a:pt x="2373" y="1689"/>
                </a:lnTo>
                <a:lnTo>
                  <a:pt x="2391" y="1691"/>
                </a:lnTo>
                <a:lnTo>
                  <a:pt x="2409" y="1693"/>
                </a:lnTo>
                <a:lnTo>
                  <a:pt x="2427" y="1696"/>
                </a:lnTo>
                <a:lnTo>
                  <a:pt x="2445" y="1698"/>
                </a:lnTo>
                <a:lnTo>
                  <a:pt x="2463" y="1700"/>
                </a:lnTo>
                <a:lnTo>
                  <a:pt x="2480" y="1702"/>
                </a:lnTo>
                <a:lnTo>
                  <a:pt x="2498" y="1704"/>
                </a:lnTo>
                <a:lnTo>
                  <a:pt x="2516" y="1706"/>
                </a:lnTo>
                <a:lnTo>
                  <a:pt x="2534" y="1707"/>
                </a:lnTo>
                <a:lnTo>
                  <a:pt x="2552" y="1709"/>
                </a:lnTo>
                <a:lnTo>
                  <a:pt x="2570" y="1711"/>
                </a:lnTo>
                <a:lnTo>
                  <a:pt x="2587" y="1712"/>
                </a:lnTo>
                <a:lnTo>
                  <a:pt x="2605" y="1714"/>
                </a:lnTo>
                <a:lnTo>
                  <a:pt x="2623" y="1715"/>
                </a:lnTo>
                <a:lnTo>
                  <a:pt x="2641" y="1717"/>
                </a:lnTo>
                <a:lnTo>
                  <a:pt x="2659" y="1718"/>
                </a:lnTo>
                <a:lnTo>
                  <a:pt x="2677" y="1719"/>
                </a:lnTo>
                <a:lnTo>
                  <a:pt x="2695" y="1720"/>
                </a:lnTo>
                <a:lnTo>
                  <a:pt x="2712" y="1722"/>
                </a:lnTo>
                <a:lnTo>
                  <a:pt x="2730" y="1723"/>
                </a:lnTo>
                <a:lnTo>
                  <a:pt x="2748" y="1724"/>
                </a:lnTo>
                <a:lnTo>
                  <a:pt x="2766" y="1725"/>
                </a:lnTo>
                <a:lnTo>
                  <a:pt x="2784" y="1725"/>
                </a:lnTo>
                <a:lnTo>
                  <a:pt x="2802" y="1726"/>
                </a:lnTo>
                <a:lnTo>
                  <a:pt x="2819" y="1727"/>
                </a:lnTo>
                <a:lnTo>
                  <a:pt x="2837" y="1728"/>
                </a:lnTo>
                <a:lnTo>
                  <a:pt x="2855" y="1728"/>
                </a:lnTo>
                <a:lnTo>
                  <a:pt x="2873" y="1729"/>
                </a:lnTo>
                <a:lnTo>
                  <a:pt x="2891" y="1729"/>
                </a:lnTo>
                <a:lnTo>
                  <a:pt x="2909" y="1730"/>
                </a:lnTo>
                <a:lnTo>
                  <a:pt x="2927" y="1730"/>
                </a:lnTo>
                <a:lnTo>
                  <a:pt x="2944" y="1730"/>
                </a:lnTo>
                <a:lnTo>
                  <a:pt x="2962" y="1731"/>
                </a:lnTo>
                <a:lnTo>
                  <a:pt x="2980" y="1731"/>
                </a:lnTo>
                <a:lnTo>
                  <a:pt x="2998" y="1731"/>
                </a:lnTo>
                <a:lnTo>
                  <a:pt x="3016" y="1731"/>
                </a:lnTo>
                <a:lnTo>
                  <a:pt x="3034" y="1731"/>
                </a:lnTo>
                <a:lnTo>
                  <a:pt x="3051" y="1731"/>
                </a:lnTo>
                <a:lnTo>
                  <a:pt x="3069" y="1730"/>
                </a:lnTo>
                <a:lnTo>
                  <a:pt x="3087" y="1730"/>
                </a:lnTo>
                <a:lnTo>
                  <a:pt x="3105" y="1730"/>
                </a:lnTo>
                <a:lnTo>
                  <a:pt x="3123" y="1730"/>
                </a:lnTo>
                <a:lnTo>
                  <a:pt x="3141" y="1729"/>
                </a:lnTo>
                <a:lnTo>
                  <a:pt x="3158" y="1729"/>
                </a:lnTo>
                <a:lnTo>
                  <a:pt x="3176" y="1728"/>
                </a:lnTo>
                <a:lnTo>
                  <a:pt x="3194" y="1727"/>
                </a:lnTo>
                <a:lnTo>
                  <a:pt x="3212" y="1727"/>
                </a:lnTo>
                <a:lnTo>
                  <a:pt x="3230" y="1726"/>
                </a:lnTo>
                <a:lnTo>
                  <a:pt x="3248" y="1725"/>
                </a:lnTo>
                <a:lnTo>
                  <a:pt x="3266" y="1724"/>
                </a:lnTo>
                <a:lnTo>
                  <a:pt x="3283" y="1723"/>
                </a:lnTo>
                <a:lnTo>
                  <a:pt x="3301" y="1722"/>
                </a:lnTo>
                <a:lnTo>
                  <a:pt x="3319" y="1721"/>
                </a:lnTo>
                <a:lnTo>
                  <a:pt x="3337" y="1720"/>
                </a:lnTo>
                <a:lnTo>
                  <a:pt x="3355" y="1719"/>
                </a:lnTo>
                <a:lnTo>
                  <a:pt x="3373" y="1717"/>
                </a:lnTo>
                <a:lnTo>
                  <a:pt x="3390" y="1716"/>
                </a:lnTo>
                <a:lnTo>
                  <a:pt x="3408" y="1715"/>
                </a:lnTo>
                <a:lnTo>
                  <a:pt x="3426" y="1713"/>
                </a:lnTo>
                <a:lnTo>
                  <a:pt x="3444" y="1712"/>
                </a:lnTo>
                <a:lnTo>
                  <a:pt x="3462" y="1710"/>
                </a:lnTo>
                <a:lnTo>
                  <a:pt x="3480" y="1708"/>
                </a:lnTo>
                <a:lnTo>
                  <a:pt x="3498" y="1707"/>
                </a:lnTo>
                <a:lnTo>
                  <a:pt x="3515" y="1705"/>
                </a:lnTo>
                <a:lnTo>
                  <a:pt x="3533" y="1703"/>
                </a:lnTo>
                <a:lnTo>
                  <a:pt x="3551" y="1701"/>
                </a:lnTo>
                <a:lnTo>
                  <a:pt x="3569" y="1699"/>
                </a:lnTo>
                <a:lnTo>
                  <a:pt x="3587" y="1697"/>
                </a:lnTo>
                <a:lnTo>
                  <a:pt x="3605" y="1695"/>
                </a:lnTo>
                <a:lnTo>
                  <a:pt x="3622" y="1693"/>
                </a:lnTo>
                <a:lnTo>
                  <a:pt x="3640" y="1690"/>
                </a:lnTo>
                <a:lnTo>
                  <a:pt x="3658" y="1688"/>
                </a:lnTo>
                <a:lnTo>
                  <a:pt x="3676" y="1686"/>
                </a:lnTo>
                <a:lnTo>
                  <a:pt x="3694" y="1683"/>
                </a:lnTo>
                <a:lnTo>
                  <a:pt x="3712" y="1681"/>
                </a:lnTo>
                <a:lnTo>
                  <a:pt x="3730" y="1678"/>
                </a:lnTo>
                <a:lnTo>
                  <a:pt x="3747" y="1675"/>
                </a:lnTo>
                <a:lnTo>
                  <a:pt x="3765" y="1673"/>
                </a:lnTo>
                <a:lnTo>
                  <a:pt x="3783" y="1670"/>
                </a:lnTo>
                <a:lnTo>
                  <a:pt x="3801" y="1667"/>
                </a:lnTo>
                <a:lnTo>
                  <a:pt x="3819" y="1664"/>
                </a:lnTo>
                <a:lnTo>
                  <a:pt x="3837" y="1661"/>
                </a:lnTo>
                <a:lnTo>
                  <a:pt x="3854" y="1658"/>
                </a:lnTo>
                <a:lnTo>
                  <a:pt x="3872" y="1655"/>
                </a:lnTo>
                <a:lnTo>
                  <a:pt x="3890" y="1652"/>
                </a:lnTo>
                <a:lnTo>
                  <a:pt x="3908" y="1648"/>
                </a:lnTo>
                <a:lnTo>
                  <a:pt x="3926" y="1645"/>
                </a:lnTo>
                <a:lnTo>
                  <a:pt x="3944" y="1642"/>
                </a:lnTo>
                <a:lnTo>
                  <a:pt x="3962" y="1638"/>
                </a:lnTo>
                <a:lnTo>
                  <a:pt x="3979" y="1635"/>
                </a:lnTo>
                <a:lnTo>
                  <a:pt x="3997" y="1631"/>
                </a:lnTo>
                <a:lnTo>
                  <a:pt x="4015" y="1628"/>
                </a:lnTo>
                <a:lnTo>
                  <a:pt x="4033" y="1624"/>
                </a:lnTo>
                <a:lnTo>
                  <a:pt x="4051" y="1620"/>
                </a:lnTo>
                <a:lnTo>
                  <a:pt x="4069" y="1616"/>
                </a:lnTo>
                <a:lnTo>
                  <a:pt x="4086" y="1612"/>
                </a:lnTo>
                <a:lnTo>
                  <a:pt x="4104" y="1608"/>
                </a:lnTo>
                <a:lnTo>
                  <a:pt x="4122" y="1604"/>
                </a:lnTo>
                <a:lnTo>
                  <a:pt x="4140" y="1600"/>
                </a:lnTo>
                <a:lnTo>
                  <a:pt x="4158" y="1596"/>
                </a:lnTo>
                <a:lnTo>
                  <a:pt x="4176" y="1592"/>
                </a:lnTo>
                <a:lnTo>
                  <a:pt x="4193" y="1588"/>
                </a:lnTo>
                <a:lnTo>
                  <a:pt x="4211" y="1583"/>
                </a:lnTo>
                <a:lnTo>
                  <a:pt x="4229" y="1579"/>
                </a:lnTo>
                <a:lnTo>
                  <a:pt x="4247" y="1574"/>
                </a:lnTo>
                <a:lnTo>
                  <a:pt x="4265" y="1570"/>
                </a:lnTo>
                <a:lnTo>
                  <a:pt x="4283" y="1565"/>
                </a:lnTo>
                <a:lnTo>
                  <a:pt x="4301" y="1561"/>
                </a:lnTo>
                <a:lnTo>
                  <a:pt x="4318" y="1556"/>
                </a:lnTo>
                <a:lnTo>
                  <a:pt x="4336" y="1551"/>
                </a:lnTo>
                <a:lnTo>
                  <a:pt x="4354" y="1546"/>
                </a:lnTo>
                <a:lnTo>
                  <a:pt x="4372" y="1541"/>
                </a:lnTo>
                <a:lnTo>
                  <a:pt x="4390" y="1536"/>
                </a:lnTo>
                <a:lnTo>
                  <a:pt x="4408" y="1531"/>
                </a:lnTo>
                <a:lnTo>
                  <a:pt x="4425" y="1526"/>
                </a:lnTo>
                <a:lnTo>
                  <a:pt x="4443" y="1521"/>
                </a:lnTo>
                <a:lnTo>
                  <a:pt x="4461" y="1515"/>
                </a:lnTo>
                <a:lnTo>
                  <a:pt x="4479" y="1510"/>
                </a:lnTo>
                <a:lnTo>
                  <a:pt x="4497" y="1505"/>
                </a:lnTo>
                <a:lnTo>
                  <a:pt x="4515" y="1499"/>
                </a:lnTo>
                <a:lnTo>
                  <a:pt x="4533" y="1494"/>
                </a:lnTo>
                <a:lnTo>
                  <a:pt x="4550" y="1488"/>
                </a:lnTo>
                <a:lnTo>
                  <a:pt x="4568" y="1482"/>
                </a:lnTo>
                <a:lnTo>
                  <a:pt x="4586" y="1477"/>
                </a:lnTo>
                <a:lnTo>
                  <a:pt x="4604" y="1471"/>
                </a:lnTo>
                <a:lnTo>
                  <a:pt x="4622" y="1465"/>
                </a:lnTo>
                <a:lnTo>
                  <a:pt x="4640" y="1459"/>
                </a:lnTo>
                <a:lnTo>
                  <a:pt x="4657" y="1453"/>
                </a:lnTo>
                <a:lnTo>
                  <a:pt x="4675" y="1447"/>
                </a:lnTo>
                <a:lnTo>
                  <a:pt x="4693" y="1441"/>
                </a:lnTo>
                <a:lnTo>
                  <a:pt x="4711" y="1435"/>
                </a:lnTo>
                <a:lnTo>
                  <a:pt x="4729" y="1429"/>
                </a:lnTo>
                <a:lnTo>
                  <a:pt x="4747" y="1422"/>
                </a:lnTo>
                <a:lnTo>
                  <a:pt x="4765" y="1416"/>
                </a:lnTo>
                <a:lnTo>
                  <a:pt x="4782" y="1409"/>
                </a:lnTo>
                <a:lnTo>
                  <a:pt x="4800" y="1403"/>
                </a:lnTo>
                <a:lnTo>
                  <a:pt x="4818" y="1396"/>
                </a:lnTo>
                <a:lnTo>
                  <a:pt x="4836" y="1390"/>
                </a:lnTo>
                <a:lnTo>
                  <a:pt x="4854" y="1383"/>
                </a:lnTo>
                <a:lnTo>
                  <a:pt x="4872" y="1376"/>
                </a:lnTo>
                <a:lnTo>
                  <a:pt x="4889" y="1369"/>
                </a:lnTo>
                <a:lnTo>
                  <a:pt x="4907" y="1362"/>
                </a:lnTo>
                <a:lnTo>
                  <a:pt x="4925" y="1355"/>
                </a:lnTo>
                <a:lnTo>
                  <a:pt x="4943" y="1348"/>
                </a:lnTo>
                <a:lnTo>
                  <a:pt x="4961" y="1341"/>
                </a:lnTo>
                <a:lnTo>
                  <a:pt x="4979" y="1334"/>
                </a:lnTo>
                <a:lnTo>
                  <a:pt x="4996" y="1327"/>
                </a:lnTo>
                <a:lnTo>
                  <a:pt x="5014" y="1320"/>
                </a:lnTo>
                <a:lnTo>
                  <a:pt x="5032" y="1312"/>
                </a:lnTo>
                <a:lnTo>
                  <a:pt x="5050" y="1305"/>
                </a:lnTo>
                <a:lnTo>
                  <a:pt x="5068" y="1297"/>
                </a:lnTo>
                <a:lnTo>
                  <a:pt x="5086" y="1290"/>
                </a:lnTo>
                <a:lnTo>
                  <a:pt x="5104" y="1282"/>
                </a:lnTo>
                <a:lnTo>
                  <a:pt x="5121" y="1274"/>
                </a:lnTo>
                <a:lnTo>
                  <a:pt x="5139" y="1267"/>
                </a:lnTo>
                <a:lnTo>
                  <a:pt x="5157" y="1259"/>
                </a:lnTo>
                <a:lnTo>
                  <a:pt x="5175" y="1251"/>
                </a:lnTo>
                <a:lnTo>
                  <a:pt x="5193" y="1243"/>
                </a:lnTo>
                <a:lnTo>
                  <a:pt x="5211" y="1235"/>
                </a:lnTo>
                <a:lnTo>
                  <a:pt x="5228" y="1227"/>
                </a:lnTo>
                <a:lnTo>
                  <a:pt x="5246" y="1219"/>
                </a:lnTo>
                <a:lnTo>
                  <a:pt x="5264" y="1211"/>
                </a:lnTo>
                <a:lnTo>
                  <a:pt x="5282" y="1202"/>
                </a:lnTo>
                <a:lnTo>
                  <a:pt x="5300" y="1194"/>
                </a:lnTo>
                <a:lnTo>
                  <a:pt x="5318" y="1186"/>
                </a:lnTo>
                <a:lnTo>
                  <a:pt x="5336" y="1177"/>
                </a:lnTo>
                <a:lnTo>
                  <a:pt x="5353" y="1169"/>
                </a:lnTo>
                <a:lnTo>
                  <a:pt x="5371" y="1160"/>
                </a:lnTo>
                <a:lnTo>
                  <a:pt x="5389" y="1151"/>
                </a:lnTo>
                <a:lnTo>
                  <a:pt x="5407" y="1143"/>
                </a:lnTo>
                <a:lnTo>
                  <a:pt x="5425" y="1134"/>
                </a:lnTo>
                <a:lnTo>
                  <a:pt x="5443" y="1125"/>
                </a:lnTo>
                <a:lnTo>
                  <a:pt x="5460" y="1116"/>
                </a:lnTo>
                <a:lnTo>
                  <a:pt x="5478" y="1107"/>
                </a:lnTo>
                <a:lnTo>
                  <a:pt x="5496" y="1098"/>
                </a:lnTo>
                <a:lnTo>
                  <a:pt x="5514" y="1089"/>
                </a:lnTo>
                <a:lnTo>
                  <a:pt x="5532" y="1080"/>
                </a:lnTo>
                <a:lnTo>
                  <a:pt x="5550" y="1070"/>
                </a:lnTo>
                <a:lnTo>
                  <a:pt x="5568" y="1061"/>
                </a:lnTo>
                <a:lnTo>
                  <a:pt x="5585" y="1052"/>
                </a:lnTo>
                <a:lnTo>
                  <a:pt x="5603" y="1042"/>
                </a:lnTo>
                <a:lnTo>
                  <a:pt x="5621" y="1033"/>
                </a:lnTo>
                <a:lnTo>
                  <a:pt x="5639" y="1023"/>
                </a:lnTo>
                <a:lnTo>
                  <a:pt x="5657" y="1013"/>
                </a:lnTo>
                <a:lnTo>
                  <a:pt x="5675" y="1004"/>
                </a:lnTo>
                <a:lnTo>
                  <a:pt x="5692" y="994"/>
                </a:lnTo>
                <a:lnTo>
                  <a:pt x="5710" y="984"/>
                </a:lnTo>
                <a:lnTo>
                  <a:pt x="5728" y="974"/>
                </a:lnTo>
                <a:lnTo>
                  <a:pt x="5746" y="964"/>
                </a:lnTo>
                <a:lnTo>
                  <a:pt x="5764" y="954"/>
                </a:lnTo>
                <a:lnTo>
                  <a:pt x="5782" y="944"/>
                </a:lnTo>
                <a:lnTo>
                  <a:pt x="5799" y="934"/>
                </a:lnTo>
                <a:lnTo>
                  <a:pt x="5817" y="924"/>
                </a:lnTo>
                <a:lnTo>
                  <a:pt x="5835" y="913"/>
                </a:lnTo>
                <a:lnTo>
                  <a:pt x="5853" y="903"/>
                </a:lnTo>
                <a:lnTo>
                  <a:pt x="5871" y="893"/>
                </a:lnTo>
                <a:lnTo>
                  <a:pt x="5889" y="882"/>
                </a:lnTo>
                <a:lnTo>
                  <a:pt x="5907" y="872"/>
                </a:lnTo>
                <a:lnTo>
                  <a:pt x="5924" y="861"/>
                </a:lnTo>
                <a:lnTo>
                  <a:pt x="5942" y="850"/>
                </a:lnTo>
                <a:lnTo>
                  <a:pt x="5960" y="839"/>
                </a:lnTo>
                <a:lnTo>
                  <a:pt x="5978" y="829"/>
                </a:lnTo>
                <a:lnTo>
                  <a:pt x="5996" y="818"/>
                </a:lnTo>
                <a:lnTo>
                  <a:pt x="6014" y="807"/>
                </a:lnTo>
                <a:lnTo>
                  <a:pt x="6031" y="796"/>
                </a:lnTo>
                <a:lnTo>
                  <a:pt x="6049" y="785"/>
                </a:lnTo>
                <a:lnTo>
                  <a:pt x="6067" y="774"/>
                </a:lnTo>
                <a:lnTo>
                  <a:pt x="6085" y="762"/>
                </a:lnTo>
                <a:lnTo>
                  <a:pt x="6103" y="751"/>
                </a:lnTo>
                <a:lnTo>
                  <a:pt x="6121" y="740"/>
                </a:lnTo>
                <a:lnTo>
                  <a:pt x="6139" y="728"/>
                </a:lnTo>
                <a:lnTo>
                  <a:pt x="6156" y="717"/>
                </a:lnTo>
                <a:lnTo>
                  <a:pt x="6174" y="705"/>
                </a:lnTo>
                <a:lnTo>
                  <a:pt x="6192" y="694"/>
                </a:lnTo>
                <a:lnTo>
                  <a:pt x="6210" y="682"/>
                </a:lnTo>
                <a:lnTo>
                  <a:pt x="6228" y="670"/>
                </a:lnTo>
                <a:lnTo>
                  <a:pt x="6246" y="658"/>
                </a:lnTo>
                <a:lnTo>
                  <a:pt x="6263" y="647"/>
                </a:lnTo>
                <a:lnTo>
                  <a:pt x="6281" y="635"/>
                </a:lnTo>
                <a:lnTo>
                  <a:pt x="6299" y="623"/>
                </a:lnTo>
                <a:lnTo>
                  <a:pt x="6317" y="611"/>
                </a:lnTo>
                <a:lnTo>
                  <a:pt x="6335" y="598"/>
                </a:lnTo>
                <a:lnTo>
                  <a:pt x="6353" y="586"/>
                </a:lnTo>
                <a:lnTo>
                  <a:pt x="6371" y="574"/>
                </a:lnTo>
                <a:lnTo>
                  <a:pt x="6388" y="562"/>
                </a:lnTo>
                <a:lnTo>
                  <a:pt x="6406" y="549"/>
                </a:lnTo>
                <a:lnTo>
                  <a:pt x="6424" y="537"/>
                </a:lnTo>
                <a:lnTo>
                  <a:pt x="6442" y="524"/>
                </a:lnTo>
                <a:lnTo>
                  <a:pt x="6460" y="512"/>
                </a:lnTo>
                <a:lnTo>
                  <a:pt x="6478" y="499"/>
                </a:lnTo>
                <a:lnTo>
                  <a:pt x="6495" y="486"/>
                </a:lnTo>
                <a:lnTo>
                  <a:pt x="6513" y="474"/>
                </a:lnTo>
                <a:lnTo>
                  <a:pt x="6531" y="461"/>
                </a:lnTo>
                <a:lnTo>
                  <a:pt x="6549" y="448"/>
                </a:lnTo>
                <a:lnTo>
                  <a:pt x="6567" y="435"/>
                </a:lnTo>
                <a:lnTo>
                  <a:pt x="6585" y="422"/>
                </a:lnTo>
                <a:lnTo>
                  <a:pt x="6603" y="409"/>
                </a:lnTo>
                <a:lnTo>
                  <a:pt x="6620" y="395"/>
                </a:lnTo>
                <a:lnTo>
                  <a:pt x="6638" y="382"/>
                </a:lnTo>
                <a:lnTo>
                  <a:pt x="6656" y="369"/>
                </a:lnTo>
                <a:lnTo>
                  <a:pt x="6674" y="356"/>
                </a:lnTo>
                <a:lnTo>
                  <a:pt x="6692" y="342"/>
                </a:lnTo>
                <a:lnTo>
                  <a:pt x="6710" y="329"/>
                </a:lnTo>
                <a:lnTo>
                  <a:pt x="6727" y="315"/>
                </a:lnTo>
                <a:lnTo>
                  <a:pt x="6745" y="301"/>
                </a:lnTo>
                <a:lnTo>
                  <a:pt x="6763" y="288"/>
                </a:lnTo>
                <a:lnTo>
                  <a:pt x="6781" y="274"/>
                </a:lnTo>
                <a:lnTo>
                  <a:pt x="6799" y="260"/>
                </a:lnTo>
                <a:lnTo>
                  <a:pt x="6817" y="246"/>
                </a:lnTo>
                <a:lnTo>
                  <a:pt x="6834" y="232"/>
                </a:lnTo>
                <a:lnTo>
                  <a:pt x="6852" y="218"/>
                </a:lnTo>
                <a:lnTo>
                  <a:pt x="6870" y="204"/>
                </a:lnTo>
                <a:lnTo>
                  <a:pt x="6888" y="190"/>
                </a:lnTo>
                <a:lnTo>
                  <a:pt x="6906" y="176"/>
                </a:lnTo>
                <a:lnTo>
                  <a:pt x="6924" y="161"/>
                </a:lnTo>
                <a:lnTo>
                  <a:pt x="6942" y="147"/>
                </a:lnTo>
                <a:lnTo>
                  <a:pt x="6959" y="133"/>
                </a:lnTo>
                <a:lnTo>
                  <a:pt x="6977" y="118"/>
                </a:lnTo>
                <a:lnTo>
                  <a:pt x="6995" y="104"/>
                </a:lnTo>
                <a:lnTo>
                  <a:pt x="7013" y="89"/>
                </a:lnTo>
                <a:lnTo>
                  <a:pt x="7031" y="74"/>
                </a:lnTo>
                <a:lnTo>
                  <a:pt x="7049" y="60"/>
                </a:lnTo>
                <a:lnTo>
                  <a:pt x="7066" y="45"/>
                </a:lnTo>
                <a:lnTo>
                  <a:pt x="7084" y="30"/>
                </a:lnTo>
                <a:lnTo>
                  <a:pt x="7102" y="15"/>
                </a:lnTo>
                <a:lnTo>
                  <a:pt x="7120" y="0"/>
                </a:lnTo>
              </a:path>
            </a:pathLst>
          </a:custGeom>
          <a:noFill/>
          <a:ln w="25400">
            <a:solidFill>
              <a:srgbClr val="181D16"/>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896112" y="3834994"/>
            <a:ext cx="6510528" cy="742493"/>
          </a:xfrm>
          <a:custGeom>
            <a:avLst/>
            <a:gdLst/>
            <a:ahLst/>
            <a:cxnLst/>
            <a:rect l="l" t="t" r="r" b="b"/>
            <a:pathLst>
              <a:path w="7120" h="812">
                <a:moveTo>
                  <a:pt x="0" y="812"/>
                </a:moveTo>
                <a:lnTo>
                  <a:pt x="18" y="810"/>
                </a:lnTo>
                <a:lnTo>
                  <a:pt x="36" y="808"/>
                </a:lnTo>
                <a:lnTo>
                  <a:pt x="54" y="806"/>
                </a:lnTo>
                <a:lnTo>
                  <a:pt x="71" y="804"/>
                </a:lnTo>
                <a:lnTo>
                  <a:pt x="89" y="802"/>
                </a:lnTo>
                <a:lnTo>
                  <a:pt x="107" y="800"/>
                </a:lnTo>
                <a:lnTo>
                  <a:pt x="125" y="798"/>
                </a:lnTo>
                <a:lnTo>
                  <a:pt x="143" y="796"/>
                </a:lnTo>
                <a:lnTo>
                  <a:pt x="161" y="794"/>
                </a:lnTo>
                <a:lnTo>
                  <a:pt x="178" y="792"/>
                </a:lnTo>
                <a:lnTo>
                  <a:pt x="196" y="790"/>
                </a:lnTo>
                <a:lnTo>
                  <a:pt x="214" y="788"/>
                </a:lnTo>
                <a:lnTo>
                  <a:pt x="232" y="786"/>
                </a:lnTo>
                <a:lnTo>
                  <a:pt x="250" y="784"/>
                </a:lnTo>
                <a:lnTo>
                  <a:pt x="268" y="782"/>
                </a:lnTo>
                <a:lnTo>
                  <a:pt x="286" y="780"/>
                </a:lnTo>
                <a:lnTo>
                  <a:pt x="303" y="778"/>
                </a:lnTo>
                <a:lnTo>
                  <a:pt x="321" y="776"/>
                </a:lnTo>
                <a:lnTo>
                  <a:pt x="339" y="774"/>
                </a:lnTo>
                <a:lnTo>
                  <a:pt x="357" y="772"/>
                </a:lnTo>
                <a:lnTo>
                  <a:pt x="375" y="770"/>
                </a:lnTo>
                <a:lnTo>
                  <a:pt x="393" y="767"/>
                </a:lnTo>
                <a:lnTo>
                  <a:pt x="410" y="765"/>
                </a:lnTo>
                <a:lnTo>
                  <a:pt x="428" y="763"/>
                </a:lnTo>
                <a:lnTo>
                  <a:pt x="446" y="761"/>
                </a:lnTo>
                <a:lnTo>
                  <a:pt x="464" y="759"/>
                </a:lnTo>
                <a:lnTo>
                  <a:pt x="482" y="757"/>
                </a:lnTo>
                <a:lnTo>
                  <a:pt x="500" y="755"/>
                </a:lnTo>
                <a:lnTo>
                  <a:pt x="517" y="753"/>
                </a:lnTo>
                <a:lnTo>
                  <a:pt x="535" y="751"/>
                </a:lnTo>
                <a:lnTo>
                  <a:pt x="553" y="749"/>
                </a:lnTo>
                <a:lnTo>
                  <a:pt x="571" y="747"/>
                </a:lnTo>
                <a:lnTo>
                  <a:pt x="589" y="745"/>
                </a:lnTo>
                <a:lnTo>
                  <a:pt x="607" y="743"/>
                </a:lnTo>
                <a:lnTo>
                  <a:pt x="625" y="741"/>
                </a:lnTo>
                <a:lnTo>
                  <a:pt x="642" y="739"/>
                </a:lnTo>
                <a:lnTo>
                  <a:pt x="660" y="737"/>
                </a:lnTo>
                <a:lnTo>
                  <a:pt x="678" y="735"/>
                </a:lnTo>
                <a:lnTo>
                  <a:pt x="696" y="733"/>
                </a:lnTo>
                <a:lnTo>
                  <a:pt x="714" y="731"/>
                </a:lnTo>
                <a:lnTo>
                  <a:pt x="732" y="729"/>
                </a:lnTo>
                <a:lnTo>
                  <a:pt x="749" y="727"/>
                </a:lnTo>
                <a:lnTo>
                  <a:pt x="767" y="725"/>
                </a:lnTo>
                <a:lnTo>
                  <a:pt x="785" y="723"/>
                </a:lnTo>
                <a:lnTo>
                  <a:pt x="803" y="721"/>
                </a:lnTo>
                <a:lnTo>
                  <a:pt x="821" y="719"/>
                </a:lnTo>
                <a:lnTo>
                  <a:pt x="839" y="717"/>
                </a:lnTo>
                <a:lnTo>
                  <a:pt x="857" y="715"/>
                </a:lnTo>
                <a:lnTo>
                  <a:pt x="874" y="712"/>
                </a:lnTo>
                <a:lnTo>
                  <a:pt x="892" y="710"/>
                </a:lnTo>
                <a:lnTo>
                  <a:pt x="910" y="708"/>
                </a:lnTo>
                <a:lnTo>
                  <a:pt x="928" y="706"/>
                </a:lnTo>
                <a:lnTo>
                  <a:pt x="946" y="704"/>
                </a:lnTo>
                <a:lnTo>
                  <a:pt x="964" y="702"/>
                </a:lnTo>
                <a:lnTo>
                  <a:pt x="981" y="700"/>
                </a:lnTo>
                <a:lnTo>
                  <a:pt x="999" y="698"/>
                </a:lnTo>
                <a:lnTo>
                  <a:pt x="1017" y="696"/>
                </a:lnTo>
                <a:lnTo>
                  <a:pt x="1035" y="694"/>
                </a:lnTo>
                <a:lnTo>
                  <a:pt x="1053" y="692"/>
                </a:lnTo>
                <a:lnTo>
                  <a:pt x="1071" y="690"/>
                </a:lnTo>
                <a:lnTo>
                  <a:pt x="1089" y="688"/>
                </a:lnTo>
                <a:lnTo>
                  <a:pt x="1106" y="686"/>
                </a:lnTo>
                <a:lnTo>
                  <a:pt x="1124" y="684"/>
                </a:lnTo>
                <a:lnTo>
                  <a:pt x="1142" y="682"/>
                </a:lnTo>
                <a:lnTo>
                  <a:pt x="1160" y="680"/>
                </a:lnTo>
                <a:lnTo>
                  <a:pt x="1178" y="678"/>
                </a:lnTo>
                <a:lnTo>
                  <a:pt x="1196" y="676"/>
                </a:lnTo>
                <a:lnTo>
                  <a:pt x="1213" y="674"/>
                </a:lnTo>
                <a:lnTo>
                  <a:pt x="1231" y="672"/>
                </a:lnTo>
                <a:lnTo>
                  <a:pt x="1249" y="670"/>
                </a:lnTo>
                <a:lnTo>
                  <a:pt x="1267" y="668"/>
                </a:lnTo>
                <a:lnTo>
                  <a:pt x="1285" y="666"/>
                </a:lnTo>
                <a:lnTo>
                  <a:pt x="1303" y="664"/>
                </a:lnTo>
                <a:lnTo>
                  <a:pt x="1321" y="662"/>
                </a:lnTo>
                <a:lnTo>
                  <a:pt x="1338" y="660"/>
                </a:lnTo>
                <a:lnTo>
                  <a:pt x="1356" y="658"/>
                </a:lnTo>
                <a:lnTo>
                  <a:pt x="1374" y="655"/>
                </a:lnTo>
                <a:lnTo>
                  <a:pt x="1392" y="653"/>
                </a:lnTo>
                <a:lnTo>
                  <a:pt x="1410" y="651"/>
                </a:lnTo>
                <a:lnTo>
                  <a:pt x="1428" y="649"/>
                </a:lnTo>
                <a:lnTo>
                  <a:pt x="1445" y="647"/>
                </a:lnTo>
                <a:lnTo>
                  <a:pt x="1463" y="645"/>
                </a:lnTo>
                <a:lnTo>
                  <a:pt x="1481" y="643"/>
                </a:lnTo>
                <a:lnTo>
                  <a:pt x="1499" y="641"/>
                </a:lnTo>
                <a:lnTo>
                  <a:pt x="1517" y="639"/>
                </a:lnTo>
                <a:lnTo>
                  <a:pt x="1535" y="637"/>
                </a:lnTo>
                <a:lnTo>
                  <a:pt x="1552" y="635"/>
                </a:lnTo>
                <a:lnTo>
                  <a:pt x="1570" y="633"/>
                </a:lnTo>
                <a:lnTo>
                  <a:pt x="1588" y="631"/>
                </a:lnTo>
                <a:lnTo>
                  <a:pt x="1606" y="629"/>
                </a:lnTo>
                <a:lnTo>
                  <a:pt x="1624" y="627"/>
                </a:lnTo>
                <a:lnTo>
                  <a:pt x="1642" y="625"/>
                </a:lnTo>
                <a:lnTo>
                  <a:pt x="1660" y="623"/>
                </a:lnTo>
                <a:lnTo>
                  <a:pt x="1677" y="621"/>
                </a:lnTo>
                <a:lnTo>
                  <a:pt x="1695" y="619"/>
                </a:lnTo>
                <a:lnTo>
                  <a:pt x="1713" y="617"/>
                </a:lnTo>
                <a:lnTo>
                  <a:pt x="1731" y="615"/>
                </a:lnTo>
                <a:lnTo>
                  <a:pt x="1749" y="613"/>
                </a:lnTo>
                <a:lnTo>
                  <a:pt x="1767" y="611"/>
                </a:lnTo>
                <a:lnTo>
                  <a:pt x="1784" y="609"/>
                </a:lnTo>
                <a:lnTo>
                  <a:pt x="1802" y="607"/>
                </a:lnTo>
                <a:lnTo>
                  <a:pt x="1820" y="605"/>
                </a:lnTo>
                <a:lnTo>
                  <a:pt x="1838" y="603"/>
                </a:lnTo>
                <a:lnTo>
                  <a:pt x="1856" y="601"/>
                </a:lnTo>
                <a:lnTo>
                  <a:pt x="1874" y="598"/>
                </a:lnTo>
                <a:lnTo>
                  <a:pt x="1892" y="596"/>
                </a:lnTo>
                <a:lnTo>
                  <a:pt x="1909" y="594"/>
                </a:lnTo>
                <a:lnTo>
                  <a:pt x="1927" y="592"/>
                </a:lnTo>
                <a:lnTo>
                  <a:pt x="1945" y="590"/>
                </a:lnTo>
                <a:lnTo>
                  <a:pt x="1963" y="588"/>
                </a:lnTo>
                <a:lnTo>
                  <a:pt x="1981" y="586"/>
                </a:lnTo>
                <a:lnTo>
                  <a:pt x="1999" y="584"/>
                </a:lnTo>
                <a:lnTo>
                  <a:pt x="2016" y="582"/>
                </a:lnTo>
                <a:lnTo>
                  <a:pt x="2034" y="580"/>
                </a:lnTo>
                <a:lnTo>
                  <a:pt x="2052" y="578"/>
                </a:lnTo>
                <a:lnTo>
                  <a:pt x="2070" y="576"/>
                </a:lnTo>
                <a:lnTo>
                  <a:pt x="2088" y="574"/>
                </a:lnTo>
                <a:lnTo>
                  <a:pt x="2106" y="572"/>
                </a:lnTo>
                <a:lnTo>
                  <a:pt x="2124" y="570"/>
                </a:lnTo>
                <a:lnTo>
                  <a:pt x="2141" y="568"/>
                </a:lnTo>
                <a:lnTo>
                  <a:pt x="2159" y="566"/>
                </a:lnTo>
                <a:lnTo>
                  <a:pt x="2177" y="564"/>
                </a:lnTo>
                <a:lnTo>
                  <a:pt x="2195" y="562"/>
                </a:lnTo>
                <a:lnTo>
                  <a:pt x="2213" y="560"/>
                </a:lnTo>
                <a:lnTo>
                  <a:pt x="2231" y="558"/>
                </a:lnTo>
                <a:lnTo>
                  <a:pt x="2248" y="556"/>
                </a:lnTo>
                <a:lnTo>
                  <a:pt x="2266" y="554"/>
                </a:lnTo>
                <a:lnTo>
                  <a:pt x="2284" y="552"/>
                </a:lnTo>
                <a:lnTo>
                  <a:pt x="2302" y="550"/>
                </a:lnTo>
                <a:lnTo>
                  <a:pt x="2320" y="548"/>
                </a:lnTo>
                <a:lnTo>
                  <a:pt x="2338" y="546"/>
                </a:lnTo>
                <a:lnTo>
                  <a:pt x="2355" y="543"/>
                </a:lnTo>
                <a:lnTo>
                  <a:pt x="2373" y="541"/>
                </a:lnTo>
                <a:lnTo>
                  <a:pt x="2391" y="539"/>
                </a:lnTo>
                <a:lnTo>
                  <a:pt x="2409" y="537"/>
                </a:lnTo>
                <a:lnTo>
                  <a:pt x="2427" y="535"/>
                </a:lnTo>
                <a:lnTo>
                  <a:pt x="2445" y="533"/>
                </a:lnTo>
                <a:lnTo>
                  <a:pt x="2463" y="531"/>
                </a:lnTo>
                <a:lnTo>
                  <a:pt x="2480" y="529"/>
                </a:lnTo>
                <a:lnTo>
                  <a:pt x="2498" y="527"/>
                </a:lnTo>
                <a:lnTo>
                  <a:pt x="2516" y="525"/>
                </a:lnTo>
                <a:lnTo>
                  <a:pt x="2534" y="523"/>
                </a:lnTo>
                <a:lnTo>
                  <a:pt x="2552" y="521"/>
                </a:lnTo>
                <a:lnTo>
                  <a:pt x="2570" y="519"/>
                </a:lnTo>
                <a:lnTo>
                  <a:pt x="2587" y="517"/>
                </a:lnTo>
                <a:lnTo>
                  <a:pt x="2605" y="515"/>
                </a:lnTo>
                <a:lnTo>
                  <a:pt x="2623" y="513"/>
                </a:lnTo>
                <a:lnTo>
                  <a:pt x="2641" y="511"/>
                </a:lnTo>
                <a:lnTo>
                  <a:pt x="2659" y="509"/>
                </a:lnTo>
                <a:lnTo>
                  <a:pt x="2677" y="507"/>
                </a:lnTo>
                <a:lnTo>
                  <a:pt x="2695" y="505"/>
                </a:lnTo>
                <a:lnTo>
                  <a:pt x="2712" y="503"/>
                </a:lnTo>
                <a:lnTo>
                  <a:pt x="2730" y="501"/>
                </a:lnTo>
                <a:lnTo>
                  <a:pt x="2748" y="499"/>
                </a:lnTo>
                <a:lnTo>
                  <a:pt x="2766" y="497"/>
                </a:lnTo>
                <a:lnTo>
                  <a:pt x="2784" y="495"/>
                </a:lnTo>
                <a:lnTo>
                  <a:pt x="2802" y="493"/>
                </a:lnTo>
                <a:lnTo>
                  <a:pt x="2819" y="491"/>
                </a:lnTo>
                <a:lnTo>
                  <a:pt x="2837" y="489"/>
                </a:lnTo>
                <a:lnTo>
                  <a:pt x="2855" y="486"/>
                </a:lnTo>
                <a:lnTo>
                  <a:pt x="2873" y="484"/>
                </a:lnTo>
                <a:lnTo>
                  <a:pt x="2891" y="482"/>
                </a:lnTo>
                <a:lnTo>
                  <a:pt x="2909" y="480"/>
                </a:lnTo>
                <a:lnTo>
                  <a:pt x="2927" y="478"/>
                </a:lnTo>
                <a:lnTo>
                  <a:pt x="2944" y="476"/>
                </a:lnTo>
                <a:lnTo>
                  <a:pt x="2962" y="474"/>
                </a:lnTo>
                <a:lnTo>
                  <a:pt x="2980" y="472"/>
                </a:lnTo>
                <a:lnTo>
                  <a:pt x="2998" y="470"/>
                </a:lnTo>
                <a:lnTo>
                  <a:pt x="3016" y="468"/>
                </a:lnTo>
                <a:lnTo>
                  <a:pt x="3034" y="466"/>
                </a:lnTo>
                <a:lnTo>
                  <a:pt x="3051" y="464"/>
                </a:lnTo>
                <a:lnTo>
                  <a:pt x="3069" y="462"/>
                </a:lnTo>
                <a:lnTo>
                  <a:pt x="3087" y="460"/>
                </a:lnTo>
                <a:lnTo>
                  <a:pt x="3105" y="458"/>
                </a:lnTo>
                <a:lnTo>
                  <a:pt x="3123" y="456"/>
                </a:lnTo>
                <a:lnTo>
                  <a:pt x="3141" y="454"/>
                </a:lnTo>
                <a:lnTo>
                  <a:pt x="3158" y="452"/>
                </a:lnTo>
                <a:lnTo>
                  <a:pt x="3176" y="450"/>
                </a:lnTo>
                <a:lnTo>
                  <a:pt x="3194" y="448"/>
                </a:lnTo>
                <a:lnTo>
                  <a:pt x="3212" y="446"/>
                </a:lnTo>
                <a:lnTo>
                  <a:pt x="3230" y="444"/>
                </a:lnTo>
                <a:lnTo>
                  <a:pt x="3248" y="442"/>
                </a:lnTo>
                <a:lnTo>
                  <a:pt x="3266" y="440"/>
                </a:lnTo>
                <a:lnTo>
                  <a:pt x="3283" y="438"/>
                </a:lnTo>
                <a:lnTo>
                  <a:pt x="3301" y="436"/>
                </a:lnTo>
                <a:lnTo>
                  <a:pt x="3319" y="434"/>
                </a:lnTo>
                <a:lnTo>
                  <a:pt x="3337" y="432"/>
                </a:lnTo>
                <a:lnTo>
                  <a:pt x="3355" y="429"/>
                </a:lnTo>
                <a:lnTo>
                  <a:pt x="3373" y="427"/>
                </a:lnTo>
                <a:lnTo>
                  <a:pt x="3390" y="425"/>
                </a:lnTo>
                <a:lnTo>
                  <a:pt x="3408" y="423"/>
                </a:lnTo>
                <a:lnTo>
                  <a:pt x="3426" y="421"/>
                </a:lnTo>
                <a:lnTo>
                  <a:pt x="3444" y="419"/>
                </a:lnTo>
                <a:lnTo>
                  <a:pt x="3462" y="417"/>
                </a:lnTo>
                <a:lnTo>
                  <a:pt x="3480" y="415"/>
                </a:lnTo>
                <a:lnTo>
                  <a:pt x="3498" y="413"/>
                </a:lnTo>
                <a:lnTo>
                  <a:pt x="3515" y="411"/>
                </a:lnTo>
                <a:lnTo>
                  <a:pt x="3533" y="409"/>
                </a:lnTo>
                <a:lnTo>
                  <a:pt x="3551" y="407"/>
                </a:lnTo>
                <a:lnTo>
                  <a:pt x="3569" y="405"/>
                </a:lnTo>
                <a:lnTo>
                  <a:pt x="3587" y="403"/>
                </a:lnTo>
                <a:lnTo>
                  <a:pt x="3605" y="401"/>
                </a:lnTo>
                <a:lnTo>
                  <a:pt x="3622" y="399"/>
                </a:lnTo>
                <a:lnTo>
                  <a:pt x="3640" y="397"/>
                </a:lnTo>
                <a:lnTo>
                  <a:pt x="3658" y="395"/>
                </a:lnTo>
                <a:lnTo>
                  <a:pt x="3676" y="393"/>
                </a:lnTo>
                <a:lnTo>
                  <a:pt x="3694" y="391"/>
                </a:lnTo>
                <a:lnTo>
                  <a:pt x="3712" y="389"/>
                </a:lnTo>
                <a:lnTo>
                  <a:pt x="3730" y="387"/>
                </a:lnTo>
                <a:lnTo>
                  <a:pt x="3747" y="385"/>
                </a:lnTo>
                <a:lnTo>
                  <a:pt x="3765" y="383"/>
                </a:lnTo>
                <a:lnTo>
                  <a:pt x="3783" y="381"/>
                </a:lnTo>
                <a:lnTo>
                  <a:pt x="3801" y="379"/>
                </a:lnTo>
                <a:lnTo>
                  <a:pt x="3819" y="377"/>
                </a:lnTo>
                <a:lnTo>
                  <a:pt x="3837" y="375"/>
                </a:lnTo>
                <a:lnTo>
                  <a:pt x="3854" y="372"/>
                </a:lnTo>
                <a:lnTo>
                  <a:pt x="3872" y="370"/>
                </a:lnTo>
                <a:lnTo>
                  <a:pt x="3890" y="368"/>
                </a:lnTo>
                <a:lnTo>
                  <a:pt x="3908" y="366"/>
                </a:lnTo>
                <a:lnTo>
                  <a:pt x="3926" y="364"/>
                </a:lnTo>
                <a:lnTo>
                  <a:pt x="3944" y="362"/>
                </a:lnTo>
                <a:lnTo>
                  <a:pt x="3962" y="360"/>
                </a:lnTo>
                <a:lnTo>
                  <a:pt x="3979" y="358"/>
                </a:lnTo>
                <a:lnTo>
                  <a:pt x="3997" y="356"/>
                </a:lnTo>
                <a:lnTo>
                  <a:pt x="4015" y="354"/>
                </a:lnTo>
                <a:lnTo>
                  <a:pt x="4033" y="352"/>
                </a:lnTo>
                <a:lnTo>
                  <a:pt x="4051" y="350"/>
                </a:lnTo>
                <a:lnTo>
                  <a:pt x="4069" y="348"/>
                </a:lnTo>
                <a:lnTo>
                  <a:pt x="4086" y="346"/>
                </a:lnTo>
                <a:lnTo>
                  <a:pt x="4104" y="344"/>
                </a:lnTo>
                <a:lnTo>
                  <a:pt x="4122" y="342"/>
                </a:lnTo>
                <a:lnTo>
                  <a:pt x="4140" y="340"/>
                </a:lnTo>
                <a:lnTo>
                  <a:pt x="4158" y="338"/>
                </a:lnTo>
                <a:lnTo>
                  <a:pt x="4176" y="336"/>
                </a:lnTo>
                <a:lnTo>
                  <a:pt x="4193" y="334"/>
                </a:lnTo>
                <a:lnTo>
                  <a:pt x="4211" y="332"/>
                </a:lnTo>
                <a:lnTo>
                  <a:pt x="4229" y="330"/>
                </a:lnTo>
                <a:lnTo>
                  <a:pt x="4247" y="328"/>
                </a:lnTo>
                <a:lnTo>
                  <a:pt x="4265" y="326"/>
                </a:lnTo>
                <a:lnTo>
                  <a:pt x="4283" y="324"/>
                </a:lnTo>
                <a:lnTo>
                  <a:pt x="4301" y="322"/>
                </a:lnTo>
                <a:lnTo>
                  <a:pt x="4318" y="320"/>
                </a:lnTo>
                <a:lnTo>
                  <a:pt x="4336" y="317"/>
                </a:lnTo>
                <a:lnTo>
                  <a:pt x="4354" y="315"/>
                </a:lnTo>
                <a:lnTo>
                  <a:pt x="4372" y="313"/>
                </a:lnTo>
                <a:lnTo>
                  <a:pt x="4390" y="311"/>
                </a:lnTo>
                <a:lnTo>
                  <a:pt x="4408" y="309"/>
                </a:lnTo>
                <a:lnTo>
                  <a:pt x="4425" y="307"/>
                </a:lnTo>
                <a:lnTo>
                  <a:pt x="4443" y="305"/>
                </a:lnTo>
                <a:lnTo>
                  <a:pt x="4461" y="303"/>
                </a:lnTo>
                <a:lnTo>
                  <a:pt x="4479" y="301"/>
                </a:lnTo>
                <a:lnTo>
                  <a:pt x="4497" y="299"/>
                </a:lnTo>
                <a:lnTo>
                  <a:pt x="4515" y="297"/>
                </a:lnTo>
                <a:lnTo>
                  <a:pt x="4533" y="295"/>
                </a:lnTo>
                <a:lnTo>
                  <a:pt x="4550" y="293"/>
                </a:lnTo>
                <a:lnTo>
                  <a:pt x="4568" y="291"/>
                </a:lnTo>
                <a:lnTo>
                  <a:pt x="4586" y="289"/>
                </a:lnTo>
                <a:lnTo>
                  <a:pt x="4604" y="287"/>
                </a:lnTo>
                <a:lnTo>
                  <a:pt x="4622" y="285"/>
                </a:lnTo>
                <a:lnTo>
                  <a:pt x="4640" y="283"/>
                </a:lnTo>
                <a:lnTo>
                  <a:pt x="4657" y="281"/>
                </a:lnTo>
                <a:lnTo>
                  <a:pt x="4675" y="279"/>
                </a:lnTo>
                <a:lnTo>
                  <a:pt x="4693" y="277"/>
                </a:lnTo>
                <a:lnTo>
                  <a:pt x="4711" y="275"/>
                </a:lnTo>
                <a:lnTo>
                  <a:pt x="4729" y="273"/>
                </a:lnTo>
                <a:lnTo>
                  <a:pt x="4747" y="271"/>
                </a:lnTo>
                <a:lnTo>
                  <a:pt x="4765" y="269"/>
                </a:lnTo>
                <a:lnTo>
                  <a:pt x="4782" y="267"/>
                </a:lnTo>
                <a:lnTo>
                  <a:pt x="4800" y="265"/>
                </a:lnTo>
                <a:lnTo>
                  <a:pt x="4818" y="263"/>
                </a:lnTo>
                <a:lnTo>
                  <a:pt x="4836" y="260"/>
                </a:lnTo>
                <a:lnTo>
                  <a:pt x="4854" y="258"/>
                </a:lnTo>
                <a:lnTo>
                  <a:pt x="4872" y="256"/>
                </a:lnTo>
                <a:lnTo>
                  <a:pt x="4889" y="254"/>
                </a:lnTo>
                <a:lnTo>
                  <a:pt x="4907" y="252"/>
                </a:lnTo>
                <a:lnTo>
                  <a:pt x="4925" y="250"/>
                </a:lnTo>
                <a:lnTo>
                  <a:pt x="4943" y="248"/>
                </a:lnTo>
                <a:lnTo>
                  <a:pt x="4961" y="246"/>
                </a:lnTo>
                <a:lnTo>
                  <a:pt x="4979" y="244"/>
                </a:lnTo>
                <a:lnTo>
                  <a:pt x="4996" y="242"/>
                </a:lnTo>
                <a:lnTo>
                  <a:pt x="5014" y="240"/>
                </a:lnTo>
                <a:lnTo>
                  <a:pt x="5032" y="238"/>
                </a:lnTo>
                <a:lnTo>
                  <a:pt x="5050" y="236"/>
                </a:lnTo>
                <a:lnTo>
                  <a:pt x="5068" y="234"/>
                </a:lnTo>
                <a:lnTo>
                  <a:pt x="5086" y="232"/>
                </a:lnTo>
                <a:lnTo>
                  <a:pt x="5104" y="230"/>
                </a:lnTo>
                <a:lnTo>
                  <a:pt x="5121" y="228"/>
                </a:lnTo>
                <a:lnTo>
                  <a:pt x="5139" y="226"/>
                </a:lnTo>
                <a:lnTo>
                  <a:pt x="5157" y="224"/>
                </a:lnTo>
                <a:lnTo>
                  <a:pt x="5175" y="222"/>
                </a:lnTo>
                <a:lnTo>
                  <a:pt x="5193" y="220"/>
                </a:lnTo>
                <a:lnTo>
                  <a:pt x="5211" y="218"/>
                </a:lnTo>
                <a:lnTo>
                  <a:pt x="5228" y="216"/>
                </a:lnTo>
                <a:lnTo>
                  <a:pt x="5246" y="214"/>
                </a:lnTo>
                <a:lnTo>
                  <a:pt x="5264" y="212"/>
                </a:lnTo>
                <a:lnTo>
                  <a:pt x="5282" y="210"/>
                </a:lnTo>
                <a:lnTo>
                  <a:pt x="5300" y="208"/>
                </a:lnTo>
                <a:lnTo>
                  <a:pt x="5318" y="206"/>
                </a:lnTo>
                <a:lnTo>
                  <a:pt x="5336" y="203"/>
                </a:lnTo>
                <a:lnTo>
                  <a:pt x="5353" y="201"/>
                </a:lnTo>
                <a:lnTo>
                  <a:pt x="5371" y="199"/>
                </a:lnTo>
                <a:lnTo>
                  <a:pt x="5389" y="197"/>
                </a:lnTo>
                <a:lnTo>
                  <a:pt x="5407" y="195"/>
                </a:lnTo>
                <a:lnTo>
                  <a:pt x="5425" y="193"/>
                </a:lnTo>
                <a:lnTo>
                  <a:pt x="5443" y="191"/>
                </a:lnTo>
                <a:lnTo>
                  <a:pt x="5460" y="189"/>
                </a:lnTo>
                <a:lnTo>
                  <a:pt x="5478" y="187"/>
                </a:lnTo>
                <a:lnTo>
                  <a:pt x="5496" y="185"/>
                </a:lnTo>
                <a:lnTo>
                  <a:pt x="5514" y="183"/>
                </a:lnTo>
                <a:lnTo>
                  <a:pt x="5532" y="181"/>
                </a:lnTo>
                <a:lnTo>
                  <a:pt x="5550" y="179"/>
                </a:lnTo>
                <a:lnTo>
                  <a:pt x="5568" y="177"/>
                </a:lnTo>
                <a:lnTo>
                  <a:pt x="5585" y="175"/>
                </a:lnTo>
                <a:lnTo>
                  <a:pt x="5603" y="173"/>
                </a:lnTo>
                <a:lnTo>
                  <a:pt x="5621" y="171"/>
                </a:lnTo>
                <a:lnTo>
                  <a:pt x="5639" y="169"/>
                </a:lnTo>
                <a:lnTo>
                  <a:pt x="5657" y="167"/>
                </a:lnTo>
                <a:lnTo>
                  <a:pt x="5675" y="165"/>
                </a:lnTo>
                <a:lnTo>
                  <a:pt x="5692" y="163"/>
                </a:lnTo>
                <a:lnTo>
                  <a:pt x="5710" y="161"/>
                </a:lnTo>
                <a:lnTo>
                  <a:pt x="5728" y="159"/>
                </a:lnTo>
                <a:lnTo>
                  <a:pt x="5746" y="157"/>
                </a:lnTo>
                <a:lnTo>
                  <a:pt x="5764" y="155"/>
                </a:lnTo>
                <a:lnTo>
                  <a:pt x="5782" y="153"/>
                </a:lnTo>
                <a:lnTo>
                  <a:pt x="5799" y="151"/>
                </a:lnTo>
                <a:lnTo>
                  <a:pt x="5817" y="148"/>
                </a:lnTo>
                <a:lnTo>
                  <a:pt x="5835" y="146"/>
                </a:lnTo>
                <a:lnTo>
                  <a:pt x="5853" y="144"/>
                </a:lnTo>
                <a:lnTo>
                  <a:pt x="5871" y="142"/>
                </a:lnTo>
                <a:lnTo>
                  <a:pt x="5889" y="140"/>
                </a:lnTo>
                <a:lnTo>
                  <a:pt x="5907" y="138"/>
                </a:lnTo>
                <a:lnTo>
                  <a:pt x="5924" y="136"/>
                </a:lnTo>
                <a:lnTo>
                  <a:pt x="5942" y="134"/>
                </a:lnTo>
                <a:lnTo>
                  <a:pt x="5960" y="132"/>
                </a:lnTo>
                <a:lnTo>
                  <a:pt x="5978" y="130"/>
                </a:lnTo>
                <a:lnTo>
                  <a:pt x="5996" y="128"/>
                </a:lnTo>
                <a:lnTo>
                  <a:pt x="6014" y="126"/>
                </a:lnTo>
                <a:lnTo>
                  <a:pt x="6031" y="124"/>
                </a:lnTo>
                <a:lnTo>
                  <a:pt x="6049" y="122"/>
                </a:lnTo>
                <a:lnTo>
                  <a:pt x="6067" y="120"/>
                </a:lnTo>
                <a:lnTo>
                  <a:pt x="6085" y="118"/>
                </a:lnTo>
                <a:lnTo>
                  <a:pt x="6103" y="116"/>
                </a:lnTo>
                <a:lnTo>
                  <a:pt x="6121" y="114"/>
                </a:lnTo>
                <a:lnTo>
                  <a:pt x="6139" y="112"/>
                </a:lnTo>
                <a:lnTo>
                  <a:pt x="6156" y="110"/>
                </a:lnTo>
                <a:lnTo>
                  <a:pt x="6174" y="108"/>
                </a:lnTo>
                <a:lnTo>
                  <a:pt x="6192" y="106"/>
                </a:lnTo>
                <a:lnTo>
                  <a:pt x="6210" y="104"/>
                </a:lnTo>
                <a:lnTo>
                  <a:pt x="6228" y="102"/>
                </a:lnTo>
                <a:lnTo>
                  <a:pt x="6246" y="100"/>
                </a:lnTo>
                <a:lnTo>
                  <a:pt x="6263" y="98"/>
                </a:lnTo>
                <a:lnTo>
                  <a:pt x="6281" y="96"/>
                </a:lnTo>
                <a:lnTo>
                  <a:pt x="6299" y="94"/>
                </a:lnTo>
                <a:lnTo>
                  <a:pt x="6317" y="91"/>
                </a:lnTo>
                <a:lnTo>
                  <a:pt x="6335" y="89"/>
                </a:lnTo>
                <a:lnTo>
                  <a:pt x="6353" y="87"/>
                </a:lnTo>
                <a:lnTo>
                  <a:pt x="6371" y="85"/>
                </a:lnTo>
                <a:lnTo>
                  <a:pt x="6388" y="83"/>
                </a:lnTo>
                <a:lnTo>
                  <a:pt x="6406" y="81"/>
                </a:lnTo>
                <a:lnTo>
                  <a:pt x="6424" y="79"/>
                </a:lnTo>
                <a:lnTo>
                  <a:pt x="6442" y="77"/>
                </a:lnTo>
                <a:lnTo>
                  <a:pt x="6460" y="75"/>
                </a:lnTo>
                <a:lnTo>
                  <a:pt x="6478" y="73"/>
                </a:lnTo>
                <a:lnTo>
                  <a:pt x="6495" y="71"/>
                </a:lnTo>
                <a:lnTo>
                  <a:pt x="6513" y="69"/>
                </a:lnTo>
                <a:lnTo>
                  <a:pt x="6531" y="67"/>
                </a:lnTo>
                <a:lnTo>
                  <a:pt x="6549" y="65"/>
                </a:lnTo>
                <a:lnTo>
                  <a:pt x="6567" y="63"/>
                </a:lnTo>
                <a:lnTo>
                  <a:pt x="6585" y="61"/>
                </a:lnTo>
                <a:lnTo>
                  <a:pt x="6603" y="59"/>
                </a:lnTo>
                <a:lnTo>
                  <a:pt x="6620" y="57"/>
                </a:lnTo>
                <a:lnTo>
                  <a:pt x="6638" y="55"/>
                </a:lnTo>
                <a:lnTo>
                  <a:pt x="6656" y="53"/>
                </a:lnTo>
                <a:lnTo>
                  <a:pt x="6674" y="51"/>
                </a:lnTo>
                <a:lnTo>
                  <a:pt x="6692" y="49"/>
                </a:lnTo>
                <a:lnTo>
                  <a:pt x="6710" y="47"/>
                </a:lnTo>
                <a:lnTo>
                  <a:pt x="6727" y="45"/>
                </a:lnTo>
                <a:lnTo>
                  <a:pt x="6745" y="43"/>
                </a:lnTo>
                <a:lnTo>
                  <a:pt x="6763" y="41"/>
                </a:lnTo>
                <a:lnTo>
                  <a:pt x="6781" y="39"/>
                </a:lnTo>
                <a:lnTo>
                  <a:pt x="6799" y="37"/>
                </a:lnTo>
                <a:lnTo>
                  <a:pt x="6817" y="34"/>
                </a:lnTo>
                <a:lnTo>
                  <a:pt x="6834" y="32"/>
                </a:lnTo>
                <a:lnTo>
                  <a:pt x="6852" y="30"/>
                </a:lnTo>
                <a:lnTo>
                  <a:pt x="6870" y="28"/>
                </a:lnTo>
                <a:lnTo>
                  <a:pt x="6888" y="26"/>
                </a:lnTo>
                <a:lnTo>
                  <a:pt x="6906" y="24"/>
                </a:lnTo>
                <a:lnTo>
                  <a:pt x="6924" y="22"/>
                </a:lnTo>
                <a:lnTo>
                  <a:pt x="6942" y="20"/>
                </a:lnTo>
                <a:lnTo>
                  <a:pt x="6959" y="18"/>
                </a:lnTo>
                <a:lnTo>
                  <a:pt x="6977" y="16"/>
                </a:lnTo>
                <a:lnTo>
                  <a:pt x="6995" y="14"/>
                </a:lnTo>
                <a:lnTo>
                  <a:pt x="7013" y="12"/>
                </a:lnTo>
                <a:lnTo>
                  <a:pt x="7031" y="10"/>
                </a:lnTo>
                <a:lnTo>
                  <a:pt x="7049" y="8"/>
                </a:lnTo>
                <a:lnTo>
                  <a:pt x="7066" y="6"/>
                </a:lnTo>
                <a:lnTo>
                  <a:pt x="7084" y="4"/>
                </a:lnTo>
                <a:lnTo>
                  <a:pt x="7102" y="2"/>
                </a:lnTo>
                <a:lnTo>
                  <a:pt x="7120" y="0"/>
                </a:lnTo>
              </a:path>
            </a:pathLst>
          </a:custGeom>
          <a:noFill/>
          <a:ln w="3810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4151376" y="4206297"/>
            <a:ext cx="0" cy="447999"/>
          </a:xfrm>
          <a:prstGeom prst="line">
            <a:avLst/>
          </a:prstGeom>
          <a:ln w="25400">
            <a:solidFill>
              <a:srgbClr val="C65326"/>
            </a:solidFill>
          </a:ln>
        </p:spPr>
        <p:style>
          <a:lnRef idx="2">
            <a:schemeClr val="accent1"/>
          </a:lnRef>
          <a:fillRef idx="0">
            <a:schemeClr val="accent1"/>
          </a:fillRef>
          <a:effectRef idx="0">
            <a:schemeClr val="accent1"/>
          </a:effectRef>
          <a:fontRef idx="minor">
            <a:schemeClr val="tx1"/>
          </a:fontRef>
        </p:style>
      </p:cxnSp>
      <p:sp>
        <p:nvSpPr>
          <p:cNvPr id="20" name="Oval 19"/>
          <p:cNvSpPr/>
          <p:nvPr/>
        </p:nvSpPr>
        <p:spPr>
          <a:xfrm>
            <a:off x="4091939" y="4146861"/>
            <a:ext cx="118872" cy="118872"/>
          </a:xfrm>
          <a:prstGeom prst="ellipse">
            <a:avLst/>
          </a:prstGeom>
          <a:solidFill>
            <a:srgbClr val="C65326"/>
          </a:solidFill>
          <a:ln w="1905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091939" y="4594859"/>
            <a:ext cx="118872" cy="118872"/>
          </a:xfrm>
          <a:prstGeom prst="ellipse">
            <a:avLst/>
          </a:prstGeom>
          <a:solidFill>
            <a:srgbClr val="F5F5F4"/>
          </a:solidFill>
          <a:ln w="19050">
            <a:solidFill>
              <a:srgbClr val="181D1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001000" y="3063240"/>
            <a:ext cx="3291840" cy="548640"/>
          </a:xfrm>
          <a:prstGeom prst="rect">
            <a:avLst/>
          </a:prstGeom>
          <a:noFill/>
        </p:spPr>
        <p:txBody>
          <a:bodyPr wrap="square" lIns="0" rIns="0" tIns="0" bIns="0">
            <a:spAutoFit/>
          </a:bodyPr>
          <a:lstStyle/>
          <a:p>
            <a:pPr>
              <a:spcAft>
                <a:spcPts val="0"/>
              </a:spcAft>
              <a:defRPr sz="3000" b="0">
                <a:solidFill>
                  <a:srgbClr val="C65326"/>
                </a:solidFill>
                <a:latin typeface="Arial"/>
              </a:defRPr>
            </a:pPr>
            <a:r>
              <a:t>Bias</a:t>
            </a:r>
          </a:p>
        </p:txBody>
      </p:sp>
      <p:sp>
        <p:nvSpPr>
          <p:cNvPr id="23" name="TextBox 22"/>
          <p:cNvSpPr txBox="1"/>
          <p:nvPr/>
        </p:nvSpPr>
        <p:spPr>
          <a:xfrm>
            <a:off x="8001000" y="3767328"/>
            <a:ext cx="3383280" cy="1051560"/>
          </a:xfrm>
          <a:prstGeom prst="rect">
            <a:avLst/>
          </a:prstGeom>
          <a:noFill/>
        </p:spPr>
        <p:txBody>
          <a:bodyPr wrap="square" lIns="0" rIns="0" tIns="0" bIns="0">
            <a:spAutoFit/>
          </a:bodyPr>
          <a:lstStyle/>
          <a:p>
            <a:pPr>
              <a:spcAft>
                <a:spcPts val="0"/>
              </a:spcAft>
              <a:defRPr sz="2300" b="0">
                <a:solidFill>
                  <a:srgbClr val="181D16"/>
                </a:solidFill>
                <a:latin typeface="Arial"/>
              </a:defRPr>
            </a:pPr>
            <a:r>
              <a:t>Average prediction</a:t>
            </a:r>
          </a:p>
          <a:p>
            <a:pPr>
              <a:spcAft>
                <a:spcPts val="0"/>
              </a:spcAft>
              <a:defRPr sz="2300" b="0">
                <a:solidFill>
                  <a:srgbClr val="181D16"/>
                </a:solidFill>
                <a:latin typeface="Arial"/>
              </a:defRPr>
            </a:pPr>
            <a:r>
              <a:t>minus truth.</a:t>
            </a:r>
          </a:p>
        </p:txBody>
      </p:sp>
      <p:cxnSp>
        <p:nvCxnSpPr>
          <p:cNvPr id="24" name="Connector 23"/>
          <p:cNvCxnSpPr/>
          <p:nvPr/>
        </p:nvCxnSpPr>
        <p:spPr>
          <a:xfrm>
            <a:off x="841248" y="5989320"/>
            <a:ext cx="256032" cy="0"/>
          </a:xfrm>
          <a:prstGeom prst="line">
            <a:avLst/>
          </a:prstGeom>
          <a:ln w="25400">
            <a:solidFill>
              <a:srgbClr val="7963AF"/>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1197864"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one straight fit</a:t>
            </a:r>
          </a:p>
        </p:txBody>
      </p:sp>
      <p:cxnSp>
        <p:nvCxnSpPr>
          <p:cNvPr id="26" name="Connector 25"/>
          <p:cNvCxnSpPr/>
          <p:nvPr/>
        </p:nvCxnSpPr>
        <p:spPr>
          <a:xfrm>
            <a:off x="3621024" y="5989320"/>
            <a:ext cx="256032" cy="0"/>
          </a:xfrm>
          <a:prstGeom prst="line">
            <a:avLst/>
          </a:prstGeom>
          <a:ln w="25400">
            <a:solidFill>
              <a:srgbClr val="C65326"/>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3977639"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average of 8 fits</a:t>
            </a:r>
          </a:p>
        </p:txBody>
      </p:sp>
      <p:cxnSp>
        <p:nvCxnSpPr>
          <p:cNvPr id="28" name="Connector 27"/>
          <p:cNvCxnSpPr/>
          <p:nvPr/>
        </p:nvCxnSpPr>
        <p:spPr>
          <a:xfrm>
            <a:off x="6400800" y="5989320"/>
            <a:ext cx="256032" cy="0"/>
          </a:xfrm>
          <a:prstGeom prst="line">
            <a:avLst/>
          </a:prstGeom>
          <a:ln w="25400">
            <a:solidFill>
              <a:srgbClr val="181D16"/>
            </a:solidFill>
            <a:prstDash val="dash"/>
          </a:ln>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757416"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true pattern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Close to the truth. Stable across samples.</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05/07</a:t>
            </a:r>
          </a:p>
        </p:txBody>
      </p:sp>
      <p:cxnSp>
        <p:nvCxnSpPr>
          <p:cNvPr id="5" name="Connector 4"/>
          <p:cNvCxnSpPr/>
          <p:nvPr/>
        </p:nvCxnSpPr>
        <p:spPr>
          <a:xfrm>
            <a:off x="896112" y="5522976"/>
            <a:ext cx="6510528" cy="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cxnSp>
        <p:nvCxnSpPr>
          <p:cNvPr id="6" name="Connector 5"/>
          <p:cNvCxnSpPr/>
          <p:nvPr/>
        </p:nvCxnSpPr>
        <p:spPr>
          <a:xfrm>
            <a:off x="896112" y="2688336"/>
            <a:ext cx="0" cy="2834640"/>
          </a:xfrm>
          <a:prstGeom prst="line">
            <a:avLst/>
          </a:prstGeom>
          <a:ln w="12700">
            <a:solidFill>
              <a:srgbClr val="D4D6D0"/>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7315200" y="5614416"/>
            <a:ext cx="64008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x</a:t>
            </a:r>
          </a:p>
        </p:txBody>
      </p:sp>
      <p:sp>
        <p:nvSpPr>
          <p:cNvPr id="8" name="TextBox 7"/>
          <p:cNvSpPr txBox="1"/>
          <p:nvPr/>
        </p:nvSpPr>
        <p:spPr>
          <a:xfrm>
            <a:off x="621792" y="2505456"/>
            <a:ext cx="914400" cy="274320"/>
          </a:xfrm>
          <a:prstGeom prst="rect">
            <a:avLst/>
          </a:prstGeom>
          <a:noFill/>
        </p:spPr>
        <p:txBody>
          <a:bodyPr wrap="square" lIns="0" rIns="0" tIns="0" bIns="0">
            <a:spAutoFit/>
          </a:bodyPr>
          <a:lstStyle/>
          <a:p>
            <a:pPr>
              <a:spcAft>
                <a:spcPts val="0"/>
              </a:spcAft>
              <a:defRPr sz="1400" b="0">
                <a:solidFill>
                  <a:srgbClr val="686C66"/>
                </a:solidFill>
                <a:latin typeface="Arial"/>
              </a:defRPr>
            </a:pPr>
            <a:r>
              <a:t>y</a:t>
            </a:r>
          </a:p>
        </p:txBody>
      </p:sp>
      <p:sp>
        <p:nvSpPr>
          <p:cNvPr id="9" name="Freeform 8"/>
          <p:cNvSpPr/>
          <p:nvPr/>
        </p:nvSpPr>
        <p:spPr>
          <a:xfrm>
            <a:off x="896112" y="2780690"/>
            <a:ext cx="6510528" cy="1963217"/>
          </a:xfrm>
          <a:custGeom>
            <a:avLst/>
            <a:gdLst/>
            <a:ahLst/>
            <a:cxnLst/>
            <a:rect l="l" t="t" r="r" b="b"/>
            <a:pathLst>
              <a:path w="7120" h="2147">
                <a:moveTo>
                  <a:pt x="0" y="834"/>
                </a:moveTo>
                <a:lnTo>
                  <a:pt x="18" y="849"/>
                </a:lnTo>
                <a:lnTo>
                  <a:pt x="36" y="863"/>
                </a:lnTo>
                <a:lnTo>
                  <a:pt x="54" y="878"/>
                </a:lnTo>
                <a:lnTo>
                  <a:pt x="71" y="893"/>
                </a:lnTo>
                <a:lnTo>
                  <a:pt x="89" y="908"/>
                </a:lnTo>
                <a:lnTo>
                  <a:pt x="107" y="922"/>
                </a:lnTo>
                <a:lnTo>
                  <a:pt x="125" y="937"/>
                </a:lnTo>
                <a:lnTo>
                  <a:pt x="143" y="951"/>
                </a:lnTo>
                <a:lnTo>
                  <a:pt x="161" y="965"/>
                </a:lnTo>
                <a:lnTo>
                  <a:pt x="178" y="979"/>
                </a:lnTo>
                <a:lnTo>
                  <a:pt x="196" y="993"/>
                </a:lnTo>
                <a:lnTo>
                  <a:pt x="214" y="1007"/>
                </a:lnTo>
                <a:lnTo>
                  <a:pt x="232" y="1021"/>
                </a:lnTo>
                <a:lnTo>
                  <a:pt x="250" y="1035"/>
                </a:lnTo>
                <a:lnTo>
                  <a:pt x="268" y="1049"/>
                </a:lnTo>
                <a:lnTo>
                  <a:pt x="286" y="1063"/>
                </a:lnTo>
                <a:lnTo>
                  <a:pt x="303" y="1076"/>
                </a:lnTo>
                <a:lnTo>
                  <a:pt x="321" y="1090"/>
                </a:lnTo>
                <a:lnTo>
                  <a:pt x="339" y="1103"/>
                </a:lnTo>
                <a:lnTo>
                  <a:pt x="357" y="1117"/>
                </a:lnTo>
                <a:lnTo>
                  <a:pt x="375" y="1130"/>
                </a:lnTo>
                <a:lnTo>
                  <a:pt x="393" y="1143"/>
                </a:lnTo>
                <a:lnTo>
                  <a:pt x="410" y="1156"/>
                </a:lnTo>
                <a:lnTo>
                  <a:pt x="428" y="1169"/>
                </a:lnTo>
                <a:lnTo>
                  <a:pt x="446" y="1182"/>
                </a:lnTo>
                <a:lnTo>
                  <a:pt x="464" y="1195"/>
                </a:lnTo>
                <a:lnTo>
                  <a:pt x="482" y="1207"/>
                </a:lnTo>
                <a:lnTo>
                  <a:pt x="500" y="1220"/>
                </a:lnTo>
                <a:lnTo>
                  <a:pt x="517" y="1233"/>
                </a:lnTo>
                <a:lnTo>
                  <a:pt x="535" y="1245"/>
                </a:lnTo>
                <a:lnTo>
                  <a:pt x="553" y="1257"/>
                </a:lnTo>
                <a:lnTo>
                  <a:pt x="571" y="1270"/>
                </a:lnTo>
                <a:lnTo>
                  <a:pt x="589" y="1282"/>
                </a:lnTo>
                <a:lnTo>
                  <a:pt x="607" y="1294"/>
                </a:lnTo>
                <a:lnTo>
                  <a:pt x="625" y="1306"/>
                </a:lnTo>
                <a:lnTo>
                  <a:pt x="642" y="1318"/>
                </a:lnTo>
                <a:lnTo>
                  <a:pt x="660" y="1330"/>
                </a:lnTo>
                <a:lnTo>
                  <a:pt x="678" y="1342"/>
                </a:lnTo>
                <a:lnTo>
                  <a:pt x="696" y="1354"/>
                </a:lnTo>
                <a:lnTo>
                  <a:pt x="714" y="1365"/>
                </a:lnTo>
                <a:lnTo>
                  <a:pt x="732" y="1377"/>
                </a:lnTo>
                <a:lnTo>
                  <a:pt x="749" y="1388"/>
                </a:lnTo>
                <a:lnTo>
                  <a:pt x="767" y="1399"/>
                </a:lnTo>
                <a:lnTo>
                  <a:pt x="785" y="1411"/>
                </a:lnTo>
                <a:lnTo>
                  <a:pt x="803" y="1422"/>
                </a:lnTo>
                <a:lnTo>
                  <a:pt x="821" y="1433"/>
                </a:lnTo>
                <a:lnTo>
                  <a:pt x="839" y="1444"/>
                </a:lnTo>
                <a:lnTo>
                  <a:pt x="857" y="1455"/>
                </a:lnTo>
                <a:lnTo>
                  <a:pt x="874" y="1466"/>
                </a:lnTo>
                <a:lnTo>
                  <a:pt x="892" y="1477"/>
                </a:lnTo>
                <a:lnTo>
                  <a:pt x="910" y="1487"/>
                </a:lnTo>
                <a:lnTo>
                  <a:pt x="928" y="1498"/>
                </a:lnTo>
                <a:lnTo>
                  <a:pt x="946" y="1508"/>
                </a:lnTo>
                <a:lnTo>
                  <a:pt x="964" y="1519"/>
                </a:lnTo>
                <a:lnTo>
                  <a:pt x="981" y="1529"/>
                </a:lnTo>
                <a:lnTo>
                  <a:pt x="999" y="1539"/>
                </a:lnTo>
                <a:lnTo>
                  <a:pt x="1017" y="1549"/>
                </a:lnTo>
                <a:lnTo>
                  <a:pt x="1035" y="1560"/>
                </a:lnTo>
                <a:lnTo>
                  <a:pt x="1053" y="1570"/>
                </a:lnTo>
                <a:lnTo>
                  <a:pt x="1071" y="1579"/>
                </a:lnTo>
                <a:lnTo>
                  <a:pt x="1089" y="1589"/>
                </a:lnTo>
                <a:lnTo>
                  <a:pt x="1106" y="1599"/>
                </a:lnTo>
                <a:lnTo>
                  <a:pt x="1124" y="1609"/>
                </a:lnTo>
                <a:lnTo>
                  <a:pt x="1142" y="1618"/>
                </a:lnTo>
                <a:lnTo>
                  <a:pt x="1160" y="1628"/>
                </a:lnTo>
                <a:lnTo>
                  <a:pt x="1178" y="1637"/>
                </a:lnTo>
                <a:lnTo>
                  <a:pt x="1196" y="1646"/>
                </a:lnTo>
                <a:lnTo>
                  <a:pt x="1213" y="1656"/>
                </a:lnTo>
                <a:lnTo>
                  <a:pt x="1231" y="1665"/>
                </a:lnTo>
                <a:lnTo>
                  <a:pt x="1249" y="1674"/>
                </a:lnTo>
                <a:lnTo>
                  <a:pt x="1267" y="1683"/>
                </a:lnTo>
                <a:lnTo>
                  <a:pt x="1285" y="1692"/>
                </a:lnTo>
                <a:lnTo>
                  <a:pt x="1303" y="1700"/>
                </a:lnTo>
                <a:lnTo>
                  <a:pt x="1321" y="1709"/>
                </a:lnTo>
                <a:lnTo>
                  <a:pt x="1338" y="1718"/>
                </a:lnTo>
                <a:lnTo>
                  <a:pt x="1356" y="1726"/>
                </a:lnTo>
                <a:lnTo>
                  <a:pt x="1374" y="1735"/>
                </a:lnTo>
                <a:lnTo>
                  <a:pt x="1392" y="1743"/>
                </a:lnTo>
                <a:lnTo>
                  <a:pt x="1410" y="1751"/>
                </a:lnTo>
                <a:lnTo>
                  <a:pt x="1428" y="1760"/>
                </a:lnTo>
                <a:lnTo>
                  <a:pt x="1445" y="1768"/>
                </a:lnTo>
                <a:lnTo>
                  <a:pt x="1463" y="1776"/>
                </a:lnTo>
                <a:lnTo>
                  <a:pt x="1481" y="1784"/>
                </a:lnTo>
                <a:lnTo>
                  <a:pt x="1499" y="1791"/>
                </a:lnTo>
                <a:lnTo>
                  <a:pt x="1517" y="1799"/>
                </a:lnTo>
                <a:lnTo>
                  <a:pt x="1535" y="1807"/>
                </a:lnTo>
                <a:lnTo>
                  <a:pt x="1552" y="1814"/>
                </a:lnTo>
                <a:lnTo>
                  <a:pt x="1570" y="1822"/>
                </a:lnTo>
                <a:lnTo>
                  <a:pt x="1588" y="1829"/>
                </a:lnTo>
                <a:lnTo>
                  <a:pt x="1606" y="1837"/>
                </a:lnTo>
                <a:lnTo>
                  <a:pt x="1624" y="1844"/>
                </a:lnTo>
                <a:lnTo>
                  <a:pt x="1642" y="1851"/>
                </a:lnTo>
                <a:lnTo>
                  <a:pt x="1660" y="1858"/>
                </a:lnTo>
                <a:lnTo>
                  <a:pt x="1677" y="1865"/>
                </a:lnTo>
                <a:lnTo>
                  <a:pt x="1695" y="1872"/>
                </a:lnTo>
                <a:lnTo>
                  <a:pt x="1713" y="1879"/>
                </a:lnTo>
                <a:lnTo>
                  <a:pt x="1731" y="1886"/>
                </a:lnTo>
                <a:lnTo>
                  <a:pt x="1749" y="1892"/>
                </a:lnTo>
                <a:lnTo>
                  <a:pt x="1767" y="1899"/>
                </a:lnTo>
                <a:lnTo>
                  <a:pt x="1784" y="1905"/>
                </a:lnTo>
                <a:lnTo>
                  <a:pt x="1802" y="1912"/>
                </a:lnTo>
                <a:lnTo>
                  <a:pt x="1820" y="1918"/>
                </a:lnTo>
                <a:lnTo>
                  <a:pt x="1838" y="1924"/>
                </a:lnTo>
                <a:lnTo>
                  <a:pt x="1856" y="1930"/>
                </a:lnTo>
                <a:lnTo>
                  <a:pt x="1874" y="1936"/>
                </a:lnTo>
                <a:lnTo>
                  <a:pt x="1892" y="1942"/>
                </a:lnTo>
                <a:lnTo>
                  <a:pt x="1909" y="1948"/>
                </a:lnTo>
                <a:lnTo>
                  <a:pt x="1927" y="1954"/>
                </a:lnTo>
                <a:lnTo>
                  <a:pt x="1945" y="1960"/>
                </a:lnTo>
                <a:lnTo>
                  <a:pt x="1963" y="1965"/>
                </a:lnTo>
                <a:lnTo>
                  <a:pt x="1981" y="1971"/>
                </a:lnTo>
                <a:lnTo>
                  <a:pt x="1999" y="1976"/>
                </a:lnTo>
                <a:lnTo>
                  <a:pt x="2016" y="1982"/>
                </a:lnTo>
                <a:lnTo>
                  <a:pt x="2034" y="1987"/>
                </a:lnTo>
                <a:lnTo>
                  <a:pt x="2052" y="1992"/>
                </a:lnTo>
                <a:lnTo>
                  <a:pt x="2070" y="1997"/>
                </a:lnTo>
                <a:lnTo>
                  <a:pt x="2088" y="2002"/>
                </a:lnTo>
                <a:lnTo>
                  <a:pt x="2106" y="2007"/>
                </a:lnTo>
                <a:lnTo>
                  <a:pt x="2124" y="2012"/>
                </a:lnTo>
                <a:lnTo>
                  <a:pt x="2141" y="2017"/>
                </a:lnTo>
                <a:lnTo>
                  <a:pt x="2159" y="2022"/>
                </a:lnTo>
                <a:lnTo>
                  <a:pt x="2177" y="2026"/>
                </a:lnTo>
                <a:lnTo>
                  <a:pt x="2195" y="2031"/>
                </a:lnTo>
                <a:lnTo>
                  <a:pt x="2213" y="2035"/>
                </a:lnTo>
                <a:lnTo>
                  <a:pt x="2231" y="2039"/>
                </a:lnTo>
                <a:lnTo>
                  <a:pt x="2248" y="2044"/>
                </a:lnTo>
                <a:lnTo>
                  <a:pt x="2266" y="2048"/>
                </a:lnTo>
                <a:lnTo>
                  <a:pt x="2284" y="2052"/>
                </a:lnTo>
                <a:lnTo>
                  <a:pt x="2302" y="2056"/>
                </a:lnTo>
                <a:lnTo>
                  <a:pt x="2320" y="2060"/>
                </a:lnTo>
                <a:lnTo>
                  <a:pt x="2338" y="2064"/>
                </a:lnTo>
                <a:lnTo>
                  <a:pt x="2355" y="2067"/>
                </a:lnTo>
                <a:lnTo>
                  <a:pt x="2373" y="2071"/>
                </a:lnTo>
                <a:lnTo>
                  <a:pt x="2391" y="2075"/>
                </a:lnTo>
                <a:lnTo>
                  <a:pt x="2409" y="2078"/>
                </a:lnTo>
                <a:lnTo>
                  <a:pt x="2427" y="2081"/>
                </a:lnTo>
                <a:lnTo>
                  <a:pt x="2445" y="2085"/>
                </a:lnTo>
                <a:lnTo>
                  <a:pt x="2463" y="2088"/>
                </a:lnTo>
                <a:lnTo>
                  <a:pt x="2480" y="2091"/>
                </a:lnTo>
                <a:lnTo>
                  <a:pt x="2498" y="2094"/>
                </a:lnTo>
                <a:lnTo>
                  <a:pt x="2516" y="2097"/>
                </a:lnTo>
                <a:lnTo>
                  <a:pt x="2534" y="2100"/>
                </a:lnTo>
                <a:lnTo>
                  <a:pt x="2552" y="2103"/>
                </a:lnTo>
                <a:lnTo>
                  <a:pt x="2570" y="2106"/>
                </a:lnTo>
                <a:lnTo>
                  <a:pt x="2587" y="2108"/>
                </a:lnTo>
                <a:lnTo>
                  <a:pt x="2605" y="2111"/>
                </a:lnTo>
                <a:lnTo>
                  <a:pt x="2623" y="2113"/>
                </a:lnTo>
                <a:lnTo>
                  <a:pt x="2641" y="2115"/>
                </a:lnTo>
                <a:lnTo>
                  <a:pt x="2659" y="2118"/>
                </a:lnTo>
                <a:lnTo>
                  <a:pt x="2677" y="2120"/>
                </a:lnTo>
                <a:lnTo>
                  <a:pt x="2695" y="2122"/>
                </a:lnTo>
                <a:lnTo>
                  <a:pt x="2712" y="2124"/>
                </a:lnTo>
                <a:lnTo>
                  <a:pt x="2730" y="2126"/>
                </a:lnTo>
                <a:lnTo>
                  <a:pt x="2748" y="2128"/>
                </a:lnTo>
                <a:lnTo>
                  <a:pt x="2766" y="2130"/>
                </a:lnTo>
                <a:lnTo>
                  <a:pt x="2784" y="2131"/>
                </a:lnTo>
                <a:lnTo>
                  <a:pt x="2802" y="2133"/>
                </a:lnTo>
                <a:lnTo>
                  <a:pt x="2819" y="2134"/>
                </a:lnTo>
                <a:lnTo>
                  <a:pt x="2837" y="2136"/>
                </a:lnTo>
                <a:lnTo>
                  <a:pt x="2855" y="2137"/>
                </a:lnTo>
                <a:lnTo>
                  <a:pt x="2873" y="2138"/>
                </a:lnTo>
                <a:lnTo>
                  <a:pt x="2891" y="2140"/>
                </a:lnTo>
                <a:lnTo>
                  <a:pt x="2909" y="2141"/>
                </a:lnTo>
                <a:lnTo>
                  <a:pt x="2927" y="2142"/>
                </a:lnTo>
                <a:lnTo>
                  <a:pt x="2944" y="2143"/>
                </a:lnTo>
                <a:lnTo>
                  <a:pt x="2962" y="2143"/>
                </a:lnTo>
                <a:lnTo>
                  <a:pt x="2980" y="2144"/>
                </a:lnTo>
                <a:lnTo>
                  <a:pt x="2998" y="2145"/>
                </a:lnTo>
                <a:lnTo>
                  <a:pt x="3016" y="2145"/>
                </a:lnTo>
                <a:lnTo>
                  <a:pt x="3034" y="2146"/>
                </a:lnTo>
                <a:lnTo>
                  <a:pt x="3051" y="2146"/>
                </a:lnTo>
                <a:lnTo>
                  <a:pt x="3069" y="2147"/>
                </a:lnTo>
                <a:lnTo>
                  <a:pt x="3087" y="2147"/>
                </a:lnTo>
                <a:lnTo>
                  <a:pt x="3105" y="2147"/>
                </a:lnTo>
                <a:lnTo>
                  <a:pt x="3123" y="2147"/>
                </a:lnTo>
                <a:lnTo>
                  <a:pt x="3141" y="2147"/>
                </a:lnTo>
                <a:lnTo>
                  <a:pt x="3158" y="2147"/>
                </a:lnTo>
                <a:lnTo>
                  <a:pt x="3176" y="2147"/>
                </a:lnTo>
                <a:lnTo>
                  <a:pt x="3194" y="2146"/>
                </a:lnTo>
                <a:lnTo>
                  <a:pt x="3212" y="2146"/>
                </a:lnTo>
                <a:lnTo>
                  <a:pt x="3230" y="2145"/>
                </a:lnTo>
                <a:lnTo>
                  <a:pt x="3248" y="2145"/>
                </a:lnTo>
                <a:lnTo>
                  <a:pt x="3266" y="2144"/>
                </a:lnTo>
                <a:lnTo>
                  <a:pt x="3283" y="2144"/>
                </a:lnTo>
                <a:lnTo>
                  <a:pt x="3301" y="2143"/>
                </a:lnTo>
                <a:lnTo>
                  <a:pt x="3319" y="2142"/>
                </a:lnTo>
                <a:lnTo>
                  <a:pt x="3337" y="2141"/>
                </a:lnTo>
                <a:lnTo>
                  <a:pt x="3355" y="2140"/>
                </a:lnTo>
                <a:lnTo>
                  <a:pt x="3373" y="2139"/>
                </a:lnTo>
                <a:lnTo>
                  <a:pt x="3390" y="2137"/>
                </a:lnTo>
                <a:lnTo>
                  <a:pt x="3408" y="2136"/>
                </a:lnTo>
                <a:lnTo>
                  <a:pt x="3426" y="2135"/>
                </a:lnTo>
                <a:lnTo>
                  <a:pt x="3444" y="2133"/>
                </a:lnTo>
                <a:lnTo>
                  <a:pt x="3462" y="2132"/>
                </a:lnTo>
                <a:lnTo>
                  <a:pt x="3480" y="2130"/>
                </a:lnTo>
                <a:lnTo>
                  <a:pt x="3498" y="2128"/>
                </a:lnTo>
                <a:lnTo>
                  <a:pt x="3515" y="2126"/>
                </a:lnTo>
                <a:lnTo>
                  <a:pt x="3533" y="2125"/>
                </a:lnTo>
                <a:lnTo>
                  <a:pt x="3551" y="2123"/>
                </a:lnTo>
                <a:lnTo>
                  <a:pt x="3569" y="2120"/>
                </a:lnTo>
                <a:lnTo>
                  <a:pt x="3587" y="2118"/>
                </a:lnTo>
                <a:lnTo>
                  <a:pt x="3605" y="2116"/>
                </a:lnTo>
                <a:lnTo>
                  <a:pt x="3622" y="2114"/>
                </a:lnTo>
                <a:lnTo>
                  <a:pt x="3640" y="2111"/>
                </a:lnTo>
                <a:lnTo>
                  <a:pt x="3658" y="2109"/>
                </a:lnTo>
                <a:lnTo>
                  <a:pt x="3676" y="2106"/>
                </a:lnTo>
                <a:lnTo>
                  <a:pt x="3694" y="2103"/>
                </a:lnTo>
                <a:lnTo>
                  <a:pt x="3712" y="2101"/>
                </a:lnTo>
                <a:lnTo>
                  <a:pt x="3730" y="2098"/>
                </a:lnTo>
                <a:lnTo>
                  <a:pt x="3747" y="2095"/>
                </a:lnTo>
                <a:lnTo>
                  <a:pt x="3765" y="2092"/>
                </a:lnTo>
                <a:lnTo>
                  <a:pt x="3783" y="2089"/>
                </a:lnTo>
                <a:lnTo>
                  <a:pt x="3801" y="2085"/>
                </a:lnTo>
                <a:lnTo>
                  <a:pt x="3819" y="2082"/>
                </a:lnTo>
                <a:lnTo>
                  <a:pt x="3837" y="2079"/>
                </a:lnTo>
                <a:lnTo>
                  <a:pt x="3854" y="2075"/>
                </a:lnTo>
                <a:lnTo>
                  <a:pt x="3872" y="2072"/>
                </a:lnTo>
                <a:lnTo>
                  <a:pt x="3890" y="2068"/>
                </a:lnTo>
                <a:lnTo>
                  <a:pt x="3908" y="2064"/>
                </a:lnTo>
                <a:lnTo>
                  <a:pt x="3926" y="2061"/>
                </a:lnTo>
                <a:lnTo>
                  <a:pt x="3944" y="2057"/>
                </a:lnTo>
                <a:lnTo>
                  <a:pt x="3962" y="2053"/>
                </a:lnTo>
                <a:lnTo>
                  <a:pt x="3979" y="2049"/>
                </a:lnTo>
                <a:lnTo>
                  <a:pt x="3997" y="2045"/>
                </a:lnTo>
                <a:lnTo>
                  <a:pt x="4015" y="2040"/>
                </a:lnTo>
                <a:lnTo>
                  <a:pt x="4033" y="2036"/>
                </a:lnTo>
                <a:lnTo>
                  <a:pt x="4051" y="2032"/>
                </a:lnTo>
                <a:lnTo>
                  <a:pt x="4069" y="2027"/>
                </a:lnTo>
                <a:lnTo>
                  <a:pt x="4086" y="2023"/>
                </a:lnTo>
                <a:lnTo>
                  <a:pt x="4104" y="2018"/>
                </a:lnTo>
                <a:lnTo>
                  <a:pt x="4122" y="2013"/>
                </a:lnTo>
                <a:lnTo>
                  <a:pt x="4140" y="2008"/>
                </a:lnTo>
                <a:lnTo>
                  <a:pt x="4158" y="2003"/>
                </a:lnTo>
                <a:lnTo>
                  <a:pt x="4176" y="1998"/>
                </a:lnTo>
                <a:lnTo>
                  <a:pt x="4193" y="1993"/>
                </a:lnTo>
                <a:lnTo>
                  <a:pt x="4211" y="1988"/>
                </a:lnTo>
                <a:lnTo>
                  <a:pt x="4229" y="1983"/>
                </a:lnTo>
                <a:lnTo>
                  <a:pt x="4247" y="1978"/>
                </a:lnTo>
                <a:lnTo>
                  <a:pt x="4265" y="1972"/>
                </a:lnTo>
                <a:lnTo>
                  <a:pt x="4283" y="1967"/>
                </a:lnTo>
                <a:lnTo>
                  <a:pt x="4301" y="1961"/>
                </a:lnTo>
                <a:lnTo>
                  <a:pt x="4318" y="1955"/>
                </a:lnTo>
                <a:lnTo>
                  <a:pt x="4336" y="1950"/>
                </a:lnTo>
                <a:lnTo>
                  <a:pt x="4354" y="1944"/>
                </a:lnTo>
                <a:lnTo>
                  <a:pt x="4372" y="1938"/>
                </a:lnTo>
                <a:lnTo>
                  <a:pt x="4390" y="1932"/>
                </a:lnTo>
                <a:lnTo>
                  <a:pt x="4408" y="1926"/>
                </a:lnTo>
                <a:lnTo>
                  <a:pt x="4425" y="1919"/>
                </a:lnTo>
                <a:lnTo>
                  <a:pt x="4443" y="1913"/>
                </a:lnTo>
                <a:lnTo>
                  <a:pt x="4461" y="1907"/>
                </a:lnTo>
                <a:lnTo>
                  <a:pt x="4479" y="1900"/>
                </a:lnTo>
                <a:lnTo>
                  <a:pt x="4497" y="1894"/>
                </a:lnTo>
                <a:lnTo>
                  <a:pt x="4515" y="1887"/>
                </a:lnTo>
                <a:lnTo>
                  <a:pt x="4533" y="1880"/>
                </a:lnTo>
                <a:lnTo>
                  <a:pt x="4550" y="1874"/>
                </a:lnTo>
                <a:lnTo>
                  <a:pt x="4568" y="1867"/>
                </a:lnTo>
                <a:lnTo>
                  <a:pt x="4586" y="1860"/>
                </a:lnTo>
                <a:lnTo>
                  <a:pt x="4604" y="1853"/>
                </a:lnTo>
                <a:lnTo>
                  <a:pt x="4622" y="1846"/>
                </a:lnTo>
                <a:lnTo>
                  <a:pt x="4640" y="1838"/>
                </a:lnTo>
                <a:lnTo>
                  <a:pt x="4657" y="1831"/>
                </a:lnTo>
                <a:lnTo>
                  <a:pt x="4675" y="1824"/>
                </a:lnTo>
                <a:lnTo>
                  <a:pt x="4693" y="1816"/>
                </a:lnTo>
                <a:lnTo>
                  <a:pt x="4711" y="1809"/>
                </a:lnTo>
                <a:lnTo>
                  <a:pt x="4729" y="1801"/>
                </a:lnTo>
                <a:lnTo>
                  <a:pt x="4747" y="1793"/>
                </a:lnTo>
                <a:lnTo>
                  <a:pt x="4765" y="1785"/>
                </a:lnTo>
                <a:lnTo>
                  <a:pt x="4782" y="1777"/>
                </a:lnTo>
                <a:lnTo>
                  <a:pt x="4800" y="1769"/>
                </a:lnTo>
                <a:lnTo>
                  <a:pt x="4818" y="1761"/>
                </a:lnTo>
                <a:lnTo>
                  <a:pt x="4836" y="1753"/>
                </a:lnTo>
                <a:lnTo>
                  <a:pt x="4854" y="1745"/>
                </a:lnTo>
                <a:lnTo>
                  <a:pt x="4872" y="1737"/>
                </a:lnTo>
                <a:lnTo>
                  <a:pt x="4889" y="1728"/>
                </a:lnTo>
                <a:lnTo>
                  <a:pt x="4907" y="1720"/>
                </a:lnTo>
                <a:lnTo>
                  <a:pt x="4925" y="1711"/>
                </a:lnTo>
                <a:lnTo>
                  <a:pt x="4943" y="1702"/>
                </a:lnTo>
                <a:lnTo>
                  <a:pt x="4961" y="1694"/>
                </a:lnTo>
                <a:lnTo>
                  <a:pt x="4979" y="1685"/>
                </a:lnTo>
                <a:lnTo>
                  <a:pt x="4996" y="1676"/>
                </a:lnTo>
                <a:lnTo>
                  <a:pt x="5014" y="1667"/>
                </a:lnTo>
                <a:lnTo>
                  <a:pt x="5032" y="1658"/>
                </a:lnTo>
                <a:lnTo>
                  <a:pt x="5050" y="1648"/>
                </a:lnTo>
                <a:lnTo>
                  <a:pt x="5068" y="1639"/>
                </a:lnTo>
                <a:lnTo>
                  <a:pt x="5086" y="1630"/>
                </a:lnTo>
                <a:lnTo>
                  <a:pt x="5104" y="1620"/>
                </a:lnTo>
                <a:lnTo>
                  <a:pt x="5121" y="1611"/>
                </a:lnTo>
                <a:lnTo>
                  <a:pt x="5139" y="1601"/>
                </a:lnTo>
                <a:lnTo>
                  <a:pt x="5157" y="1591"/>
                </a:lnTo>
                <a:lnTo>
                  <a:pt x="5175" y="1582"/>
                </a:lnTo>
                <a:lnTo>
                  <a:pt x="5193" y="1572"/>
                </a:lnTo>
                <a:lnTo>
                  <a:pt x="5211" y="1562"/>
                </a:lnTo>
                <a:lnTo>
                  <a:pt x="5228" y="1552"/>
                </a:lnTo>
                <a:lnTo>
                  <a:pt x="5246" y="1542"/>
                </a:lnTo>
                <a:lnTo>
                  <a:pt x="5264" y="1531"/>
                </a:lnTo>
                <a:lnTo>
                  <a:pt x="5282" y="1521"/>
                </a:lnTo>
                <a:lnTo>
                  <a:pt x="5300" y="1511"/>
                </a:lnTo>
                <a:lnTo>
                  <a:pt x="5318" y="1500"/>
                </a:lnTo>
                <a:lnTo>
                  <a:pt x="5336" y="1490"/>
                </a:lnTo>
                <a:lnTo>
                  <a:pt x="5353" y="1479"/>
                </a:lnTo>
                <a:lnTo>
                  <a:pt x="5371" y="1468"/>
                </a:lnTo>
                <a:lnTo>
                  <a:pt x="5389" y="1457"/>
                </a:lnTo>
                <a:lnTo>
                  <a:pt x="5407" y="1446"/>
                </a:lnTo>
                <a:lnTo>
                  <a:pt x="5425" y="1435"/>
                </a:lnTo>
                <a:lnTo>
                  <a:pt x="5443" y="1424"/>
                </a:lnTo>
                <a:lnTo>
                  <a:pt x="5460" y="1413"/>
                </a:lnTo>
                <a:lnTo>
                  <a:pt x="5478" y="1402"/>
                </a:lnTo>
                <a:lnTo>
                  <a:pt x="5496" y="1391"/>
                </a:lnTo>
                <a:lnTo>
                  <a:pt x="5514" y="1379"/>
                </a:lnTo>
                <a:lnTo>
                  <a:pt x="5532" y="1368"/>
                </a:lnTo>
                <a:lnTo>
                  <a:pt x="5550" y="1356"/>
                </a:lnTo>
                <a:lnTo>
                  <a:pt x="5568" y="1344"/>
                </a:lnTo>
                <a:lnTo>
                  <a:pt x="5585" y="1333"/>
                </a:lnTo>
                <a:lnTo>
                  <a:pt x="5603" y="1321"/>
                </a:lnTo>
                <a:lnTo>
                  <a:pt x="5621" y="1309"/>
                </a:lnTo>
                <a:lnTo>
                  <a:pt x="5639" y="1297"/>
                </a:lnTo>
                <a:lnTo>
                  <a:pt x="5657" y="1285"/>
                </a:lnTo>
                <a:lnTo>
                  <a:pt x="5675" y="1272"/>
                </a:lnTo>
                <a:lnTo>
                  <a:pt x="5692" y="1260"/>
                </a:lnTo>
                <a:lnTo>
                  <a:pt x="5710" y="1248"/>
                </a:lnTo>
                <a:lnTo>
                  <a:pt x="5728" y="1235"/>
                </a:lnTo>
                <a:lnTo>
                  <a:pt x="5746" y="1223"/>
                </a:lnTo>
                <a:lnTo>
                  <a:pt x="5764" y="1210"/>
                </a:lnTo>
                <a:lnTo>
                  <a:pt x="5782" y="1197"/>
                </a:lnTo>
                <a:lnTo>
                  <a:pt x="5799" y="1185"/>
                </a:lnTo>
                <a:lnTo>
                  <a:pt x="5817" y="1172"/>
                </a:lnTo>
                <a:lnTo>
                  <a:pt x="5835" y="1159"/>
                </a:lnTo>
                <a:lnTo>
                  <a:pt x="5853" y="1146"/>
                </a:lnTo>
                <a:lnTo>
                  <a:pt x="5871" y="1133"/>
                </a:lnTo>
                <a:lnTo>
                  <a:pt x="5889" y="1119"/>
                </a:lnTo>
                <a:lnTo>
                  <a:pt x="5907" y="1106"/>
                </a:lnTo>
                <a:lnTo>
                  <a:pt x="5924" y="1093"/>
                </a:lnTo>
                <a:lnTo>
                  <a:pt x="5942" y="1079"/>
                </a:lnTo>
                <a:lnTo>
                  <a:pt x="5960" y="1066"/>
                </a:lnTo>
                <a:lnTo>
                  <a:pt x="5978" y="1052"/>
                </a:lnTo>
                <a:lnTo>
                  <a:pt x="5996" y="1038"/>
                </a:lnTo>
                <a:lnTo>
                  <a:pt x="6014" y="1024"/>
                </a:lnTo>
                <a:lnTo>
                  <a:pt x="6031" y="1010"/>
                </a:lnTo>
                <a:lnTo>
                  <a:pt x="6049" y="996"/>
                </a:lnTo>
                <a:lnTo>
                  <a:pt x="6067" y="982"/>
                </a:lnTo>
                <a:lnTo>
                  <a:pt x="6085" y="968"/>
                </a:lnTo>
                <a:lnTo>
                  <a:pt x="6103" y="954"/>
                </a:lnTo>
                <a:lnTo>
                  <a:pt x="6121" y="940"/>
                </a:lnTo>
                <a:lnTo>
                  <a:pt x="6139" y="925"/>
                </a:lnTo>
                <a:lnTo>
                  <a:pt x="6156" y="911"/>
                </a:lnTo>
                <a:lnTo>
                  <a:pt x="6174" y="896"/>
                </a:lnTo>
                <a:lnTo>
                  <a:pt x="6192" y="881"/>
                </a:lnTo>
                <a:lnTo>
                  <a:pt x="6210" y="867"/>
                </a:lnTo>
                <a:lnTo>
                  <a:pt x="6228" y="852"/>
                </a:lnTo>
                <a:lnTo>
                  <a:pt x="6246" y="837"/>
                </a:lnTo>
                <a:lnTo>
                  <a:pt x="6263" y="822"/>
                </a:lnTo>
                <a:lnTo>
                  <a:pt x="6281" y="807"/>
                </a:lnTo>
                <a:lnTo>
                  <a:pt x="6299" y="792"/>
                </a:lnTo>
                <a:lnTo>
                  <a:pt x="6317" y="776"/>
                </a:lnTo>
                <a:lnTo>
                  <a:pt x="6335" y="761"/>
                </a:lnTo>
                <a:lnTo>
                  <a:pt x="6353" y="745"/>
                </a:lnTo>
                <a:lnTo>
                  <a:pt x="6371" y="730"/>
                </a:lnTo>
                <a:lnTo>
                  <a:pt x="6388" y="714"/>
                </a:lnTo>
                <a:lnTo>
                  <a:pt x="6406" y="699"/>
                </a:lnTo>
                <a:lnTo>
                  <a:pt x="6424" y="683"/>
                </a:lnTo>
                <a:lnTo>
                  <a:pt x="6442" y="667"/>
                </a:lnTo>
                <a:lnTo>
                  <a:pt x="6460" y="651"/>
                </a:lnTo>
                <a:lnTo>
                  <a:pt x="6478" y="635"/>
                </a:lnTo>
                <a:lnTo>
                  <a:pt x="6495" y="619"/>
                </a:lnTo>
                <a:lnTo>
                  <a:pt x="6513" y="602"/>
                </a:lnTo>
                <a:lnTo>
                  <a:pt x="6531" y="586"/>
                </a:lnTo>
                <a:lnTo>
                  <a:pt x="6549" y="570"/>
                </a:lnTo>
                <a:lnTo>
                  <a:pt x="6567" y="553"/>
                </a:lnTo>
                <a:lnTo>
                  <a:pt x="6585" y="537"/>
                </a:lnTo>
                <a:lnTo>
                  <a:pt x="6603" y="520"/>
                </a:lnTo>
                <a:lnTo>
                  <a:pt x="6620" y="503"/>
                </a:lnTo>
                <a:lnTo>
                  <a:pt x="6638" y="487"/>
                </a:lnTo>
                <a:lnTo>
                  <a:pt x="6656" y="470"/>
                </a:lnTo>
                <a:lnTo>
                  <a:pt x="6674" y="453"/>
                </a:lnTo>
                <a:lnTo>
                  <a:pt x="6692" y="436"/>
                </a:lnTo>
                <a:lnTo>
                  <a:pt x="6710" y="418"/>
                </a:lnTo>
                <a:lnTo>
                  <a:pt x="6727" y="401"/>
                </a:lnTo>
                <a:lnTo>
                  <a:pt x="6745" y="384"/>
                </a:lnTo>
                <a:lnTo>
                  <a:pt x="6763" y="366"/>
                </a:lnTo>
                <a:lnTo>
                  <a:pt x="6781" y="349"/>
                </a:lnTo>
                <a:lnTo>
                  <a:pt x="6799" y="331"/>
                </a:lnTo>
                <a:lnTo>
                  <a:pt x="6817" y="314"/>
                </a:lnTo>
                <a:lnTo>
                  <a:pt x="6834" y="296"/>
                </a:lnTo>
                <a:lnTo>
                  <a:pt x="6852" y="278"/>
                </a:lnTo>
                <a:lnTo>
                  <a:pt x="6870" y="260"/>
                </a:lnTo>
                <a:lnTo>
                  <a:pt x="6888" y="242"/>
                </a:lnTo>
                <a:lnTo>
                  <a:pt x="6906" y="224"/>
                </a:lnTo>
                <a:lnTo>
                  <a:pt x="6924" y="206"/>
                </a:lnTo>
                <a:lnTo>
                  <a:pt x="6942" y="187"/>
                </a:lnTo>
                <a:lnTo>
                  <a:pt x="6959" y="169"/>
                </a:lnTo>
                <a:lnTo>
                  <a:pt x="6977" y="151"/>
                </a:lnTo>
                <a:lnTo>
                  <a:pt x="6995" y="132"/>
                </a:lnTo>
                <a:lnTo>
                  <a:pt x="7013" y="113"/>
                </a:lnTo>
                <a:lnTo>
                  <a:pt x="7031" y="95"/>
                </a:lnTo>
                <a:lnTo>
                  <a:pt x="7049" y="76"/>
                </a:lnTo>
                <a:lnTo>
                  <a:pt x="7066" y="57"/>
                </a:lnTo>
                <a:lnTo>
                  <a:pt x="7084" y="38"/>
                </a:lnTo>
                <a:lnTo>
                  <a:pt x="7102" y="19"/>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Freeform 9"/>
          <p:cNvSpPr/>
          <p:nvPr/>
        </p:nvSpPr>
        <p:spPr>
          <a:xfrm>
            <a:off x="896112" y="3149194"/>
            <a:ext cx="6510528" cy="1667866"/>
          </a:xfrm>
          <a:custGeom>
            <a:avLst/>
            <a:gdLst/>
            <a:ahLst/>
            <a:cxnLst/>
            <a:rect l="l" t="t" r="r" b="b"/>
            <a:pathLst>
              <a:path w="7120" h="1824">
                <a:moveTo>
                  <a:pt x="0" y="453"/>
                </a:moveTo>
                <a:lnTo>
                  <a:pt x="18" y="468"/>
                </a:lnTo>
                <a:lnTo>
                  <a:pt x="36" y="483"/>
                </a:lnTo>
                <a:lnTo>
                  <a:pt x="54" y="497"/>
                </a:lnTo>
                <a:lnTo>
                  <a:pt x="71" y="512"/>
                </a:lnTo>
                <a:lnTo>
                  <a:pt x="89" y="526"/>
                </a:lnTo>
                <a:lnTo>
                  <a:pt x="107" y="541"/>
                </a:lnTo>
                <a:lnTo>
                  <a:pt x="125" y="555"/>
                </a:lnTo>
                <a:lnTo>
                  <a:pt x="143" y="569"/>
                </a:lnTo>
                <a:lnTo>
                  <a:pt x="161" y="583"/>
                </a:lnTo>
                <a:lnTo>
                  <a:pt x="178" y="597"/>
                </a:lnTo>
                <a:lnTo>
                  <a:pt x="196" y="611"/>
                </a:lnTo>
                <a:lnTo>
                  <a:pt x="214" y="625"/>
                </a:lnTo>
                <a:lnTo>
                  <a:pt x="232" y="639"/>
                </a:lnTo>
                <a:lnTo>
                  <a:pt x="250" y="653"/>
                </a:lnTo>
                <a:lnTo>
                  <a:pt x="268" y="666"/>
                </a:lnTo>
                <a:lnTo>
                  <a:pt x="286" y="680"/>
                </a:lnTo>
                <a:lnTo>
                  <a:pt x="303" y="693"/>
                </a:lnTo>
                <a:lnTo>
                  <a:pt x="321" y="707"/>
                </a:lnTo>
                <a:lnTo>
                  <a:pt x="339" y="720"/>
                </a:lnTo>
                <a:lnTo>
                  <a:pt x="357" y="733"/>
                </a:lnTo>
                <a:lnTo>
                  <a:pt x="375" y="746"/>
                </a:lnTo>
                <a:lnTo>
                  <a:pt x="393" y="760"/>
                </a:lnTo>
                <a:lnTo>
                  <a:pt x="410" y="773"/>
                </a:lnTo>
                <a:lnTo>
                  <a:pt x="428" y="785"/>
                </a:lnTo>
                <a:lnTo>
                  <a:pt x="446" y="798"/>
                </a:lnTo>
                <a:lnTo>
                  <a:pt x="464" y="811"/>
                </a:lnTo>
                <a:lnTo>
                  <a:pt x="482" y="824"/>
                </a:lnTo>
                <a:lnTo>
                  <a:pt x="500" y="836"/>
                </a:lnTo>
                <a:lnTo>
                  <a:pt x="517" y="849"/>
                </a:lnTo>
                <a:lnTo>
                  <a:pt x="535" y="861"/>
                </a:lnTo>
                <a:lnTo>
                  <a:pt x="553" y="874"/>
                </a:lnTo>
                <a:lnTo>
                  <a:pt x="571" y="886"/>
                </a:lnTo>
                <a:lnTo>
                  <a:pt x="589" y="898"/>
                </a:lnTo>
                <a:lnTo>
                  <a:pt x="607" y="910"/>
                </a:lnTo>
                <a:lnTo>
                  <a:pt x="625" y="922"/>
                </a:lnTo>
                <a:lnTo>
                  <a:pt x="642" y="934"/>
                </a:lnTo>
                <a:lnTo>
                  <a:pt x="660" y="946"/>
                </a:lnTo>
                <a:lnTo>
                  <a:pt x="678" y="958"/>
                </a:lnTo>
                <a:lnTo>
                  <a:pt x="696" y="970"/>
                </a:lnTo>
                <a:lnTo>
                  <a:pt x="714" y="981"/>
                </a:lnTo>
                <a:lnTo>
                  <a:pt x="732" y="993"/>
                </a:lnTo>
                <a:lnTo>
                  <a:pt x="749" y="1004"/>
                </a:lnTo>
                <a:lnTo>
                  <a:pt x="767" y="1016"/>
                </a:lnTo>
                <a:lnTo>
                  <a:pt x="785" y="1027"/>
                </a:lnTo>
                <a:lnTo>
                  <a:pt x="803" y="1038"/>
                </a:lnTo>
                <a:lnTo>
                  <a:pt x="821" y="1050"/>
                </a:lnTo>
                <a:lnTo>
                  <a:pt x="839" y="1061"/>
                </a:lnTo>
                <a:lnTo>
                  <a:pt x="857" y="1072"/>
                </a:lnTo>
                <a:lnTo>
                  <a:pt x="874" y="1083"/>
                </a:lnTo>
                <a:lnTo>
                  <a:pt x="892" y="1093"/>
                </a:lnTo>
                <a:lnTo>
                  <a:pt x="910" y="1104"/>
                </a:lnTo>
                <a:lnTo>
                  <a:pt x="928" y="1115"/>
                </a:lnTo>
                <a:lnTo>
                  <a:pt x="946" y="1125"/>
                </a:lnTo>
                <a:lnTo>
                  <a:pt x="964" y="1136"/>
                </a:lnTo>
                <a:lnTo>
                  <a:pt x="981" y="1146"/>
                </a:lnTo>
                <a:lnTo>
                  <a:pt x="999" y="1157"/>
                </a:lnTo>
                <a:lnTo>
                  <a:pt x="1017" y="1167"/>
                </a:lnTo>
                <a:lnTo>
                  <a:pt x="1035" y="1177"/>
                </a:lnTo>
                <a:lnTo>
                  <a:pt x="1053" y="1187"/>
                </a:lnTo>
                <a:lnTo>
                  <a:pt x="1071" y="1197"/>
                </a:lnTo>
                <a:lnTo>
                  <a:pt x="1089" y="1207"/>
                </a:lnTo>
                <a:lnTo>
                  <a:pt x="1106" y="1217"/>
                </a:lnTo>
                <a:lnTo>
                  <a:pt x="1124" y="1227"/>
                </a:lnTo>
                <a:lnTo>
                  <a:pt x="1142" y="1237"/>
                </a:lnTo>
                <a:lnTo>
                  <a:pt x="1160" y="1247"/>
                </a:lnTo>
                <a:lnTo>
                  <a:pt x="1178" y="1256"/>
                </a:lnTo>
                <a:lnTo>
                  <a:pt x="1196" y="1266"/>
                </a:lnTo>
                <a:lnTo>
                  <a:pt x="1213" y="1275"/>
                </a:lnTo>
                <a:lnTo>
                  <a:pt x="1231" y="1284"/>
                </a:lnTo>
                <a:lnTo>
                  <a:pt x="1249" y="1294"/>
                </a:lnTo>
                <a:lnTo>
                  <a:pt x="1267" y="1303"/>
                </a:lnTo>
                <a:lnTo>
                  <a:pt x="1285" y="1312"/>
                </a:lnTo>
                <a:lnTo>
                  <a:pt x="1303" y="1321"/>
                </a:lnTo>
                <a:lnTo>
                  <a:pt x="1321" y="1330"/>
                </a:lnTo>
                <a:lnTo>
                  <a:pt x="1338" y="1339"/>
                </a:lnTo>
                <a:lnTo>
                  <a:pt x="1356" y="1347"/>
                </a:lnTo>
                <a:lnTo>
                  <a:pt x="1374" y="1356"/>
                </a:lnTo>
                <a:lnTo>
                  <a:pt x="1392" y="1365"/>
                </a:lnTo>
                <a:lnTo>
                  <a:pt x="1410" y="1373"/>
                </a:lnTo>
                <a:lnTo>
                  <a:pt x="1428" y="1382"/>
                </a:lnTo>
                <a:lnTo>
                  <a:pt x="1445" y="1390"/>
                </a:lnTo>
                <a:lnTo>
                  <a:pt x="1463" y="1398"/>
                </a:lnTo>
                <a:lnTo>
                  <a:pt x="1481" y="1407"/>
                </a:lnTo>
                <a:lnTo>
                  <a:pt x="1499" y="1415"/>
                </a:lnTo>
                <a:lnTo>
                  <a:pt x="1517" y="1423"/>
                </a:lnTo>
                <a:lnTo>
                  <a:pt x="1535" y="1431"/>
                </a:lnTo>
                <a:lnTo>
                  <a:pt x="1552" y="1439"/>
                </a:lnTo>
                <a:lnTo>
                  <a:pt x="1570" y="1446"/>
                </a:lnTo>
                <a:lnTo>
                  <a:pt x="1588" y="1454"/>
                </a:lnTo>
                <a:lnTo>
                  <a:pt x="1606" y="1462"/>
                </a:lnTo>
                <a:lnTo>
                  <a:pt x="1624" y="1469"/>
                </a:lnTo>
                <a:lnTo>
                  <a:pt x="1642" y="1477"/>
                </a:lnTo>
                <a:lnTo>
                  <a:pt x="1660" y="1484"/>
                </a:lnTo>
                <a:lnTo>
                  <a:pt x="1677" y="1492"/>
                </a:lnTo>
                <a:lnTo>
                  <a:pt x="1695" y="1499"/>
                </a:lnTo>
                <a:lnTo>
                  <a:pt x="1713" y="1506"/>
                </a:lnTo>
                <a:lnTo>
                  <a:pt x="1731" y="1513"/>
                </a:lnTo>
                <a:lnTo>
                  <a:pt x="1749" y="1520"/>
                </a:lnTo>
                <a:lnTo>
                  <a:pt x="1767" y="1527"/>
                </a:lnTo>
                <a:lnTo>
                  <a:pt x="1784" y="1534"/>
                </a:lnTo>
                <a:lnTo>
                  <a:pt x="1802" y="1541"/>
                </a:lnTo>
                <a:lnTo>
                  <a:pt x="1820" y="1547"/>
                </a:lnTo>
                <a:lnTo>
                  <a:pt x="1838" y="1554"/>
                </a:lnTo>
                <a:lnTo>
                  <a:pt x="1856" y="1560"/>
                </a:lnTo>
                <a:lnTo>
                  <a:pt x="1874" y="1567"/>
                </a:lnTo>
                <a:lnTo>
                  <a:pt x="1892" y="1573"/>
                </a:lnTo>
                <a:lnTo>
                  <a:pt x="1909" y="1580"/>
                </a:lnTo>
                <a:lnTo>
                  <a:pt x="1927" y="1586"/>
                </a:lnTo>
                <a:lnTo>
                  <a:pt x="1945" y="1592"/>
                </a:lnTo>
                <a:lnTo>
                  <a:pt x="1963" y="1598"/>
                </a:lnTo>
                <a:lnTo>
                  <a:pt x="1981" y="1604"/>
                </a:lnTo>
                <a:lnTo>
                  <a:pt x="1999" y="1610"/>
                </a:lnTo>
                <a:lnTo>
                  <a:pt x="2016" y="1616"/>
                </a:lnTo>
                <a:lnTo>
                  <a:pt x="2034" y="1621"/>
                </a:lnTo>
                <a:lnTo>
                  <a:pt x="2052" y="1627"/>
                </a:lnTo>
                <a:lnTo>
                  <a:pt x="2070" y="1633"/>
                </a:lnTo>
                <a:lnTo>
                  <a:pt x="2088" y="1638"/>
                </a:lnTo>
                <a:lnTo>
                  <a:pt x="2106" y="1644"/>
                </a:lnTo>
                <a:lnTo>
                  <a:pt x="2124" y="1649"/>
                </a:lnTo>
                <a:lnTo>
                  <a:pt x="2141" y="1654"/>
                </a:lnTo>
                <a:lnTo>
                  <a:pt x="2159" y="1659"/>
                </a:lnTo>
                <a:lnTo>
                  <a:pt x="2177" y="1664"/>
                </a:lnTo>
                <a:lnTo>
                  <a:pt x="2195" y="1669"/>
                </a:lnTo>
                <a:lnTo>
                  <a:pt x="2213" y="1674"/>
                </a:lnTo>
                <a:lnTo>
                  <a:pt x="2231" y="1679"/>
                </a:lnTo>
                <a:lnTo>
                  <a:pt x="2248" y="1684"/>
                </a:lnTo>
                <a:lnTo>
                  <a:pt x="2266" y="1689"/>
                </a:lnTo>
                <a:lnTo>
                  <a:pt x="2284" y="1693"/>
                </a:lnTo>
                <a:lnTo>
                  <a:pt x="2302" y="1698"/>
                </a:lnTo>
                <a:lnTo>
                  <a:pt x="2320" y="1702"/>
                </a:lnTo>
                <a:lnTo>
                  <a:pt x="2338" y="1707"/>
                </a:lnTo>
                <a:lnTo>
                  <a:pt x="2355" y="1711"/>
                </a:lnTo>
                <a:lnTo>
                  <a:pt x="2373" y="1715"/>
                </a:lnTo>
                <a:lnTo>
                  <a:pt x="2391" y="1719"/>
                </a:lnTo>
                <a:lnTo>
                  <a:pt x="2409" y="1723"/>
                </a:lnTo>
                <a:lnTo>
                  <a:pt x="2427" y="1727"/>
                </a:lnTo>
                <a:lnTo>
                  <a:pt x="2445" y="1731"/>
                </a:lnTo>
                <a:lnTo>
                  <a:pt x="2463" y="1735"/>
                </a:lnTo>
                <a:lnTo>
                  <a:pt x="2480" y="1739"/>
                </a:lnTo>
                <a:lnTo>
                  <a:pt x="2498" y="1742"/>
                </a:lnTo>
                <a:lnTo>
                  <a:pt x="2516" y="1746"/>
                </a:lnTo>
                <a:lnTo>
                  <a:pt x="2534" y="1750"/>
                </a:lnTo>
                <a:lnTo>
                  <a:pt x="2552" y="1753"/>
                </a:lnTo>
                <a:lnTo>
                  <a:pt x="2570" y="1756"/>
                </a:lnTo>
                <a:lnTo>
                  <a:pt x="2587" y="1760"/>
                </a:lnTo>
                <a:lnTo>
                  <a:pt x="2605" y="1763"/>
                </a:lnTo>
                <a:lnTo>
                  <a:pt x="2623" y="1766"/>
                </a:lnTo>
                <a:lnTo>
                  <a:pt x="2641" y="1769"/>
                </a:lnTo>
                <a:lnTo>
                  <a:pt x="2659" y="1772"/>
                </a:lnTo>
                <a:lnTo>
                  <a:pt x="2677" y="1775"/>
                </a:lnTo>
                <a:lnTo>
                  <a:pt x="2695" y="1777"/>
                </a:lnTo>
                <a:lnTo>
                  <a:pt x="2712" y="1780"/>
                </a:lnTo>
                <a:lnTo>
                  <a:pt x="2730" y="1783"/>
                </a:lnTo>
                <a:lnTo>
                  <a:pt x="2748" y="1785"/>
                </a:lnTo>
                <a:lnTo>
                  <a:pt x="2766" y="1788"/>
                </a:lnTo>
                <a:lnTo>
                  <a:pt x="2784" y="1790"/>
                </a:lnTo>
                <a:lnTo>
                  <a:pt x="2802" y="1792"/>
                </a:lnTo>
                <a:lnTo>
                  <a:pt x="2819" y="1795"/>
                </a:lnTo>
                <a:lnTo>
                  <a:pt x="2837" y="1797"/>
                </a:lnTo>
                <a:lnTo>
                  <a:pt x="2855" y="1799"/>
                </a:lnTo>
                <a:lnTo>
                  <a:pt x="2873" y="1801"/>
                </a:lnTo>
                <a:lnTo>
                  <a:pt x="2891" y="1803"/>
                </a:lnTo>
                <a:lnTo>
                  <a:pt x="2909" y="1805"/>
                </a:lnTo>
                <a:lnTo>
                  <a:pt x="2927" y="1806"/>
                </a:lnTo>
                <a:lnTo>
                  <a:pt x="2944" y="1808"/>
                </a:lnTo>
                <a:lnTo>
                  <a:pt x="2962" y="1810"/>
                </a:lnTo>
                <a:lnTo>
                  <a:pt x="2980" y="1811"/>
                </a:lnTo>
                <a:lnTo>
                  <a:pt x="2998" y="1812"/>
                </a:lnTo>
                <a:lnTo>
                  <a:pt x="3016" y="1814"/>
                </a:lnTo>
                <a:lnTo>
                  <a:pt x="3034" y="1815"/>
                </a:lnTo>
                <a:lnTo>
                  <a:pt x="3051" y="1816"/>
                </a:lnTo>
                <a:lnTo>
                  <a:pt x="3069" y="1817"/>
                </a:lnTo>
                <a:lnTo>
                  <a:pt x="3087" y="1818"/>
                </a:lnTo>
                <a:lnTo>
                  <a:pt x="3105" y="1819"/>
                </a:lnTo>
                <a:lnTo>
                  <a:pt x="3123" y="1820"/>
                </a:lnTo>
                <a:lnTo>
                  <a:pt x="3141" y="1821"/>
                </a:lnTo>
                <a:lnTo>
                  <a:pt x="3158" y="1822"/>
                </a:lnTo>
                <a:lnTo>
                  <a:pt x="3176" y="1822"/>
                </a:lnTo>
                <a:lnTo>
                  <a:pt x="3194" y="1823"/>
                </a:lnTo>
                <a:lnTo>
                  <a:pt x="3212" y="1823"/>
                </a:lnTo>
                <a:lnTo>
                  <a:pt x="3230" y="1824"/>
                </a:lnTo>
                <a:lnTo>
                  <a:pt x="3248" y="1824"/>
                </a:lnTo>
                <a:lnTo>
                  <a:pt x="3266" y="1824"/>
                </a:lnTo>
                <a:lnTo>
                  <a:pt x="3283" y="1824"/>
                </a:lnTo>
                <a:lnTo>
                  <a:pt x="3301" y="1824"/>
                </a:lnTo>
                <a:lnTo>
                  <a:pt x="3319" y="1824"/>
                </a:lnTo>
                <a:lnTo>
                  <a:pt x="3337" y="1824"/>
                </a:lnTo>
                <a:lnTo>
                  <a:pt x="3355" y="1824"/>
                </a:lnTo>
                <a:lnTo>
                  <a:pt x="3373" y="1824"/>
                </a:lnTo>
                <a:lnTo>
                  <a:pt x="3390" y="1823"/>
                </a:lnTo>
                <a:lnTo>
                  <a:pt x="3408" y="1823"/>
                </a:lnTo>
                <a:lnTo>
                  <a:pt x="3426" y="1823"/>
                </a:lnTo>
                <a:lnTo>
                  <a:pt x="3444" y="1822"/>
                </a:lnTo>
                <a:lnTo>
                  <a:pt x="3462" y="1821"/>
                </a:lnTo>
                <a:lnTo>
                  <a:pt x="3480" y="1821"/>
                </a:lnTo>
                <a:lnTo>
                  <a:pt x="3498" y="1820"/>
                </a:lnTo>
                <a:lnTo>
                  <a:pt x="3515" y="1819"/>
                </a:lnTo>
                <a:lnTo>
                  <a:pt x="3533" y="1818"/>
                </a:lnTo>
                <a:lnTo>
                  <a:pt x="3551" y="1817"/>
                </a:lnTo>
                <a:lnTo>
                  <a:pt x="3569" y="1816"/>
                </a:lnTo>
                <a:lnTo>
                  <a:pt x="3587" y="1814"/>
                </a:lnTo>
                <a:lnTo>
                  <a:pt x="3605" y="1813"/>
                </a:lnTo>
                <a:lnTo>
                  <a:pt x="3622" y="1812"/>
                </a:lnTo>
                <a:lnTo>
                  <a:pt x="3640" y="1810"/>
                </a:lnTo>
                <a:lnTo>
                  <a:pt x="3658" y="1809"/>
                </a:lnTo>
                <a:lnTo>
                  <a:pt x="3676" y="1807"/>
                </a:lnTo>
                <a:lnTo>
                  <a:pt x="3694" y="1806"/>
                </a:lnTo>
                <a:lnTo>
                  <a:pt x="3712" y="1804"/>
                </a:lnTo>
                <a:lnTo>
                  <a:pt x="3730" y="1802"/>
                </a:lnTo>
                <a:lnTo>
                  <a:pt x="3747" y="1800"/>
                </a:lnTo>
                <a:lnTo>
                  <a:pt x="3765" y="1798"/>
                </a:lnTo>
                <a:lnTo>
                  <a:pt x="3783" y="1796"/>
                </a:lnTo>
                <a:lnTo>
                  <a:pt x="3801" y="1794"/>
                </a:lnTo>
                <a:lnTo>
                  <a:pt x="3819" y="1791"/>
                </a:lnTo>
                <a:lnTo>
                  <a:pt x="3837" y="1789"/>
                </a:lnTo>
                <a:lnTo>
                  <a:pt x="3854" y="1787"/>
                </a:lnTo>
                <a:lnTo>
                  <a:pt x="3872" y="1784"/>
                </a:lnTo>
                <a:lnTo>
                  <a:pt x="3890" y="1782"/>
                </a:lnTo>
                <a:lnTo>
                  <a:pt x="3908" y="1779"/>
                </a:lnTo>
                <a:lnTo>
                  <a:pt x="3926" y="1776"/>
                </a:lnTo>
                <a:lnTo>
                  <a:pt x="3944" y="1773"/>
                </a:lnTo>
                <a:lnTo>
                  <a:pt x="3962" y="1771"/>
                </a:lnTo>
                <a:lnTo>
                  <a:pt x="3979" y="1768"/>
                </a:lnTo>
                <a:lnTo>
                  <a:pt x="3997" y="1764"/>
                </a:lnTo>
                <a:lnTo>
                  <a:pt x="4015" y="1761"/>
                </a:lnTo>
                <a:lnTo>
                  <a:pt x="4033" y="1758"/>
                </a:lnTo>
                <a:lnTo>
                  <a:pt x="4051" y="1755"/>
                </a:lnTo>
                <a:lnTo>
                  <a:pt x="4069" y="1751"/>
                </a:lnTo>
                <a:lnTo>
                  <a:pt x="4086" y="1748"/>
                </a:lnTo>
                <a:lnTo>
                  <a:pt x="4104" y="1744"/>
                </a:lnTo>
                <a:lnTo>
                  <a:pt x="4122" y="1741"/>
                </a:lnTo>
                <a:lnTo>
                  <a:pt x="4140" y="1737"/>
                </a:lnTo>
                <a:lnTo>
                  <a:pt x="4158" y="1733"/>
                </a:lnTo>
                <a:lnTo>
                  <a:pt x="4176" y="1730"/>
                </a:lnTo>
                <a:lnTo>
                  <a:pt x="4193" y="1726"/>
                </a:lnTo>
                <a:lnTo>
                  <a:pt x="4211" y="1722"/>
                </a:lnTo>
                <a:lnTo>
                  <a:pt x="4229" y="1718"/>
                </a:lnTo>
                <a:lnTo>
                  <a:pt x="4247" y="1713"/>
                </a:lnTo>
                <a:lnTo>
                  <a:pt x="4265" y="1709"/>
                </a:lnTo>
                <a:lnTo>
                  <a:pt x="4283" y="1705"/>
                </a:lnTo>
                <a:lnTo>
                  <a:pt x="4301" y="1700"/>
                </a:lnTo>
                <a:lnTo>
                  <a:pt x="4318" y="1696"/>
                </a:lnTo>
                <a:lnTo>
                  <a:pt x="4336" y="1691"/>
                </a:lnTo>
                <a:lnTo>
                  <a:pt x="4354" y="1687"/>
                </a:lnTo>
                <a:lnTo>
                  <a:pt x="4372" y="1682"/>
                </a:lnTo>
                <a:lnTo>
                  <a:pt x="4390" y="1677"/>
                </a:lnTo>
                <a:lnTo>
                  <a:pt x="4408" y="1672"/>
                </a:lnTo>
                <a:lnTo>
                  <a:pt x="4425" y="1667"/>
                </a:lnTo>
                <a:lnTo>
                  <a:pt x="4443" y="1662"/>
                </a:lnTo>
                <a:lnTo>
                  <a:pt x="4461" y="1657"/>
                </a:lnTo>
                <a:lnTo>
                  <a:pt x="4479" y="1652"/>
                </a:lnTo>
                <a:lnTo>
                  <a:pt x="4497" y="1647"/>
                </a:lnTo>
                <a:lnTo>
                  <a:pt x="4515" y="1641"/>
                </a:lnTo>
                <a:lnTo>
                  <a:pt x="4533" y="1636"/>
                </a:lnTo>
                <a:lnTo>
                  <a:pt x="4550" y="1630"/>
                </a:lnTo>
                <a:lnTo>
                  <a:pt x="4568" y="1625"/>
                </a:lnTo>
                <a:lnTo>
                  <a:pt x="4586" y="1619"/>
                </a:lnTo>
                <a:lnTo>
                  <a:pt x="4604" y="1613"/>
                </a:lnTo>
                <a:lnTo>
                  <a:pt x="4622" y="1607"/>
                </a:lnTo>
                <a:lnTo>
                  <a:pt x="4640" y="1601"/>
                </a:lnTo>
                <a:lnTo>
                  <a:pt x="4657" y="1595"/>
                </a:lnTo>
                <a:lnTo>
                  <a:pt x="4675" y="1589"/>
                </a:lnTo>
                <a:lnTo>
                  <a:pt x="4693" y="1583"/>
                </a:lnTo>
                <a:lnTo>
                  <a:pt x="4711" y="1577"/>
                </a:lnTo>
                <a:lnTo>
                  <a:pt x="4729" y="1571"/>
                </a:lnTo>
                <a:lnTo>
                  <a:pt x="4747" y="1564"/>
                </a:lnTo>
                <a:lnTo>
                  <a:pt x="4765" y="1558"/>
                </a:lnTo>
                <a:lnTo>
                  <a:pt x="4782" y="1551"/>
                </a:lnTo>
                <a:lnTo>
                  <a:pt x="4800" y="1544"/>
                </a:lnTo>
                <a:lnTo>
                  <a:pt x="4818" y="1538"/>
                </a:lnTo>
                <a:lnTo>
                  <a:pt x="4836" y="1531"/>
                </a:lnTo>
                <a:lnTo>
                  <a:pt x="4854" y="1524"/>
                </a:lnTo>
                <a:lnTo>
                  <a:pt x="4872" y="1517"/>
                </a:lnTo>
                <a:lnTo>
                  <a:pt x="4889" y="1510"/>
                </a:lnTo>
                <a:lnTo>
                  <a:pt x="4907" y="1503"/>
                </a:lnTo>
                <a:lnTo>
                  <a:pt x="4925" y="1496"/>
                </a:lnTo>
                <a:lnTo>
                  <a:pt x="4943" y="1488"/>
                </a:lnTo>
                <a:lnTo>
                  <a:pt x="4961" y="1481"/>
                </a:lnTo>
                <a:lnTo>
                  <a:pt x="4979" y="1474"/>
                </a:lnTo>
                <a:lnTo>
                  <a:pt x="4996" y="1466"/>
                </a:lnTo>
                <a:lnTo>
                  <a:pt x="5014" y="1458"/>
                </a:lnTo>
                <a:lnTo>
                  <a:pt x="5032" y="1451"/>
                </a:lnTo>
                <a:lnTo>
                  <a:pt x="5050" y="1443"/>
                </a:lnTo>
                <a:lnTo>
                  <a:pt x="5068" y="1435"/>
                </a:lnTo>
                <a:lnTo>
                  <a:pt x="5086" y="1427"/>
                </a:lnTo>
                <a:lnTo>
                  <a:pt x="5104" y="1419"/>
                </a:lnTo>
                <a:lnTo>
                  <a:pt x="5121" y="1411"/>
                </a:lnTo>
                <a:lnTo>
                  <a:pt x="5139" y="1403"/>
                </a:lnTo>
                <a:lnTo>
                  <a:pt x="5157" y="1395"/>
                </a:lnTo>
                <a:lnTo>
                  <a:pt x="5175" y="1386"/>
                </a:lnTo>
                <a:lnTo>
                  <a:pt x="5193" y="1378"/>
                </a:lnTo>
                <a:lnTo>
                  <a:pt x="5211" y="1369"/>
                </a:lnTo>
                <a:lnTo>
                  <a:pt x="5228" y="1361"/>
                </a:lnTo>
                <a:lnTo>
                  <a:pt x="5246" y="1352"/>
                </a:lnTo>
                <a:lnTo>
                  <a:pt x="5264" y="1344"/>
                </a:lnTo>
                <a:lnTo>
                  <a:pt x="5282" y="1335"/>
                </a:lnTo>
                <a:lnTo>
                  <a:pt x="5300" y="1326"/>
                </a:lnTo>
                <a:lnTo>
                  <a:pt x="5318" y="1317"/>
                </a:lnTo>
                <a:lnTo>
                  <a:pt x="5336" y="1308"/>
                </a:lnTo>
                <a:lnTo>
                  <a:pt x="5353" y="1299"/>
                </a:lnTo>
                <a:lnTo>
                  <a:pt x="5371" y="1290"/>
                </a:lnTo>
                <a:lnTo>
                  <a:pt x="5389" y="1280"/>
                </a:lnTo>
                <a:lnTo>
                  <a:pt x="5407" y="1271"/>
                </a:lnTo>
                <a:lnTo>
                  <a:pt x="5425" y="1261"/>
                </a:lnTo>
                <a:lnTo>
                  <a:pt x="5443" y="1252"/>
                </a:lnTo>
                <a:lnTo>
                  <a:pt x="5460" y="1242"/>
                </a:lnTo>
                <a:lnTo>
                  <a:pt x="5478" y="1233"/>
                </a:lnTo>
                <a:lnTo>
                  <a:pt x="5496" y="1223"/>
                </a:lnTo>
                <a:lnTo>
                  <a:pt x="5514" y="1213"/>
                </a:lnTo>
                <a:lnTo>
                  <a:pt x="5532" y="1203"/>
                </a:lnTo>
                <a:lnTo>
                  <a:pt x="5550" y="1193"/>
                </a:lnTo>
                <a:lnTo>
                  <a:pt x="5568" y="1183"/>
                </a:lnTo>
                <a:lnTo>
                  <a:pt x="5585" y="1173"/>
                </a:lnTo>
                <a:lnTo>
                  <a:pt x="5603" y="1163"/>
                </a:lnTo>
                <a:lnTo>
                  <a:pt x="5621" y="1152"/>
                </a:lnTo>
                <a:lnTo>
                  <a:pt x="5639" y="1142"/>
                </a:lnTo>
                <a:lnTo>
                  <a:pt x="5657" y="1131"/>
                </a:lnTo>
                <a:lnTo>
                  <a:pt x="5675" y="1121"/>
                </a:lnTo>
                <a:lnTo>
                  <a:pt x="5692" y="1110"/>
                </a:lnTo>
                <a:lnTo>
                  <a:pt x="5710" y="1099"/>
                </a:lnTo>
                <a:lnTo>
                  <a:pt x="5728" y="1089"/>
                </a:lnTo>
                <a:lnTo>
                  <a:pt x="5746" y="1078"/>
                </a:lnTo>
                <a:lnTo>
                  <a:pt x="5764" y="1067"/>
                </a:lnTo>
                <a:lnTo>
                  <a:pt x="5782" y="1056"/>
                </a:lnTo>
                <a:lnTo>
                  <a:pt x="5799" y="1045"/>
                </a:lnTo>
                <a:lnTo>
                  <a:pt x="5817" y="1033"/>
                </a:lnTo>
                <a:lnTo>
                  <a:pt x="5835" y="1022"/>
                </a:lnTo>
                <a:lnTo>
                  <a:pt x="5853" y="1011"/>
                </a:lnTo>
                <a:lnTo>
                  <a:pt x="5871" y="999"/>
                </a:lnTo>
                <a:lnTo>
                  <a:pt x="5889" y="988"/>
                </a:lnTo>
                <a:lnTo>
                  <a:pt x="5907" y="976"/>
                </a:lnTo>
                <a:lnTo>
                  <a:pt x="5924" y="965"/>
                </a:lnTo>
                <a:lnTo>
                  <a:pt x="5942" y="953"/>
                </a:lnTo>
                <a:lnTo>
                  <a:pt x="5960" y="941"/>
                </a:lnTo>
                <a:lnTo>
                  <a:pt x="5978" y="929"/>
                </a:lnTo>
                <a:lnTo>
                  <a:pt x="5996" y="917"/>
                </a:lnTo>
                <a:lnTo>
                  <a:pt x="6014" y="905"/>
                </a:lnTo>
                <a:lnTo>
                  <a:pt x="6031" y="893"/>
                </a:lnTo>
                <a:lnTo>
                  <a:pt x="6049" y="881"/>
                </a:lnTo>
                <a:lnTo>
                  <a:pt x="6067" y="868"/>
                </a:lnTo>
                <a:lnTo>
                  <a:pt x="6085" y="856"/>
                </a:lnTo>
                <a:lnTo>
                  <a:pt x="6103" y="843"/>
                </a:lnTo>
                <a:lnTo>
                  <a:pt x="6121" y="831"/>
                </a:lnTo>
                <a:lnTo>
                  <a:pt x="6139" y="818"/>
                </a:lnTo>
                <a:lnTo>
                  <a:pt x="6156" y="805"/>
                </a:lnTo>
                <a:lnTo>
                  <a:pt x="6174" y="793"/>
                </a:lnTo>
                <a:lnTo>
                  <a:pt x="6192" y="780"/>
                </a:lnTo>
                <a:lnTo>
                  <a:pt x="6210" y="767"/>
                </a:lnTo>
                <a:lnTo>
                  <a:pt x="6228" y="754"/>
                </a:lnTo>
                <a:lnTo>
                  <a:pt x="6246" y="741"/>
                </a:lnTo>
                <a:lnTo>
                  <a:pt x="6263" y="727"/>
                </a:lnTo>
                <a:lnTo>
                  <a:pt x="6281" y="714"/>
                </a:lnTo>
                <a:lnTo>
                  <a:pt x="6299" y="701"/>
                </a:lnTo>
                <a:lnTo>
                  <a:pt x="6317" y="687"/>
                </a:lnTo>
                <a:lnTo>
                  <a:pt x="6335" y="674"/>
                </a:lnTo>
                <a:lnTo>
                  <a:pt x="6353" y="660"/>
                </a:lnTo>
                <a:lnTo>
                  <a:pt x="6371" y="647"/>
                </a:lnTo>
                <a:lnTo>
                  <a:pt x="6388" y="633"/>
                </a:lnTo>
                <a:lnTo>
                  <a:pt x="6406" y="619"/>
                </a:lnTo>
                <a:lnTo>
                  <a:pt x="6424" y="605"/>
                </a:lnTo>
                <a:lnTo>
                  <a:pt x="6442" y="591"/>
                </a:lnTo>
                <a:lnTo>
                  <a:pt x="6460" y="577"/>
                </a:lnTo>
                <a:lnTo>
                  <a:pt x="6478" y="563"/>
                </a:lnTo>
                <a:lnTo>
                  <a:pt x="6495" y="549"/>
                </a:lnTo>
                <a:lnTo>
                  <a:pt x="6513" y="534"/>
                </a:lnTo>
                <a:lnTo>
                  <a:pt x="6531" y="520"/>
                </a:lnTo>
                <a:lnTo>
                  <a:pt x="6549" y="505"/>
                </a:lnTo>
                <a:lnTo>
                  <a:pt x="6567" y="491"/>
                </a:lnTo>
                <a:lnTo>
                  <a:pt x="6585" y="476"/>
                </a:lnTo>
                <a:lnTo>
                  <a:pt x="6603" y="462"/>
                </a:lnTo>
                <a:lnTo>
                  <a:pt x="6620" y="447"/>
                </a:lnTo>
                <a:lnTo>
                  <a:pt x="6638" y="432"/>
                </a:lnTo>
                <a:lnTo>
                  <a:pt x="6656" y="417"/>
                </a:lnTo>
                <a:lnTo>
                  <a:pt x="6674" y="402"/>
                </a:lnTo>
                <a:lnTo>
                  <a:pt x="6692" y="387"/>
                </a:lnTo>
                <a:lnTo>
                  <a:pt x="6710" y="372"/>
                </a:lnTo>
                <a:lnTo>
                  <a:pt x="6727" y="356"/>
                </a:lnTo>
                <a:lnTo>
                  <a:pt x="6745" y="341"/>
                </a:lnTo>
                <a:lnTo>
                  <a:pt x="6763" y="326"/>
                </a:lnTo>
                <a:lnTo>
                  <a:pt x="6781" y="310"/>
                </a:lnTo>
                <a:lnTo>
                  <a:pt x="6799" y="294"/>
                </a:lnTo>
                <a:lnTo>
                  <a:pt x="6817" y="279"/>
                </a:lnTo>
                <a:lnTo>
                  <a:pt x="6834" y="263"/>
                </a:lnTo>
                <a:lnTo>
                  <a:pt x="6852" y="247"/>
                </a:lnTo>
                <a:lnTo>
                  <a:pt x="6870" y="231"/>
                </a:lnTo>
                <a:lnTo>
                  <a:pt x="6888" y="215"/>
                </a:lnTo>
                <a:lnTo>
                  <a:pt x="6906" y="199"/>
                </a:lnTo>
                <a:lnTo>
                  <a:pt x="6924" y="183"/>
                </a:lnTo>
                <a:lnTo>
                  <a:pt x="6942" y="167"/>
                </a:lnTo>
                <a:lnTo>
                  <a:pt x="6959" y="150"/>
                </a:lnTo>
                <a:lnTo>
                  <a:pt x="6977" y="134"/>
                </a:lnTo>
                <a:lnTo>
                  <a:pt x="6995" y="118"/>
                </a:lnTo>
                <a:lnTo>
                  <a:pt x="7013" y="101"/>
                </a:lnTo>
                <a:lnTo>
                  <a:pt x="7031" y="84"/>
                </a:lnTo>
                <a:lnTo>
                  <a:pt x="7049" y="68"/>
                </a:lnTo>
                <a:lnTo>
                  <a:pt x="7066" y="51"/>
                </a:lnTo>
                <a:lnTo>
                  <a:pt x="7084" y="34"/>
                </a:lnTo>
                <a:lnTo>
                  <a:pt x="7102" y="17"/>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reeform 10"/>
          <p:cNvSpPr/>
          <p:nvPr/>
        </p:nvSpPr>
        <p:spPr>
          <a:xfrm>
            <a:off x="896112" y="2690165"/>
            <a:ext cx="6494069" cy="2065630"/>
          </a:xfrm>
          <a:custGeom>
            <a:avLst/>
            <a:gdLst/>
            <a:ahLst/>
            <a:cxnLst/>
            <a:rect l="l" t="t" r="r" b="b"/>
            <a:pathLst>
              <a:path w="7102" h="2259">
                <a:moveTo>
                  <a:pt x="0" y="1079"/>
                </a:moveTo>
                <a:lnTo>
                  <a:pt x="18" y="1093"/>
                </a:lnTo>
                <a:lnTo>
                  <a:pt x="36" y="1107"/>
                </a:lnTo>
                <a:lnTo>
                  <a:pt x="54" y="1121"/>
                </a:lnTo>
                <a:lnTo>
                  <a:pt x="71" y="1135"/>
                </a:lnTo>
                <a:lnTo>
                  <a:pt x="89" y="1148"/>
                </a:lnTo>
                <a:lnTo>
                  <a:pt x="107" y="1162"/>
                </a:lnTo>
                <a:lnTo>
                  <a:pt x="125" y="1176"/>
                </a:lnTo>
                <a:lnTo>
                  <a:pt x="143" y="1189"/>
                </a:lnTo>
                <a:lnTo>
                  <a:pt x="161" y="1203"/>
                </a:lnTo>
                <a:lnTo>
                  <a:pt x="178" y="1216"/>
                </a:lnTo>
                <a:lnTo>
                  <a:pt x="196" y="1229"/>
                </a:lnTo>
                <a:lnTo>
                  <a:pt x="214" y="1242"/>
                </a:lnTo>
                <a:lnTo>
                  <a:pt x="232" y="1255"/>
                </a:lnTo>
                <a:lnTo>
                  <a:pt x="250" y="1268"/>
                </a:lnTo>
                <a:lnTo>
                  <a:pt x="268" y="1281"/>
                </a:lnTo>
                <a:lnTo>
                  <a:pt x="286" y="1294"/>
                </a:lnTo>
                <a:lnTo>
                  <a:pt x="303" y="1307"/>
                </a:lnTo>
                <a:lnTo>
                  <a:pt x="321" y="1319"/>
                </a:lnTo>
                <a:lnTo>
                  <a:pt x="339" y="1332"/>
                </a:lnTo>
                <a:lnTo>
                  <a:pt x="357" y="1344"/>
                </a:lnTo>
                <a:lnTo>
                  <a:pt x="375" y="1357"/>
                </a:lnTo>
                <a:lnTo>
                  <a:pt x="393" y="1369"/>
                </a:lnTo>
                <a:lnTo>
                  <a:pt x="410" y="1381"/>
                </a:lnTo>
                <a:lnTo>
                  <a:pt x="428" y="1394"/>
                </a:lnTo>
                <a:lnTo>
                  <a:pt x="446" y="1406"/>
                </a:lnTo>
                <a:lnTo>
                  <a:pt x="464" y="1418"/>
                </a:lnTo>
                <a:lnTo>
                  <a:pt x="482" y="1429"/>
                </a:lnTo>
                <a:lnTo>
                  <a:pt x="500" y="1441"/>
                </a:lnTo>
                <a:lnTo>
                  <a:pt x="517" y="1453"/>
                </a:lnTo>
                <a:lnTo>
                  <a:pt x="535" y="1465"/>
                </a:lnTo>
                <a:lnTo>
                  <a:pt x="553" y="1476"/>
                </a:lnTo>
                <a:lnTo>
                  <a:pt x="571" y="1488"/>
                </a:lnTo>
                <a:lnTo>
                  <a:pt x="589" y="1499"/>
                </a:lnTo>
                <a:lnTo>
                  <a:pt x="607" y="1510"/>
                </a:lnTo>
                <a:lnTo>
                  <a:pt x="625" y="1522"/>
                </a:lnTo>
                <a:lnTo>
                  <a:pt x="642" y="1533"/>
                </a:lnTo>
                <a:lnTo>
                  <a:pt x="660" y="1544"/>
                </a:lnTo>
                <a:lnTo>
                  <a:pt x="678" y="1555"/>
                </a:lnTo>
                <a:lnTo>
                  <a:pt x="696" y="1566"/>
                </a:lnTo>
                <a:lnTo>
                  <a:pt x="714" y="1576"/>
                </a:lnTo>
                <a:lnTo>
                  <a:pt x="732" y="1587"/>
                </a:lnTo>
                <a:lnTo>
                  <a:pt x="749" y="1598"/>
                </a:lnTo>
                <a:lnTo>
                  <a:pt x="767" y="1608"/>
                </a:lnTo>
                <a:lnTo>
                  <a:pt x="785" y="1619"/>
                </a:lnTo>
                <a:lnTo>
                  <a:pt x="803" y="1629"/>
                </a:lnTo>
                <a:lnTo>
                  <a:pt x="821" y="1639"/>
                </a:lnTo>
                <a:lnTo>
                  <a:pt x="839" y="1650"/>
                </a:lnTo>
                <a:lnTo>
                  <a:pt x="857" y="1660"/>
                </a:lnTo>
                <a:lnTo>
                  <a:pt x="874" y="1670"/>
                </a:lnTo>
                <a:lnTo>
                  <a:pt x="892" y="1680"/>
                </a:lnTo>
                <a:lnTo>
                  <a:pt x="910" y="1689"/>
                </a:lnTo>
                <a:lnTo>
                  <a:pt x="928" y="1699"/>
                </a:lnTo>
                <a:lnTo>
                  <a:pt x="946" y="1709"/>
                </a:lnTo>
                <a:lnTo>
                  <a:pt x="964" y="1719"/>
                </a:lnTo>
                <a:lnTo>
                  <a:pt x="981" y="1728"/>
                </a:lnTo>
                <a:lnTo>
                  <a:pt x="999" y="1737"/>
                </a:lnTo>
                <a:lnTo>
                  <a:pt x="1017" y="1747"/>
                </a:lnTo>
                <a:lnTo>
                  <a:pt x="1035" y="1756"/>
                </a:lnTo>
                <a:lnTo>
                  <a:pt x="1053" y="1765"/>
                </a:lnTo>
                <a:lnTo>
                  <a:pt x="1071" y="1774"/>
                </a:lnTo>
                <a:lnTo>
                  <a:pt x="1089" y="1783"/>
                </a:lnTo>
                <a:lnTo>
                  <a:pt x="1106" y="1792"/>
                </a:lnTo>
                <a:lnTo>
                  <a:pt x="1124" y="1801"/>
                </a:lnTo>
                <a:lnTo>
                  <a:pt x="1142" y="1810"/>
                </a:lnTo>
                <a:lnTo>
                  <a:pt x="1160" y="1819"/>
                </a:lnTo>
                <a:lnTo>
                  <a:pt x="1178" y="1827"/>
                </a:lnTo>
                <a:lnTo>
                  <a:pt x="1196" y="1836"/>
                </a:lnTo>
                <a:lnTo>
                  <a:pt x="1213" y="1844"/>
                </a:lnTo>
                <a:lnTo>
                  <a:pt x="1231" y="1852"/>
                </a:lnTo>
                <a:lnTo>
                  <a:pt x="1249" y="1861"/>
                </a:lnTo>
                <a:lnTo>
                  <a:pt x="1267" y="1869"/>
                </a:lnTo>
                <a:lnTo>
                  <a:pt x="1285" y="1877"/>
                </a:lnTo>
                <a:lnTo>
                  <a:pt x="1303" y="1885"/>
                </a:lnTo>
                <a:lnTo>
                  <a:pt x="1321" y="1893"/>
                </a:lnTo>
                <a:lnTo>
                  <a:pt x="1338" y="1901"/>
                </a:lnTo>
                <a:lnTo>
                  <a:pt x="1356" y="1908"/>
                </a:lnTo>
                <a:lnTo>
                  <a:pt x="1374" y="1916"/>
                </a:lnTo>
                <a:lnTo>
                  <a:pt x="1392" y="1924"/>
                </a:lnTo>
                <a:lnTo>
                  <a:pt x="1410" y="1931"/>
                </a:lnTo>
                <a:lnTo>
                  <a:pt x="1428" y="1939"/>
                </a:lnTo>
                <a:lnTo>
                  <a:pt x="1445" y="1946"/>
                </a:lnTo>
                <a:lnTo>
                  <a:pt x="1463" y="1953"/>
                </a:lnTo>
                <a:lnTo>
                  <a:pt x="1481" y="1960"/>
                </a:lnTo>
                <a:lnTo>
                  <a:pt x="1499" y="1967"/>
                </a:lnTo>
                <a:lnTo>
                  <a:pt x="1517" y="1974"/>
                </a:lnTo>
                <a:lnTo>
                  <a:pt x="1535" y="1981"/>
                </a:lnTo>
                <a:lnTo>
                  <a:pt x="1552" y="1988"/>
                </a:lnTo>
                <a:lnTo>
                  <a:pt x="1570" y="1995"/>
                </a:lnTo>
                <a:lnTo>
                  <a:pt x="1588" y="2001"/>
                </a:lnTo>
                <a:lnTo>
                  <a:pt x="1606" y="2008"/>
                </a:lnTo>
                <a:lnTo>
                  <a:pt x="1624" y="2014"/>
                </a:lnTo>
                <a:lnTo>
                  <a:pt x="1642" y="2021"/>
                </a:lnTo>
                <a:lnTo>
                  <a:pt x="1660" y="2027"/>
                </a:lnTo>
                <a:lnTo>
                  <a:pt x="1677" y="2033"/>
                </a:lnTo>
                <a:lnTo>
                  <a:pt x="1695" y="2039"/>
                </a:lnTo>
                <a:lnTo>
                  <a:pt x="1713" y="2045"/>
                </a:lnTo>
                <a:lnTo>
                  <a:pt x="1731" y="2051"/>
                </a:lnTo>
                <a:lnTo>
                  <a:pt x="1749" y="2057"/>
                </a:lnTo>
                <a:lnTo>
                  <a:pt x="1767" y="2063"/>
                </a:lnTo>
                <a:lnTo>
                  <a:pt x="1784" y="2069"/>
                </a:lnTo>
                <a:lnTo>
                  <a:pt x="1802" y="2074"/>
                </a:lnTo>
                <a:lnTo>
                  <a:pt x="1820" y="2080"/>
                </a:lnTo>
                <a:lnTo>
                  <a:pt x="1838" y="2085"/>
                </a:lnTo>
                <a:lnTo>
                  <a:pt x="1856" y="2091"/>
                </a:lnTo>
                <a:lnTo>
                  <a:pt x="1874" y="2096"/>
                </a:lnTo>
                <a:lnTo>
                  <a:pt x="1892" y="2101"/>
                </a:lnTo>
                <a:lnTo>
                  <a:pt x="1909" y="2106"/>
                </a:lnTo>
                <a:lnTo>
                  <a:pt x="1927" y="2111"/>
                </a:lnTo>
                <a:lnTo>
                  <a:pt x="1945" y="2116"/>
                </a:lnTo>
                <a:lnTo>
                  <a:pt x="1963" y="2121"/>
                </a:lnTo>
                <a:lnTo>
                  <a:pt x="1981" y="2126"/>
                </a:lnTo>
                <a:lnTo>
                  <a:pt x="1999" y="2131"/>
                </a:lnTo>
                <a:lnTo>
                  <a:pt x="2016" y="2135"/>
                </a:lnTo>
                <a:lnTo>
                  <a:pt x="2034" y="2140"/>
                </a:lnTo>
                <a:lnTo>
                  <a:pt x="2052" y="2144"/>
                </a:lnTo>
                <a:lnTo>
                  <a:pt x="2070" y="2149"/>
                </a:lnTo>
                <a:lnTo>
                  <a:pt x="2088" y="2153"/>
                </a:lnTo>
                <a:lnTo>
                  <a:pt x="2106" y="2157"/>
                </a:lnTo>
                <a:lnTo>
                  <a:pt x="2124" y="2161"/>
                </a:lnTo>
                <a:lnTo>
                  <a:pt x="2141" y="2165"/>
                </a:lnTo>
                <a:lnTo>
                  <a:pt x="2159" y="2169"/>
                </a:lnTo>
                <a:lnTo>
                  <a:pt x="2177" y="2173"/>
                </a:lnTo>
                <a:lnTo>
                  <a:pt x="2195" y="2177"/>
                </a:lnTo>
                <a:lnTo>
                  <a:pt x="2213" y="2181"/>
                </a:lnTo>
                <a:lnTo>
                  <a:pt x="2231" y="2184"/>
                </a:lnTo>
                <a:lnTo>
                  <a:pt x="2248" y="2188"/>
                </a:lnTo>
                <a:lnTo>
                  <a:pt x="2266" y="2191"/>
                </a:lnTo>
                <a:lnTo>
                  <a:pt x="2284" y="2194"/>
                </a:lnTo>
                <a:lnTo>
                  <a:pt x="2302" y="2198"/>
                </a:lnTo>
                <a:lnTo>
                  <a:pt x="2320" y="2201"/>
                </a:lnTo>
                <a:lnTo>
                  <a:pt x="2338" y="2204"/>
                </a:lnTo>
                <a:lnTo>
                  <a:pt x="2355" y="2207"/>
                </a:lnTo>
                <a:lnTo>
                  <a:pt x="2373" y="2210"/>
                </a:lnTo>
                <a:lnTo>
                  <a:pt x="2391" y="2213"/>
                </a:lnTo>
                <a:lnTo>
                  <a:pt x="2409" y="2215"/>
                </a:lnTo>
                <a:lnTo>
                  <a:pt x="2427" y="2218"/>
                </a:lnTo>
                <a:lnTo>
                  <a:pt x="2445" y="2221"/>
                </a:lnTo>
                <a:lnTo>
                  <a:pt x="2463" y="2223"/>
                </a:lnTo>
                <a:lnTo>
                  <a:pt x="2480" y="2226"/>
                </a:lnTo>
                <a:lnTo>
                  <a:pt x="2498" y="2228"/>
                </a:lnTo>
                <a:lnTo>
                  <a:pt x="2516" y="2230"/>
                </a:lnTo>
                <a:lnTo>
                  <a:pt x="2534" y="2232"/>
                </a:lnTo>
                <a:lnTo>
                  <a:pt x="2552" y="2234"/>
                </a:lnTo>
                <a:lnTo>
                  <a:pt x="2570" y="2236"/>
                </a:lnTo>
                <a:lnTo>
                  <a:pt x="2587" y="2238"/>
                </a:lnTo>
                <a:lnTo>
                  <a:pt x="2605" y="2240"/>
                </a:lnTo>
                <a:lnTo>
                  <a:pt x="2623" y="2242"/>
                </a:lnTo>
                <a:lnTo>
                  <a:pt x="2641" y="2243"/>
                </a:lnTo>
                <a:lnTo>
                  <a:pt x="2659" y="2245"/>
                </a:lnTo>
                <a:lnTo>
                  <a:pt x="2677" y="2247"/>
                </a:lnTo>
                <a:lnTo>
                  <a:pt x="2695" y="2248"/>
                </a:lnTo>
                <a:lnTo>
                  <a:pt x="2712" y="2249"/>
                </a:lnTo>
                <a:lnTo>
                  <a:pt x="2730" y="2250"/>
                </a:lnTo>
                <a:lnTo>
                  <a:pt x="2748" y="2252"/>
                </a:lnTo>
                <a:lnTo>
                  <a:pt x="2766" y="2253"/>
                </a:lnTo>
                <a:lnTo>
                  <a:pt x="2784" y="2254"/>
                </a:lnTo>
                <a:lnTo>
                  <a:pt x="2802" y="2255"/>
                </a:lnTo>
                <a:lnTo>
                  <a:pt x="2819" y="2255"/>
                </a:lnTo>
                <a:lnTo>
                  <a:pt x="2837" y="2256"/>
                </a:lnTo>
                <a:lnTo>
                  <a:pt x="2855" y="2257"/>
                </a:lnTo>
                <a:lnTo>
                  <a:pt x="2873" y="2257"/>
                </a:lnTo>
                <a:lnTo>
                  <a:pt x="2891" y="2258"/>
                </a:lnTo>
                <a:lnTo>
                  <a:pt x="2909" y="2258"/>
                </a:lnTo>
                <a:lnTo>
                  <a:pt x="2927" y="2258"/>
                </a:lnTo>
                <a:lnTo>
                  <a:pt x="2944" y="2259"/>
                </a:lnTo>
                <a:lnTo>
                  <a:pt x="2962" y="2259"/>
                </a:lnTo>
                <a:lnTo>
                  <a:pt x="2980" y="2259"/>
                </a:lnTo>
                <a:lnTo>
                  <a:pt x="2998" y="2259"/>
                </a:lnTo>
                <a:lnTo>
                  <a:pt x="3016" y="2259"/>
                </a:lnTo>
                <a:lnTo>
                  <a:pt x="3034" y="2258"/>
                </a:lnTo>
                <a:lnTo>
                  <a:pt x="3051" y="2258"/>
                </a:lnTo>
                <a:lnTo>
                  <a:pt x="3069" y="2258"/>
                </a:lnTo>
                <a:lnTo>
                  <a:pt x="3087" y="2257"/>
                </a:lnTo>
                <a:lnTo>
                  <a:pt x="3105" y="2257"/>
                </a:lnTo>
                <a:lnTo>
                  <a:pt x="3123" y="2256"/>
                </a:lnTo>
                <a:lnTo>
                  <a:pt x="3141" y="2255"/>
                </a:lnTo>
                <a:lnTo>
                  <a:pt x="3158" y="2254"/>
                </a:lnTo>
                <a:lnTo>
                  <a:pt x="3176" y="2254"/>
                </a:lnTo>
                <a:lnTo>
                  <a:pt x="3194" y="2253"/>
                </a:lnTo>
                <a:lnTo>
                  <a:pt x="3212" y="2252"/>
                </a:lnTo>
                <a:lnTo>
                  <a:pt x="3230" y="2250"/>
                </a:lnTo>
                <a:lnTo>
                  <a:pt x="3248" y="2249"/>
                </a:lnTo>
                <a:lnTo>
                  <a:pt x="3266" y="2248"/>
                </a:lnTo>
                <a:lnTo>
                  <a:pt x="3283" y="2246"/>
                </a:lnTo>
                <a:lnTo>
                  <a:pt x="3301" y="2245"/>
                </a:lnTo>
                <a:lnTo>
                  <a:pt x="3319" y="2243"/>
                </a:lnTo>
                <a:lnTo>
                  <a:pt x="3337" y="2242"/>
                </a:lnTo>
                <a:lnTo>
                  <a:pt x="3355" y="2240"/>
                </a:lnTo>
                <a:lnTo>
                  <a:pt x="3373" y="2238"/>
                </a:lnTo>
                <a:lnTo>
                  <a:pt x="3390" y="2236"/>
                </a:lnTo>
                <a:lnTo>
                  <a:pt x="3408" y="2234"/>
                </a:lnTo>
                <a:lnTo>
                  <a:pt x="3426" y="2232"/>
                </a:lnTo>
                <a:lnTo>
                  <a:pt x="3444" y="2230"/>
                </a:lnTo>
                <a:lnTo>
                  <a:pt x="3462" y="2228"/>
                </a:lnTo>
                <a:lnTo>
                  <a:pt x="3480" y="2226"/>
                </a:lnTo>
                <a:lnTo>
                  <a:pt x="3498" y="2223"/>
                </a:lnTo>
                <a:lnTo>
                  <a:pt x="3515" y="2221"/>
                </a:lnTo>
                <a:lnTo>
                  <a:pt x="3533" y="2218"/>
                </a:lnTo>
                <a:lnTo>
                  <a:pt x="3551" y="2215"/>
                </a:lnTo>
                <a:lnTo>
                  <a:pt x="3569" y="2213"/>
                </a:lnTo>
                <a:lnTo>
                  <a:pt x="3587" y="2210"/>
                </a:lnTo>
                <a:lnTo>
                  <a:pt x="3605" y="2207"/>
                </a:lnTo>
                <a:lnTo>
                  <a:pt x="3622" y="2204"/>
                </a:lnTo>
                <a:lnTo>
                  <a:pt x="3640" y="2201"/>
                </a:lnTo>
                <a:lnTo>
                  <a:pt x="3658" y="2198"/>
                </a:lnTo>
                <a:lnTo>
                  <a:pt x="3676" y="2194"/>
                </a:lnTo>
                <a:lnTo>
                  <a:pt x="3694" y="2191"/>
                </a:lnTo>
                <a:lnTo>
                  <a:pt x="3712" y="2188"/>
                </a:lnTo>
                <a:lnTo>
                  <a:pt x="3730" y="2184"/>
                </a:lnTo>
                <a:lnTo>
                  <a:pt x="3747" y="2180"/>
                </a:lnTo>
                <a:lnTo>
                  <a:pt x="3765" y="2177"/>
                </a:lnTo>
                <a:lnTo>
                  <a:pt x="3783" y="2173"/>
                </a:lnTo>
                <a:lnTo>
                  <a:pt x="3801" y="2169"/>
                </a:lnTo>
                <a:lnTo>
                  <a:pt x="3819" y="2165"/>
                </a:lnTo>
                <a:lnTo>
                  <a:pt x="3837" y="2161"/>
                </a:lnTo>
                <a:lnTo>
                  <a:pt x="3854" y="2157"/>
                </a:lnTo>
                <a:lnTo>
                  <a:pt x="3872" y="2153"/>
                </a:lnTo>
                <a:lnTo>
                  <a:pt x="3890" y="2149"/>
                </a:lnTo>
                <a:lnTo>
                  <a:pt x="3908" y="2144"/>
                </a:lnTo>
                <a:lnTo>
                  <a:pt x="3926" y="2140"/>
                </a:lnTo>
                <a:lnTo>
                  <a:pt x="3944" y="2135"/>
                </a:lnTo>
                <a:lnTo>
                  <a:pt x="3962" y="2131"/>
                </a:lnTo>
                <a:lnTo>
                  <a:pt x="3979" y="2126"/>
                </a:lnTo>
                <a:lnTo>
                  <a:pt x="3997" y="2121"/>
                </a:lnTo>
                <a:lnTo>
                  <a:pt x="4015" y="2116"/>
                </a:lnTo>
                <a:lnTo>
                  <a:pt x="4033" y="2111"/>
                </a:lnTo>
                <a:lnTo>
                  <a:pt x="4051" y="2106"/>
                </a:lnTo>
                <a:lnTo>
                  <a:pt x="4069" y="2101"/>
                </a:lnTo>
                <a:lnTo>
                  <a:pt x="4086" y="2096"/>
                </a:lnTo>
                <a:lnTo>
                  <a:pt x="4104" y="2091"/>
                </a:lnTo>
                <a:lnTo>
                  <a:pt x="4122" y="2085"/>
                </a:lnTo>
                <a:lnTo>
                  <a:pt x="4140" y="2080"/>
                </a:lnTo>
                <a:lnTo>
                  <a:pt x="4158" y="2074"/>
                </a:lnTo>
                <a:lnTo>
                  <a:pt x="4176" y="2069"/>
                </a:lnTo>
                <a:lnTo>
                  <a:pt x="4193" y="2063"/>
                </a:lnTo>
                <a:lnTo>
                  <a:pt x="4211" y="2057"/>
                </a:lnTo>
                <a:lnTo>
                  <a:pt x="4229" y="2051"/>
                </a:lnTo>
                <a:lnTo>
                  <a:pt x="4247" y="2045"/>
                </a:lnTo>
                <a:lnTo>
                  <a:pt x="4265" y="2039"/>
                </a:lnTo>
                <a:lnTo>
                  <a:pt x="4283" y="2033"/>
                </a:lnTo>
                <a:lnTo>
                  <a:pt x="4301" y="2027"/>
                </a:lnTo>
                <a:lnTo>
                  <a:pt x="4318" y="2021"/>
                </a:lnTo>
                <a:lnTo>
                  <a:pt x="4336" y="2014"/>
                </a:lnTo>
                <a:lnTo>
                  <a:pt x="4354" y="2008"/>
                </a:lnTo>
                <a:lnTo>
                  <a:pt x="4372" y="2001"/>
                </a:lnTo>
                <a:lnTo>
                  <a:pt x="4390" y="1994"/>
                </a:lnTo>
                <a:lnTo>
                  <a:pt x="4408" y="1988"/>
                </a:lnTo>
                <a:lnTo>
                  <a:pt x="4425" y="1981"/>
                </a:lnTo>
                <a:lnTo>
                  <a:pt x="4443" y="1974"/>
                </a:lnTo>
                <a:lnTo>
                  <a:pt x="4461" y="1967"/>
                </a:lnTo>
                <a:lnTo>
                  <a:pt x="4479" y="1960"/>
                </a:lnTo>
                <a:lnTo>
                  <a:pt x="4497" y="1953"/>
                </a:lnTo>
                <a:lnTo>
                  <a:pt x="4515" y="1946"/>
                </a:lnTo>
                <a:lnTo>
                  <a:pt x="4533" y="1938"/>
                </a:lnTo>
                <a:lnTo>
                  <a:pt x="4550" y="1931"/>
                </a:lnTo>
                <a:lnTo>
                  <a:pt x="4568" y="1923"/>
                </a:lnTo>
                <a:lnTo>
                  <a:pt x="4586" y="1916"/>
                </a:lnTo>
                <a:lnTo>
                  <a:pt x="4604" y="1908"/>
                </a:lnTo>
                <a:lnTo>
                  <a:pt x="4622" y="1900"/>
                </a:lnTo>
                <a:lnTo>
                  <a:pt x="4640" y="1893"/>
                </a:lnTo>
                <a:lnTo>
                  <a:pt x="4657" y="1885"/>
                </a:lnTo>
                <a:lnTo>
                  <a:pt x="4675" y="1877"/>
                </a:lnTo>
                <a:lnTo>
                  <a:pt x="4693" y="1869"/>
                </a:lnTo>
                <a:lnTo>
                  <a:pt x="4711" y="1860"/>
                </a:lnTo>
                <a:lnTo>
                  <a:pt x="4729" y="1852"/>
                </a:lnTo>
                <a:lnTo>
                  <a:pt x="4747" y="1844"/>
                </a:lnTo>
                <a:lnTo>
                  <a:pt x="4765" y="1835"/>
                </a:lnTo>
                <a:lnTo>
                  <a:pt x="4782" y="1827"/>
                </a:lnTo>
                <a:lnTo>
                  <a:pt x="4800" y="1818"/>
                </a:lnTo>
                <a:lnTo>
                  <a:pt x="4818" y="1810"/>
                </a:lnTo>
                <a:lnTo>
                  <a:pt x="4836" y="1801"/>
                </a:lnTo>
                <a:lnTo>
                  <a:pt x="4854" y="1792"/>
                </a:lnTo>
                <a:lnTo>
                  <a:pt x="4872" y="1783"/>
                </a:lnTo>
                <a:lnTo>
                  <a:pt x="4889" y="1774"/>
                </a:lnTo>
                <a:lnTo>
                  <a:pt x="4907" y="1765"/>
                </a:lnTo>
                <a:lnTo>
                  <a:pt x="4925" y="1756"/>
                </a:lnTo>
                <a:lnTo>
                  <a:pt x="4943" y="1747"/>
                </a:lnTo>
                <a:lnTo>
                  <a:pt x="4961" y="1737"/>
                </a:lnTo>
                <a:lnTo>
                  <a:pt x="4979" y="1728"/>
                </a:lnTo>
                <a:lnTo>
                  <a:pt x="4996" y="1718"/>
                </a:lnTo>
                <a:lnTo>
                  <a:pt x="5014" y="1709"/>
                </a:lnTo>
                <a:lnTo>
                  <a:pt x="5032" y="1699"/>
                </a:lnTo>
                <a:lnTo>
                  <a:pt x="5050" y="1689"/>
                </a:lnTo>
                <a:lnTo>
                  <a:pt x="5068" y="1679"/>
                </a:lnTo>
                <a:lnTo>
                  <a:pt x="5086" y="1669"/>
                </a:lnTo>
                <a:lnTo>
                  <a:pt x="5104" y="1659"/>
                </a:lnTo>
                <a:lnTo>
                  <a:pt x="5121" y="1649"/>
                </a:lnTo>
                <a:lnTo>
                  <a:pt x="5139" y="1639"/>
                </a:lnTo>
                <a:lnTo>
                  <a:pt x="5157" y="1629"/>
                </a:lnTo>
                <a:lnTo>
                  <a:pt x="5175" y="1618"/>
                </a:lnTo>
                <a:lnTo>
                  <a:pt x="5193" y="1608"/>
                </a:lnTo>
                <a:lnTo>
                  <a:pt x="5211" y="1597"/>
                </a:lnTo>
                <a:lnTo>
                  <a:pt x="5228" y="1587"/>
                </a:lnTo>
                <a:lnTo>
                  <a:pt x="5246" y="1576"/>
                </a:lnTo>
                <a:lnTo>
                  <a:pt x="5264" y="1565"/>
                </a:lnTo>
                <a:lnTo>
                  <a:pt x="5282" y="1554"/>
                </a:lnTo>
                <a:lnTo>
                  <a:pt x="5300" y="1543"/>
                </a:lnTo>
                <a:lnTo>
                  <a:pt x="5318" y="1532"/>
                </a:lnTo>
                <a:lnTo>
                  <a:pt x="5336" y="1521"/>
                </a:lnTo>
                <a:lnTo>
                  <a:pt x="5353" y="1510"/>
                </a:lnTo>
                <a:lnTo>
                  <a:pt x="5371" y="1499"/>
                </a:lnTo>
                <a:lnTo>
                  <a:pt x="5389" y="1487"/>
                </a:lnTo>
                <a:lnTo>
                  <a:pt x="5407" y="1476"/>
                </a:lnTo>
                <a:lnTo>
                  <a:pt x="5425" y="1464"/>
                </a:lnTo>
                <a:lnTo>
                  <a:pt x="5443" y="1453"/>
                </a:lnTo>
                <a:lnTo>
                  <a:pt x="5460" y="1441"/>
                </a:lnTo>
                <a:lnTo>
                  <a:pt x="5478" y="1429"/>
                </a:lnTo>
                <a:lnTo>
                  <a:pt x="5496" y="1417"/>
                </a:lnTo>
                <a:lnTo>
                  <a:pt x="5514" y="1405"/>
                </a:lnTo>
                <a:lnTo>
                  <a:pt x="5532" y="1393"/>
                </a:lnTo>
                <a:lnTo>
                  <a:pt x="5550" y="1381"/>
                </a:lnTo>
                <a:lnTo>
                  <a:pt x="5568" y="1369"/>
                </a:lnTo>
                <a:lnTo>
                  <a:pt x="5585" y="1356"/>
                </a:lnTo>
                <a:lnTo>
                  <a:pt x="5603" y="1344"/>
                </a:lnTo>
                <a:lnTo>
                  <a:pt x="5621" y="1332"/>
                </a:lnTo>
                <a:lnTo>
                  <a:pt x="5639" y="1319"/>
                </a:lnTo>
                <a:lnTo>
                  <a:pt x="5657" y="1306"/>
                </a:lnTo>
                <a:lnTo>
                  <a:pt x="5675" y="1294"/>
                </a:lnTo>
                <a:lnTo>
                  <a:pt x="5692" y="1281"/>
                </a:lnTo>
                <a:lnTo>
                  <a:pt x="5710" y="1268"/>
                </a:lnTo>
                <a:lnTo>
                  <a:pt x="5728" y="1255"/>
                </a:lnTo>
                <a:lnTo>
                  <a:pt x="5746" y="1242"/>
                </a:lnTo>
                <a:lnTo>
                  <a:pt x="5764" y="1229"/>
                </a:lnTo>
                <a:lnTo>
                  <a:pt x="5782" y="1215"/>
                </a:lnTo>
                <a:lnTo>
                  <a:pt x="5799" y="1202"/>
                </a:lnTo>
                <a:lnTo>
                  <a:pt x="5817" y="1189"/>
                </a:lnTo>
                <a:lnTo>
                  <a:pt x="5835" y="1175"/>
                </a:lnTo>
                <a:lnTo>
                  <a:pt x="5853" y="1162"/>
                </a:lnTo>
                <a:lnTo>
                  <a:pt x="5871" y="1148"/>
                </a:lnTo>
                <a:lnTo>
                  <a:pt x="5889" y="1134"/>
                </a:lnTo>
                <a:lnTo>
                  <a:pt x="5907" y="1120"/>
                </a:lnTo>
                <a:lnTo>
                  <a:pt x="5924" y="1106"/>
                </a:lnTo>
                <a:lnTo>
                  <a:pt x="5942" y="1092"/>
                </a:lnTo>
                <a:lnTo>
                  <a:pt x="5960" y="1078"/>
                </a:lnTo>
                <a:lnTo>
                  <a:pt x="5978" y="1064"/>
                </a:lnTo>
                <a:lnTo>
                  <a:pt x="5996" y="1050"/>
                </a:lnTo>
                <a:lnTo>
                  <a:pt x="6014" y="1035"/>
                </a:lnTo>
                <a:lnTo>
                  <a:pt x="6031" y="1021"/>
                </a:lnTo>
                <a:lnTo>
                  <a:pt x="6049" y="1007"/>
                </a:lnTo>
                <a:lnTo>
                  <a:pt x="6067" y="992"/>
                </a:lnTo>
                <a:lnTo>
                  <a:pt x="6085" y="977"/>
                </a:lnTo>
                <a:lnTo>
                  <a:pt x="6103" y="962"/>
                </a:lnTo>
                <a:lnTo>
                  <a:pt x="6121" y="948"/>
                </a:lnTo>
                <a:lnTo>
                  <a:pt x="6139" y="933"/>
                </a:lnTo>
                <a:lnTo>
                  <a:pt x="6156" y="918"/>
                </a:lnTo>
                <a:lnTo>
                  <a:pt x="6174" y="903"/>
                </a:lnTo>
                <a:lnTo>
                  <a:pt x="6192" y="887"/>
                </a:lnTo>
                <a:lnTo>
                  <a:pt x="6210" y="872"/>
                </a:lnTo>
                <a:lnTo>
                  <a:pt x="6228" y="857"/>
                </a:lnTo>
                <a:lnTo>
                  <a:pt x="6246" y="841"/>
                </a:lnTo>
                <a:lnTo>
                  <a:pt x="6263" y="826"/>
                </a:lnTo>
                <a:lnTo>
                  <a:pt x="6281" y="810"/>
                </a:lnTo>
                <a:lnTo>
                  <a:pt x="6299" y="794"/>
                </a:lnTo>
                <a:lnTo>
                  <a:pt x="6317" y="779"/>
                </a:lnTo>
                <a:lnTo>
                  <a:pt x="6335" y="763"/>
                </a:lnTo>
                <a:lnTo>
                  <a:pt x="6353" y="747"/>
                </a:lnTo>
                <a:lnTo>
                  <a:pt x="6371" y="731"/>
                </a:lnTo>
                <a:lnTo>
                  <a:pt x="6388" y="715"/>
                </a:lnTo>
                <a:lnTo>
                  <a:pt x="6406" y="698"/>
                </a:lnTo>
                <a:lnTo>
                  <a:pt x="6424" y="682"/>
                </a:lnTo>
                <a:lnTo>
                  <a:pt x="6442" y="666"/>
                </a:lnTo>
                <a:lnTo>
                  <a:pt x="6460" y="649"/>
                </a:lnTo>
                <a:lnTo>
                  <a:pt x="6478" y="633"/>
                </a:lnTo>
                <a:lnTo>
                  <a:pt x="6495" y="616"/>
                </a:lnTo>
                <a:lnTo>
                  <a:pt x="6513" y="599"/>
                </a:lnTo>
                <a:lnTo>
                  <a:pt x="6531" y="583"/>
                </a:lnTo>
                <a:lnTo>
                  <a:pt x="6549" y="566"/>
                </a:lnTo>
                <a:lnTo>
                  <a:pt x="6567" y="549"/>
                </a:lnTo>
                <a:lnTo>
                  <a:pt x="6585" y="532"/>
                </a:lnTo>
                <a:lnTo>
                  <a:pt x="6603" y="515"/>
                </a:lnTo>
                <a:lnTo>
                  <a:pt x="6620" y="497"/>
                </a:lnTo>
                <a:lnTo>
                  <a:pt x="6638" y="480"/>
                </a:lnTo>
                <a:lnTo>
                  <a:pt x="6656" y="463"/>
                </a:lnTo>
                <a:lnTo>
                  <a:pt x="6674" y="445"/>
                </a:lnTo>
                <a:lnTo>
                  <a:pt x="6692" y="428"/>
                </a:lnTo>
                <a:lnTo>
                  <a:pt x="6710" y="410"/>
                </a:lnTo>
                <a:lnTo>
                  <a:pt x="6727" y="392"/>
                </a:lnTo>
                <a:lnTo>
                  <a:pt x="6745" y="374"/>
                </a:lnTo>
                <a:lnTo>
                  <a:pt x="6763" y="356"/>
                </a:lnTo>
                <a:lnTo>
                  <a:pt x="6781" y="338"/>
                </a:lnTo>
                <a:lnTo>
                  <a:pt x="6799" y="320"/>
                </a:lnTo>
                <a:lnTo>
                  <a:pt x="6817" y="302"/>
                </a:lnTo>
                <a:lnTo>
                  <a:pt x="6834" y="284"/>
                </a:lnTo>
                <a:lnTo>
                  <a:pt x="6852" y="266"/>
                </a:lnTo>
                <a:lnTo>
                  <a:pt x="6870" y="247"/>
                </a:lnTo>
                <a:lnTo>
                  <a:pt x="6888" y="229"/>
                </a:lnTo>
                <a:lnTo>
                  <a:pt x="6906" y="210"/>
                </a:lnTo>
                <a:lnTo>
                  <a:pt x="6924" y="192"/>
                </a:lnTo>
                <a:lnTo>
                  <a:pt x="6942" y="173"/>
                </a:lnTo>
                <a:lnTo>
                  <a:pt x="6959" y="154"/>
                </a:lnTo>
                <a:lnTo>
                  <a:pt x="6977" y="135"/>
                </a:lnTo>
                <a:lnTo>
                  <a:pt x="6995" y="116"/>
                </a:lnTo>
                <a:lnTo>
                  <a:pt x="7013" y="97"/>
                </a:lnTo>
                <a:lnTo>
                  <a:pt x="7031" y="78"/>
                </a:lnTo>
                <a:lnTo>
                  <a:pt x="7049" y="59"/>
                </a:lnTo>
                <a:lnTo>
                  <a:pt x="7066" y="39"/>
                </a:lnTo>
                <a:lnTo>
                  <a:pt x="7084" y="20"/>
                </a:lnTo>
                <a:lnTo>
                  <a:pt x="7102"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896112" y="3565246"/>
            <a:ext cx="6510528" cy="951890"/>
          </a:xfrm>
          <a:custGeom>
            <a:avLst/>
            <a:gdLst/>
            <a:ahLst/>
            <a:cxnLst/>
            <a:rect l="l" t="t" r="r" b="b"/>
            <a:pathLst>
              <a:path w="7120" h="1041">
                <a:moveTo>
                  <a:pt x="0" y="965"/>
                </a:moveTo>
                <a:lnTo>
                  <a:pt x="18" y="966"/>
                </a:lnTo>
                <a:lnTo>
                  <a:pt x="36" y="968"/>
                </a:lnTo>
                <a:lnTo>
                  <a:pt x="54" y="970"/>
                </a:lnTo>
                <a:lnTo>
                  <a:pt x="71" y="972"/>
                </a:lnTo>
                <a:lnTo>
                  <a:pt x="89" y="973"/>
                </a:lnTo>
                <a:lnTo>
                  <a:pt x="107" y="975"/>
                </a:lnTo>
                <a:lnTo>
                  <a:pt x="125" y="977"/>
                </a:lnTo>
                <a:lnTo>
                  <a:pt x="143" y="978"/>
                </a:lnTo>
                <a:lnTo>
                  <a:pt x="161" y="980"/>
                </a:lnTo>
                <a:lnTo>
                  <a:pt x="178" y="982"/>
                </a:lnTo>
                <a:lnTo>
                  <a:pt x="196" y="983"/>
                </a:lnTo>
                <a:lnTo>
                  <a:pt x="214" y="985"/>
                </a:lnTo>
                <a:lnTo>
                  <a:pt x="232" y="986"/>
                </a:lnTo>
                <a:lnTo>
                  <a:pt x="250" y="988"/>
                </a:lnTo>
                <a:lnTo>
                  <a:pt x="268" y="989"/>
                </a:lnTo>
                <a:lnTo>
                  <a:pt x="286" y="991"/>
                </a:lnTo>
                <a:lnTo>
                  <a:pt x="303" y="992"/>
                </a:lnTo>
                <a:lnTo>
                  <a:pt x="321" y="993"/>
                </a:lnTo>
                <a:lnTo>
                  <a:pt x="339" y="995"/>
                </a:lnTo>
                <a:lnTo>
                  <a:pt x="357" y="996"/>
                </a:lnTo>
                <a:lnTo>
                  <a:pt x="375" y="998"/>
                </a:lnTo>
                <a:lnTo>
                  <a:pt x="393" y="999"/>
                </a:lnTo>
                <a:lnTo>
                  <a:pt x="410" y="1000"/>
                </a:lnTo>
                <a:lnTo>
                  <a:pt x="428" y="1002"/>
                </a:lnTo>
                <a:lnTo>
                  <a:pt x="446" y="1003"/>
                </a:lnTo>
                <a:lnTo>
                  <a:pt x="464" y="1004"/>
                </a:lnTo>
                <a:lnTo>
                  <a:pt x="482" y="1005"/>
                </a:lnTo>
                <a:lnTo>
                  <a:pt x="500" y="1007"/>
                </a:lnTo>
                <a:lnTo>
                  <a:pt x="517" y="1008"/>
                </a:lnTo>
                <a:lnTo>
                  <a:pt x="535" y="1009"/>
                </a:lnTo>
                <a:lnTo>
                  <a:pt x="553" y="1010"/>
                </a:lnTo>
                <a:lnTo>
                  <a:pt x="571" y="1011"/>
                </a:lnTo>
                <a:lnTo>
                  <a:pt x="589" y="1012"/>
                </a:lnTo>
                <a:lnTo>
                  <a:pt x="607" y="1013"/>
                </a:lnTo>
                <a:lnTo>
                  <a:pt x="625" y="1014"/>
                </a:lnTo>
                <a:lnTo>
                  <a:pt x="642" y="1015"/>
                </a:lnTo>
                <a:lnTo>
                  <a:pt x="660" y="1016"/>
                </a:lnTo>
                <a:lnTo>
                  <a:pt x="678" y="1017"/>
                </a:lnTo>
                <a:lnTo>
                  <a:pt x="696" y="1018"/>
                </a:lnTo>
                <a:lnTo>
                  <a:pt x="714" y="1019"/>
                </a:lnTo>
                <a:lnTo>
                  <a:pt x="732" y="1020"/>
                </a:lnTo>
                <a:lnTo>
                  <a:pt x="749" y="1021"/>
                </a:lnTo>
                <a:lnTo>
                  <a:pt x="767" y="1022"/>
                </a:lnTo>
                <a:lnTo>
                  <a:pt x="785" y="1023"/>
                </a:lnTo>
                <a:lnTo>
                  <a:pt x="803" y="1024"/>
                </a:lnTo>
                <a:lnTo>
                  <a:pt x="821" y="1025"/>
                </a:lnTo>
                <a:lnTo>
                  <a:pt x="839" y="1025"/>
                </a:lnTo>
                <a:lnTo>
                  <a:pt x="857" y="1026"/>
                </a:lnTo>
                <a:lnTo>
                  <a:pt x="874" y="1027"/>
                </a:lnTo>
                <a:lnTo>
                  <a:pt x="892" y="1028"/>
                </a:lnTo>
                <a:lnTo>
                  <a:pt x="910" y="1029"/>
                </a:lnTo>
                <a:lnTo>
                  <a:pt x="928" y="1029"/>
                </a:lnTo>
                <a:lnTo>
                  <a:pt x="946" y="1030"/>
                </a:lnTo>
                <a:lnTo>
                  <a:pt x="964" y="1031"/>
                </a:lnTo>
                <a:lnTo>
                  <a:pt x="981" y="1031"/>
                </a:lnTo>
                <a:lnTo>
                  <a:pt x="999" y="1032"/>
                </a:lnTo>
                <a:lnTo>
                  <a:pt x="1017" y="1032"/>
                </a:lnTo>
                <a:lnTo>
                  <a:pt x="1035" y="1033"/>
                </a:lnTo>
                <a:lnTo>
                  <a:pt x="1053" y="1034"/>
                </a:lnTo>
                <a:lnTo>
                  <a:pt x="1071" y="1034"/>
                </a:lnTo>
                <a:lnTo>
                  <a:pt x="1089" y="1035"/>
                </a:lnTo>
                <a:lnTo>
                  <a:pt x="1106" y="1035"/>
                </a:lnTo>
                <a:lnTo>
                  <a:pt x="1124" y="1036"/>
                </a:lnTo>
                <a:lnTo>
                  <a:pt x="1142" y="1036"/>
                </a:lnTo>
                <a:lnTo>
                  <a:pt x="1160" y="1036"/>
                </a:lnTo>
                <a:lnTo>
                  <a:pt x="1178" y="1037"/>
                </a:lnTo>
                <a:lnTo>
                  <a:pt x="1196" y="1037"/>
                </a:lnTo>
                <a:lnTo>
                  <a:pt x="1213" y="1038"/>
                </a:lnTo>
                <a:lnTo>
                  <a:pt x="1231" y="1038"/>
                </a:lnTo>
                <a:lnTo>
                  <a:pt x="1249" y="1038"/>
                </a:lnTo>
                <a:lnTo>
                  <a:pt x="1267" y="1039"/>
                </a:lnTo>
                <a:lnTo>
                  <a:pt x="1285" y="1039"/>
                </a:lnTo>
                <a:lnTo>
                  <a:pt x="1303" y="1039"/>
                </a:lnTo>
                <a:lnTo>
                  <a:pt x="1321" y="1039"/>
                </a:lnTo>
                <a:lnTo>
                  <a:pt x="1338" y="1040"/>
                </a:lnTo>
                <a:lnTo>
                  <a:pt x="1356" y="1040"/>
                </a:lnTo>
                <a:lnTo>
                  <a:pt x="1374" y="1040"/>
                </a:lnTo>
                <a:lnTo>
                  <a:pt x="1392" y="1040"/>
                </a:lnTo>
                <a:lnTo>
                  <a:pt x="1410" y="1040"/>
                </a:lnTo>
                <a:lnTo>
                  <a:pt x="1428" y="1040"/>
                </a:lnTo>
                <a:lnTo>
                  <a:pt x="1445" y="1040"/>
                </a:lnTo>
                <a:lnTo>
                  <a:pt x="1463" y="1040"/>
                </a:lnTo>
                <a:lnTo>
                  <a:pt x="1481" y="1041"/>
                </a:lnTo>
                <a:lnTo>
                  <a:pt x="1499" y="1041"/>
                </a:lnTo>
                <a:lnTo>
                  <a:pt x="1517" y="1041"/>
                </a:lnTo>
                <a:lnTo>
                  <a:pt x="1535" y="1041"/>
                </a:lnTo>
                <a:lnTo>
                  <a:pt x="1552" y="1041"/>
                </a:lnTo>
                <a:lnTo>
                  <a:pt x="1570" y="1040"/>
                </a:lnTo>
                <a:lnTo>
                  <a:pt x="1588" y="1040"/>
                </a:lnTo>
                <a:lnTo>
                  <a:pt x="1606" y="1040"/>
                </a:lnTo>
                <a:lnTo>
                  <a:pt x="1624" y="1040"/>
                </a:lnTo>
                <a:lnTo>
                  <a:pt x="1642" y="1040"/>
                </a:lnTo>
                <a:lnTo>
                  <a:pt x="1660" y="1040"/>
                </a:lnTo>
                <a:lnTo>
                  <a:pt x="1677" y="1040"/>
                </a:lnTo>
                <a:lnTo>
                  <a:pt x="1695" y="1039"/>
                </a:lnTo>
                <a:lnTo>
                  <a:pt x="1713" y="1039"/>
                </a:lnTo>
                <a:lnTo>
                  <a:pt x="1731" y="1039"/>
                </a:lnTo>
                <a:lnTo>
                  <a:pt x="1749" y="1039"/>
                </a:lnTo>
                <a:lnTo>
                  <a:pt x="1767" y="1038"/>
                </a:lnTo>
                <a:lnTo>
                  <a:pt x="1784" y="1038"/>
                </a:lnTo>
                <a:lnTo>
                  <a:pt x="1802" y="1038"/>
                </a:lnTo>
                <a:lnTo>
                  <a:pt x="1820" y="1037"/>
                </a:lnTo>
                <a:lnTo>
                  <a:pt x="1838" y="1037"/>
                </a:lnTo>
                <a:lnTo>
                  <a:pt x="1856" y="1037"/>
                </a:lnTo>
                <a:lnTo>
                  <a:pt x="1874" y="1036"/>
                </a:lnTo>
                <a:lnTo>
                  <a:pt x="1892" y="1036"/>
                </a:lnTo>
                <a:lnTo>
                  <a:pt x="1909" y="1035"/>
                </a:lnTo>
                <a:lnTo>
                  <a:pt x="1927" y="1035"/>
                </a:lnTo>
                <a:lnTo>
                  <a:pt x="1945" y="1034"/>
                </a:lnTo>
                <a:lnTo>
                  <a:pt x="1963" y="1034"/>
                </a:lnTo>
                <a:lnTo>
                  <a:pt x="1981" y="1033"/>
                </a:lnTo>
                <a:lnTo>
                  <a:pt x="1999" y="1033"/>
                </a:lnTo>
                <a:lnTo>
                  <a:pt x="2016" y="1032"/>
                </a:lnTo>
                <a:lnTo>
                  <a:pt x="2034" y="1032"/>
                </a:lnTo>
                <a:lnTo>
                  <a:pt x="2052" y="1031"/>
                </a:lnTo>
                <a:lnTo>
                  <a:pt x="2070" y="1030"/>
                </a:lnTo>
                <a:lnTo>
                  <a:pt x="2088" y="1030"/>
                </a:lnTo>
                <a:lnTo>
                  <a:pt x="2106" y="1029"/>
                </a:lnTo>
                <a:lnTo>
                  <a:pt x="2124" y="1028"/>
                </a:lnTo>
                <a:lnTo>
                  <a:pt x="2141" y="1028"/>
                </a:lnTo>
                <a:lnTo>
                  <a:pt x="2159" y="1027"/>
                </a:lnTo>
                <a:lnTo>
                  <a:pt x="2177" y="1026"/>
                </a:lnTo>
                <a:lnTo>
                  <a:pt x="2195" y="1025"/>
                </a:lnTo>
                <a:lnTo>
                  <a:pt x="2213" y="1024"/>
                </a:lnTo>
                <a:lnTo>
                  <a:pt x="2231" y="1024"/>
                </a:lnTo>
                <a:lnTo>
                  <a:pt x="2248" y="1023"/>
                </a:lnTo>
                <a:lnTo>
                  <a:pt x="2266" y="1022"/>
                </a:lnTo>
                <a:lnTo>
                  <a:pt x="2284" y="1021"/>
                </a:lnTo>
                <a:lnTo>
                  <a:pt x="2302" y="1020"/>
                </a:lnTo>
                <a:lnTo>
                  <a:pt x="2320" y="1019"/>
                </a:lnTo>
                <a:lnTo>
                  <a:pt x="2338" y="1018"/>
                </a:lnTo>
                <a:lnTo>
                  <a:pt x="2355" y="1017"/>
                </a:lnTo>
                <a:lnTo>
                  <a:pt x="2373" y="1016"/>
                </a:lnTo>
                <a:lnTo>
                  <a:pt x="2391" y="1015"/>
                </a:lnTo>
                <a:lnTo>
                  <a:pt x="2409" y="1014"/>
                </a:lnTo>
                <a:lnTo>
                  <a:pt x="2427" y="1013"/>
                </a:lnTo>
                <a:lnTo>
                  <a:pt x="2445" y="1012"/>
                </a:lnTo>
                <a:lnTo>
                  <a:pt x="2463" y="1011"/>
                </a:lnTo>
                <a:lnTo>
                  <a:pt x="2480" y="1010"/>
                </a:lnTo>
                <a:lnTo>
                  <a:pt x="2498" y="1008"/>
                </a:lnTo>
                <a:lnTo>
                  <a:pt x="2516" y="1007"/>
                </a:lnTo>
                <a:lnTo>
                  <a:pt x="2534" y="1006"/>
                </a:lnTo>
                <a:lnTo>
                  <a:pt x="2552" y="1005"/>
                </a:lnTo>
                <a:lnTo>
                  <a:pt x="2570" y="1004"/>
                </a:lnTo>
                <a:lnTo>
                  <a:pt x="2587" y="1002"/>
                </a:lnTo>
                <a:lnTo>
                  <a:pt x="2605" y="1001"/>
                </a:lnTo>
                <a:lnTo>
                  <a:pt x="2623" y="1000"/>
                </a:lnTo>
                <a:lnTo>
                  <a:pt x="2641" y="999"/>
                </a:lnTo>
                <a:lnTo>
                  <a:pt x="2659" y="997"/>
                </a:lnTo>
                <a:lnTo>
                  <a:pt x="2677" y="996"/>
                </a:lnTo>
                <a:lnTo>
                  <a:pt x="2695" y="994"/>
                </a:lnTo>
                <a:lnTo>
                  <a:pt x="2712" y="993"/>
                </a:lnTo>
                <a:lnTo>
                  <a:pt x="2730" y="992"/>
                </a:lnTo>
                <a:lnTo>
                  <a:pt x="2748" y="990"/>
                </a:lnTo>
                <a:lnTo>
                  <a:pt x="2766" y="989"/>
                </a:lnTo>
                <a:lnTo>
                  <a:pt x="2784" y="987"/>
                </a:lnTo>
                <a:lnTo>
                  <a:pt x="2802" y="986"/>
                </a:lnTo>
                <a:lnTo>
                  <a:pt x="2819" y="984"/>
                </a:lnTo>
                <a:lnTo>
                  <a:pt x="2837" y="983"/>
                </a:lnTo>
                <a:lnTo>
                  <a:pt x="2855" y="981"/>
                </a:lnTo>
                <a:lnTo>
                  <a:pt x="2873" y="979"/>
                </a:lnTo>
                <a:lnTo>
                  <a:pt x="2891" y="978"/>
                </a:lnTo>
                <a:lnTo>
                  <a:pt x="2909" y="976"/>
                </a:lnTo>
                <a:lnTo>
                  <a:pt x="2927" y="974"/>
                </a:lnTo>
                <a:lnTo>
                  <a:pt x="2944" y="973"/>
                </a:lnTo>
                <a:lnTo>
                  <a:pt x="2962" y="971"/>
                </a:lnTo>
                <a:lnTo>
                  <a:pt x="2980" y="969"/>
                </a:lnTo>
                <a:lnTo>
                  <a:pt x="2998" y="968"/>
                </a:lnTo>
                <a:lnTo>
                  <a:pt x="3016" y="966"/>
                </a:lnTo>
                <a:lnTo>
                  <a:pt x="3034" y="964"/>
                </a:lnTo>
                <a:lnTo>
                  <a:pt x="3051" y="962"/>
                </a:lnTo>
                <a:lnTo>
                  <a:pt x="3069" y="960"/>
                </a:lnTo>
                <a:lnTo>
                  <a:pt x="3087" y="959"/>
                </a:lnTo>
                <a:lnTo>
                  <a:pt x="3105" y="957"/>
                </a:lnTo>
                <a:lnTo>
                  <a:pt x="3123" y="955"/>
                </a:lnTo>
                <a:lnTo>
                  <a:pt x="3141" y="953"/>
                </a:lnTo>
                <a:lnTo>
                  <a:pt x="3158" y="951"/>
                </a:lnTo>
                <a:lnTo>
                  <a:pt x="3176" y="949"/>
                </a:lnTo>
                <a:lnTo>
                  <a:pt x="3194" y="947"/>
                </a:lnTo>
                <a:lnTo>
                  <a:pt x="3212" y="945"/>
                </a:lnTo>
                <a:lnTo>
                  <a:pt x="3230" y="943"/>
                </a:lnTo>
                <a:lnTo>
                  <a:pt x="3248" y="941"/>
                </a:lnTo>
                <a:lnTo>
                  <a:pt x="3266" y="939"/>
                </a:lnTo>
                <a:lnTo>
                  <a:pt x="3283" y="937"/>
                </a:lnTo>
                <a:lnTo>
                  <a:pt x="3301" y="935"/>
                </a:lnTo>
                <a:lnTo>
                  <a:pt x="3319" y="933"/>
                </a:lnTo>
                <a:lnTo>
                  <a:pt x="3337" y="931"/>
                </a:lnTo>
                <a:lnTo>
                  <a:pt x="3355" y="928"/>
                </a:lnTo>
                <a:lnTo>
                  <a:pt x="3373" y="926"/>
                </a:lnTo>
                <a:lnTo>
                  <a:pt x="3390" y="924"/>
                </a:lnTo>
                <a:lnTo>
                  <a:pt x="3408" y="922"/>
                </a:lnTo>
                <a:lnTo>
                  <a:pt x="3426" y="919"/>
                </a:lnTo>
                <a:lnTo>
                  <a:pt x="3444" y="917"/>
                </a:lnTo>
                <a:lnTo>
                  <a:pt x="3462" y="915"/>
                </a:lnTo>
                <a:lnTo>
                  <a:pt x="3480" y="913"/>
                </a:lnTo>
                <a:lnTo>
                  <a:pt x="3498" y="910"/>
                </a:lnTo>
                <a:lnTo>
                  <a:pt x="3515" y="908"/>
                </a:lnTo>
                <a:lnTo>
                  <a:pt x="3533" y="906"/>
                </a:lnTo>
                <a:lnTo>
                  <a:pt x="3551" y="903"/>
                </a:lnTo>
                <a:lnTo>
                  <a:pt x="3569" y="901"/>
                </a:lnTo>
                <a:lnTo>
                  <a:pt x="3587" y="898"/>
                </a:lnTo>
                <a:lnTo>
                  <a:pt x="3605" y="896"/>
                </a:lnTo>
                <a:lnTo>
                  <a:pt x="3622" y="893"/>
                </a:lnTo>
                <a:lnTo>
                  <a:pt x="3640" y="891"/>
                </a:lnTo>
                <a:lnTo>
                  <a:pt x="3658" y="888"/>
                </a:lnTo>
                <a:lnTo>
                  <a:pt x="3676" y="886"/>
                </a:lnTo>
                <a:lnTo>
                  <a:pt x="3694" y="883"/>
                </a:lnTo>
                <a:lnTo>
                  <a:pt x="3712" y="881"/>
                </a:lnTo>
                <a:lnTo>
                  <a:pt x="3730" y="878"/>
                </a:lnTo>
                <a:lnTo>
                  <a:pt x="3747" y="875"/>
                </a:lnTo>
                <a:lnTo>
                  <a:pt x="3765" y="873"/>
                </a:lnTo>
                <a:lnTo>
                  <a:pt x="3783" y="870"/>
                </a:lnTo>
                <a:lnTo>
                  <a:pt x="3801" y="867"/>
                </a:lnTo>
                <a:lnTo>
                  <a:pt x="3819" y="865"/>
                </a:lnTo>
                <a:lnTo>
                  <a:pt x="3837" y="862"/>
                </a:lnTo>
                <a:lnTo>
                  <a:pt x="3854" y="859"/>
                </a:lnTo>
                <a:lnTo>
                  <a:pt x="3872" y="856"/>
                </a:lnTo>
                <a:lnTo>
                  <a:pt x="3890" y="854"/>
                </a:lnTo>
                <a:lnTo>
                  <a:pt x="3908" y="851"/>
                </a:lnTo>
                <a:lnTo>
                  <a:pt x="3926" y="848"/>
                </a:lnTo>
                <a:lnTo>
                  <a:pt x="3944" y="845"/>
                </a:lnTo>
                <a:lnTo>
                  <a:pt x="3962" y="842"/>
                </a:lnTo>
                <a:lnTo>
                  <a:pt x="3979" y="839"/>
                </a:lnTo>
                <a:lnTo>
                  <a:pt x="3997" y="836"/>
                </a:lnTo>
                <a:lnTo>
                  <a:pt x="4015" y="833"/>
                </a:lnTo>
                <a:lnTo>
                  <a:pt x="4033" y="830"/>
                </a:lnTo>
                <a:lnTo>
                  <a:pt x="4051" y="827"/>
                </a:lnTo>
                <a:lnTo>
                  <a:pt x="4069" y="824"/>
                </a:lnTo>
                <a:lnTo>
                  <a:pt x="4086" y="821"/>
                </a:lnTo>
                <a:lnTo>
                  <a:pt x="4104" y="818"/>
                </a:lnTo>
                <a:lnTo>
                  <a:pt x="4122" y="815"/>
                </a:lnTo>
                <a:lnTo>
                  <a:pt x="4140" y="812"/>
                </a:lnTo>
                <a:lnTo>
                  <a:pt x="4158" y="809"/>
                </a:lnTo>
                <a:lnTo>
                  <a:pt x="4176" y="806"/>
                </a:lnTo>
                <a:lnTo>
                  <a:pt x="4193" y="803"/>
                </a:lnTo>
                <a:lnTo>
                  <a:pt x="4211" y="800"/>
                </a:lnTo>
                <a:lnTo>
                  <a:pt x="4229" y="796"/>
                </a:lnTo>
                <a:lnTo>
                  <a:pt x="4247" y="793"/>
                </a:lnTo>
                <a:lnTo>
                  <a:pt x="4265" y="790"/>
                </a:lnTo>
                <a:lnTo>
                  <a:pt x="4283" y="787"/>
                </a:lnTo>
                <a:lnTo>
                  <a:pt x="4301" y="783"/>
                </a:lnTo>
                <a:lnTo>
                  <a:pt x="4318" y="780"/>
                </a:lnTo>
                <a:lnTo>
                  <a:pt x="4336" y="777"/>
                </a:lnTo>
                <a:lnTo>
                  <a:pt x="4354" y="773"/>
                </a:lnTo>
                <a:lnTo>
                  <a:pt x="4372" y="770"/>
                </a:lnTo>
                <a:lnTo>
                  <a:pt x="4390" y="767"/>
                </a:lnTo>
                <a:lnTo>
                  <a:pt x="4408" y="763"/>
                </a:lnTo>
                <a:lnTo>
                  <a:pt x="4425" y="760"/>
                </a:lnTo>
                <a:lnTo>
                  <a:pt x="4443" y="756"/>
                </a:lnTo>
                <a:lnTo>
                  <a:pt x="4461" y="753"/>
                </a:lnTo>
                <a:lnTo>
                  <a:pt x="4479" y="749"/>
                </a:lnTo>
                <a:lnTo>
                  <a:pt x="4497" y="746"/>
                </a:lnTo>
                <a:lnTo>
                  <a:pt x="4515" y="742"/>
                </a:lnTo>
                <a:lnTo>
                  <a:pt x="4533" y="739"/>
                </a:lnTo>
                <a:lnTo>
                  <a:pt x="4550" y="735"/>
                </a:lnTo>
                <a:lnTo>
                  <a:pt x="4568" y="732"/>
                </a:lnTo>
                <a:lnTo>
                  <a:pt x="4586" y="728"/>
                </a:lnTo>
                <a:lnTo>
                  <a:pt x="4604" y="724"/>
                </a:lnTo>
                <a:lnTo>
                  <a:pt x="4622" y="721"/>
                </a:lnTo>
                <a:lnTo>
                  <a:pt x="4640" y="717"/>
                </a:lnTo>
                <a:lnTo>
                  <a:pt x="4657" y="713"/>
                </a:lnTo>
                <a:lnTo>
                  <a:pt x="4675" y="710"/>
                </a:lnTo>
                <a:lnTo>
                  <a:pt x="4693" y="706"/>
                </a:lnTo>
                <a:lnTo>
                  <a:pt x="4711" y="702"/>
                </a:lnTo>
                <a:lnTo>
                  <a:pt x="4729" y="698"/>
                </a:lnTo>
                <a:lnTo>
                  <a:pt x="4747" y="695"/>
                </a:lnTo>
                <a:lnTo>
                  <a:pt x="4765" y="691"/>
                </a:lnTo>
                <a:lnTo>
                  <a:pt x="4782" y="687"/>
                </a:lnTo>
                <a:lnTo>
                  <a:pt x="4800" y="683"/>
                </a:lnTo>
                <a:lnTo>
                  <a:pt x="4818" y="679"/>
                </a:lnTo>
                <a:lnTo>
                  <a:pt x="4836" y="675"/>
                </a:lnTo>
                <a:lnTo>
                  <a:pt x="4854" y="671"/>
                </a:lnTo>
                <a:lnTo>
                  <a:pt x="4872" y="667"/>
                </a:lnTo>
                <a:lnTo>
                  <a:pt x="4889" y="663"/>
                </a:lnTo>
                <a:lnTo>
                  <a:pt x="4907" y="659"/>
                </a:lnTo>
                <a:lnTo>
                  <a:pt x="4925" y="655"/>
                </a:lnTo>
                <a:lnTo>
                  <a:pt x="4943" y="651"/>
                </a:lnTo>
                <a:lnTo>
                  <a:pt x="4961" y="647"/>
                </a:lnTo>
                <a:lnTo>
                  <a:pt x="4979" y="643"/>
                </a:lnTo>
                <a:lnTo>
                  <a:pt x="4996" y="639"/>
                </a:lnTo>
                <a:lnTo>
                  <a:pt x="5014" y="635"/>
                </a:lnTo>
                <a:lnTo>
                  <a:pt x="5032" y="631"/>
                </a:lnTo>
                <a:lnTo>
                  <a:pt x="5050" y="627"/>
                </a:lnTo>
                <a:lnTo>
                  <a:pt x="5068" y="622"/>
                </a:lnTo>
                <a:lnTo>
                  <a:pt x="5086" y="618"/>
                </a:lnTo>
                <a:lnTo>
                  <a:pt x="5104" y="614"/>
                </a:lnTo>
                <a:lnTo>
                  <a:pt x="5121" y="610"/>
                </a:lnTo>
                <a:lnTo>
                  <a:pt x="5139" y="605"/>
                </a:lnTo>
                <a:lnTo>
                  <a:pt x="5157" y="601"/>
                </a:lnTo>
                <a:lnTo>
                  <a:pt x="5175" y="597"/>
                </a:lnTo>
                <a:lnTo>
                  <a:pt x="5193" y="592"/>
                </a:lnTo>
                <a:lnTo>
                  <a:pt x="5211" y="588"/>
                </a:lnTo>
                <a:lnTo>
                  <a:pt x="5228" y="584"/>
                </a:lnTo>
                <a:lnTo>
                  <a:pt x="5246" y="579"/>
                </a:lnTo>
                <a:lnTo>
                  <a:pt x="5264" y="575"/>
                </a:lnTo>
                <a:lnTo>
                  <a:pt x="5282" y="570"/>
                </a:lnTo>
                <a:lnTo>
                  <a:pt x="5300" y="566"/>
                </a:lnTo>
                <a:lnTo>
                  <a:pt x="5318" y="561"/>
                </a:lnTo>
                <a:lnTo>
                  <a:pt x="5336" y="557"/>
                </a:lnTo>
                <a:lnTo>
                  <a:pt x="5353" y="552"/>
                </a:lnTo>
                <a:lnTo>
                  <a:pt x="5371" y="548"/>
                </a:lnTo>
                <a:lnTo>
                  <a:pt x="5389" y="543"/>
                </a:lnTo>
                <a:lnTo>
                  <a:pt x="5407" y="539"/>
                </a:lnTo>
                <a:lnTo>
                  <a:pt x="5425" y="534"/>
                </a:lnTo>
                <a:lnTo>
                  <a:pt x="5443" y="529"/>
                </a:lnTo>
                <a:lnTo>
                  <a:pt x="5460" y="525"/>
                </a:lnTo>
                <a:lnTo>
                  <a:pt x="5478" y="520"/>
                </a:lnTo>
                <a:lnTo>
                  <a:pt x="5496" y="515"/>
                </a:lnTo>
                <a:lnTo>
                  <a:pt x="5514" y="511"/>
                </a:lnTo>
                <a:lnTo>
                  <a:pt x="5532" y="506"/>
                </a:lnTo>
                <a:lnTo>
                  <a:pt x="5550" y="501"/>
                </a:lnTo>
                <a:lnTo>
                  <a:pt x="5568" y="496"/>
                </a:lnTo>
                <a:lnTo>
                  <a:pt x="5585" y="492"/>
                </a:lnTo>
                <a:lnTo>
                  <a:pt x="5603" y="487"/>
                </a:lnTo>
                <a:lnTo>
                  <a:pt x="5621" y="482"/>
                </a:lnTo>
                <a:lnTo>
                  <a:pt x="5639" y="477"/>
                </a:lnTo>
                <a:lnTo>
                  <a:pt x="5657" y="472"/>
                </a:lnTo>
                <a:lnTo>
                  <a:pt x="5675" y="467"/>
                </a:lnTo>
                <a:lnTo>
                  <a:pt x="5692" y="462"/>
                </a:lnTo>
                <a:lnTo>
                  <a:pt x="5710" y="457"/>
                </a:lnTo>
                <a:lnTo>
                  <a:pt x="5728" y="453"/>
                </a:lnTo>
                <a:lnTo>
                  <a:pt x="5746" y="448"/>
                </a:lnTo>
                <a:lnTo>
                  <a:pt x="5764" y="442"/>
                </a:lnTo>
                <a:lnTo>
                  <a:pt x="5782" y="437"/>
                </a:lnTo>
                <a:lnTo>
                  <a:pt x="5799" y="432"/>
                </a:lnTo>
                <a:lnTo>
                  <a:pt x="5817" y="427"/>
                </a:lnTo>
                <a:lnTo>
                  <a:pt x="5835" y="422"/>
                </a:lnTo>
                <a:lnTo>
                  <a:pt x="5853" y="417"/>
                </a:lnTo>
                <a:lnTo>
                  <a:pt x="5871" y="412"/>
                </a:lnTo>
                <a:lnTo>
                  <a:pt x="5889" y="407"/>
                </a:lnTo>
                <a:lnTo>
                  <a:pt x="5907" y="402"/>
                </a:lnTo>
                <a:lnTo>
                  <a:pt x="5924" y="396"/>
                </a:lnTo>
                <a:lnTo>
                  <a:pt x="5942" y="391"/>
                </a:lnTo>
                <a:lnTo>
                  <a:pt x="5960" y="386"/>
                </a:lnTo>
                <a:lnTo>
                  <a:pt x="5978" y="381"/>
                </a:lnTo>
                <a:lnTo>
                  <a:pt x="5996" y="375"/>
                </a:lnTo>
                <a:lnTo>
                  <a:pt x="6014" y="370"/>
                </a:lnTo>
                <a:lnTo>
                  <a:pt x="6031" y="365"/>
                </a:lnTo>
                <a:lnTo>
                  <a:pt x="6049" y="359"/>
                </a:lnTo>
                <a:lnTo>
                  <a:pt x="6067" y="354"/>
                </a:lnTo>
                <a:lnTo>
                  <a:pt x="6085" y="349"/>
                </a:lnTo>
                <a:lnTo>
                  <a:pt x="6103" y="343"/>
                </a:lnTo>
                <a:lnTo>
                  <a:pt x="6121" y="338"/>
                </a:lnTo>
                <a:lnTo>
                  <a:pt x="6139" y="332"/>
                </a:lnTo>
                <a:lnTo>
                  <a:pt x="6156" y="327"/>
                </a:lnTo>
                <a:lnTo>
                  <a:pt x="6174" y="321"/>
                </a:lnTo>
                <a:lnTo>
                  <a:pt x="6192" y="316"/>
                </a:lnTo>
                <a:lnTo>
                  <a:pt x="6210" y="310"/>
                </a:lnTo>
                <a:lnTo>
                  <a:pt x="6228" y="305"/>
                </a:lnTo>
                <a:lnTo>
                  <a:pt x="6246" y="299"/>
                </a:lnTo>
                <a:lnTo>
                  <a:pt x="6263" y="294"/>
                </a:lnTo>
                <a:lnTo>
                  <a:pt x="6281" y="288"/>
                </a:lnTo>
                <a:lnTo>
                  <a:pt x="6299" y="282"/>
                </a:lnTo>
                <a:lnTo>
                  <a:pt x="6317" y="277"/>
                </a:lnTo>
                <a:lnTo>
                  <a:pt x="6335" y="271"/>
                </a:lnTo>
                <a:lnTo>
                  <a:pt x="6353" y="265"/>
                </a:lnTo>
                <a:lnTo>
                  <a:pt x="6371" y="260"/>
                </a:lnTo>
                <a:lnTo>
                  <a:pt x="6388" y="254"/>
                </a:lnTo>
                <a:lnTo>
                  <a:pt x="6406" y="248"/>
                </a:lnTo>
                <a:lnTo>
                  <a:pt x="6424" y="242"/>
                </a:lnTo>
                <a:lnTo>
                  <a:pt x="6442" y="236"/>
                </a:lnTo>
                <a:lnTo>
                  <a:pt x="6460" y="231"/>
                </a:lnTo>
                <a:lnTo>
                  <a:pt x="6478" y="225"/>
                </a:lnTo>
                <a:lnTo>
                  <a:pt x="6495" y="219"/>
                </a:lnTo>
                <a:lnTo>
                  <a:pt x="6513" y="213"/>
                </a:lnTo>
                <a:lnTo>
                  <a:pt x="6531" y="207"/>
                </a:lnTo>
                <a:lnTo>
                  <a:pt x="6549" y="201"/>
                </a:lnTo>
                <a:lnTo>
                  <a:pt x="6567" y="195"/>
                </a:lnTo>
                <a:lnTo>
                  <a:pt x="6585" y="189"/>
                </a:lnTo>
                <a:lnTo>
                  <a:pt x="6603" y="183"/>
                </a:lnTo>
                <a:lnTo>
                  <a:pt x="6620" y="177"/>
                </a:lnTo>
                <a:lnTo>
                  <a:pt x="6638" y="171"/>
                </a:lnTo>
                <a:lnTo>
                  <a:pt x="6656" y="165"/>
                </a:lnTo>
                <a:lnTo>
                  <a:pt x="6674" y="159"/>
                </a:lnTo>
                <a:lnTo>
                  <a:pt x="6692" y="153"/>
                </a:lnTo>
                <a:lnTo>
                  <a:pt x="6710" y="147"/>
                </a:lnTo>
                <a:lnTo>
                  <a:pt x="6727" y="141"/>
                </a:lnTo>
                <a:lnTo>
                  <a:pt x="6745" y="134"/>
                </a:lnTo>
                <a:lnTo>
                  <a:pt x="6763" y="128"/>
                </a:lnTo>
                <a:lnTo>
                  <a:pt x="6781" y="122"/>
                </a:lnTo>
                <a:lnTo>
                  <a:pt x="6799" y="116"/>
                </a:lnTo>
                <a:lnTo>
                  <a:pt x="6817" y="109"/>
                </a:lnTo>
                <a:lnTo>
                  <a:pt x="6834" y="103"/>
                </a:lnTo>
                <a:lnTo>
                  <a:pt x="6852" y="97"/>
                </a:lnTo>
                <a:lnTo>
                  <a:pt x="6870" y="91"/>
                </a:lnTo>
                <a:lnTo>
                  <a:pt x="6888" y="84"/>
                </a:lnTo>
                <a:lnTo>
                  <a:pt x="6906" y="78"/>
                </a:lnTo>
                <a:lnTo>
                  <a:pt x="6924" y="71"/>
                </a:lnTo>
                <a:lnTo>
                  <a:pt x="6942" y="65"/>
                </a:lnTo>
                <a:lnTo>
                  <a:pt x="6959" y="59"/>
                </a:lnTo>
                <a:lnTo>
                  <a:pt x="6977" y="52"/>
                </a:lnTo>
                <a:lnTo>
                  <a:pt x="6995" y="46"/>
                </a:lnTo>
                <a:lnTo>
                  <a:pt x="7013" y="39"/>
                </a:lnTo>
                <a:lnTo>
                  <a:pt x="7031" y="33"/>
                </a:lnTo>
                <a:lnTo>
                  <a:pt x="7049" y="26"/>
                </a:lnTo>
                <a:lnTo>
                  <a:pt x="7066" y="20"/>
                </a:lnTo>
                <a:lnTo>
                  <a:pt x="7084" y="13"/>
                </a:lnTo>
                <a:lnTo>
                  <a:pt x="7102" y="7"/>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896112" y="3202229"/>
            <a:ext cx="6510528" cy="1459382"/>
          </a:xfrm>
          <a:custGeom>
            <a:avLst/>
            <a:gdLst/>
            <a:ahLst/>
            <a:cxnLst/>
            <a:rect l="l" t="t" r="r" b="b"/>
            <a:pathLst>
              <a:path w="7120" h="1596">
                <a:moveTo>
                  <a:pt x="0" y="805"/>
                </a:moveTo>
                <a:lnTo>
                  <a:pt x="18" y="814"/>
                </a:lnTo>
                <a:lnTo>
                  <a:pt x="36" y="824"/>
                </a:lnTo>
                <a:lnTo>
                  <a:pt x="54" y="833"/>
                </a:lnTo>
                <a:lnTo>
                  <a:pt x="71" y="843"/>
                </a:lnTo>
                <a:lnTo>
                  <a:pt x="89" y="852"/>
                </a:lnTo>
                <a:lnTo>
                  <a:pt x="107" y="861"/>
                </a:lnTo>
                <a:lnTo>
                  <a:pt x="125" y="871"/>
                </a:lnTo>
                <a:lnTo>
                  <a:pt x="143" y="880"/>
                </a:lnTo>
                <a:lnTo>
                  <a:pt x="161" y="889"/>
                </a:lnTo>
                <a:lnTo>
                  <a:pt x="178" y="898"/>
                </a:lnTo>
                <a:lnTo>
                  <a:pt x="196" y="907"/>
                </a:lnTo>
                <a:lnTo>
                  <a:pt x="214" y="916"/>
                </a:lnTo>
                <a:lnTo>
                  <a:pt x="232" y="925"/>
                </a:lnTo>
                <a:lnTo>
                  <a:pt x="250" y="934"/>
                </a:lnTo>
                <a:lnTo>
                  <a:pt x="268" y="942"/>
                </a:lnTo>
                <a:lnTo>
                  <a:pt x="286" y="951"/>
                </a:lnTo>
                <a:lnTo>
                  <a:pt x="303" y="960"/>
                </a:lnTo>
                <a:lnTo>
                  <a:pt x="321" y="968"/>
                </a:lnTo>
                <a:lnTo>
                  <a:pt x="339" y="977"/>
                </a:lnTo>
                <a:lnTo>
                  <a:pt x="357" y="985"/>
                </a:lnTo>
                <a:lnTo>
                  <a:pt x="375" y="994"/>
                </a:lnTo>
                <a:lnTo>
                  <a:pt x="393" y="1002"/>
                </a:lnTo>
                <a:lnTo>
                  <a:pt x="410" y="1010"/>
                </a:lnTo>
                <a:lnTo>
                  <a:pt x="428" y="1019"/>
                </a:lnTo>
                <a:lnTo>
                  <a:pt x="446" y="1027"/>
                </a:lnTo>
                <a:lnTo>
                  <a:pt x="464" y="1035"/>
                </a:lnTo>
                <a:lnTo>
                  <a:pt x="482" y="1043"/>
                </a:lnTo>
                <a:lnTo>
                  <a:pt x="500" y="1051"/>
                </a:lnTo>
                <a:lnTo>
                  <a:pt x="517" y="1059"/>
                </a:lnTo>
                <a:lnTo>
                  <a:pt x="535" y="1067"/>
                </a:lnTo>
                <a:lnTo>
                  <a:pt x="553" y="1075"/>
                </a:lnTo>
                <a:lnTo>
                  <a:pt x="571" y="1082"/>
                </a:lnTo>
                <a:lnTo>
                  <a:pt x="589" y="1090"/>
                </a:lnTo>
                <a:lnTo>
                  <a:pt x="607" y="1098"/>
                </a:lnTo>
                <a:lnTo>
                  <a:pt x="625" y="1105"/>
                </a:lnTo>
                <a:lnTo>
                  <a:pt x="642" y="1113"/>
                </a:lnTo>
                <a:lnTo>
                  <a:pt x="660" y="1120"/>
                </a:lnTo>
                <a:lnTo>
                  <a:pt x="678" y="1128"/>
                </a:lnTo>
                <a:lnTo>
                  <a:pt x="696" y="1135"/>
                </a:lnTo>
                <a:lnTo>
                  <a:pt x="714" y="1142"/>
                </a:lnTo>
                <a:lnTo>
                  <a:pt x="732" y="1150"/>
                </a:lnTo>
                <a:lnTo>
                  <a:pt x="749" y="1157"/>
                </a:lnTo>
                <a:lnTo>
                  <a:pt x="767" y="1164"/>
                </a:lnTo>
                <a:lnTo>
                  <a:pt x="785" y="1171"/>
                </a:lnTo>
                <a:lnTo>
                  <a:pt x="803" y="1178"/>
                </a:lnTo>
                <a:lnTo>
                  <a:pt x="821" y="1185"/>
                </a:lnTo>
                <a:lnTo>
                  <a:pt x="839" y="1192"/>
                </a:lnTo>
                <a:lnTo>
                  <a:pt x="857" y="1199"/>
                </a:lnTo>
                <a:lnTo>
                  <a:pt x="874" y="1205"/>
                </a:lnTo>
                <a:lnTo>
                  <a:pt x="892" y="1212"/>
                </a:lnTo>
                <a:lnTo>
                  <a:pt x="910" y="1219"/>
                </a:lnTo>
                <a:lnTo>
                  <a:pt x="928" y="1225"/>
                </a:lnTo>
                <a:lnTo>
                  <a:pt x="946" y="1232"/>
                </a:lnTo>
                <a:lnTo>
                  <a:pt x="964" y="1238"/>
                </a:lnTo>
                <a:lnTo>
                  <a:pt x="981" y="1245"/>
                </a:lnTo>
                <a:lnTo>
                  <a:pt x="999" y="1251"/>
                </a:lnTo>
                <a:lnTo>
                  <a:pt x="1017" y="1258"/>
                </a:lnTo>
                <a:lnTo>
                  <a:pt x="1035" y="1264"/>
                </a:lnTo>
                <a:lnTo>
                  <a:pt x="1053" y="1270"/>
                </a:lnTo>
                <a:lnTo>
                  <a:pt x="1071" y="1276"/>
                </a:lnTo>
                <a:lnTo>
                  <a:pt x="1089" y="1282"/>
                </a:lnTo>
                <a:lnTo>
                  <a:pt x="1106" y="1288"/>
                </a:lnTo>
                <a:lnTo>
                  <a:pt x="1124" y="1294"/>
                </a:lnTo>
                <a:lnTo>
                  <a:pt x="1142" y="1300"/>
                </a:lnTo>
                <a:lnTo>
                  <a:pt x="1160" y="1306"/>
                </a:lnTo>
                <a:lnTo>
                  <a:pt x="1178" y="1312"/>
                </a:lnTo>
                <a:lnTo>
                  <a:pt x="1196" y="1318"/>
                </a:lnTo>
                <a:lnTo>
                  <a:pt x="1213" y="1323"/>
                </a:lnTo>
                <a:lnTo>
                  <a:pt x="1231" y="1329"/>
                </a:lnTo>
                <a:lnTo>
                  <a:pt x="1249" y="1334"/>
                </a:lnTo>
                <a:lnTo>
                  <a:pt x="1267" y="1340"/>
                </a:lnTo>
                <a:lnTo>
                  <a:pt x="1285" y="1345"/>
                </a:lnTo>
                <a:lnTo>
                  <a:pt x="1303" y="1351"/>
                </a:lnTo>
                <a:lnTo>
                  <a:pt x="1321" y="1356"/>
                </a:lnTo>
                <a:lnTo>
                  <a:pt x="1338" y="1361"/>
                </a:lnTo>
                <a:lnTo>
                  <a:pt x="1356" y="1366"/>
                </a:lnTo>
                <a:lnTo>
                  <a:pt x="1374" y="1372"/>
                </a:lnTo>
                <a:lnTo>
                  <a:pt x="1392" y="1377"/>
                </a:lnTo>
                <a:lnTo>
                  <a:pt x="1410" y="1382"/>
                </a:lnTo>
                <a:lnTo>
                  <a:pt x="1428" y="1387"/>
                </a:lnTo>
                <a:lnTo>
                  <a:pt x="1445" y="1392"/>
                </a:lnTo>
                <a:lnTo>
                  <a:pt x="1463" y="1396"/>
                </a:lnTo>
                <a:lnTo>
                  <a:pt x="1481" y="1401"/>
                </a:lnTo>
                <a:lnTo>
                  <a:pt x="1499" y="1406"/>
                </a:lnTo>
                <a:lnTo>
                  <a:pt x="1517" y="1411"/>
                </a:lnTo>
                <a:lnTo>
                  <a:pt x="1535" y="1415"/>
                </a:lnTo>
                <a:lnTo>
                  <a:pt x="1552" y="1420"/>
                </a:lnTo>
                <a:lnTo>
                  <a:pt x="1570" y="1424"/>
                </a:lnTo>
                <a:lnTo>
                  <a:pt x="1588" y="1429"/>
                </a:lnTo>
                <a:lnTo>
                  <a:pt x="1606" y="1433"/>
                </a:lnTo>
                <a:lnTo>
                  <a:pt x="1624" y="1438"/>
                </a:lnTo>
                <a:lnTo>
                  <a:pt x="1642" y="1442"/>
                </a:lnTo>
                <a:lnTo>
                  <a:pt x="1660" y="1446"/>
                </a:lnTo>
                <a:lnTo>
                  <a:pt x="1677" y="1450"/>
                </a:lnTo>
                <a:lnTo>
                  <a:pt x="1695" y="1454"/>
                </a:lnTo>
                <a:lnTo>
                  <a:pt x="1713" y="1458"/>
                </a:lnTo>
                <a:lnTo>
                  <a:pt x="1731" y="1462"/>
                </a:lnTo>
                <a:lnTo>
                  <a:pt x="1749" y="1466"/>
                </a:lnTo>
                <a:lnTo>
                  <a:pt x="1767" y="1470"/>
                </a:lnTo>
                <a:lnTo>
                  <a:pt x="1784" y="1474"/>
                </a:lnTo>
                <a:lnTo>
                  <a:pt x="1802" y="1478"/>
                </a:lnTo>
                <a:lnTo>
                  <a:pt x="1820" y="1481"/>
                </a:lnTo>
                <a:lnTo>
                  <a:pt x="1838" y="1485"/>
                </a:lnTo>
                <a:lnTo>
                  <a:pt x="1856" y="1489"/>
                </a:lnTo>
                <a:lnTo>
                  <a:pt x="1874" y="1492"/>
                </a:lnTo>
                <a:lnTo>
                  <a:pt x="1892" y="1496"/>
                </a:lnTo>
                <a:lnTo>
                  <a:pt x="1909" y="1499"/>
                </a:lnTo>
                <a:lnTo>
                  <a:pt x="1927" y="1502"/>
                </a:lnTo>
                <a:lnTo>
                  <a:pt x="1945" y="1506"/>
                </a:lnTo>
                <a:lnTo>
                  <a:pt x="1963" y="1509"/>
                </a:lnTo>
                <a:lnTo>
                  <a:pt x="1981" y="1512"/>
                </a:lnTo>
                <a:lnTo>
                  <a:pt x="1999" y="1515"/>
                </a:lnTo>
                <a:lnTo>
                  <a:pt x="2016" y="1518"/>
                </a:lnTo>
                <a:lnTo>
                  <a:pt x="2034" y="1521"/>
                </a:lnTo>
                <a:lnTo>
                  <a:pt x="2052" y="1524"/>
                </a:lnTo>
                <a:lnTo>
                  <a:pt x="2070" y="1527"/>
                </a:lnTo>
                <a:lnTo>
                  <a:pt x="2088" y="1530"/>
                </a:lnTo>
                <a:lnTo>
                  <a:pt x="2106" y="1532"/>
                </a:lnTo>
                <a:lnTo>
                  <a:pt x="2124" y="1535"/>
                </a:lnTo>
                <a:lnTo>
                  <a:pt x="2141" y="1538"/>
                </a:lnTo>
                <a:lnTo>
                  <a:pt x="2159" y="1540"/>
                </a:lnTo>
                <a:lnTo>
                  <a:pt x="2177" y="1543"/>
                </a:lnTo>
                <a:lnTo>
                  <a:pt x="2195" y="1545"/>
                </a:lnTo>
                <a:lnTo>
                  <a:pt x="2213" y="1548"/>
                </a:lnTo>
                <a:lnTo>
                  <a:pt x="2231" y="1550"/>
                </a:lnTo>
                <a:lnTo>
                  <a:pt x="2248" y="1552"/>
                </a:lnTo>
                <a:lnTo>
                  <a:pt x="2266" y="1555"/>
                </a:lnTo>
                <a:lnTo>
                  <a:pt x="2284" y="1557"/>
                </a:lnTo>
                <a:lnTo>
                  <a:pt x="2302" y="1559"/>
                </a:lnTo>
                <a:lnTo>
                  <a:pt x="2320" y="1561"/>
                </a:lnTo>
                <a:lnTo>
                  <a:pt x="2338" y="1563"/>
                </a:lnTo>
                <a:lnTo>
                  <a:pt x="2355" y="1565"/>
                </a:lnTo>
                <a:lnTo>
                  <a:pt x="2373" y="1567"/>
                </a:lnTo>
                <a:lnTo>
                  <a:pt x="2391" y="1569"/>
                </a:lnTo>
                <a:lnTo>
                  <a:pt x="2409" y="1570"/>
                </a:lnTo>
                <a:lnTo>
                  <a:pt x="2427" y="1572"/>
                </a:lnTo>
                <a:lnTo>
                  <a:pt x="2445" y="1574"/>
                </a:lnTo>
                <a:lnTo>
                  <a:pt x="2463" y="1575"/>
                </a:lnTo>
                <a:lnTo>
                  <a:pt x="2480" y="1577"/>
                </a:lnTo>
                <a:lnTo>
                  <a:pt x="2498" y="1578"/>
                </a:lnTo>
                <a:lnTo>
                  <a:pt x="2516" y="1580"/>
                </a:lnTo>
                <a:lnTo>
                  <a:pt x="2534" y="1581"/>
                </a:lnTo>
                <a:lnTo>
                  <a:pt x="2552" y="1582"/>
                </a:lnTo>
                <a:lnTo>
                  <a:pt x="2570" y="1584"/>
                </a:lnTo>
                <a:lnTo>
                  <a:pt x="2587" y="1585"/>
                </a:lnTo>
                <a:lnTo>
                  <a:pt x="2605" y="1586"/>
                </a:lnTo>
                <a:lnTo>
                  <a:pt x="2623" y="1587"/>
                </a:lnTo>
                <a:lnTo>
                  <a:pt x="2641" y="1588"/>
                </a:lnTo>
                <a:lnTo>
                  <a:pt x="2659" y="1589"/>
                </a:lnTo>
                <a:lnTo>
                  <a:pt x="2677" y="1590"/>
                </a:lnTo>
                <a:lnTo>
                  <a:pt x="2695" y="1591"/>
                </a:lnTo>
                <a:lnTo>
                  <a:pt x="2712" y="1592"/>
                </a:lnTo>
                <a:lnTo>
                  <a:pt x="2730" y="1592"/>
                </a:lnTo>
                <a:lnTo>
                  <a:pt x="2748" y="1593"/>
                </a:lnTo>
                <a:lnTo>
                  <a:pt x="2766" y="1594"/>
                </a:lnTo>
                <a:lnTo>
                  <a:pt x="2784" y="1594"/>
                </a:lnTo>
                <a:lnTo>
                  <a:pt x="2802" y="1595"/>
                </a:lnTo>
                <a:lnTo>
                  <a:pt x="2819" y="1595"/>
                </a:lnTo>
                <a:lnTo>
                  <a:pt x="2837" y="1595"/>
                </a:lnTo>
                <a:lnTo>
                  <a:pt x="2855" y="1596"/>
                </a:lnTo>
                <a:lnTo>
                  <a:pt x="2873" y="1596"/>
                </a:lnTo>
                <a:lnTo>
                  <a:pt x="2891" y="1596"/>
                </a:lnTo>
                <a:lnTo>
                  <a:pt x="2909" y="1596"/>
                </a:lnTo>
                <a:lnTo>
                  <a:pt x="2927" y="1596"/>
                </a:lnTo>
                <a:lnTo>
                  <a:pt x="2944" y="1596"/>
                </a:lnTo>
                <a:lnTo>
                  <a:pt x="2962" y="1596"/>
                </a:lnTo>
                <a:lnTo>
                  <a:pt x="2980" y="1596"/>
                </a:lnTo>
                <a:lnTo>
                  <a:pt x="2998" y="1596"/>
                </a:lnTo>
                <a:lnTo>
                  <a:pt x="3016" y="1596"/>
                </a:lnTo>
                <a:lnTo>
                  <a:pt x="3034" y="1596"/>
                </a:lnTo>
                <a:lnTo>
                  <a:pt x="3051" y="1595"/>
                </a:lnTo>
                <a:lnTo>
                  <a:pt x="3069" y="1595"/>
                </a:lnTo>
                <a:lnTo>
                  <a:pt x="3087" y="1594"/>
                </a:lnTo>
                <a:lnTo>
                  <a:pt x="3105" y="1594"/>
                </a:lnTo>
                <a:lnTo>
                  <a:pt x="3123" y="1593"/>
                </a:lnTo>
                <a:lnTo>
                  <a:pt x="3141" y="1593"/>
                </a:lnTo>
                <a:lnTo>
                  <a:pt x="3158" y="1592"/>
                </a:lnTo>
                <a:lnTo>
                  <a:pt x="3176" y="1591"/>
                </a:lnTo>
                <a:lnTo>
                  <a:pt x="3194" y="1591"/>
                </a:lnTo>
                <a:lnTo>
                  <a:pt x="3212" y="1590"/>
                </a:lnTo>
                <a:lnTo>
                  <a:pt x="3230" y="1589"/>
                </a:lnTo>
                <a:lnTo>
                  <a:pt x="3248" y="1588"/>
                </a:lnTo>
                <a:lnTo>
                  <a:pt x="3266" y="1587"/>
                </a:lnTo>
                <a:lnTo>
                  <a:pt x="3283" y="1586"/>
                </a:lnTo>
                <a:lnTo>
                  <a:pt x="3301" y="1585"/>
                </a:lnTo>
                <a:lnTo>
                  <a:pt x="3319" y="1583"/>
                </a:lnTo>
                <a:lnTo>
                  <a:pt x="3337" y="1582"/>
                </a:lnTo>
                <a:lnTo>
                  <a:pt x="3355" y="1581"/>
                </a:lnTo>
                <a:lnTo>
                  <a:pt x="3373" y="1579"/>
                </a:lnTo>
                <a:lnTo>
                  <a:pt x="3390" y="1578"/>
                </a:lnTo>
                <a:lnTo>
                  <a:pt x="3408" y="1576"/>
                </a:lnTo>
                <a:lnTo>
                  <a:pt x="3426" y="1575"/>
                </a:lnTo>
                <a:lnTo>
                  <a:pt x="3444" y="1573"/>
                </a:lnTo>
                <a:lnTo>
                  <a:pt x="3462" y="1572"/>
                </a:lnTo>
                <a:lnTo>
                  <a:pt x="3480" y="1570"/>
                </a:lnTo>
                <a:lnTo>
                  <a:pt x="3498" y="1568"/>
                </a:lnTo>
                <a:lnTo>
                  <a:pt x="3515" y="1566"/>
                </a:lnTo>
                <a:lnTo>
                  <a:pt x="3533" y="1564"/>
                </a:lnTo>
                <a:lnTo>
                  <a:pt x="3551" y="1562"/>
                </a:lnTo>
                <a:lnTo>
                  <a:pt x="3569" y="1560"/>
                </a:lnTo>
                <a:lnTo>
                  <a:pt x="3587" y="1558"/>
                </a:lnTo>
                <a:lnTo>
                  <a:pt x="3605" y="1556"/>
                </a:lnTo>
                <a:lnTo>
                  <a:pt x="3622" y="1554"/>
                </a:lnTo>
                <a:lnTo>
                  <a:pt x="3640" y="1552"/>
                </a:lnTo>
                <a:lnTo>
                  <a:pt x="3658" y="1549"/>
                </a:lnTo>
                <a:lnTo>
                  <a:pt x="3676" y="1547"/>
                </a:lnTo>
                <a:lnTo>
                  <a:pt x="3694" y="1545"/>
                </a:lnTo>
                <a:lnTo>
                  <a:pt x="3712" y="1542"/>
                </a:lnTo>
                <a:lnTo>
                  <a:pt x="3730" y="1540"/>
                </a:lnTo>
                <a:lnTo>
                  <a:pt x="3747" y="1537"/>
                </a:lnTo>
                <a:lnTo>
                  <a:pt x="3765" y="1534"/>
                </a:lnTo>
                <a:lnTo>
                  <a:pt x="3783" y="1532"/>
                </a:lnTo>
                <a:lnTo>
                  <a:pt x="3801" y="1529"/>
                </a:lnTo>
                <a:lnTo>
                  <a:pt x="3819" y="1526"/>
                </a:lnTo>
                <a:lnTo>
                  <a:pt x="3837" y="1523"/>
                </a:lnTo>
                <a:lnTo>
                  <a:pt x="3854" y="1520"/>
                </a:lnTo>
                <a:lnTo>
                  <a:pt x="3872" y="1517"/>
                </a:lnTo>
                <a:lnTo>
                  <a:pt x="3890" y="1514"/>
                </a:lnTo>
                <a:lnTo>
                  <a:pt x="3908" y="1511"/>
                </a:lnTo>
                <a:lnTo>
                  <a:pt x="3926" y="1508"/>
                </a:lnTo>
                <a:lnTo>
                  <a:pt x="3944" y="1505"/>
                </a:lnTo>
                <a:lnTo>
                  <a:pt x="3962" y="1501"/>
                </a:lnTo>
                <a:lnTo>
                  <a:pt x="3979" y="1498"/>
                </a:lnTo>
                <a:lnTo>
                  <a:pt x="3997" y="1494"/>
                </a:lnTo>
                <a:lnTo>
                  <a:pt x="4015" y="1491"/>
                </a:lnTo>
                <a:lnTo>
                  <a:pt x="4033" y="1487"/>
                </a:lnTo>
                <a:lnTo>
                  <a:pt x="4051" y="1484"/>
                </a:lnTo>
                <a:lnTo>
                  <a:pt x="4069" y="1480"/>
                </a:lnTo>
                <a:lnTo>
                  <a:pt x="4086" y="1477"/>
                </a:lnTo>
                <a:lnTo>
                  <a:pt x="4104" y="1473"/>
                </a:lnTo>
                <a:lnTo>
                  <a:pt x="4122" y="1469"/>
                </a:lnTo>
                <a:lnTo>
                  <a:pt x="4140" y="1465"/>
                </a:lnTo>
                <a:lnTo>
                  <a:pt x="4158" y="1461"/>
                </a:lnTo>
                <a:lnTo>
                  <a:pt x="4176" y="1457"/>
                </a:lnTo>
                <a:lnTo>
                  <a:pt x="4193" y="1453"/>
                </a:lnTo>
                <a:lnTo>
                  <a:pt x="4211" y="1449"/>
                </a:lnTo>
                <a:lnTo>
                  <a:pt x="4229" y="1445"/>
                </a:lnTo>
                <a:lnTo>
                  <a:pt x="4247" y="1441"/>
                </a:lnTo>
                <a:lnTo>
                  <a:pt x="4265" y="1436"/>
                </a:lnTo>
                <a:lnTo>
                  <a:pt x="4283" y="1432"/>
                </a:lnTo>
                <a:lnTo>
                  <a:pt x="4301" y="1427"/>
                </a:lnTo>
                <a:lnTo>
                  <a:pt x="4318" y="1423"/>
                </a:lnTo>
                <a:lnTo>
                  <a:pt x="4336" y="1419"/>
                </a:lnTo>
                <a:lnTo>
                  <a:pt x="4354" y="1414"/>
                </a:lnTo>
                <a:lnTo>
                  <a:pt x="4372" y="1409"/>
                </a:lnTo>
                <a:lnTo>
                  <a:pt x="4390" y="1405"/>
                </a:lnTo>
                <a:lnTo>
                  <a:pt x="4408" y="1400"/>
                </a:lnTo>
                <a:lnTo>
                  <a:pt x="4425" y="1395"/>
                </a:lnTo>
                <a:lnTo>
                  <a:pt x="4443" y="1390"/>
                </a:lnTo>
                <a:lnTo>
                  <a:pt x="4461" y="1385"/>
                </a:lnTo>
                <a:lnTo>
                  <a:pt x="4479" y="1380"/>
                </a:lnTo>
                <a:lnTo>
                  <a:pt x="4497" y="1375"/>
                </a:lnTo>
                <a:lnTo>
                  <a:pt x="4515" y="1370"/>
                </a:lnTo>
                <a:lnTo>
                  <a:pt x="4533" y="1365"/>
                </a:lnTo>
                <a:lnTo>
                  <a:pt x="4550" y="1360"/>
                </a:lnTo>
                <a:lnTo>
                  <a:pt x="4568" y="1354"/>
                </a:lnTo>
                <a:lnTo>
                  <a:pt x="4586" y="1349"/>
                </a:lnTo>
                <a:lnTo>
                  <a:pt x="4604" y="1344"/>
                </a:lnTo>
                <a:lnTo>
                  <a:pt x="4622" y="1338"/>
                </a:lnTo>
                <a:lnTo>
                  <a:pt x="4640" y="1333"/>
                </a:lnTo>
                <a:lnTo>
                  <a:pt x="4657" y="1327"/>
                </a:lnTo>
                <a:lnTo>
                  <a:pt x="4675" y="1321"/>
                </a:lnTo>
                <a:lnTo>
                  <a:pt x="4693" y="1316"/>
                </a:lnTo>
                <a:lnTo>
                  <a:pt x="4711" y="1310"/>
                </a:lnTo>
                <a:lnTo>
                  <a:pt x="4729" y="1304"/>
                </a:lnTo>
                <a:lnTo>
                  <a:pt x="4747" y="1298"/>
                </a:lnTo>
                <a:lnTo>
                  <a:pt x="4765" y="1292"/>
                </a:lnTo>
                <a:lnTo>
                  <a:pt x="4782" y="1286"/>
                </a:lnTo>
                <a:lnTo>
                  <a:pt x="4800" y="1280"/>
                </a:lnTo>
                <a:lnTo>
                  <a:pt x="4818" y="1274"/>
                </a:lnTo>
                <a:lnTo>
                  <a:pt x="4836" y="1268"/>
                </a:lnTo>
                <a:lnTo>
                  <a:pt x="4854" y="1262"/>
                </a:lnTo>
                <a:lnTo>
                  <a:pt x="4872" y="1256"/>
                </a:lnTo>
                <a:lnTo>
                  <a:pt x="4889" y="1249"/>
                </a:lnTo>
                <a:lnTo>
                  <a:pt x="4907" y="1243"/>
                </a:lnTo>
                <a:lnTo>
                  <a:pt x="4925" y="1237"/>
                </a:lnTo>
                <a:lnTo>
                  <a:pt x="4943" y="1230"/>
                </a:lnTo>
                <a:lnTo>
                  <a:pt x="4961" y="1223"/>
                </a:lnTo>
                <a:lnTo>
                  <a:pt x="4979" y="1217"/>
                </a:lnTo>
                <a:lnTo>
                  <a:pt x="4996" y="1210"/>
                </a:lnTo>
                <a:lnTo>
                  <a:pt x="5014" y="1203"/>
                </a:lnTo>
                <a:lnTo>
                  <a:pt x="5032" y="1197"/>
                </a:lnTo>
                <a:lnTo>
                  <a:pt x="5050" y="1190"/>
                </a:lnTo>
                <a:lnTo>
                  <a:pt x="5068" y="1183"/>
                </a:lnTo>
                <a:lnTo>
                  <a:pt x="5086" y="1176"/>
                </a:lnTo>
                <a:lnTo>
                  <a:pt x="5104" y="1169"/>
                </a:lnTo>
                <a:lnTo>
                  <a:pt x="5121" y="1162"/>
                </a:lnTo>
                <a:lnTo>
                  <a:pt x="5139" y="1155"/>
                </a:lnTo>
                <a:lnTo>
                  <a:pt x="5157" y="1147"/>
                </a:lnTo>
                <a:lnTo>
                  <a:pt x="5175" y="1140"/>
                </a:lnTo>
                <a:lnTo>
                  <a:pt x="5193" y="1133"/>
                </a:lnTo>
                <a:lnTo>
                  <a:pt x="5211" y="1126"/>
                </a:lnTo>
                <a:lnTo>
                  <a:pt x="5228" y="1118"/>
                </a:lnTo>
                <a:lnTo>
                  <a:pt x="5246" y="1111"/>
                </a:lnTo>
                <a:lnTo>
                  <a:pt x="5264" y="1103"/>
                </a:lnTo>
                <a:lnTo>
                  <a:pt x="5282" y="1095"/>
                </a:lnTo>
                <a:lnTo>
                  <a:pt x="5300" y="1088"/>
                </a:lnTo>
                <a:lnTo>
                  <a:pt x="5318" y="1080"/>
                </a:lnTo>
                <a:lnTo>
                  <a:pt x="5336" y="1072"/>
                </a:lnTo>
                <a:lnTo>
                  <a:pt x="5353" y="1064"/>
                </a:lnTo>
                <a:lnTo>
                  <a:pt x="5371" y="1057"/>
                </a:lnTo>
                <a:lnTo>
                  <a:pt x="5389" y="1049"/>
                </a:lnTo>
                <a:lnTo>
                  <a:pt x="5407" y="1041"/>
                </a:lnTo>
                <a:lnTo>
                  <a:pt x="5425" y="1032"/>
                </a:lnTo>
                <a:lnTo>
                  <a:pt x="5443" y="1024"/>
                </a:lnTo>
                <a:lnTo>
                  <a:pt x="5460" y="1016"/>
                </a:lnTo>
                <a:lnTo>
                  <a:pt x="5478" y="1008"/>
                </a:lnTo>
                <a:lnTo>
                  <a:pt x="5496" y="1000"/>
                </a:lnTo>
                <a:lnTo>
                  <a:pt x="5514" y="991"/>
                </a:lnTo>
                <a:lnTo>
                  <a:pt x="5532" y="983"/>
                </a:lnTo>
                <a:lnTo>
                  <a:pt x="5550" y="974"/>
                </a:lnTo>
                <a:lnTo>
                  <a:pt x="5568" y="966"/>
                </a:lnTo>
                <a:lnTo>
                  <a:pt x="5585" y="957"/>
                </a:lnTo>
                <a:lnTo>
                  <a:pt x="5603" y="948"/>
                </a:lnTo>
                <a:lnTo>
                  <a:pt x="5621" y="940"/>
                </a:lnTo>
                <a:lnTo>
                  <a:pt x="5639" y="931"/>
                </a:lnTo>
                <a:lnTo>
                  <a:pt x="5657" y="922"/>
                </a:lnTo>
                <a:lnTo>
                  <a:pt x="5675" y="913"/>
                </a:lnTo>
                <a:lnTo>
                  <a:pt x="5692" y="904"/>
                </a:lnTo>
                <a:lnTo>
                  <a:pt x="5710" y="895"/>
                </a:lnTo>
                <a:lnTo>
                  <a:pt x="5728" y="886"/>
                </a:lnTo>
                <a:lnTo>
                  <a:pt x="5746" y="877"/>
                </a:lnTo>
                <a:lnTo>
                  <a:pt x="5764" y="868"/>
                </a:lnTo>
                <a:lnTo>
                  <a:pt x="5782" y="859"/>
                </a:lnTo>
                <a:lnTo>
                  <a:pt x="5799" y="849"/>
                </a:lnTo>
                <a:lnTo>
                  <a:pt x="5817" y="840"/>
                </a:lnTo>
                <a:lnTo>
                  <a:pt x="5835" y="831"/>
                </a:lnTo>
                <a:lnTo>
                  <a:pt x="5853" y="821"/>
                </a:lnTo>
                <a:lnTo>
                  <a:pt x="5871" y="812"/>
                </a:lnTo>
                <a:lnTo>
                  <a:pt x="5889" y="802"/>
                </a:lnTo>
                <a:lnTo>
                  <a:pt x="5907" y="792"/>
                </a:lnTo>
                <a:lnTo>
                  <a:pt x="5924" y="783"/>
                </a:lnTo>
                <a:lnTo>
                  <a:pt x="5942" y="773"/>
                </a:lnTo>
                <a:lnTo>
                  <a:pt x="5960" y="763"/>
                </a:lnTo>
                <a:lnTo>
                  <a:pt x="5978" y="753"/>
                </a:lnTo>
                <a:lnTo>
                  <a:pt x="5996" y="743"/>
                </a:lnTo>
                <a:lnTo>
                  <a:pt x="6014" y="733"/>
                </a:lnTo>
                <a:lnTo>
                  <a:pt x="6031" y="723"/>
                </a:lnTo>
                <a:lnTo>
                  <a:pt x="6049" y="713"/>
                </a:lnTo>
                <a:lnTo>
                  <a:pt x="6067" y="703"/>
                </a:lnTo>
                <a:lnTo>
                  <a:pt x="6085" y="693"/>
                </a:lnTo>
                <a:lnTo>
                  <a:pt x="6103" y="682"/>
                </a:lnTo>
                <a:lnTo>
                  <a:pt x="6121" y="672"/>
                </a:lnTo>
                <a:lnTo>
                  <a:pt x="6139" y="662"/>
                </a:lnTo>
                <a:lnTo>
                  <a:pt x="6156" y="651"/>
                </a:lnTo>
                <a:lnTo>
                  <a:pt x="6174" y="641"/>
                </a:lnTo>
                <a:lnTo>
                  <a:pt x="6192" y="630"/>
                </a:lnTo>
                <a:lnTo>
                  <a:pt x="6210" y="619"/>
                </a:lnTo>
                <a:lnTo>
                  <a:pt x="6228" y="609"/>
                </a:lnTo>
                <a:lnTo>
                  <a:pt x="6246" y="598"/>
                </a:lnTo>
                <a:lnTo>
                  <a:pt x="6263" y="587"/>
                </a:lnTo>
                <a:lnTo>
                  <a:pt x="6281" y="576"/>
                </a:lnTo>
                <a:lnTo>
                  <a:pt x="6299" y="565"/>
                </a:lnTo>
                <a:lnTo>
                  <a:pt x="6317" y="554"/>
                </a:lnTo>
                <a:lnTo>
                  <a:pt x="6335" y="543"/>
                </a:lnTo>
                <a:lnTo>
                  <a:pt x="6353" y="532"/>
                </a:lnTo>
                <a:lnTo>
                  <a:pt x="6371" y="521"/>
                </a:lnTo>
                <a:lnTo>
                  <a:pt x="6388" y="510"/>
                </a:lnTo>
                <a:lnTo>
                  <a:pt x="6406" y="499"/>
                </a:lnTo>
                <a:lnTo>
                  <a:pt x="6424" y="487"/>
                </a:lnTo>
                <a:lnTo>
                  <a:pt x="6442" y="476"/>
                </a:lnTo>
                <a:lnTo>
                  <a:pt x="6460" y="464"/>
                </a:lnTo>
                <a:lnTo>
                  <a:pt x="6478" y="453"/>
                </a:lnTo>
                <a:lnTo>
                  <a:pt x="6495" y="441"/>
                </a:lnTo>
                <a:lnTo>
                  <a:pt x="6513" y="430"/>
                </a:lnTo>
                <a:lnTo>
                  <a:pt x="6531" y="418"/>
                </a:lnTo>
                <a:lnTo>
                  <a:pt x="6549" y="406"/>
                </a:lnTo>
                <a:lnTo>
                  <a:pt x="6567" y="394"/>
                </a:lnTo>
                <a:lnTo>
                  <a:pt x="6585" y="383"/>
                </a:lnTo>
                <a:lnTo>
                  <a:pt x="6603" y="371"/>
                </a:lnTo>
                <a:lnTo>
                  <a:pt x="6620" y="359"/>
                </a:lnTo>
                <a:lnTo>
                  <a:pt x="6638" y="347"/>
                </a:lnTo>
                <a:lnTo>
                  <a:pt x="6656" y="335"/>
                </a:lnTo>
                <a:lnTo>
                  <a:pt x="6674" y="322"/>
                </a:lnTo>
                <a:lnTo>
                  <a:pt x="6692" y="310"/>
                </a:lnTo>
                <a:lnTo>
                  <a:pt x="6710" y="298"/>
                </a:lnTo>
                <a:lnTo>
                  <a:pt x="6727" y="286"/>
                </a:lnTo>
                <a:lnTo>
                  <a:pt x="6745" y="273"/>
                </a:lnTo>
                <a:lnTo>
                  <a:pt x="6763" y="261"/>
                </a:lnTo>
                <a:lnTo>
                  <a:pt x="6781" y="248"/>
                </a:lnTo>
                <a:lnTo>
                  <a:pt x="6799" y="236"/>
                </a:lnTo>
                <a:lnTo>
                  <a:pt x="6817" y="223"/>
                </a:lnTo>
                <a:lnTo>
                  <a:pt x="6834" y="210"/>
                </a:lnTo>
                <a:lnTo>
                  <a:pt x="6852" y="198"/>
                </a:lnTo>
                <a:lnTo>
                  <a:pt x="6870" y="185"/>
                </a:lnTo>
                <a:lnTo>
                  <a:pt x="6888" y="172"/>
                </a:lnTo>
                <a:lnTo>
                  <a:pt x="6906" y="159"/>
                </a:lnTo>
                <a:lnTo>
                  <a:pt x="6924" y="146"/>
                </a:lnTo>
                <a:lnTo>
                  <a:pt x="6942" y="133"/>
                </a:lnTo>
                <a:lnTo>
                  <a:pt x="6959" y="120"/>
                </a:lnTo>
                <a:lnTo>
                  <a:pt x="6977" y="107"/>
                </a:lnTo>
                <a:lnTo>
                  <a:pt x="6995" y="94"/>
                </a:lnTo>
                <a:lnTo>
                  <a:pt x="7013" y="80"/>
                </a:lnTo>
                <a:lnTo>
                  <a:pt x="7031" y="67"/>
                </a:lnTo>
                <a:lnTo>
                  <a:pt x="7049" y="54"/>
                </a:lnTo>
                <a:lnTo>
                  <a:pt x="7066" y="40"/>
                </a:lnTo>
                <a:lnTo>
                  <a:pt x="7084" y="27"/>
                </a:lnTo>
                <a:lnTo>
                  <a:pt x="7102" y="13"/>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896112" y="3060497"/>
            <a:ext cx="6510528" cy="1633118"/>
          </a:xfrm>
          <a:custGeom>
            <a:avLst/>
            <a:gdLst/>
            <a:ahLst/>
            <a:cxnLst/>
            <a:rect l="l" t="t" r="r" b="b"/>
            <a:pathLst>
              <a:path w="7120" h="1786">
                <a:moveTo>
                  <a:pt x="0" y="788"/>
                </a:moveTo>
                <a:lnTo>
                  <a:pt x="18" y="800"/>
                </a:lnTo>
                <a:lnTo>
                  <a:pt x="36" y="811"/>
                </a:lnTo>
                <a:lnTo>
                  <a:pt x="54" y="823"/>
                </a:lnTo>
                <a:lnTo>
                  <a:pt x="71" y="834"/>
                </a:lnTo>
                <a:lnTo>
                  <a:pt x="89" y="845"/>
                </a:lnTo>
                <a:lnTo>
                  <a:pt x="107" y="857"/>
                </a:lnTo>
                <a:lnTo>
                  <a:pt x="125" y="868"/>
                </a:lnTo>
                <a:lnTo>
                  <a:pt x="143" y="879"/>
                </a:lnTo>
                <a:lnTo>
                  <a:pt x="161" y="890"/>
                </a:lnTo>
                <a:lnTo>
                  <a:pt x="178" y="901"/>
                </a:lnTo>
                <a:lnTo>
                  <a:pt x="196" y="912"/>
                </a:lnTo>
                <a:lnTo>
                  <a:pt x="214" y="923"/>
                </a:lnTo>
                <a:lnTo>
                  <a:pt x="232" y="934"/>
                </a:lnTo>
                <a:lnTo>
                  <a:pt x="250" y="945"/>
                </a:lnTo>
                <a:lnTo>
                  <a:pt x="268" y="956"/>
                </a:lnTo>
                <a:lnTo>
                  <a:pt x="286" y="966"/>
                </a:lnTo>
                <a:lnTo>
                  <a:pt x="303" y="977"/>
                </a:lnTo>
                <a:lnTo>
                  <a:pt x="321" y="987"/>
                </a:lnTo>
                <a:lnTo>
                  <a:pt x="339" y="998"/>
                </a:lnTo>
                <a:lnTo>
                  <a:pt x="357" y="1008"/>
                </a:lnTo>
                <a:lnTo>
                  <a:pt x="375" y="1018"/>
                </a:lnTo>
                <a:lnTo>
                  <a:pt x="393" y="1029"/>
                </a:lnTo>
                <a:lnTo>
                  <a:pt x="410" y="1039"/>
                </a:lnTo>
                <a:lnTo>
                  <a:pt x="428" y="1049"/>
                </a:lnTo>
                <a:lnTo>
                  <a:pt x="446" y="1059"/>
                </a:lnTo>
                <a:lnTo>
                  <a:pt x="464" y="1069"/>
                </a:lnTo>
                <a:lnTo>
                  <a:pt x="482" y="1079"/>
                </a:lnTo>
                <a:lnTo>
                  <a:pt x="500" y="1089"/>
                </a:lnTo>
                <a:lnTo>
                  <a:pt x="517" y="1098"/>
                </a:lnTo>
                <a:lnTo>
                  <a:pt x="535" y="1108"/>
                </a:lnTo>
                <a:lnTo>
                  <a:pt x="553" y="1118"/>
                </a:lnTo>
                <a:lnTo>
                  <a:pt x="571" y="1127"/>
                </a:lnTo>
                <a:lnTo>
                  <a:pt x="589" y="1137"/>
                </a:lnTo>
                <a:lnTo>
                  <a:pt x="607" y="1146"/>
                </a:lnTo>
                <a:lnTo>
                  <a:pt x="625" y="1155"/>
                </a:lnTo>
                <a:lnTo>
                  <a:pt x="642" y="1165"/>
                </a:lnTo>
                <a:lnTo>
                  <a:pt x="660" y="1174"/>
                </a:lnTo>
                <a:lnTo>
                  <a:pt x="678" y="1183"/>
                </a:lnTo>
                <a:lnTo>
                  <a:pt x="696" y="1192"/>
                </a:lnTo>
                <a:lnTo>
                  <a:pt x="714" y="1201"/>
                </a:lnTo>
                <a:lnTo>
                  <a:pt x="732" y="1210"/>
                </a:lnTo>
                <a:lnTo>
                  <a:pt x="749" y="1219"/>
                </a:lnTo>
                <a:lnTo>
                  <a:pt x="767" y="1228"/>
                </a:lnTo>
                <a:lnTo>
                  <a:pt x="785" y="1236"/>
                </a:lnTo>
                <a:lnTo>
                  <a:pt x="803" y="1245"/>
                </a:lnTo>
                <a:lnTo>
                  <a:pt x="821" y="1254"/>
                </a:lnTo>
                <a:lnTo>
                  <a:pt x="839" y="1262"/>
                </a:lnTo>
                <a:lnTo>
                  <a:pt x="857" y="1270"/>
                </a:lnTo>
                <a:lnTo>
                  <a:pt x="874" y="1279"/>
                </a:lnTo>
                <a:lnTo>
                  <a:pt x="892" y="1287"/>
                </a:lnTo>
                <a:lnTo>
                  <a:pt x="910" y="1295"/>
                </a:lnTo>
                <a:lnTo>
                  <a:pt x="928" y="1304"/>
                </a:lnTo>
                <a:lnTo>
                  <a:pt x="946" y="1312"/>
                </a:lnTo>
                <a:lnTo>
                  <a:pt x="964" y="1320"/>
                </a:lnTo>
                <a:lnTo>
                  <a:pt x="981" y="1328"/>
                </a:lnTo>
                <a:lnTo>
                  <a:pt x="999" y="1336"/>
                </a:lnTo>
                <a:lnTo>
                  <a:pt x="1017" y="1343"/>
                </a:lnTo>
                <a:lnTo>
                  <a:pt x="1035" y="1351"/>
                </a:lnTo>
                <a:lnTo>
                  <a:pt x="1053" y="1359"/>
                </a:lnTo>
                <a:lnTo>
                  <a:pt x="1071" y="1366"/>
                </a:lnTo>
                <a:lnTo>
                  <a:pt x="1089" y="1374"/>
                </a:lnTo>
                <a:lnTo>
                  <a:pt x="1106" y="1382"/>
                </a:lnTo>
                <a:lnTo>
                  <a:pt x="1124" y="1389"/>
                </a:lnTo>
                <a:lnTo>
                  <a:pt x="1142" y="1396"/>
                </a:lnTo>
                <a:lnTo>
                  <a:pt x="1160" y="1404"/>
                </a:lnTo>
                <a:lnTo>
                  <a:pt x="1178" y="1411"/>
                </a:lnTo>
                <a:lnTo>
                  <a:pt x="1196" y="1418"/>
                </a:lnTo>
                <a:lnTo>
                  <a:pt x="1213" y="1425"/>
                </a:lnTo>
                <a:lnTo>
                  <a:pt x="1231" y="1432"/>
                </a:lnTo>
                <a:lnTo>
                  <a:pt x="1249" y="1439"/>
                </a:lnTo>
                <a:lnTo>
                  <a:pt x="1267" y="1446"/>
                </a:lnTo>
                <a:lnTo>
                  <a:pt x="1285" y="1453"/>
                </a:lnTo>
                <a:lnTo>
                  <a:pt x="1303" y="1459"/>
                </a:lnTo>
                <a:lnTo>
                  <a:pt x="1321" y="1466"/>
                </a:lnTo>
                <a:lnTo>
                  <a:pt x="1338" y="1473"/>
                </a:lnTo>
                <a:lnTo>
                  <a:pt x="1356" y="1479"/>
                </a:lnTo>
                <a:lnTo>
                  <a:pt x="1374" y="1486"/>
                </a:lnTo>
                <a:lnTo>
                  <a:pt x="1392" y="1492"/>
                </a:lnTo>
                <a:lnTo>
                  <a:pt x="1410" y="1498"/>
                </a:lnTo>
                <a:lnTo>
                  <a:pt x="1428" y="1505"/>
                </a:lnTo>
                <a:lnTo>
                  <a:pt x="1445" y="1511"/>
                </a:lnTo>
                <a:lnTo>
                  <a:pt x="1463" y="1517"/>
                </a:lnTo>
                <a:lnTo>
                  <a:pt x="1481" y="1523"/>
                </a:lnTo>
                <a:lnTo>
                  <a:pt x="1499" y="1529"/>
                </a:lnTo>
                <a:lnTo>
                  <a:pt x="1517" y="1535"/>
                </a:lnTo>
                <a:lnTo>
                  <a:pt x="1535" y="1541"/>
                </a:lnTo>
                <a:lnTo>
                  <a:pt x="1552" y="1546"/>
                </a:lnTo>
                <a:lnTo>
                  <a:pt x="1570" y="1552"/>
                </a:lnTo>
                <a:lnTo>
                  <a:pt x="1588" y="1558"/>
                </a:lnTo>
                <a:lnTo>
                  <a:pt x="1606" y="1563"/>
                </a:lnTo>
                <a:lnTo>
                  <a:pt x="1624" y="1569"/>
                </a:lnTo>
                <a:lnTo>
                  <a:pt x="1642" y="1574"/>
                </a:lnTo>
                <a:lnTo>
                  <a:pt x="1660" y="1580"/>
                </a:lnTo>
                <a:lnTo>
                  <a:pt x="1677" y="1585"/>
                </a:lnTo>
                <a:lnTo>
                  <a:pt x="1695" y="1590"/>
                </a:lnTo>
                <a:lnTo>
                  <a:pt x="1713" y="1595"/>
                </a:lnTo>
                <a:lnTo>
                  <a:pt x="1731" y="1600"/>
                </a:lnTo>
                <a:lnTo>
                  <a:pt x="1749" y="1605"/>
                </a:lnTo>
                <a:lnTo>
                  <a:pt x="1767" y="1610"/>
                </a:lnTo>
                <a:lnTo>
                  <a:pt x="1784" y="1615"/>
                </a:lnTo>
                <a:lnTo>
                  <a:pt x="1802" y="1620"/>
                </a:lnTo>
                <a:lnTo>
                  <a:pt x="1820" y="1625"/>
                </a:lnTo>
                <a:lnTo>
                  <a:pt x="1838" y="1629"/>
                </a:lnTo>
                <a:lnTo>
                  <a:pt x="1856" y="1634"/>
                </a:lnTo>
                <a:lnTo>
                  <a:pt x="1874" y="1639"/>
                </a:lnTo>
                <a:lnTo>
                  <a:pt x="1892" y="1643"/>
                </a:lnTo>
                <a:lnTo>
                  <a:pt x="1909" y="1647"/>
                </a:lnTo>
                <a:lnTo>
                  <a:pt x="1927" y="1652"/>
                </a:lnTo>
                <a:lnTo>
                  <a:pt x="1945" y="1656"/>
                </a:lnTo>
                <a:lnTo>
                  <a:pt x="1963" y="1660"/>
                </a:lnTo>
                <a:lnTo>
                  <a:pt x="1981" y="1664"/>
                </a:lnTo>
                <a:lnTo>
                  <a:pt x="1999" y="1668"/>
                </a:lnTo>
                <a:lnTo>
                  <a:pt x="2016" y="1672"/>
                </a:lnTo>
                <a:lnTo>
                  <a:pt x="2034" y="1676"/>
                </a:lnTo>
                <a:lnTo>
                  <a:pt x="2052" y="1680"/>
                </a:lnTo>
                <a:lnTo>
                  <a:pt x="2070" y="1684"/>
                </a:lnTo>
                <a:lnTo>
                  <a:pt x="2088" y="1688"/>
                </a:lnTo>
                <a:lnTo>
                  <a:pt x="2106" y="1691"/>
                </a:lnTo>
                <a:lnTo>
                  <a:pt x="2124" y="1695"/>
                </a:lnTo>
                <a:lnTo>
                  <a:pt x="2141" y="1698"/>
                </a:lnTo>
                <a:lnTo>
                  <a:pt x="2159" y="1702"/>
                </a:lnTo>
                <a:lnTo>
                  <a:pt x="2177" y="1705"/>
                </a:lnTo>
                <a:lnTo>
                  <a:pt x="2195" y="1708"/>
                </a:lnTo>
                <a:lnTo>
                  <a:pt x="2213" y="1712"/>
                </a:lnTo>
                <a:lnTo>
                  <a:pt x="2231" y="1715"/>
                </a:lnTo>
                <a:lnTo>
                  <a:pt x="2248" y="1718"/>
                </a:lnTo>
                <a:lnTo>
                  <a:pt x="2266" y="1721"/>
                </a:lnTo>
                <a:lnTo>
                  <a:pt x="2284" y="1724"/>
                </a:lnTo>
                <a:lnTo>
                  <a:pt x="2302" y="1727"/>
                </a:lnTo>
                <a:lnTo>
                  <a:pt x="2320" y="1730"/>
                </a:lnTo>
                <a:lnTo>
                  <a:pt x="2338" y="1732"/>
                </a:lnTo>
                <a:lnTo>
                  <a:pt x="2355" y="1735"/>
                </a:lnTo>
                <a:lnTo>
                  <a:pt x="2373" y="1738"/>
                </a:lnTo>
                <a:lnTo>
                  <a:pt x="2391" y="1740"/>
                </a:lnTo>
                <a:lnTo>
                  <a:pt x="2409" y="1743"/>
                </a:lnTo>
                <a:lnTo>
                  <a:pt x="2427" y="1745"/>
                </a:lnTo>
                <a:lnTo>
                  <a:pt x="2445" y="1748"/>
                </a:lnTo>
                <a:lnTo>
                  <a:pt x="2463" y="1750"/>
                </a:lnTo>
                <a:lnTo>
                  <a:pt x="2480" y="1752"/>
                </a:lnTo>
                <a:lnTo>
                  <a:pt x="2498" y="1754"/>
                </a:lnTo>
                <a:lnTo>
                  <a:pt x="2516" y="1756"/>
                </a:lnTo>
                <a:lnTo>
                  <a:pt x="2534" y="1758"/>
                </a:lnTo>
                <a:lnTo>
                  <a:pt x="2552" y="1760"/>
                </a:lnTo>
                <a:lnTo>
                  <a:pt x="2570" y="1762"/>
                </a:lnTo>
                <a:lnTo>
                  <a:pt x="2587" y="1764"/>
                </a:lnTo>
                <a:lnTo>
                  <a:pt x="2605" y="1766"/>
                </a:lnTo>
                <a:lnTo>
                  <a:pt x="2623" y="1767"/>
                </a:lnTo>
                <a:lnTo>
                  <a:pt x="2641" y="1769"/>
                </a:lnTo>
                <a:lnTo>
                  <a:pt x="2659" y="1770"/>
                </a:lnTo>
                <a:lnTo>
                  <a:pt x="2677" y="1772"/>
                </a:lnTo>
                <a:lnTo>
                  <a:pt x="2695" y="1773"/>
                </a:lnTo>
                <a:lnTo>
                  <a:pt x="2712" y="1774"/>
                </a:lnTo>
                <a:lnTo>
                  <a:pt x="2730" y="1776"/>
                </a:lnTo>
                <a:lnTo>
                  <a:pt x="2748" y="1777"/>
                </a:lnTo>
                <a:lnTo>
                  <a:pt x="2766" y="1778"/>
                </a:lnTo>
                <a:lnTo>
                  <a:pt x="2784" y="1779"/>
                </a:lnTo>
                <a:lnTo>
                  <a:pt x="2802" y="1780"/>
                </a:lnTo>
                <a:lnTo>
                  <a:pt x="2819" y="1781"/>
                </a:lnTo>
                <a:lnTo>
                  <a:pt x="2837" y="1782"/>
                </a:lnTo>
                <a:lnTo>
                  <a:pt x="2855" y="1782"/>
                </a:lnTo>
                <a:lnTo>
                  <a:pt x="2873" y="1783"/>
                </a:lnTo>
                <a:lnTo>
                  <a:pt x="2891" y="1784"/>
                </a:lnTo>
                <a:lnTo>
                  <a:pt x="2909" y="1784"/>
                </a:lnTo>
                <a:lnTo>
                  <a:pt x="2927" y="1785"/>
                </a:lnTo>
                <a:lnTo>
                  <a:pt x="2944" y="1785"/>
                </a:lnTo>
                <a:lnTo>
                  <a:pt x="2962" y="1786"/>
                </a:lnTo>
                <a:lnTo>
                  <a:pt x="2980" y="1786"/>
                </a:lnTo>
                <a:lnTo>
                  <a:pt x="2998" y="1786"/>
                </a:lnTo>
                <a:lnTo>
                  <a:pt x="3016" y="1786"/>
                </a:lnTo>
                <a:lnTo>
                  <a:pt x="3034" y="1786"/>
                </a:lnTo>
                <a:lnTo>
                  <a:pt x="3051" y="1786"/>
                </a:lnTo>
                <a:lnTo>
                  <a:pt x="3069" y="1786"/>
                </a:lnTo>
                <a:lnTo>
                  <a:pt x="3087" y="1786"/>
                </a:lnTo>
                <a:lnTo>
                  <a:pt x="3105" y="1786"/>
                </a:lnTo>
                <a:lnTo>
                  <a:pt x="3123" y="1786"/>
                </a:lnTo>
                <a:lnTo>
                  <a:pt x="3141" y="1785"/>
                </a:lnTo>
                <a:lnTo>
                  <a:pt x="3158" y="1785"/>
                </a:lnTo>
                <a:lnTo>
                  <a:pt x="3176" y="1785"/>
                </a:lnTo>
                <a:lnTo>
                  <a:pt x="3194" y="1784"/>
                </a:lnTo>
                <a:lnTo>
                  <a:pt x="3212" y="1783"/>
                </a:lnTo>
                <a:lnTo>
                  <a:pt x="3230" y="1783"/>
                </a:lnTo>
                <a:lnTo>
                  <a:pt x="3248" y="1782"/>
                </a:lnTo>
                <a:lnTo>
                  <a:pt x="3266" y="1781"/>
                </a:lnTo>
                <a:lnTo>
                  <a:pt x="3283" y="1780"/>
                </a:lnTo>
                <a:lnTo>
                  <a:pt x="3301" y="1779"/>
                </a:lnTo>
                <a:lnTo>
                  <a:pt x="3319" y="1778"/>
                </a:lnTo>
                <a:lnTo>
                  <a:pt x="3337" y="1777"/>
                </a:lnTo>
                <a:lnTo>
                  <a:pt x="3355" y="1776"/>
                </a:lnTo>
                <a:lnTo>
                  <a:pt x="3373" y="1775"/>
                </a:lnTo>
                <a:lnTo>
                  <a:pt x="3390" y="1774"/>
                </a:lnTo>
                <a:lnTo>
                  <a:pt x="3408" y="1772"/>
                </a:lnTo>
                <a:lnTo>
                  <a:pt x="3426" y="1771"/>
                </a:lnTo>
                <a:lnTo>
                  <a:pt x="3444" y="1769"/>
                </a:lnTo>
                <a:lnTo>
                  <a:pt x="3462" y="1768"/>
                </a:lnTo>
                <a:lnTo>
                  <a:pt x="3480" y="1766"/>
                </a:lnTo>
                <a:lnTo>
                  <a:pt x="3498" y="1764"/>
                </a:lnTo>
                <a:lnTo>
                  <a:pt x="3515" y="1763"/>
                </a:lnTo>
                <a:lnTo>
                  <a:pt x="3533" y="1761"/>
                </a:lnTo>
                <a:lnTo>
                  <a:pt x="3551" y="1759"/>
                </a:lnTo>
                <a:lnTo>
                  <a:pt x="3569" y="1757"/>
                </a:lnTo>
                <a:lnTo>
                  <a:pt x="3587" y="1755"/>
                </a:lnTo>
                <a:lnTo>
                  <a:pt x="3605" y="1753"/>
                </a:lnTo>
                <a:lnTo>
                  <a:pt x="3622" y="1751"/>
                </a:lnTo>
                <a:lnTo>
                  <a:pt x="3640" y="1748"/>
                </a:lnTo>
                <a:lnTo>
                  <a:pt x="3658" y="1746"/>
                </a:lnTo>
                <a:lnTo>
                  <a:pt x="3676" y="1744"/>
                </a:lnTo>
                <a:lnTo>
                  <a:pt x="3694" y="1741"/>
                </a:lnTo>
                <a:lnTo>
                  <a:pt x="3712" y="1739"/>
                </a:lnTo>
                <a:lnTo>
                  <a:pt x="3730" y="1736"/>
                </a:lnTo>
                <a:lnTo>
                  <a:pt x="3747" y="1733"/>
                </a:lnTo>
                <a:lnTo>
                  <a:pt x="3765" y="1731"/>
                </a:lnTo>
                <a:lnTo>
                  <a:pt x="3783" y="1728"/>
                </a:lnTo>
                <a:lnTo>
                  <a:pt x="3801" y="1725"/>
                </a:lnTo>
                <a:lnTo>
                  <a:pt x="3819" y="1722"/>
                </a:lnTo>
                <a:lnTo>
                  <a:pt x="3837" y="1719"/>
                </a:lnTo>
                <a:lnTo>
                  <a:pt x="3854" y="1716"/>
                </a:lnTo>
                <a:lnTo>
                  <a:pt x="3872" y="1713"/>
                </a:lnTo>
                <a:lnTo>
                  <a:pt x="3890" y="1710"/>
                </a:lnTo>
                <a:lnTo>
                  <a:pt x="3908" y="1706"/>
                </a:lnTo>
                <a:lnTo>
                  <a:pt x="3926" y="1703"/>
                </a:lnTo>
                <a:lnTo>
                  <a:pt x="3944" y="1700"/>
                </a:lnTo>
                <a:lnTo>
                  <a:pt x="3962" y="1696"/>
                </a:lnTo>
                <a:lnTo>
                  <a:pt x="3979" y="1693"/>
                </a:lnTo>
                <a:lnTo>
                  <a:pt x="3997" y="1689"/>
                </a:lnTo>
                <a:lnTo>
                  <a:pt x="4015" y="1685"/>
                </a:lnTo>
                <a:lnTo>
                  <a:pt x="4033" y="1682"/>
                </a:lnTo>
                <a:lnTo>
                  <a:pt x="4051" y="1678"/>
                </a:lnTo>
                <a:lnTo>
                  <a:pt x="4069" y="1674"/>
                </a:lnTo>
                <a:lnTo>
                  <a:pt x="4086" y="1670"/>
                </a:lnTo>
                <a:lnTo>
                  <a:pt x="4104" y="1666"/>
                </a:lnTo>
                <a:lnTo>
                  <a:pt x="4122" y="1662"/>
                </a:lnTo>
                <a:lnTo>
                  <a:pt x="4140" y="1658"/>
                </a:lnTo>
                <a:lnTo>
                  <a:pt x="4158" y="1653"/>
                </a:lnTo>
                <a:lnTo>
                  <a:pt x="4176" y="1649"/>
                </a:lnTo>
                <a:lnTo>
                  <a:pt x="4193" y="1645"/>
                </a:lnTo>
                <a:lnTo>
                  <a:pt x="4211" y="1640"/>
                </a:lnTo>
                <a:lnTo>
                  <a:pt x="4229" y="1636"/>
                </a:lnTo>
                <a:lnTo>
                  <a:pt x="4247" y="1631"/>
                </a:lnTo>
                <a:lnTo>
                  <a:pt x="4265" y="1627"/>
                </a:lnTo>
                <a:lnTo>
                  <a:pt x="4283" y="1622"/>
                </a:lnTo>
                <a:lnTo>
                  <a:pt x="4301" y="1617"/>
                </a:lnTo>
                <a:lnTo>
                  <a:pt x="4318" y="1612"/>
                </a:lnTo>
                <a:lnTo>
                  <a:pt x="4336" y="1607"/>
                </a:lnTo>
                <a:lnTo>
                  <a:pt x="4354" y="1602"/>
                </a:lnTo>
                <a:lnTo>
                  <a:pt x="4372" y="1597"/>
                </a:lnTo>
                <a:lnTo>
                  <a:pt x="4390" y="1592"/>
                </a:lnTo>
                <a:lnTo>
                  <a:pt x="4408" y="1587"/>
                </a:lnTo>
                <a:lnTo>
                  <a:pt x="4425" y="1582"/>
                </a:lnTo>
                <a:lnTo>
                  <a:pt x="4443" y="1576"/>
                </a:lnTo>
                <a:lnTo>
                  <a:pt x="4461" y="1571"/>
                </a:lnTo>
                <a:lnTo>
                  <a:pt x="4479" y="1565"/>
                </a:lnTo>
                <a:lnTo>
                  <a:pt x="4497" y="1560"/>
                </a:lnTo>
                <a:lnTo>
                  <a:pt x="4515" y="1554"/>
                </a:lnTo>
                <a:lnTo>
                  <a:pt x="4533" y="1549"/>
                </a:lnTo>
                <a:lnTo>
                  <a:pt x="4550" y="1543"/>
                </a:lnTo>
                <a:lnTo>
                  <a:pt x="4568" y="1537"/>
                </a:lnTo>
                <a:lnTo>
                  <a:pt x="4586" y="1531"/>
                </a:lnTo>
                <a:lnTo>
                  <a:pt x="4604" y="1525"/>
                </a:lnTo>
                <a:lnTo>
                  <a:pt x="4622" y="1519"/>
                </a:lnTo>
                <a:lnTo>
                  <a:pt x="4640" y="1513"/>
                </a:lnTo>
                <a:lnTo>
                  <a:pt x="4657" y="1507"/>
                </a:lnTo>
                <a:lnTo>
                  <a:pt x="4675" y="1501"/>
                </a:lnTo>
                <a:lnTo>
                  <a:pt x="4693" y="1494"/>
                </a:lnTo>
                <a:lnTo>
                  <a:pt x="4711" y="1488"/>
                </a:lnTo>
                <a:lnTo>
                  <a:pt x="4729" y="1482"/>
                </a:lnTo>
                <a:lnTo>
                  <a:pt x="4747" y="1475"/>
                </a:lnTo>
                <a:lnTo>
                  <a:pt x="4765" y="1469"/>
                </a:lnTo>
                <a:lnTo>
                  <a:pt x="4782" y="1462"/>
                </a:lnTo>
                <a:lnTo>
                  <a:pt x="4800" y="1455"/>
                </a:lnTo>
                <a:lnTo>
                  <a:pt x="4818" y="1448"/>
                </a:lnTo>
                <a:lnTo>
                  <a:pt x="4836" y="1442"/>
                </a:lnTo>
                <a:lnTo>
                  <a:pt x="4854" y="1435"/>
                </a:lnTo>
                <a:lnTo>
                  <a:pt x="4872" y="1428"/>
                </a:lnTo>
                <a:lnTo>
                  <a:pt x="4889" y="1421"/>
                </a:lnTo>
                <a:lnTo>
                  <a:pt x="4907" y="1414"/>
                </a:lnTo>
                <a:lnTo>
                  <a:pt x="4925" y="1406"/>
                </a:lnTo>
                <a:lnTo>
                  <a:pt x="4943" y="1399"/>
                </a:lnTo>
                <a:lnTo>
                  <a:pt x="4961" y="1392"/>
                </a:lnTo>
                <a:lnTo>
                  <a:pt x="4979" y="1384"/>
                </a:lnTo>
                <a:lnTo>
                  <a:pt x="4996" y="1377"/>
                </a:lnTo>
                <a:lnTo>
                  <a:pt x="5014" y="1369"/>
                </a:lnTo>
                <a:lnTo>
                  <a:pt x="5032" y="1362"/>
                </a:lnTo>
                <a:lnTo>
                  <a:pt x="5050" y="1354"/>
                </a:lnTo>
                <a:lnTo>
                  <a:pt x="5068" y="1346"/>
                </a:lnTo>
                <a:lnTo>
                  <a:pt x="5086" y="1339"/>
                </a:lnTo>
                <a:lnTo>
                  <a:pt x="5104" y="1331"/>
                </a:lnTo>
                <a:lnTo>
                  <a:pt x="5121" y="1323"/>
                </a:lnTo>
                <a:lnTo>
                  <a:pt x="5139" y="1315"/>
                </a:lnTo>
                <a:lnTo>
                  <a:pt x="5157" y="1307"/>
                </a:lnTo>
                <a:lnTo>
                  <a:pt x="5175" y="1299"/>
                </a:lnTo>
                <a:lnTo>
                  <a:pt x="5193" y="1290"/>
                </a:lnTo>
                <a:lnTo>
                  <a:pt x="5211" y="1282"/>
                </a:lnTo>
                <a:lnTo>
                  <a:pt x="5228" y="1274"/>
                </a:lnTo>
                <a:lnTo>
                  <a:pt x="5246" y="1265"/>
                </a:lnTo>
                <a:lnTo>
                  <a:pt x="5264" y="1257"/>
                </a:lnTo>
                <a:lnTo>
                  <a:pt x="5282" y="1248"/>
                </a:lnTo>
                <a:lnTo>
                  <a:pt x="5300" y="1240"/>
                </a:lnTo>
                <a:lnTo>
                  <a:pt x="5318" y="1231"/>
                </a:lnTo>
                <a:lnTo>
                  <a:pt x="5336" y="1222"/>
                </a:lnTo>
                <a:lnTo>
                  <a:pt x="5353" y="1213"/>
                </a:lnTo>
                <a:lnTo>
                  <a:pt x="5371" y="1205"/>
                </a:lnTo>
                <a:lnTo>
                  <a:pt x="5389" y="1196"/>
                </a:lnTo>
                <a:lnTo>
                  <a:pt x="5407" y="1187"/>
                </a:lnTo>
                <a:lnTo>
                  <a:pt x="5425" y="1177"/>
                </a:lnTo>
                <a:lnTo>
                  <a:pt x="5443" y="1168"/>
                </a:lnTo>
                <a:lnTo>
                  <a:pt x="5460" y="1159"/>
                </a:lnTo>
                <a:lnTo>
                  <a:pt x="5478" y="1150"/>
                </a:lnTo>
                <a:lnTo>
                  <a:pt x="5496" y="1140"/>
                </a:lnTo>
                <a:lnTo>
                  <a:pt x="5514" y="1131"/>
                </a:lnTo>
                <a:lnTo>
                  <a:pt x="5532" y="1121"/>
                </a:lnTo>
                <a:lnTo>
                  <a:pt x="5550" y="1112"/>
                </a:lnTo>
                <a:lnTo>
                  <a:pt x="5568" y="1102"/>
                </a:lnTo>
                <a:lnTo>
                  <a:pt x="5585" y="1092"/>
                </a:lnTo>
                <a:lnTo>
                  <a:pt x="5603" y="1083"/>
                </a:lnTo>
                <a:lnTo>
                  <a:pt x="5621" y="1073"/>
                </a:lnTo>
                <a:lnTo>
                  <a:pt x="5639" y="1063"/>
                </a:lnTo>
                <a:lnTo>
                  <a:pt x="5657" y="1053"/>
                </a:lnTo>
                <a:lnTo>
                  <a:pt x="5675" y="1043"/>
                </a:lnTo>
                <a:lnTo>
                  <a:pt x="5692" y="1033"/>
                </a:lnTo>
                <a:lnTo>
                  <a:pt x="5710" y="1022"/>
                </a:lnTo>
                <a:lnTo>
                  <a:pt x="5728" y="1012"/>
                </a:lnTo>
                <a:lnTo>
                  <a:pt x="5746" y="1002"/>
                </a:lnTo>
                <a:lnTo>
                  <a:pt x="5764" y="991"/>
                </a:lnTo>
                <a:lnTo>
                  <a:pt x="5782" y="981"/>
                </a:lnTo>
                <a:lnTo>
                  <a:pt x="5799" y="970"/>
                </a:lnTo>
                <a:lnTo>
                  <a:pt x="5817" y="960"/>
                </a:lnTo>
                <a:lnTo>
                  <a:pt x="5835" y="949"/>
                </a:lnTo>
                <a:lnTo>
                  <a:pt x="5853" y="938"/>
                </a:lnTo>
                <a:lnTo>
                  <a:pt x="5871" y="928"/>
                </a:lnTo>
                <a:lnTo>
                  <a:pt x="5889" y="917"/>
                </a:lnTo>
                <a:lnTo>
                  <a:pt x="5907" y="906"/>
                </a:lnTo>
                <a:lnTo>
                  <a:pt x="5924" y="895"/>
                </a:lnTo>
                <a:lnTo>
                  <a:pt x="5942" y="884"/>
                </a:lnTo>
                <a:lnTo>
                  <a:pt x="5960" y="872"/>
                </a:lnTo>
                <a:lnTo>
                  <a:pt x="5978" y="861"/>
                </a:lnTo>
                <a:lnTo>
                  <a:pt x="5996" y="850"/>
                </a:lnTo>
                <a:lnTo>
                  <a:pt x="6014" y="839"/>
                </a:lnTo>
                <a:lnTo>
                  <a:pt x="6031" y="827"/>
                </a:lnTo>
                <a:lnTo>
                  <a:pt x="6049" y="816"/>
                </a:lnTo>
                <a:lnTo>
                  <a:pt x="6067" y="804"/>
                </a:lnTo>
                <a:lnTo>
                  <a:pt x="6085" y="792"/>
                </a:lnTo>
                <a:lnTo>
                  <a:pt x="6103" y="781"/>
                </a:lnTo>
                <a:lnTo>
                  <a:pt x="6121" y="769"/>
                </a:lnTo>
                <a:lnTo>
                  <a:pt x="6139" y="757"/>
                </a:lnTo>
                <a:lnTo>
                  <a:pt x="6156" y="745"/>
                </a:lnTo>
                <a:lnTo>
                  <a:pt x="6174" y="733"/>
                </a:lnTo>
                <a:lnTo>
                  <a:pt x="6192" y="721"/>
                </a:lnTo>
                <a:lnTo>
                  <a:pt x="6210" y="709"/>
                </a:lnTo>
                <a:lnTo>
                  <a:pt x="6228" y="697"/>
                </a:lnTo>
                <a:lnTo>
                  <a:pt x="6246" y="685"/>
                </a:lnTo>
                <a:lnTo>
                  <a:pt x="6263" y="672"/>
                </a:lnTo>
                <a:lnTo>
                  <a:pt x="6281" y="660"/>
                </a:lnTo>
                <a:lnTo>
                  <a:pt x="6299" y="647"/>
                </a:lnTo>
                <a:lnTo>
                  <a:pt x="6317" y="635"/>
                </a:lnTo>
                <a:lnTo>
                  <a:pt x="6335" y="622"/>
                </a:lnTo>
                <a:lnTo>
                  <a:pt x="6353" y="610"/>
                </a:lnTo>
                <a:lnTo>
                  <a:pt x="6371" y="597"/>
                </a:lnTo>
                <a:lnTo>
                  <a:pt x="6388" y="584"/>
                </a:lnTo>
                <a:lnTo>
                  <a:pt x="6406" y="571"/>
                </a:lnTo>
                <a:lnTo>
                  <a:pt x="6424" y="558"/>
                </a:lnTo>
                <a:lnTo>
                  <a:pt x="6442" y="545"/>
                </a:lnTo>
                <a:lnTo>
                  <a:pt x="6460" y="532"/>
                </a:lnTo>
                <a:lnTo>
                  <a:pt x="6478" y="519"/>
                </a:lnTo>
                <a:lnTo>
                  <a:pt x="6495" y="506"/>
                </a:lnTo>
                <a:lnTo>
                  <a:pt x="6513" y="493"/>
                </a:lnTo>
                <a:lnTo>
                  <a:pt x="6531" y="479"/>
                </a:lnTo>
                <a:lnTo>
                  <a:pt x="6549" y="466"/>
                </a:lnTo>
                <a:lnTo>
                  <a:pt x="6567" y="452"/>
                </a:lnTo>
                <a:lnTo>
                  <a:pt x="6585" y="439"/>
                </a:lnTo>
                <a:lnTo>
                  <a:pt x="6603" y="425"/>
                </a:lnTo>
                <a:lnTo>
                  <a:pt x="6620" y="411"/>
                </a:lnTo>
                <a:lnTo>
                  <a:pt x="6638" y="398"/>
                </a:lnTo>
                <a:lnTo>
                  <a:pt x="6656" y="384"/>
                </a:lnTo>
                <a:lnTo>
                  <a:pt x="6674" y="370"/>
                </a:lnTo>
                <a:lnTo>
                  <a:pt x="6692" y="356"/>
                </a:lnTo>
                <a:lnTo>
                  <a:pt x="6710" y="342"/>
                </a:lnTo>
                <a:lnTo>
                  <a:pt x="6727" y="328"/>
                </a:lnTo>
                <a:lnTo>
                  <a:pt x="6745" y="314"/>
                </a:lnTo>
                <a:lnTo>
                  <a:pt x="6763" y="299"/>
                </a:lnTo>
                <a:lnTo>
                  <a:pt x="6781" y="285"/>
                </a:lnTo>
                <a:lnTo>
                  <a:pt x="6799" y="271"/>
                </a:lnTo>
                <a:lnTo>
                  <a:pt x="6817" y="256"/>
                </a:lnTo>
                <a:lnTo>
                  <a:pt x="6834" y="242"/>
                </a:lnTo>
                <a:lnTo>
                  <a:pt x="6852" y="227"/>
                </a:lnTo>
                <a:lnTo>
                  <a:pt x="6870" y="212"/>
                </a:lnTo>
                <a:lnTo>
                  <a:pt x="6888" y="198"/>
                </a:lnTo>
                <a:lnTo>
                  <a:pt x="6906" y="183"/>
                </a:lnTo>
                <a:lnTo>
                  <a:pt x="6924" y="168"/>
                </a:lnTo>
                <a:lnTo>
                  <a:pt x="6942" y="153"/>
                </a:lnTo>
                <a:lnTo>
                  <a:pt x="6959" y="138"/>
                </a:lnTo>
                <a:lnTo>
                  <a:pt x="6977" y="123"/>
                </a:lnTo>
                <a:lnTo>
                  <a:pt x="6995" y="108"/>
                </a:lnTo>
                <a:lnTo>
                  <a:pt x="7013" y="93"/>
                </a:lnTo>
                <a:lnTo>
                  <a:pt x="7031" y="77"/>
                </a:lnTo>
                <a:lnTo>
                  <a:pt x="7049" y="62"/>
                </a:lnTo>
                <a:lnTo>
                  <a:pt x="7066" y="47"/>
                </a:lnTo>
                <a:lnTo>
                  <a:pt x="7084" y="31"/>
                </a:lnTo>
                <a:lnTo>
                  <a:pt x="7102" y="16"/>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896112" y="3247949"/>
            <a:ext cx="6510528" cy="1217981"/>
          </a:xfrm>
          <a:custGeom>
            <a:avLst/>
            <a:gdLst/>
            <a:ahLst/>
            <a:cxnLst/>
            <a:rect l="l" t="t" r="r" b="b"/>
            <a:pathLst>
              <a:path w="7120" h="1332">
                <a:moveTo>
                  <a:pt x="0" y="892"/>
                </a:moveTo>
                <a:lnTo>
                  <a:pt x="18" y="898"/>
                </a:lnTo>
                <a:lnTo>
                  <a:pt x="36" y="904"/>
                </a:lnTo>
                <a:lnTo>
                  <a:pt x="54" y="910"/>
                </a:lnTo>
                <a:lnTo>
                  <a:pt x="71" y="916"/>
                </a:lnTo>
                <a:lnTo>
                  <a:pt x="89" y="922"/>
                </a:lnTo>
                <a:lnTo>
                  <a:pt x="107" y="928"/>
                </a:lnTo>
                <a:lnTo>
                  <a:pt x="125" y="934"/>
                </a:lnTo>
                <a:lnTo>
                  <a:pt x="143" y="939"/>
                </a:lnTo>
                <a:lnTo>
                  <a:pt x="161" y="945"/>
                </a:lnTo>
                <a:lnTo>
                  <a:pt x="178" y="951"/>
                </a:lnTo>
                <a:lnTo>
                  <a:pt x="196" y="956"/>
                </a:lnTo>
                <a:lnTo>
                  <a:pt x="214" y="962"/>
                </a:lnTo>
                <a:lnTo>
                  <a:pt x="232" y="967"/>
                </a:lnTo>
                <a:lnTo>
                  <a:pt x="250" y="973"/>
                </a:lnTo>
                <a:lnTo>
                  <a:pt x="268" y="978"/>
                </a:lnTo>
                <a:lnTo>
                  <a:pt x="286" y="984"/>
                </a:lnTo>
                <a:lnTo>
                  <a:pt x="303" y="989"/>
                </a:lnTo>
                <a:lnTo>
                  <a:pt x="321" y="994"/>
                </a:lnTo>
                <a:lnTo>
                  <a:pt x="339" y="1000"/>
                </a:lnTo>
                <a:lnTo>
                  <a:pt x="357" y="1005"/>
                </a:lnTo>
                <a:lnTo>
                  <a:pt x="375" y="1010"/>
                </a:lnTo>
                <a:lnTo>
                  <a:pt x="393" y="1015"/>
                </a:lnTo>
                <a:lnTo>
                  <a:pt x="410" y="1020"/>
                </a:lnTo>
                <a:lnTo>
                  <a:pt x="428" y="1025"/>
                </a:lnTo>
                <a:lnTo>
                  <a:pt x="446" y="1030"/>
                </a:lnTo>
                <a:lnTo>
                  <a:pt x="464" y="1035"/>
                </a:lnTo>
                <a:lnTo>
                  <a:pt x="482" y="1040"/>
                </a:lnTo>
                <a:lnTo>
                  <a:pt x="500" y="1045"/>
                </a:lnTo>
                <a:lnTo>
                  <a:pt x="517" y="1050"/>
                </a:lnTo>
                <a:lnTo>
                  <a:pt x="535" y="1055"/>
                </a:lnTo>
                <a:lnTo>
                  <a:pt x="553" y="1060"/>
                </a:lnTo>
                <a:lnTo>
                  <a:pt x="571" y="1064"/>
                </a:lnTo>
                <a:lnTo>
                  <a:pt x="589" y="1069"/>
                </a:lnTo>
                <a:lnTo>
                  <a:pt x="607" y="1074"/>
                </a:lnTo>
                <a:lnTo>
                  <a:pt x="625" y="1078"/>
                </a:lnTo>
                <a:lnTo>
                  <a:pt x="642" y="1083"/>
                </a:lnTo>
                <a:lnTo>
                  <a:pt x="660" y="1087"/>
                </a:lnTo>
                <a:lnTo>
                  <a:pt x="678" y="1092"/>
                </a:lnTo>
                <a:lnTo>
                  <a:pt x="696" y="1096"/>
                </a:lnTo>
                <a:lnTo>
                  <a:pt x="714" y="1101"/>
                </a:lnTo>
                <a:lnTo>
                  <a:pt x="732" y="1105"/>
                </a:lnTo>
                <a:lnTo>
                  <a:pt x="749" y="1109"/>
                </a:lnTo>
                <a:lnTo>
                  <a:pt x="767" y="1114"/>
                </a:lnTo>
                <a:lnTo>
                  <a:pt x="785" y="1118"/>
                </a:lnTo>
                <a:lnTo>
                  <a:pt x="803" y="1122"/>
                </a:lnTo>
                <a:lnTo>
                  <a:pt x="821" y="1126"/>
                </a:lnTo>
                <a:lnTo>
                  <a:pt x="839" y="1130"/>
                </a:lnTo>
                <a:lnTo>
                  <a:pt x="857" y="1134"/>
                </a:lnTo>
                <a:lnTo>
                  <a:pt x="874" y="1138"/>
                </a:lnTo>
                <a:lnTo>
                  <a:pt x="892" y="1142"/>
                </a:lnTo>
                <a:lnTo>
                  <a:pt x="910" y="1146"/>
                </a:lnTo>
                <a:lnTo>
                  <a:pt x="928" y="1150"/>
                </a:lnTo>
                <a:lnTo>
                  <a:pt x="946" y="1154"/>
                </a:lnTo>
                <a:lnTo>
                  <a:pt x="964" y="1158"/>
                </a:lnTo>
                <a:lnTo>
                  <a:pt x="981" y="1162"/>
                </a:lnTo>
                <a:lnTo>
                  <a:pt x="999" y="1165"/>
                </a:lnTo>
                <a:lnTo>
                  <a:pt x="1017" y="1169"/>
                </a:lnTo>
                <a:lnTo>
                  <a:pt x="1035" y="1173"/>
                </a:lnTo>
                <a:lnTo>
                  <a:pt x="1053" y="1176"/>
                </a:lnTo>
                <a:lnTo>
                  <a:pt x="1071" y="1180"/>
                </a:lnTo>
                <a:lnTo>
                  <a:pt x="1089" y="1183"/>
                </a:lnTo>
                <a:lnTo>
                  <a:pt x="1106" y="1187"/>
                </a:lnTo>
                <a:lnTo>
                  <a:pt x="1124" y="1190"/>
                </a:lnTo>
                <a:lnTo>
                  <a:pt x="1142" y="1194"/>
                </a:lnTo>
                <a:lnTo>
                  <a:pt x="1160" y="1197"/>
                </a:lnTo>
                <a:lnTo>
                  <a:pt x="1178" y="1200"/>
                </a:lnTo>
                <a:lnTo>
                  <a:pt x="1196" y="1204"/>
                </a:lnTo>
                <a:lnTo>
                  <a:pt x="1213" y="1207"/>
                </a:lnTo>
                <a:lnTo>
                  <a:pt x="1231" y="1210"/>
                </a:lnTo>
                <a:lnTo>
                  <a:pt x="1249" y="1213"/>
                </a:lnTo>
                <a:lnTo>
                  <a:pt x="1267" y="1216"/>
                </a:lnTo>
                <a:lnTo>
                  <a:pt x="1285" y="1220"/>
                </a:lnTo>
                <a:lnTo>
                  <a:pt x="1303" y="1223"/>
                </a:lnTo>
                <a:lnTo>
                  <a:pt x="1321" y="1226"/>
                </a:lnTo>
                <a:lnTo>
                  <a:pt x="1338" y="1228"/>
                </a:lnTo>
                <a:lnTo>
                  <a:pt x="1356" y="1231"/>
                </a:lnTo>
                <a:lnTo>
                  <a:pt x="1374" y="1234"/>
                </a:lnTo>
                <a:lnTo>
                  <a:pt x="1392" y="1237"/>
                </a:lnTo>
                <a:lnTo>
                  <a:pt x="1410" y="1240"/>
                </a:lnTo>
                <a:lnTo>
                  <a:pt x="1428" y="1243"/>
                </a:lnTo>
                <a:lnTo>
                  <a:pt x="1445" y="1245"/>
                </a:lnTo>
                <a:lnTo>
                  <a:pt x="1463" y="1248"/>
                </a:lnTo>
                <a:lnTo>
                  <a:pt x="1481" y="1251"/>
                </a:lnTo>
                <a:lnTo>
                  <a:pt x="1499" y="1253"/>
                </a:lnTo>
                <a:lnTo>
                  <a:pt x="1517" y="1256"/>
                </a:lnTo>
                <a:lnTo>
                  <a:pt x="1535" y="1258"/>
                </a:lnTo>
                <a:lnTo>
                  <a:pt x="1552" y="1261"/>
                </a:lnTo>
                <a:lnTo>
                  <a:pt x="1570" y="1263"/>
                </a:lnTo>
                <a:lnTo>
                  <a:pt x="1588" y="1265"/>
                </a:lnTo>
                <a:lnTo>
                  <a:pt x="1606" y="1268"/>
                </a:lnTo>
                <a:lnTo>
                  <a:pt x="1624" y="1270"/>
                </a:lnTo>
                <a:lnTo>
                  <a:pt x="1642" y="1272"/>
                </a:lnTo>
                <a:lnTo>
                  <a:pt x="1660" y="1274"/>
                </a:lnTo>
                <a:lnTo>
                  <a:pt x="1677" y="1277"/>
                </a:lnTo>
                <a:lnTo>
                  <a:pt x="1695" y="1279"/>
                </a:lnTo>
                <a:lnTo>
                  <a:pt x="1713" y="1281"/>
                </a:lnTo>
                <a:lnTo>
                  <a:pt x="1731" y="1283"/>
                </a:lnTo>
                <a:lnTo>
                  <a:pt x="1749" y="1285"/>
                </a:lnTo>
                <a:lnTo>
                  <a:pt x="1767" y="1287"/>
                </a:lnTo>
                <a:lnTo>
                  <a:pt x="1784" y="1289"/>
                </a:lnTo>
                <a:lnTo>
                  <a:pt x="1802" y="1291"/>
                </a:lnTo>
                <a:lnTo>
                  <a:pt x="1820" y="1292"/>
                </a:lnTo>
                <a:lnTo>
                  <a:pt x="1838" y="1294"/>
                </a:lnTo>
                <a:lnTo>
                  <a:pt x="1856" y="1296"/>
                </a:lnTo>
                <a:lnTo>
                  <a:pt x="1874" y="1298"/>
                </a:lnTo>
                <a:lnTo>
                  <a:pt x="1892" y="1299"/>
                </a:lnTo>
                <a:lnTo>
                  <a:pt x="1909" y="1301"/>
                </a:lnTo>
                <a:lnTo>
                  <a:pt x="1927" y="1302"/>
                </a:lnTo>
                <a:lnTo>
                  <a:pt x="1945" y="1304"/>
                </a:lnTo>
                <a:lnTo>
                  <a:pt x="1963" y="1305"/>
                </a:lnTo>
                <a:lnTo>
                  <a:pt x="1981" y="1307"/>
                </a:lnTo>
                <a:lnTo>
                  <a:pt x="1999" y="1308"/>
                </a:lnTo>
                <a:lnTo>
                  <a:pt x="2016" y="1310"/>
                </a:lnTo>
                <a:lnTo>
                  <a:pt x="2034" y="1311"/>
                </a:lnTo>
                <a:lnTo>
                  <a:pt x="2052" y="1312"/>
                </a:lnTo>
                <a:lnTo>
                  <a:pt x="2070" y="1314"/>
                </a:lnTo>
                <a:lnTo>
                  <a:pt x="2088" y="1315"/>
                </a:lnTo>
                <a:lnTo>
                  <a:pt x="2106" y="1316"/>
                </a:lnTo>
                <a:lnTo>
                  <a:pt x="2124" y="1317"/>
                </a:lnTo>
                <a:lnTo>
                  <a:pt x="2141" y="1318"/>
                </a:lnTo>
                <a:lnTo>
                  <a:pt x="2159" y="1319"/>
                </a:lnTo>
                <a:lnTo>
                  <a:pt x="2177" y="1320"/>
                </a:lnTo>
                <a:lnTo>
                  <a:pt x="2195" y="1321"/>
                </a:lnTo>
                <a:lnTo>
                  <a:pt x="2213" y="1322"/>
                </a:lnTo>
                <a:lnTo>
                  <a:pt x="2231" y="1323"/>
                </a:lnTo>
                <a:lnTo>
                  <a:pt x="2248" y="1324"/>
                </a:lnTo>
                <a:lnTo>
                  <a:pt x="2266" y="1325"/>
                </a:lnTo>
                <a:lnTo>
                  <a:pt x="2284" y="1325"/>
                </a:lnTo>
                <a:lnTo>
                  <a:pt x="2302" y="1326"/>
                </a:lnTo>
                <a:lnTo>
                  <a:pt x="2320" y="1327"/>
                </a:lnTo>
                <a:lnTo>
                  <a:pt x="2338" y="1327"/>
                </a:lnTo>
                <a:lnTo>
                  <a:pt x="2355" y="1328"/>
                </a:lnTo>
                <a:lnTo>
                  <a:pt x="2373" y="1328"/>
                </a:lnTo>
                <a:lnTo>
                  <a:pt x="2391" y="1329"/>
                </a:lnTo>
                <a:lnTo>
                  <a:pt x="2409" y="1329"/>
                </a:lnTo>
                <a:lnTo>
                  <a:pt x="2427" y="1330"/>
                </a:lnTo>
                <a:lnTo>
                  <a:pt x="2445" y="1330"/>
                </a:lnTo>
                <a:lnTo>
                  <a:pt x="2463" y="1331"/>
                </a:lnTo>
                <a:lnTo>
                  <a:pt x="2480" y="1331"/>
                </a:lnTo>
                <a:lnTo>
                  <a:pt x="2498" y="1331"/>
                </a:lnTo>
                <a:lnTo>
                  <a:pt x="2516" y="1331"/>
                </a:lnTo>
                <a:lnTo>
                  <a:pt x="2534" y="1331"/>
                </a:lnTo>
                <a:lnTo>
                  <a:pt x="2552" y="1332"/>
                </a:lnTo>
                <a:lnTo>
                  <a:pt x="2570" y="1332"/>
                </a:lnTo>
                <a:lnTo>
                  <a:pt x="2587" y="1332"/>
                </a:lnTo>
                <a:lnTo>
                  <a:pt x="2605" y="1332"/>
                </a:lnTo>
                <a:lnTo>
                  <a:pt x="2623" y="1332"/>
                </a:lnTo>
                <a:lnTo>
                  <a:pt x="2641" y="1332"/>
                </a:lnTo>
                <a:lnTo>
                  <a:pt x="2659" y="1331"/>
                </a:lnTo>
                <a:lnTo>
                  <a:pt x="2677" y="1331"/>
                </a:lnTo>
                <a:lnTo>
                  <a:pt x="2695" y="1331"/>
                </a:lnTo>
                <a:lnTo>
                  <a:pt x="2712" y="1331"/>
                </a:lnTo>
                <a:lnTo>
                  <a:pt x="2730" y="1331"/>
                </a:lnTo>
                <a:lnTo>
                  <a:pt x="2748" y="1330"/>
                </a:lnTo>
                <a:lnTo>
                  <a:pt x="2766" y="1330"/>
                </a:lnTo>
                <a:lnTo>
                  <a:pt x="2784" y="1329"/>
                </a:lnTo>
                <a:lnTo>
                  <a:pt x="2802" y="1329"/>
                </a:lnTo>
                <a:lnTo>
                  <a:pt x="2819" y="1328"/>
                </a:lnTo>
                <a:lnTo>
                  <a:pt x="2837" y="1328"/>
                </a:lnTo>
                <a:lnTo>
                  <a:pt x="2855" y="1327"/>
                </a:lnTo>
                <a:lnTo>
                  <a:pt x="2873" y="1327"/>
                </a:lnTo>
                <a:lnTo>
                  <a:pt x="2891" y="1326"/>
                </a:lnTo>
                <a:lnTo>
                  <a:pt x="2909" y="1325"/>
                </a:lnTo>
                <a:lnTo>
                  <a:pt x="2927" y="1325"/>
                </a:lnTo>
                <a:lnTo>
                  <a:pt x="2944" y="1324"/>
                </a:lnTo>
                <a:lnTo>
                  <a:pt x="2962" y="1323"/>
                </a:lnTo>
                <a:lnTo>
                  <a:pt x="2980" y="1322"/>
                </a:lnTo>
                <a:lnTo>
                  <a:pt x="2998" y="1321"/>
                </a:lnTo>
                <a:lnTo>
                  <a:pt x="3016" y="1320"/>
                </a:lnTo>
                <a:lnTo>
                  <a:pt x="3034" y="1319"/>
                </a:lnTo>
                <a:lnTo>
                  <a:pt x="3051" y="1318"/>
                </a:lnTo>
                <a:lnTo>
                  <a:pt x="3069" y="1317"/>
                </a:lnTo>
                <a:lnTo>
                  <a:pt x="3087" y="1316"/>
                </a:lnTo>
                <a:lnTo>
                  <a:pt x="3105" y="1315"/>
                </a:lnTo>
                <a:lnTo>
                  <a:pt x="3123" y="1314"/>
                </a:lnTo>
                <a:lnTo>
                  <a:pt x="3141" y="1312"/>
                </a:lnTo>
                <a:lnTo>
                  <a:pt x="3158" y="1311"/>
                </a:lnTo>
                <a:lnTo>
                  <a:pt x="3176" y="1310"/>
                </a:lnTo>
                <a:lnTo>
                  <a:pt x="3194" y="1309"/>
                </a:lnTo>
                <a:lnTo>
                  <a:pt x="3212" y="1307"/>
                </a:lnTo>
                <a:lnTo>
                  <a:pt x="3230" y="1306"/>
                </a:lnTo>
                <a:lnTo>
                  <a:pt x="3248" y="1304"/>
                </a:lnTo>
                <a:lnTo>
                  <a:pt x="3266" y="1303"/>
                </a:lnTo>
                <a:lnTo>
                  <a:pt x="3283" y="1301"/>
                </a:lnTo>
                <a:lnTo>
                  <a:pt x="3301" y="1299"/>
                </a:lnTo>
                <a:lnTo>
                  <a:pt x="3319" y="1298"/>
                </a:lnTo>
                <a:lnTo>
                  <a:pt x="3337" y="1296"/>
                </a:lnTo>
                <a:lnTo>
                  <a:pt x="3355" y="1294"/>
                </a:lnTo>
                <a:lnTo>
                  <a:pt x="3373" y="1293"/>
                </a:lnTo>
                <a:lnTo>
                  <a:pt x="3390" y="1291"/>
                </a:lnTo>
                <a:lnTo>
                  <a:pt x="3408" y="1289"/>
                </a:lnTo>
                <a:lnTo>
                  <a:pt x="3426" y="1287"/>
                </a:lnTo>
                <a:lnTo>
                  <a:pt x="3444" y="1285"/>
                </a:lnTo>
                <a:lnTo>
                  <a:pt x="3462" y="1283"/>
                </a:lnTo>
                <a:lnTo>
                  <a:pt x="3480" y="1281"/>
                </a:lnTo>
                <a:lnTo>
                  <a:pt x="3498" y="1279"/>
                </a:lnTo>
                <a:lnTo>
                  <a:pt x="3515" y="1277"/>
                </a:lnTo>
                <a:lnTo>
                  <a:pt x="3533" y="1275"/>
                </a:lnTo>
                <a:lnTo>
                  <a:pt x="3551" y="1272"/>
                </a:lnTo>
                <a:lnTo>
                  <a:pt x="3569" y="1270"/>
                </a:lnTo>
                <a:lnTo>
                  <a:pt x="3587" y="1268"/>
                </a:lnTo>
                <a:lnTo>
                  <a:pt x="3605" y="1266"/>
                </a:lnTo>
                <a:lnTo>
                  <a:pt x="3622" y="1263"/>
                </a:lnTo>
                <a:lnTo>
                  <a:pt x="3640" y="1261"/>
                </a:lnTo>
                <a:lnTo>
                  <a:pt x="3658" y="1258"/>
                </a:lnTo>
                <a:lnTo>
                  <a:pt x="3676" y="1256"/>
                </a:lnTo>
                <a:lnTo>
                  <a:pt x="3694" y="1253"/>
                </a:lnTo>
                <a:lnTo>
                  <a:pt x="3712" y="1251"/>
                </a:lnTo>
                <a:lnTo>
                  <a:pt x="3730" y="1248"/>
                </a:lnTo>
                <a:lnTo>
                  <a:pt x="3747" y="1246"/>
                </a:lnTo>
                <a:lnTo>
                  <a:pt x="3765" y="1243"/>
                </a:lnTo>
                <a:lnTo>
                  <a:pt x="3783" y="1240"/>
                </a:lnTo>
                <a:lnTo>
                  <a:pt x="3801" y="1237"/>
                </a:lnTo>
                <a:lnTo>
                  <a:pt x="3819" y="1235"/>
                </a:lnTo>
                <a:lnTo>
                  <a:pt x="3837" y="1232"/>
                </a:lnTo>
                <a:lnTo>
                  <a:pt x="3854" y="1229"/>
                </a:lnTo>
                <a:lnTo>
                  <a:pt x="3872" y="1226"/>
                </a:lnTo>
                <a:lnTo>
                  <a:pt x="3890" y="1223"/>
                </a:lnTo>
                <a:lnTo>
                  <a:pt x="3908" y="1220"/>
                </a:lnTo>
                <a:lnTo>
                  <a:pt x="3926" y="1217"/>
                </a:lnTo>
                <a:lnTo>
                  <a:pt x="3944" y="1214"/>
                </a:lnTo>
                <a:lnTo>
                  <a:pt x="3962" y="1211"/>
                </a:lnTo>
                <a:lnTo>
                  <a:pt x="3979" y="1207"/>
                </a:lnTo>
                <a:lnTo>
                  <a:pt x="3997" y="1204"/>
                </a:lnTo>
                <a:lnTo>
                  <a:pt x="4015" y="1201"/>
                </a:lnTo>
                <a:lnTo>
                  <a:pt x="4033" y="1198"/>
                </a:lnTo>
                <a:lnTo>
                  <a:pt x="4051" y="1194"/>
                </a:lnTo>
                <a:lnTo>
                  <a:pt x="4069" y="1191"/>
                </a:lnTo>
                <a:lnTo>
                  <a:pt x="4086" y="1187"/>
                </a:lnTo>
                <a:lnTo>
                  <a:pt x="4104" y="1184"/>
                </a:lnTo>
                <a:lnTo>
                  <a:pt x="4122" y="1180"/>
                </a:lnTo>
                <a:lnTo>
                  <a:pt x="4140" y="1177"/>
                </a:lnTo>
                <a:lnTo>
                  <a:pt x="4158" y="1173"/>
                </a:lnTo>
                <a:lnTo>
                  <a:pt x="4176" y="1169"/>
                </a:lnTo>
                <a:lnTo>
                  <a:pt x="4193" y="1166"/>
                </a:lnTo>
                <a:lnTo>
                  <a:pt x="4211" y="1162"/>
                </a:lnTo>
                <a:lnTo>
                  <a:pt x="4229" y="1158"/>
                </a:lnTo>
                <a:lnTo>
                  <a:pt x="4247" y="1154"/>
                </a:lnTo>
                <a:lnTo>
                  <a:pt x="4265" y="1151"/>
                </a:lnTo>
                <a:lnTo>
                  <a:pt x="4283" y="1147"/>
                </a:lnTo>
                <a:lnTo>
                  <a:pt x="4301" y="1143"/>
                </a:lnTo>
                <a:lnTo>
                  <a:pt x="4318" y="1139"/>
                </a:lnTo>
                <a:lnTo>
                  <a:pt x="4336" y="1135"/>
                </a:lnTo>
                <a:lnTo>
                  <a:pt x="4354" y="1131"/>
                </a:lnTo>
                <a:lnTo>
                  <a:pt x="4372" y="1127"/>
                </a:lnTo>
                <a:lnTo>
                  <a:pt x="4390" y="1122"/>
                </a:lnTo>
                <a:lnTo>
                  <a:pt x="4408" y="1118"/>
                </a:lnTo>
                <a:lnTo>
                  <a:pt x="4425" y="1114"/>
                </a:lnTo>
                <a:lnTo>
                  <a:pt x="4443" y="1110"/>
                </a:lnTo>
                <a:lnTo>
                  <a:pt x="4461" y="1105"/>
                </a:lnTo>
                <a:lnTo>
                  <a:pt x="4479" y="1101"/>
                </a:lnTo>
                <a:lnTo>
                  <a:pt x="4497" y="1097"/>
                </a:lnTo>
                <a:lnTo>
                  <a:pt x="4515" y="1092"/>
                </a:lnTo>
                <a:lnTo>
                  <a:pt x="4533" y="1088"/>
                </a:lnTo>
                <a:lnTo>
                  <a:pt x="4550" y="1083"/>
                </a:lnTo>
                <a:lnTo>
                  <a:pt x="4568" y="1079"/>
                </a:lnTo>
                <a:lnTo>
                  <a:pt x="4586" y="1074"/>
                </a:lnTo>
                <a:lnTo>
                  <a:pt x="4604" y="1070"/>
                </a:lnTo>
                <a:lnTo>
                  <a:pt x="4622" y="1065"/>
                </a:lnTo>
                <a:lnTo>
                  <a:pt x="4640" y="1060"/>
                </a:lnTo>
                <a:lnTo>
                  <a:pt x="4657" y="1055"/>
                </a:lnTo>
                <a:lnTo>
                  <a:pt x="4675" y="1051"/>
                </a:lnTo>
                <a:lnTo>
                  <a:pt x="4693" y="1046"/>
                </a:lnTo>
                <a:lnTo>
                  <a:pt x="4711" y="1041"/>
                </a:lnTo>
                <a:lnTo>
                  <a:pt x="4729" y="1036"/>
                </a:lnTo>
                <a:lnTo>
                  <a:pt x="4747" y="1031"/>
                </a:lnTo>
                <a:lnTo>
                  <a:pt x="4765" y="1026"/>
                </a:lnTo>
                <a:lnTo>
                  <a:pt x="4782" y="1021"/>
                </a:lnTo>
                <a:lnTo>
                  <a:pt x="4800" y="1016"/>
                </a:lnTo>
                <a:lnTo>
                  <a:pt x="4818" y="1011"/>
                </a:lnTo>
                <a:lnTo>
                  <a:pt x="4836" y="1005"/>
                </a:lnTo>
                <a:lnTo>
                  <a:pt x="4854" y="1000"/>
                </a:lnTo>
                <a:lnTo>
                  <a:pt x="4872" y="995"/>
                </a:lnTo>
                <a:lnTo>
                  <a:pt x="4889" y="990"/>
                </a:lnTo>
                <a:lnTo>
                  <a:pt x="4907" y="984"/>
                </a:lnTo>
                <a:lnTo>
                  <a:pt x="4925" y="979"/>
                </a:lnTo>
                <a:lnTo>
                  <a:pt x="4943" y="973"/>
                </a:lnTo>
                <a:lnTo>
                  <a:pt x="4961" y="968"/>
                </a:lnTo>
                <a:lnTo>
                  <a:pt x="4979" y="962"/>
                </a:lnTo>
                <a:lnTo>
                  <a:pt x="4996" y="957"/>
                </a:lnTo>
                <a:lnTo>
                  <a:pt x="5014" y="951"/>
                </a:lnTo>
                <a:lnTo>
                  <a:pt x="5032" y="946"/>
                </a:lnTo>
                <a:lnTo>
                  <a:pt x="5050" y="940"/>
                </a:lnTo>
                <a:lnTo>
                  <a:pt x="5068" y="934"/>
                </a:lnTo>
                <a:lnTo>
                  <a:pt x="5086" y="928"/>
                </a:lnTo>
                <a:lnTo>
                  <a:pt x="5104" y="923"/>
                </a:lnTo>
                <a:lnTo>
                  <a:pt x="5121" y="917"/>
                </a:lnTo>
                <a:lnTo>
                  <a:pt x="5139" y="911"/>
                </a:lnTo>
                <a:lnTo>
                  <a:pt x="5157" y="905"/>
                </a:lnTo>
                <a:lnTo>
                  <a:pt x="5175" y="899"/>
                </a:lnTo>
                <a:lnTo>
                  <a:pt x="5193" y="893"/>
                </a:lnTo>
                <a:lnTo>
                  <a:pt x="5211" y="887"/>
                </a:lnTo>
                <a:lnTo>
                  <a:pt x="5228" y="881"/>
                </a:lnTo>
                <a:lnTo>
                  <a:pt x="5246" y="875"/>
                </a:lnTo>
                <a:lnTo>
                  <a:pt x="5264" y="869"/>
                </a:lnTo>
                <a:lnTo>
                  <a:pt x="5282" y="862"/>
                </a:lnTo>
                <a:lnTo>
                  <a:pt x="5300" y="856"/>
                </a:lnTo>
                <a:lnTo>
                  <a:pt x="5318" y="850"/>
                </a:lnTo>
                <a:lnTo>
                  <a:pt x="5336" y="843"/>
                </a:lnTo>
                <a:lnTo>
                  <a:pt x="5353" y="837"/>
                </a:lnTo>
                <a:lnTo>
                  <a:pt x="5371" y="831"/>
                </a:lnTo>
                <a:lnTo>
                  <a:pt x="5389" y="824"/>
                </a:lnTo>
                <a:lnTo>
                  <a:pt x="5407" y="818"/>
                </a:lnTo>
                <a:lnTo>
                  <a:pt x="5425" y="811"/>
                </a:lnTo>
                <a:lnTo>
                  <a:pt x="5443" y="805"/>
                </a:lnTo>
                <a:lnTo>
                  <a:pt x="5460" y="798"/>
                </a:lnTo>
                <a:lnTo>
                  <a:pt x="5478" y="791"/>
                </a:lnTo>
                <a:lnTo>
                  <a:pt x="5496" y="784"/>
                </a:lnTo>
                <a:lnTo>
                  <a:pt x="5514" y="778"/>
                </a:lnTo>
                <a:lnTo>
                  <a:pt x="5532" y="771"/>
                </a:lnTo>
                <a:lnTo>
                  <a:pt x="5550" y="764"/>
                </a:lnTo>
                <a:lnTo>
                  <a:pt x="5568" y="757"/>
                </a:lnTo>
                <a:lnTo>
                  <a:pt x="5585" y="750"/>
                </a:lnTo>
                <a:lnTo>
                  <a:pt x="5603" y="743"/>
                </a:lnTo>
                <a:lnTo>
                  <a:pt x="5621" y="736"/>
                </a:lnTo>
                <a:lnTo>
                  <a:pt x="5639" y="729"/>
                </a:lnTo>
                <a:lnTo>
                  <a:pt x="5657" y="722"/>
                </a:lnTo>
                <a:lnTo>
                  <a:pt x="5675" y="715"/>
                </a:lnTo>
                <a:lnTo>
                  <a:pt x="5692" y="708"/>
                </a:lnTo>
                <a:lnTo>
                  <a:pt x="5710" y="701"/>
                </a:lnTo>
                <a:lnTo>
                  <a:pt x="5728" y="693"/>
                </a:lnTo>
                <a:lnTo>
                  <a:pt x="5746" y="686"/>
                </a:lnTo>
                <a:lnTo>
                  <a:pt x="5764" y="679"/>
                </a:lnTo>
                <a:lnTo>
                  <a:pt x="5782" y="671"/>
                </a:lnTo>
                <a:lnTo>
                  <a:pt x="5799" y="664"/>
                </a:lnTo>
                <a:lnTo>
                  <a:pt x="5817" y="657"/>
                </a:lnTo>
                <a:lnTo>
                  <a:pt x="5835" y="649"/>
                </a:lnTo>
                <a:lnTo>
                  <a:pt x="5853" y="641"/>
                </a:lnTo>
                <a:lnTo>
                  <a:pt x="5871" y="634"/>
                </a:lnTo>
                <a:lnTo>
                  <a:pt x="5889" y="626"/>
                </a:lnTo>
                <a:lnTo>
                  <a:pt x="5907" y="619"/>
                </a:lnTo>
                <a:lnTo>
                  <a:pt x="5924" y="611"/>
                </a:lnTo>
                <a:lnTo>
                  <a:pt x="5942" y="603"/>
                </a:lnTo>
                <a:lnTo>
                  <a:pt x="5960" y="595"/>
                </a:lnTo>
                <a:lnTo>
                  <a:pt x="5978" y="587"/>
                </a:lnTo>
                <a:lnTo>
                  <a:pt x="5996" y="580"/>
                </a:lnTo>
                <a:lnTo>
                  <a:pt x="6014" y="572"/>
                </a:lnTo>
                <a:lnTo>
                  <a:pt x="6031" y="564"/>
                </a:lnTo>
                <a:lnTo>
                  <a:pt x="6049" y="556"/>
                </a:lnTo>
                <a:lnTo>
                  <a:pt x="6067" y="548"/>
                </a:lnTo>
                <a:lnTo>
                  <a:pt x="6085" y="540"/>
                </a:lnTo>
                <a:lnTo>
                  <a:pt x="6103" y="531"/>
                </a:lnTo>
                <a:lnTo>
                  <a:pt x="6121" y="523"/>
                </a:lnTo>
                <a:lnTo>
                  <a:pt x="6139" y="515"/>
                </a:lnTo>
                <a:lnTo>
                  <a:pt x="6156" y="507"/>
                </a:lnTo>
                <a:lnTo>
                  <a:pt x="6174" y="499"/>
                </a:lnTo>
                <a:lnTo>
                  <a:pt x="6192" y="490"/>
                </a:lnTo>
                <a:lnTo>
                  <a:pt x="6210" y="482"/>
                </a:lnTo>
                <a:lnTo>
                  <a:pt x="6228" y="473"/>
                </a:lnTo>
                <a:lnTo>
                  <a:pt x="6246" y="465"/>
                </a:lnTo>
                <a:lnTo>
                  <a:pt x="6263" y="456"/>
                </a:lnTo>
                <a:lnTo>
                  <a:pt x="6281" y="448"/>
                </a:lnTo>
                <a:lnTo>
                  <a:pt x="6299" y="439"/>
                </a:lnTo>
                <a:lnTo>
                  <a:pt x="6317" y="431"/>
                </a:lnTo>
                <a:lnTo>
                  <a:pt x="6335" y="422"/>
                </a:lnTo>
                <a:lnTo>
                  <a:pt x="6353" y="413"/>
                </a:lnTo>
                <a:lnTo>
                  <a:pt x="6371" y="405"/>
                </a:lnTo>
                <a:lnTo>
                  <a:pt x="6388" y="396"/>
                </a:lnTo>
                <a:lnTo>
                  <a:pt x="6406" y="387"/>
                </a:lnTo>
                <a:lnTo>
                  <a:pt x="6424" y="378"/>
                </a:lnTo>
                <a:lnTo>
                  <a:pt x="6442" y="369"/>
                </a:lnTo>
                <a:lnTo>
                  <a:pt x="6460" y="360"/>
                </a:lnTo>
                <a:lnTo>
                  <a:pt x="6478" y="351"/>
                </a:lnTo>
                <a:lnTo>
                  <a:pt x="6495" y="342"/>
                </a:lnTo>
                <a:lnTo>
                  <a:pt x="6513" y="333"/>
                </a:lnTo>
                <a:lnTo>
                  <a:pt x="6531" y="324"/>
                </a:lnTo>
                <a:lnTo>
                  <a:pt x="6549" y="315"/>
                </a:lnTo>
                <a:lnTo>
                  <a:pt x="6567" y="306"/>
                </a:lnTo>
                <a:lnTo>
                  <a:pt x="6585" y="296"/>
                </a:lnTo>
                <a:lnTo>
                  <a:pt x="6603" y="287"/>
                </a:lnTo>
                <a:lnTo>
                  <a:pt x="6620" y="278"/>
                </a:lnTo>
                <a:lnTo>
                  <a:pt x="6638" y="268"/>
                </a:lnTo>
                <a:lnTo>
                  <a:pt x="6656" y="259"/>
                </a:lnTo>
                <a:lnTo>
                  <a:pt x="6674" y="250"/>
                </a:lnTo>
                <a:lnTo>
                  <a:pt x="6692" y="240"/>
                </a:lnTo>
                <a:lnTo>
                  <a:pt x="6710" y="230"/>
                </a:lnTo>
                <a:lnTo>
                  <a:pt x="6727" y="221"/>
                </a:lnTo>
                <a:lnTo>
                  <a:pt x="6745" y="211"/>
                </a:lnTo>
                <a:lnTo>
                  <a:pt x="6763" y="202"/>
                </a:lnTo>
                <a:lnTo>
                  <a:pt x="6781" y="192"/>
                </a:lnTo>
                <a:lnTo>
                  <a:pt x="6799" y="182"/>
                </a:lnTo>
                <a:lnTo>
                  <a:pt x="6817" y="172"/>
                </a:lnTo>
                <a:lnTo>
                  <a:pt x="6834" y="163"/>
                </a:lnTo>
                <a:lnTo>
                  <a:pt x="6852" y="153"/>
                </a:lnTo>
                <a:lnTo>
                  <a:pt x="6870" y="143"/>
                </a:lnTo>
                <a:lnTo>
                  <a:pt x="6888" y="133"/>
                </a:lnTo>
                <a:lnTo>
                  <a:pt x="6906" y="123"/>
                </a:lnTo>
                <a:lnTo>
                  <a:pt x="6924" y="113"/>
                </a:lnTo>
                <a:lnTo>
                  <a:pt x="6942" y="103"/>
                </a:lnTo>
                <a:lnTo>
                  <a:pt x="6959" y="93"/>
                </a:lnTo>
                <a:lnTo>
                  <a:pt x="6977" y="82"/>
                </a:lnTo>
                <a:lnTo>
                  <a:pt x="6995" y="72"/>
                </a:lnTo>
                <a:lnTo>
                  <a:pt x="7013" y="62"/>
                </a:lnTo>
                <a:lnTo>
                  <a:pt x="7031" y="52"/>
                </a:lnTo>
                <a:lnTo>
                  <a:pt x="7049" y="41"/>
                </a:lnTo>
                <a:lnTo>
                  <a:pt x="7066" y="31"/>
                </a:lnTo>
                <a:lnTo>
                  <a:pt x="7084" y="21"/>
                </a:lnTo>
                <a:lnTo>
                  <a:pt x="7102" y="10"/>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reeform 15"/>
          <p:cNvSpPr/>
          <p:nvPr/>
        </p:nvSpPr>
        <p:spPr>
          <a:xfrm>
            <a:off x="896112" y="3689604"/>
            <a:ext cx="6510528" cy="771754"/>
          </a:xfrm>
          <a:custGeom>
            <a:avLst/>
            <a:gdLst/>
            <a:ahLst/>
            <a:cxnLst/>
            <a:rect l="l" t="t" r="r" b="b"/>
            <a:pathLst>
              <a:path w="7120" h="844">
                <a:moveTo>
                  <a:pt x="0" y="664"/>
                </a:moveTo>
                <a:lnTo>
                  <a:pt x="18" y="666"/>
                </a:lnTo>
                <a:lnTo>
                  <a:pt x="36" y="669"/>
                </a:lnTo>
                <a:lnTo>
                  <a:pt x="54" y="672"/>
                </a:lnTo>
                <a:lnTo>
                  <a:pt x="71" y="675"/>
                </a:lnTo>
                <a:lnTo>
                  <a:pt x="89" y="678"/>
                </a:lnTo>
                <a:lnTo>
                  <a:pt x="107" y="680"/>
                </a:lnTo>
                <a:lnTo>
                  <a:pt x="125" y="683"/>
                </a:lnTo>
                <a:lnTo>
                  <a:pt x="143" y="686"/>
                </a:lnTo>
                <a:lnTo>
                  <a:pt x="161" y="688"/>
                </a:lnTo>
                <a:lnTo>
                  <a:pt x="178" y="691"/>
                </a:lnTo>
                <a:lnTo>
                  <a:pt x="196" y="694"/>
                </a:lnTo>
                <a:lnTo>
                  <a:pt x="214" y="696"/>
                </a:lnTo>
                <a:lnTo>
                  <a:pt x="232" y="699"/>
                </a:lnTo>
                <a:lnTo>
                  <a:pt x="250" y="701"/>
                </a:lnTo>
                <a:lnTo>
                  <a:pt x="268" y="704"/>
                </a:lnTo>
                <a:lnTo>
                  <a:pt x="286" y="706"/>
                </a:lnTo>
                <a:lnTo>
                  <a:pt x="303" y="709"/>
                </a:lnTo>
                <a:lnTo>
                  <a:pt x="321" y="711"/>
                </a:lnTo>
                <a:lnTo>
                  <a:pt x="339" y="714"/>
                </a:lnTo>
                <a:lnTo>
                  <a:pt x="357" y="716"/>
                </a:lnTo>
                <a:lnTo>
                  <a:pt x="375" y="719"/>
                </a:lnTo>
                <a:lnTo>
                  <a:pt x="393" y="721"/>
                </a:lnTo>
                <a:lnTo>
                  <a:pt x="410" y="723"/>
                </a:lnTo>
                <a:lnTo>
                  <a:pt x="428" y="726"/>
                </a:lnTo>
                <a:lnTo>
                  <a:pt x="446" y="728"/>
                </a:lnTo>
                <a:lnTo>
                  <a:pt x="464" y="730"/>
                </a:lnTo>
                <a:lnTo>
                  <a:pt x="482" y="732"/>
                </a:lnTo>
                <a:lnTo>
                  <a:pt x="500" y="735"/>
                </a:lnTo>
                <a:lnTo>
                  <a:pt x="517" y="737"/>
                </a:lnTo>
                <a:lnTo>
                  <a:pt x="535" y="739"/>
                </a:lnTo>
                <a:lnTo>
                  <a:pt x="553" y="741"/>
                </a:lnTo>
                <a:lnTo>
                  <a:pt x="571" y="743"/>
                </a:lnTo>
                <a:lnTo>
                  <a:pt x="589" y="746"/>
                </a:lnTo>
                <a:lnTo>
                  <a:pt x="607" y="748"/>
                </a:lnTo>
                <a:lnTo>
                  <a:pt x="625" y="750"/>
                </a:lnTo>
                <a:lnTo>
                  <a:pt x="642" y="752"/>
                </a:lnTo>
                <a:lnTo>
                  <a:pt x="660" y="754"/>
                </a:lnTo>
                <a:lnTo>
                  <a:pt x="678" y="756"/>
                </a:lnTo>
                <a:lnTo>
                  <a:pt x="696" y="758"/>
                </a:lnTo>
                <a:lnTo>
                  <a:pt x="714" y="760"/>
                </a:lnTo>
                <a:lnTo>
                  <a:pt x="732" y="762"/>
                </a:lnTo>
                <a:lnTo>
                  <a:pt x="749" y="764"/>
                </a:lnTo>
                <a:lnTo>
                  <a:pt x="767" y="765"/>
                </a:lnTo>
                <a:lnTo>
                  <a:pt x="785" y="767"/>
                </a:lnTo>
                <a:lnTo>
                  <a:pt x="803" y="769"/>
                </a:lnTo>
                <a:lnTo>
                  <a:pt x="821" y="771"/>
                </a:lnTo>
                <a:lnTo>
                  <a:pt x="839" y="773"/>
                </a:lnTo>
                <a:lnTo>
                  <a:pt x="857" y="775"/>
                </a:lnTo>
                <a:lnTo>
                  <a:pt x="874" y="776"/>
                </a:lnTo>
                <a:lnTo>
                  <a:pt x="892" y="778"/>
                </a:lnTo>
                <a:lnTo>
                  <a:pt x="910" y="780"/>
                </a:lnTo>
                <a:lnTo>
                  <a:pt x="928" y="782"/>
                </a:lnTo>
                <a:lnTo>
                  <a:pt x="946" y="783"/>
                </a:lnTo>
                <a:lnTo>
                  <a:pt x="964" y="785"/>
                </a:lnTo>
                <a:lnTo>
                  <a:pt x="981" y="786"/>
                </a:lnTo>
                <a:lnTo>
                  <a:pt x="999" y="788"/>
                </a:lnTo>
                <a:lnTo>
                  <a:pt x="1017" y="790"/>
                </a:lnTo>
                <a:lnTo>
                  <a:pt x="1035" y="791"/>
                </a:lnTo>
                <a:lnTo>
                  <a:pt x="1053" y="793"/>
                </a:lnTo>
                <a:lnTo>
                  <a:pt x="1071" y="794"/>
                </a:lnTo>
                <a:lnTo>
                  <a:pt x="1089" y="796"/>
                </a:lnTo>
                <a:lnTo>
                  <a:pt x="1106" y="797"/>
                </a:lnTo>
                <a:lnTo>
                  <a:pt x="1124" y="799"/>
                </a:lnTo>
                <a:lnTo>
                  <a:pt x="1142" y="800"/>
                </a:lnTo>
                <a:lnTo>
                  <a:pt x="1160" y="801"/>
                </a:lnTo>
                <a:lnTo>
                  <a:pt x="1178" y="803"/>
                </a:lnTo>
                <a:lnTo>
                  <a:pt x="1196" y="804"/>
                </a:lnTo>
                <a:lnTo>
                  <a:pt x="1213" y="805"/>
                </a:lnTo>
                <a:lnTo>
                  <a:pt x="1231" y="807"/>
                </a:lnTo>
                <a:lnTo>
                  <a:pt x="1249" y="808"/>
                </a:lnTo>
                <a:lnTo>
                  <a:pt x="1267" y="809"/>
                </a:lnTo>
                <a:lnTo>
                  <a:pt x="1285" y="811"/>
                </a:lnTo>
                <a:lnTo>
                  <a:pt x="1303" y="812"/>
                </a:lnTo>
                <a:lnTo>
                  <a:pt x="1321" y="813"/>
                </a:lnTo>
                <a:lnTo>
                  <a:pt x="1338" y="814"/>
                </a:lnTo>
                <a:lnTo>
                  <a:pt x="1356" y="815"/>
                </a:lnTo>
                <a:lnTo>
                  <a:pt x="1374" y="816"/>
                </a:lnTo>
                <a:lnTo>
                  <a:pt x="1392" y="818"/>
                </a:lnTo>
                <a:lnTo>
                  <a:pt x="1410" y="819"/>
                </a:lnTo>
                <a:lnTo>
                  <a:pt x="1428" y="820"/>
                </a:lnTo>
                <a:lnTo>
                  <a:pt x="1445" y="821"/>
                </a:lnTo>
                <a:lnTo>
                  <a:pt x="1463" y="822"/>
                </a:lnTo>
                <a:lnTo>
                  <a:pt x="1481" y="823"/>
                </a:lnTo>
                <a:lnTo>
                  <a:pt x="1499" y="824"/>
                </a:lnTo>
                <a:lnTo>
                  <a:pt x="1517" y="825"/>
                </a:lnTo>
                <a:lnTo>
                  <a:pt x="1535" y="826"/>
                </a:lnTo>
                <a:lnTo>
                  <a:pt x="1552" y="826"/>
                </a:lnTo>
                <a:lnTo>
                  <a:pt x="1570" y="827"/>
                </a:lnTo>
                <a:lnTo>
                  <a:pt x="1588" y="828"/>
                </a:lnTo>
                <a:lnTo>
                  <a:pt x="1606" y="829"/>
                </a:lnTo>
                <a:lnTo>
                  <a:pt x="1624" y="830"/>
                </a:lnTo>
                <a:lnTo>
                  <a:pt x="1642" y="831"/>
                </a:lnTo>
                <a:lnTo>
                  <a:pt x="1660" y="831"/>
                </a:lnTo>
                <a:lnTo>
                  <a:pt x="1677" y="832"/>
                </a:lnTo>
                <a:lnTo>
                  <a:pt x="1695" y="833"/>
                </a:lnTo>
                <a:lnTo>
                  <a:pt x="1713" y="833"/>
                </a:lnTo>
                <a:lnTo>
                  <a:pt x="1731" y="834"/>
                </a:lnTo>
                <a:lnTo>
                  <a:pt x="1749" y="835"/>
                </a:lnTo>
                <a:lnTo>
                  <a:pt x="1767" y="835"/>
                </a:lnTo>
                <a:lnTo>
                  <a:pt x="1784" y="836"/>
                </a:lnTo>
                <a:lnTo>
                  <a:pt x="1802" y="837"/>
                </a:lnTo>
                <a:lnTo>
                  <a:pt x="1820" y="837"/>
                </a:lnTo>
                <a:lnTo>
                  <a:pt x="1838" y="838"/>
                </a:lnTo>
                <a:lnTo>
                  <a:pt x="1856" y="838"/>
                </a:lnTo>
                <a:lnTo>
                  <a:pt x="1874" y="839"/>
                </a:lnTo>
                <a:lnTo>
                  <a:pt x="1892" y="839"/>
                </a:lnTo>
                <a:lnTo>
                  <a:pt x="1909" y="840"/>
                </a:lnTo>
                <a:lnTo>
                  <a:pt x="1927" y="840"/>
                </a:lnTo>
                <a:lnTo>
                  <a:pt x="1945" y="840"/>
                </a:lnTo>
                <a:lnTo>
                  <a:pt x="1963" y="841"/>
                </a:lnTo>
                <a:lnTo>
                  <a:pt x="1981" y="841"/>
                </a:lnTo>
                <a:lnTo>
                  <a:pt x="1999" y="841"/>
                </a:lnTo>
                <a:lnTo>
                  <a:pt x="2016" y="842"/>
                </a:lnTo>
                <a:lnTo>
                  <a:pt x="2034" y="842"/>
                </a:lnTo>
                <a:lnTo>
                  <a:pt x="2052" y="842"/>
                </a:lnTo>
                <a:lnTo>
                  <a:pt x="2070" y="843"/>
                </a:lnTo>
                <a:lnTo>
                  <a:pt x="2088" y="843"/>
                </a:lnTo>
                <a:lnTo>
                  <a:pt x="2106" y="843"/>
                </a:lnTo>
                <a:lnTo>
                  <a:pt x="2124" y="843"/>
                </a:lnTo>
                <a:lnTo>
                  <a:pt x="2141" y="843"/>
                </a:lnTo>
                <a:lnTo>
                  <a:pt x="2159" y="843"/>
                </a:lnTo>
                <a:lnTo>
                  <a:pt x="2177" y="844"/>
                </a:lnTo>
                <a:lnTo>
                  <a:pt x="2195" y="844"/>
                </a:lnTo>
                <a:lnTo>
                  <a:pt x="2213" y="844"/>
                </a:lnTo>
                <a:lnTo>
                  <a:pt x="2231" y="844"/>
                </a:lnTo>
                <a:lnTo>
                  <a:pt x="2248" y="844"/>
                </a:lnTo>
                <a:lnTo>
                  <a:pt x="2266" y="844"/>
                </a:lnTo>
                <a:lnTo>
                  <a:pt x="2284" y="844"/>
                </a:lnTo>
                <a:lnTo>
                  <a:pt x="2302" y="844"/>
                </a:lnTo>
                <a:lnTo>
                  <a:pt x="2320" y="844"/>
                </a:lnTo>
                <a:lnTo>
                  <a:pt x="2338" y="843"/>
                </a:lnTo>
                <a:lnTo>
                  <a:pt x="2355" y="843"/>
                </a:lnTo>
                <a:lnTo>
                  <a:pt x="2373" y="843"/>
                </a:lnTo>
                <a:lnTo>
                  <a:pt x="2391" y="843"/>
                </a:lnTo>
                <a:lnTo>
                  <a:pt x="2409" y="843"/>
                </a:lnTo>
                <a:lnTo>
                  <a:pt x="2427" y="843"/>
                </a:lnTo>
                <a:lnTo>
                  <a:pt x="2445" y="842"/>
                </a:lnTo>
                <a:lnTo>
                  <a:pt x="2463" y="842"/>
                </a:lnTo>
                <a:lnTo>
                  <a:pt x="2480" y="842"/>
                </a:lnTo>
                <a:lnTo>
                  <a:pt x="2498" y="842"/>
                </a:lnTo>
                <a:lnTo>
                  <a:pt x="2516" y="841"/>
                </a:lnTo>
                <a:lnTo>
                  <a:pt x="2534" y="841"/>
                </a:lnTo>
                <a:lnTo>
                  <a:pt x="2552" y="840"/>
                </a:lnTo>
                <a:lnTo>
                  <a:pt x="2570" y="840"/>
                </a:lnTo>
                <a:lnTo>
                  <a:pt x="2587" y="840"/>
                </a:lnTo>
                <a:lnTo>
                  <a:pt x="2605" y="839"/>
                </a:lnTo>
                <a:lnTo>
                  <a:pt x="2623" y="839"/>
                </a:lnTo>
                <a:lnTo>
                  <a:pt x="2641" y="838"/>
                </a:lnTo>
                <a:lnTo>
                  <a:pt x="2659" y="838"/>
                </a:lnTo>
                <a:lnTo>
                  <a:pt x="2677" y="837"/>
                </a:lnTo>
                <a:lnTo>
                  <a:pt x="2695" y="837"/>
                </a:lnTo>
                <a:lnTo>
                  <a:pt x="2712" y="836"/>
                </a:lnTo>
                <a:lnTo>
                  <a:pt x="2730" y="836"/>
                </a:lnTo>
                <a:lnTo>
                  <a:pt x="2748" y="835"/>
                </a:lnTo>
                <a:lnTo>
                  <a:pt x="2766" y="834"/>
                </a:lnTo>
                <a:lnTo>
                  <a:pt x="2784" y="834"/>
                </a:lnTo>
                <a:lnTo>
                  <a:pt x="2802" y="833"/>
                </a:lnTo>
                <a:lnTo>
                  <a:pt x="2819" y="832"/>
                </a:lnTo>
                <a:lnTo>
                  <a:pt x="2837" y="831"/>
                </a:lnTo>
                <a:lnTo>
                  <a:pt x="2855" y="831"/>
                </a:lnTo>
                <a:lnTo>
                  <a:pt x="2873" y="830"/>
                </a:lnTo>
                <a:lnTo>
                  <a:pt x="2891" y="829"/>
                </a:lnTo>
                <a:lnTo>
                  <a:pt x="2909" y="828"/>
                </a:lnTo>
                <a:lnTo>
                  <a:pt x="2927" y="827"/>
                </a:lnTo>
                <a:lnTo>
                  <a:pt x="2944" y="827"/>
                </a:lnTo>
                <a:lnTo>
                  <a:pt x="2962" y="826"/>
                </a:lnTo>
                <a:lnTo>
                  <a:pt x="2980" y="825"/>
                </a:lnTo>
                <a:lnTo>
                  <a:pt x="2998" y="824"/>
                </a:lnTo>
                <a:lnTo>
                  <a:pt x="3016" y="823"/>
                </a:lnTo>
                <a:lnTo>
                  <a:pt x="3034" y="822"/>
                </a:lnTo>
                <a:lnTo>
                  <a:pt x="3051" y="821"/>
                </a:lnTo>
                <a:lnTo>
                  <a:pt x="3069" y="820"/>
                </a:lnTo>
                <a:lnTo>
                  <a:pt x="3087" y="819"/>
                </a:lnTo>
                <a:lnTo>
                  <a:pt x="3105" y="818"/>
                </a:lnTo>
                <a:lnTo>
                  <a:pt x="3123" y="817"/>
                </a:lnTo>
                <a:lnTo>
                  <a:pt x="3141" y="816"/>
                </a:lnTo>
                <a:lnTo>
                  <a:pt x="3158" y="814"/>
                </a:lnTo>
                <a:lnTo>
                  <a:pt x="3176" y="813"/>
                </a:lnTo>
                <a:lnTo>
                  <a:pt x="3194" y="812"/>
                </a:lnTo>
                <a:lnTo>
                  <a:pt x="3212" y="811"/>
                </a:lnTo>
                <a:lnTo>
                  <a:pt x="3230" y="810"/>
                </a:lnTo>
                <a:lnTo>
                  <a:pt x="3248" y="808"/>
                </a:lnTo>
                <a:lnTo>
                  <a:pt x="3266" y="807"/>
                </a:lnTo>
                <a:lnTo>
                  <a:pt x="3283" y="806"/>
                </a:lnTo>
                <a:lnTo>
                  <a:pt x="3301" y="804"/>
                </a:lnTo>
                <a:lnTo>
                  <a:pt x="3319" y="803"/>
                </a:lnTo>
                <a:lnTo>
                  <a:pt x="3337" y="802"/>
                </a:lnTo>
                <a:lnTo>
                  <a:pt x="3355" y="800"/>
                </a:lnTo>
                <a:lnTo>
                  <a:pt x="3373" y="799"/>
                </a:lnTo>
                <a:lnTo>
                  <a:pt x="3390" y="797"/>
                </a:lnTo>
                <a:lnTo>
                  <a:pt x="3408" y="796"/>
                </a:lnTo>
                <a:lnTo>
                  <a:pt x="3426" y="795"/>
                </a:lnTo>
                <a:lnTo>
                  <a:pt x="3444" y="793"/>
                </a:lnTo>
                <a:lnTo>
                  <a:pt x="3462" y="791"/>
                </a:lnTo>
                <a:lnTo>
                  <a:pt x="3480" y="790"/>
                </a:lnTo>
                <a:lnTo>
                  <a:pt x="3498" y="788"/>
                </a:lnTo>
                <a:lnTo>
                  <a:pt x="3515" y="787"/>
                </a:lnTo>
                <a:lnTo>
                  <a:pt x="3533" y="785"/>
                </a:lnTo>
                <a:lnTo>
                  <a:pt x="3551" y="784"/>
                </a:lnTo>
                <a:lnTo>
                  <a:pt x="3569" y="782"/>
                </a:lnTo>
                <a:lnTo>
                  <a:pt x="3587" y="780"/>
                </a:lnTo>
                <a:lnTo>
                  <a:pt x="3605" y="778"/>
                </a:lnTo>
                <a:lnTo>
                  <a:pt x="3622" y="777"/>
                </a:lnTo>
                <a:lnTo>
                  <a:pt x="3640" y="775"/>
                </a:lnTo>
                <a:lnTo>
                  <a:pt x="3658" y="773"/>
                </a:lnTo>
                <a:lnTo>
                  <a:pt x="3676" y="771"/>
                </a:lnTo>
                <a:lnTo>
                  <a:pt x="3694" y="770"/>
                </a:lnTo>
                <a:lnTo>
                  <a:pt x="3712" y="768"/>
                </a:lnTo>
                <a:lnTo>
                  <a:pt x="3730" y="766"/>
                </a:lnTo>
                <a:lnTo>
                  <a:pt x="3747" y="764"/>
                </a:lnTo>
                <a:lnTo>
                  <a:pt x="3765" y="762"/>
                </a:lnTo>
                <a:lnTo>
                  <a:pt x="3783" y="760"/>
                </a:lnTo>
                <a:lnTo>
                  <a:pt x="3801" y="758"/>
                </a:lnTo>
                <a:lnTo>
                  <a:pt x="3819" y="756"/>
                </a:lnTo>
                <a:lnTo>
                  <a:pt x="3837" y="754"/>
                </a:lnTo>
                <a:lnTo>
                  <a:pt x="3854" y="752"/>
                </a:lnTo>
                <a:lnTo>
                  <a:pt x="3872" y="750"/>
                </a:lnTo>
                <a:lnTo>
                  <a:pt x="3890" y="748"/>
                </a:lnTo>
                <a:lnTo>
                  <a:pt x="3908" y="746"/>
                </a:lnTo>
                <a:lnTo>
                  <a:pt x="3926" y="744"/>
                </a:lnTo>
                <a:lnTo>
                  <a:pt x="3944" y="742"/>
                </a:lnTo>
                <a:lnTo>
                  <a:pt x="3962" y="740"/>
                </a:lnTo>
                <a:lnTo>
                  <a:pt x="3979" y="737"/>
                </a:lnTo>
                <a:lnTo>
                  <a:pt x="3997" y="735"/>
                </a:lnTo>
                <a:lnTo>
                  <a:pt x="4015" y="733"/>
                </a:lnTo>
                <a:lnTo>
                  <a:pt x="4033" y="731"/>
                </a:lnTo>
                <a:lnTo>
                  <a:pt x="4051" y="728"/>
                </a:lnTo>
                <a:lnTo>
                  <a:pt x="4069" y="726"/>
                </a:lnTo>
                <a:lnTo>
                  <a:pt x="4086" y="724"/>
                </a:lnTo>
                <a:lnTo>
                  <a:pt x="4104" y="721"/>
                </a:lnTo>
                <a:lnTo>
                  <a:pt x="4122" y="719"/>
                </a:lnTo>
                <a:lnTo>
                  <a:pt x="4140" y="717"/>
                </a:lnTo>
                <a:lnTo>
                  <a:pt x="4158" y="714"/>
                </a:lnTo>
                <a:lnTo>
                  <a:pt x="4176" y="712"/>
                </a:lnTo>
                <a:lnTo>
                  <a:pt x="4193" y="709"/>
                </a:lnTo>
                <a:lnTo>
                  <a:pt x="4211" y="707"/>
                </a:lnTo>
                <a:lnTo>
                  <a:pt x="4229" y="704"/>
                </a:lnTo>
                <a:lnTo>
                  <a:pt x="4247" y="702"/>
                </a:lnTo>
                <a:lnTo>
                  <a:pt x="4265" y="699"/>
                </a:lnTo>
                <a:lnTo>
                  <a:pt x="4283" y="697"/>
                </a:lnTo>
                <a:lnTo>
                  <a:pt x="4301" y="694"/>
                </a:lnTo>
                <a:lnTo>
                  <a:pt x="4318" y="692"/>
                </a:lnTo>
                <a:lnTo>
                  <a:pt x="4336" y="689"/>
                </a:lnTo>
                <a:lnTo>
                  <a:pt x="4354" y="686"/>
                </a:lnTo>
                <a:lnTo>
                  <a:pt x="4372" y="684"/>
                </a:lnTo>
                <a:lnTo>
                  <a:pt x="4390" y="681"/>
                </a:lnTo>
                <a:lnTo>
                  <a:pt x="4408" y="678"/>
                </a:lnTo>
                <a:lnTo>
                  <a:pt x="4425" y="675"/>
                </a:lnTo>
                <a:lnTo>
                  <a:pt x="4443" y="673"/>
                </a:lnTo>
                <a:lnTo>
                  <a:pt x="4461" y="670"/>
                </a:lnTo>
                <a:lnTo>
                  <a:pt x="4479" y="667"/>
                </a:lnTo>
                <a:lnTo>
                  <a:pt x="4497" y="664"/>
                </a:lnTo>
                <a:lnTo>
                  <a:pt x="4515" y="661"/>
                </a:lnTo>
                <a:lnTo>
                  <a:pt x="4533" y="658"/>
                </a:lnTo>
                <a:lnTo>
                  <a:pt x="4550" y="655"/>
                </a:lnTo>
                <a:lnTo>
                  <a:pt x="4568" y="653"/>
                </a:lnTo>
                <a:lnTo>
                  <a:pt x="4586" y="650"/>
                </a:lnTo>
                <a:lnTo>
                  <a:pt x="4604" y="647"/>
                </a:lnTo>
                <a:lnTo>
                  <a:pt x="4622" y="644"/>
                </a:lnTo>
                <a:lnTo>
                  <a:pt x="4640" y="641"/>
                </a:lnTo>
                <a:lnTo>
                  <a:pt x="4657" y="638"/>
                </a:lnTo>
                <a:lnTo>
                  <a:pt x="4675" y="634"/>
                </a:lnTo>
                <a:lnTo>
                  <a:pt x="4693" y="631"/>
                </a:lnTo>
                <a:lnTo>
                  <a:pt x="4711" y="628"/>
                </a:lnTo>
                <a:lnTo>
                  <a:pt x="4729" y="625"/>
                </a:lnTo>
                <a:lnTo>
                  <a:pt x="4747" y="622"/>
                </a:lnTo>
                <a:lnTo>
                  <a:pt x="4765" y="619"/>
                </a:lnTo>
                <a:lnTo>
                  <a:pt x="4782" y="616"/>
                </a:lnTo>
                <a:lnTo>
                  <a:pt x="4800" y="612"/>
                </a:lnTo>
                <a:lnTo>
                  <a:pt x="4818" y="609"/>
                </a:lnTo>
                <a:lnTo>
                  <a:pt x="4836" y="606"/>
                </a:lnTo>
                <a:lnTo>
                  <a:pt x="4854" y="603"/>
                </a:lnTo>
                <a:lnTo>
                  <a:pt x="4872" y="599"/>
                </a:lnTo>
                <a:lnTo>
                  <a:pt x="4889" y="596"/>
                </a:lnTo>
                <a:lnTo>
                  <a:pt x="4907" y="593"/>
                </a:lnTo>
                <a:lnTo>
                  <a:pt x="4925" y="589"/>
                </a:lnTo>
                <a:lnTo>
                  <a:pt x="4943" y="586"/>
                </a:lnTo>
                <a:lnTo>
                  <a:pt x="4961" y="582"/>
                </a:lnTo>
                <a:lnTo>
                  <a:pt x="4979" y="579"/>
                </a:lnTo>
                <a:lnTo>
                  <a:pt x="4996" y="575"/>
                </a:lnTo>
                <a:lnTo>
                  <a:pt x="5014" y="572"/>
                </a:lnTo>
                <a:lnTo>
                  <a:pt x="5032" y="568"/>
                </a:lnTo>
                <a:lnTo>
                  <a:pt x="5050" y="565"/>
                </a:lnTo>
                <a:lnTo>
                  <a:pt x="5068" y="561"/>
                </a:lnTo>
                <a:lnTo>
                  <a:pt x="5086" y="558"/>
                </a:lnTo>
                <a:lnTo>
                  <a:pt x="5104" y="554"/>
                </a:lnTo>
                <a:lnTo>
                  <a:pt x="5121" y="550"/>
                </a:lnTo>
                <a:lnTo>
                  <a:pt x="5139" y="547"/>
                </a:lnTo>
                <a:lnTo>
                  <a:pt x="5157" y="543"/>
                </a:lnTo>
                <a:lnTo>
                  <a:pt x="5175" y="539"/>
                </a:lnTo>
                <a:lnTo>
                  <a:pt x="5193" y="536"/>
                </a:lnTo>
                <a:lnTo>
                  <a:pt x="5211" y="532"/>
                </a:lnTo>
                <a:lnTo>
                  <a:pt x="5228" y="528"/>
                </a:lnTo>
                <a:lnTo>
                  <a:pt x="5246" y="524"/>
                </a:lnTo>
                <a:lnTo>
                  <a:pt x="5264" y="521"/>
                </a:lnTo>
                <a:lnTo>
                  <a:pt x="5282" y="517"/>
                </a:lnTo>
                <a:lnTo>
                  <a:pt x="5300" y="513"/>
                </a:lnTo>
                <a:lnTo>
                  <a:pt x="5318" y="509"/>
                </a:lnTo>
                <a:lnTo>
                  <a:pt x="5336" y="505"/>
                </a:lnTo>
                <a:lnTo>
                  <a:pt x="5353" y="501"/>
                </a:lnTo>
                <a:lnTo>
                  <a:pt x="5371" y="497"/>
                </a:lnTo>
                <a:lnTo>
                  <a:pt x="5389" y="493"/>
                </a:lnTo>
                <a:lnTo>
                  <a:pt x="5407" y="489"/>
                </a:lnTo>
                <a:lnTo>
                  <a:pt x="5425" y="485"/>
                </a:lnTo>
                <a:lnTo>
                  <a:pt x="5443" y="481"/>
                </a:lnTo>
                <a:lnTo>
                  <a:pt x="5460" y="477"/>
                </a:lnTo>
                <a:lnTo>
                  <a:pt x="5478" y="473"/>
                </a:lnTo>
                <a:lnTo>
                  <a:pt x="5496" y="469"/>
                </a:lnTo>
                <a:lnTo>
                  <a:pt x="5514" y="465"/>
                </a:lnTo>
                <a:lnTo>
                  <a:pt x="5532" y="461"/>
                </a:lnTo>
                <a:lnTo>
                  <a:pt x="5550" y="456"/>
                </a:lnTo>
                <a:lnTo>
                  <a:pt x="5568" y="452"/>
                </a:lnTo>
                <a:lnTo>
                  <a:pt x="5585" y="448"/>
                </a:lnTo>
                <a:lnTo>
                  <a:pt x="5603" y="444"/>
                </a:lnTo>
                <a:lnTo>
                  <a:pt x="5621" y="439"/>
                </a:lnTo>
                <a:lnTo>
                  <a:pt x="5639" y="435"/>
                </a:lnTo>
                <a:lnTo>
                  <a:pt x="5657" y="431"/>
                </a:lnTo>
                <a:lnTo>
                  <a:pt x="5675" y="427"/>
                </a:lnTo>
                <a:lnTo>
                  <a:pt x="5692" y="422"/>
                </a:lnTo>
                <a:lnTo>
                  <a:pt x="5710" y="418"/>
                </a:lnTo>
                <a:lnTo>
                  <a:pt x="5728" y="413"/>
                </a:lnTo>
                <a:lnTo>
                  <a:pt x="5746" y="409"/>
                </a:lnTo>
                <a:lnTo>
                  <a:pt x="5764" y="404"/>
                </a:lnTo>
                <a:lnTo>
                  <a:pt x="5782" y="400"/>
                </a:lnTo>
                <a:lnTo>
                  <a:pt x="5799" y="396"/>
                </a:lnTo>
                <a:lnTo>
                  <a:pt x="5817" y="391"/>
                </a:lnTo>
                <a:lnTo>
                  <a:pt x="5835" y="386"/>
                </a:lnTo>
                <a:lnTo>
                  <a:pt x="5853" y="382"/>
                </a:lnTo>
                <a:lnTo>
                  <a:pt x="5871" y="377"/>
                </a:lnTo>
                <a:lnTo>
                  <a:pt x="5889" y="373"/>
                </a:lnTo>
                <a:lnTo>
                  <a:pt x="5907" y="368"/>
                </a:lnTo>
                <a:lnTo>
                  <a:pt x="5924" y="363"/>
                </a:lnTo>
                <a:lnTo>
                  <a:pt x="5942" y="359"/>
                </a:lnTo>
                <a:lnTo>
                  <a:pt x="5960" y="354"/>
                </a:lnTo>
                <a:lnTo>
                  <a:pt x="5978" y="349"/>
                </a:lnTo>
                <a:lnTo>
                  <a:pt x="5996" y="345"/>
                </a:lnTo>
                <a:lnTo>
                  <a:pt x="6014" y="340"/>
                </a:lnTo>
                <a:lnTo>
                  <a:pt x="6031" y="335"/>
                </a:lnTo>
                <a:lnTo>
                  <a:pt x="6049" y="330"/>
                </a:lnTo>
                <a:lnTo>
                  <a:pt x="6067" y="325"/>
                </a:lnTo>
                <a:lnTo>
                  <a:pt x="6085" y="321"/>
                </a:lnTo>
                <a:lnTo>
                  <a:pt x="6103" y="316"/>
                </a:lnTo>
                <a:lnTo>
                  <a:pt x="6121" y="311"/>
                </a:lnTo>
                <a:lnTo>
                  <a:pt x="6139" y="306"/>
                </a:lnTo>
                <a:lnTo>
                  <a:pt x="6156" y="301"/>
                </a:lnTo>
                <a:lnTo>
                  <a:pt x="6174" y="296"/>
                </a:lnTo>
                <a:lnTo>
                  <a:pt x="6192" y="291"/>
                </a:lnTo>
                <a:lnTo>
                  <a:pt x="6210" y="286"/>
                </a:lnTo>
                <a:lnTo>
                  <a:pt x="6228" y="281"/>
                </a:lnTo>
                <a:lnTo>
                  <a:pt x="6246" y="276"/>
                </a:lnTo>
                <a:lnTo>
                  <a:pt x="6263" y="271"/>
                </a:lnTo>
                <a:lnTo>
                  <a:pt x="6281" y="266"/>
                </a:lnTo>
                <a:lnTo>
                  <a:pt x="6299" y="260"/>
                </a:lnTo>
                <a:lnTo>
                  <a:pt x="6317" y="255"/>
                </a:lnTo>
                <a:lnTo>
                  <a:pt x="6335" y="250"/>
                </a:lnTo>
                <a:lnTo>
                  <a:pt x="6353" y="245"/>
                </a:lnTo>
                <a:lnTo>
                  <a:pt x="6371" y="240"/>
                </a:lnTo>
                <a:lnTo>
                  <a:pt x="6388" y="234"/>
                </a:lnTo>
                <a:lnTo>
                  <a:pt x="6406" y="229"/>
                </a:lnTo>
                <a:lnTo>
                  <a:pt x="6424" y="224"/>
                </a:lnTo>
                <a:lnTo>
                  <a:pt x="6442" y="219"/>
                </a:lnTo>
                <a:lnTo>
                  <a:pt x="6460" y="213"/>
                </a:lnTo>
                <a:lnTo>
                  <a:pt x="6478" y="208"/>
                </a:lnTo>
                <a:lnTo>
                  <a:pt x="6495" y="203"/>
                </a:lnTo>
                <a:lnTo>
                  <a:pt x="6513" y="197"/>
                </a:lnTo>
                <a:lnTo>
                  <a:pt x="6531" y="192"/>
                </a:lnTo>
                <a:lnTo>
                  <a:pt x="6549" y="186"/>
                </a:lnTo>
                <a:lnTo>
                  <a:pt x="6567" y="181"/>
                </a:lnTo>
                <a:lnTo>
                  <a:pt x="6585" y="175"/>
                </a:lnTo>
                <a:lnTo>
                  <a:pt x="6603" y="170"/>
                </a:lnTo>
                <a:lnTo>
                  <a:pt x="6620" y="164"/>
                </a:lnTo>
                <a:lnTo>
                  <a:pt x="6638" y="159"/>
                </a:lnTo>
                <a:lnTo>
                  <a:pt x="6656" y="153"/>
                </a:lnTo>
                <a:lnTo>
                  <a:pt x="6674" y="147"/>
                </a:lnTo>
                <a:lnTo>
                  <a:pt x="6692" y="142"/>
                </a:lnTo>
                <a:lnTo>
                  <a:pt x="6710" y="136"/>
                </a:lnTo>
                <a:lnTo>
                  <a:pt x="6727" y="131"/>
                </a:lnTo>
                <a:lnTo>
                  <a:pt x="6745" y="125"/>
                </a:lnTo>
                <a:lnTo>
                  <a:pt x="6763" y="119"/>
                </a:lnTo>
                <a:lnTo>
                  <a:pt x="6781" y="113"/>
                </a:lnTo>
                <a:lnTo>
                  <a:pt x="6799" y="108"/>
                </a:lnTo>
                <a:lnTo>
                  <a:pt x="6817" y="102"/>
                </a:lnTo>
                <a:lnTo>
                  <a:pt x="6834" y="96"/>
                </a:lnTo>
                <a:lnTo>
                  <a:pt x="6852" y="90"/>
                </a:lnTo>
                <a:lnTo>
                  <a:pt x="6870" y="84"/>
                </a:lnTo>
                <a:lnTo>
                  <a:pt x="6888" y="78"/>
                </a:lnTo>
                <a:lnTo>
                  <a:pt x="6906" y="73"/>
                </a:lnTo>
                <a:lnTo>
                  <a:pt x="6924" y="67"/>
                </a:lnTo>
                <a:lnTo>
                  <a:pt x="6942" y="61"/>
                </a:lnTo>
                <a:lnTo>
                  <a:pt x="6959" y="55"/>
                </a:lnTo>
                <a:lnTo>
                  <a:pt x="6977" y="49"/>
                </a:lnTo>
                <a:lnTo>
                  <a:pt x="6995" y="43"/>
                </a:lnTo>
                <a:lnTo>
                  <a:pt x="7013" y="37"/>
                </a:lnTo>
                <a:lnTo>
                  <a:pt x="7031" y="31"/>
                </a:lnTo>
                <a:lnTo>
                  <a:pt x="7049" y="25"/>
                </a:lnTo>
                <a:lnTo>
                  <a:pt x="7066" y="18"/>
                </a:lnTo>
                <a:lnTo>
                  <a:pt x="7084" y="12"/>
                </a:lnTo>
                <a:lnTo>
                  <a:pt x="7102" y="6"/>
                </a:lnTo>
                <a:lnTo>
                  <a:pt x="7120" y="0"/>
                </a:lnTo>
              </a:path>
            </a:pathLst>
          </a:custGeom>
          <a:noFill/>
          <a:ln w="19050">
            <a:solidFill>
              <a:srgbClr val="C4B8D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Freeform 16"/>
          <p:cNvSpPr/>
          <p:nvPr/>
        </p:nvSpPr>
        <p:spPr>
          <a:xfrm>
            <a:off x="896112" y="3099816"/>
            <a:ext cx="6510528" cy="1582826"/>
          </a:xfrm>
          <a:custGeom>
            <a:avLst/>
            <a:gdLst/>
            <a:ahLst/>
            <a:cxnLst/>
            <a:rect l="l" t="t" r="r" b="b"/>
            <a:pathLst>
              <a:path w="7120" h="1731">
                <a:moveTo>
                  <a:pt x="0" y="800"/>
                </a:moveTo>
                <a:lnTo>
                  <a:pt x="18" y="811"/>
                </a:lnTo>
                <a:lnTo>
                  <a:pt x="36" y="822"/>
                </a:lnTo>
                <a:lnTo>
                  <a:pt x="54" y="833"/>
                </a:lnTo>
                <a:lnTo>
                  <a:pt x="71" y="844"/>
                </a:lnTo>
                <a:lnTo>
                  <a:pt x="89" y="854"/>
                </a:lnTo>
                <a:lnTo>
                  <a:pt x="107" y="865"/>
                </a:lnTo>
                <a:lnTo>
                  <a:pt x="125" y="876"/>
                </a:lnTo>
                <a:lnTo>
                  <a:pt x="143" y="886"/>
                </a:lnTo>
                <a:lnTo>
                  <a:pt x="161" y="897"/>
                </a:lnTo>
                <a:lnTo>
                  <a:pt x="178" y="907"/>
                </a:lnTo>
                <a:lnTo>
                  <a:pt x="196" y="917"/>
                </a:lnTo>
                <a:lnTo>
                  <a:pt x="214" y="928"/>
                </a:lnTo>
                <a:lnTo>
                  <a:pt x="232" y="938"/>
                </a:lnTo>
                <a:lnTo>
                  <a:pt x="250" y="948"/>
                </a:lnTo>
                <a:lnTo>
                  <a:pt x="268" y="958"/>
                </a:lnTo>
                <a:lnTo>
                  <a:pt x="286" y="968"/>
                </a:lnTo>
                <a:lnTo>
                  <a:pt x="303" y="978"/>
                </a:lnTo>
                <a:lnTo>
                  <a:pt x="321" y="988"/>
                </a:lnTo>
                <a:lnTo>
                  <a:pt x="339" y="998"/>
                </a:lnTo>
                <a:lnTo>
                  <a:pt x="357" y="1007"/>
                </a:lnTo>
                <a:lnTo>
                  <a:pt x="375" y="1017"/>
                </a:lnTo>
                <a:lnTo>
                  <a:pt x="393" y="1027"/>
                </a:lnTo>
                <a:lnTo>
                  <a:pt x="410" y="1036"/>
                </a:lnTo>
                <a:lnTo>
                  <a:pt x="428" y="1046"/>
                </a:lnTo>
                <a:lnTo>
                  <a:pt x="446" y="1055"/>
                </a:lnTo>
                <a:lnTo>
                  <a:pt x="464" y="1065"/>
                </a:lnTo>
                <a:lnTo>
                  <a:pt x="482" y="1074"/>
                </a:lnTo>
                <a:lnTo>
                  <a:pt x="500" y="1083"/>
                </a:lnTo>
                <a:lnTo>
                  <a:pt x="517" y="1092"/>
                </a:lnTo>
                <a:lnTo>
                  <a:pt x="535" y="1101"/>
                </a:lnTo>
                <a:lnTo>
                  <a:pt x="553" y="1110"/>
                </a:lnTo>
                <a:lnTo>
                  <a:pt x="571" y="1119"/>
                </a:lnTo>
                <a:lnTo>
                  <a:pt x="589" y="1128"/>
                </a:lnTo>
                <a:lnTo>
                  <a:pt x="607" y="1137"/>
                </a:lnTo>
                <a:lnTo>
                  <a:pt x="625" y="1146"/>
                </a:lnTo>
                <a:lnTo>
                  <a:pt x="642" y="1155"/>
                </a:lnTo>
                <a:lnTo>
                  <a:pt x="660" y="1163"/>
                </a:lnTo>
                <a:lnTo>
                  <a:pt x="678" y="1172"/>
                </a:lnTo>
                <a:lnTo>
                  <a:pt x="696" y="1180"/>
                </a:lnTo>
                <a:lnTo>
                  <a:pt x="714" y="1189"/>
                </a:lnTo>
                <a:lnTo>
                  <a:pt x="732" y="1197"/>
                </a:lnTo>
                <a:lnTo>
                  <a:pt x="749" y="1206"/>
                </a:lnTo>
                <a:lnTo>
                  <a:pt x="767" y="1214"/>
                </a:lnTo>
                <a:lnTo>
                  <a:pt x="785" y="1222"/>
                </a:lnTo>
                <a:lnTo>
                  <a:pt x="803" y="1230"/>
                </a:lnTo>
                <a:lnTo>
                  <a:pt x="821" y="1238"/>
                </a:lnTo>
                <a:lnTo>
                  <a:pt x="839" y="1246"/>
                </a:lnTo>
                <a:lnTo>
                  <a:pt x="857" y="1254"/>
                </a:lnTo>
                <a:lnTo>
                  <a:pt x="874" y="1262"/>
                </a:lnTo>
                <a:lnTo>
                  <a:pt x="892" y="1270"/>
                </a:lnTo>
                <a:lnTo>
                  <a:pt x="910" y="1277"/>
                </a:lnTo>
                <a:lnTo>
                  <a:pt x="928" y="1285"/>
                </a:lnTo>
                <a:lnTo>
                  <a:pt x="946" y="1293"/>
                </a:lnTo>
                <a:lnTo>
                  <a:pt x="964" y="1300"/>
                </a:lnTo>
                <a:lnTo>
                  <a:pt x="981" y="1308"/>
                </a:lnTo>
                <a:lnTo>
                  <a:pt x="999" y="1315"/>
                </a:lnTo>
                <a:lnTo>
                  <a:pt x="1017" y="1322"/>
                </a:lnTo>
                <a:lnTo>
                  <a:pt x="1035" y="1330"/>
                </a:lnTo>
                <a:lnTo>
                  <a:pt x="1053" y="1337"/>
                </a:lnTo>
                <a:lnTo>
                  <a:pt x="1071" y="1344"/>
                </a:lnTo>
                <a:lnTo>
                  <a:pt x="1089" y="1351"/>
                </a:lnTo>
                <a:lnTo>
                  <a:pt x="1106" y="1358"/>
                </a:lnTo>
                <a:lnTo>
                  <a:pt x="1124" y="1365"/>
                </a:lnTo>
                <a:lnTo>
                  <a:pt x="1142" y="1372"/>
                </a:lnTo>
                <a:lnTo>
                  <a:pt x="1160" y="1379"/>
                </a:lnTo>
                <a:lnTo>
                  <a:pt x="1178" y="1386"/>
                </a:lnTo>
                <a:lnTo>
                  <a:pt x="1196" y="1392"/>
                </a:lnTo>
                <a:lnTo>
                  <a:pt x="1213" y="1399"/>
                </a:lnTo>
                <a:lnTo>
                  <a:pt x="1231" y="1405"/>
                </a:lnTo>
                <a:lnTo>
                  <a:pt x="1249" y="1412"/>
                </a:lnTo>
                <a:lnTo>
                  <a:pt x="1267" y="1418"/>
                </a:lnTo>
                <a:lnTo>
                  <a:pt x="1285" y="1425"/>
                </a:lnTo>
                <a:lnTo>
                  <a:pt x="1303" y="1431"/>
                </a:lnTo>
                <a:lnTo>
                  <a:pt x="1321" y="1437"/>
                </a:lnTo>
                <a:lnTo>
                  <a:pt x="1338" y="1443"/>
                </a:lnTo>
                <a:lnTo>
                  <a:pt x="1356" y="1449"/>
                </a:lnTo>
                <a:lnTo>
                  <a:pt x="1374" y="1455"/>
                </a:lnTo>
                <a:lnTo>
                  <a:pt x="1392" y="1461"/>
                </a:lnTo>
                <a:lnTo>
                  <a:pt x="1410" y="1467"/>
                </a:lnTo>
                <a:lnTo>
                  <a:pt x="1428" y="1473"/>
                </a:lnTo>
                <a:lnTo>
                  <a:pt x="1445" y="1479"/>
                </a:lnTo>
                <a:lnTo>
                  <a:pt x="1463" y="1485"/>
                </a:lnTo>
                <a:lnTo>
                  <a:pt x="1481" y="1490"/>
                </a:lnTo>
                <a:lnTo>
                  <a:pt x="1499" y="1496"/>
                </a:lnTo>
                <a:lnTo>
                  <a:pt x="1517" y="1501"/>
                </a:lnTo>
                <a:lnTo>
                  <a:pt x="1535" y="1507"/>
                </a:lnTo>
                <a:lnTo>
                  <a:pt x="1552" y="1512"/>
                </a:lnTo>
                <a:lnTo>
                  <a:pt x="1570" y="1517"/>
                </a:lnTo>
                <a:lnTo>
                  <a:pt x="1588" y="1523"/>
                </a:lnTo>
                <a:lnTo>
                  <a:pt x="1606" y="1528"/>
                </a:lnTo>
                <a:lnTo>
                  <a:pt x="1624" y="1533"/>
                </a:lnTo>
                <a:lnTo>
                  <a:pt x="1642" y="1538"/>
                </a:lnTo>
                <a:lnTo>
                  <a:pt x="1660" y="1543"/>
                </a:lnTo>
                <a:lnTo>
                  <a:pt x="1677" y="1548"/>
                </a:lnTo>
                <a:lnTo>
                  <a:pt x="1695" y="1553"/>
                </a:lnTo>
                <a:lnTo>
                  <a:pt x="1713" y="1558"/>
                </a:lnTo>
                <a:lnTo>
                  <a:pt x="1731" y="1562"/>
                </a:lnTo>
                <a:lnTo>
                  <a:pt x="1749" y="1567"/>
                </a:lnTo>
                <a:lnTo>
                  <a:pt x="1767" y="1572"/>
                </a:lnTo>
                <a:lnTo>
                  <a:pt x="1784" y="1576"/>
                </a:lnTo>
                <a:lnTo>
                  <a:pt x="1802" y="1581"/>
                </a:lnTo>
                <a:lnTo>
                  <a:pt x="1820" y="1585"/>
                </a:lnTo>
                <a:lnTo>
                  <a:pt x="1838" y="1589"/>
                </a:lnTo>
                <a:lnTo>
                  <a:pt x="1856" y="1594"/>
                </a:lnTo>
                <a:lnTo>
                  <a:pt x="1874" y="1598"/>
                </a:lnTo>
                <a:lnTo>
                  <a:pt x="1892" y="1602"/>
                </a:lnTo>
                <a:lnTo>
                  <a:pt x="1909" y="1606"/>
                </a:lnTo>
                <a:lnTo>
                  <a:pt x="1927" y="1610"/>
                </a:lnTo>
                <a:lnTo>
                  <a:pt x="1945" y="1614"/>
                </a:lnTo>
                <a:lnTo>
                  <a:pt x="1963" y="1618"/>
                </a:lnTo>
                <a:lnTo>
                  <a:pt x="1981" y="1622"/>
                </a:lnTo>
                <a:lnTo>
                  <a:pt x="1999" y="1625"/>
                </a:lnTo>
                <a:lnTo>
                  <a:pt x="2016" y="1629"/>
                </a:lnTo>
                <a:lnTo>
                  <a:pt x="2034" y="1633"/>
                </a:lnTo>
                <a:lnTo>
                  <a:pt x="2052" y="1636"/>
                </a:lnTo>
                <a:lnTo>
                  <a:pt x="2070" y="1640"/>
                </a:lnTo>
                <a:lnTo>
                  <a:pt x="2088" y="1643"/>
                </a:lnTo>
                <a:lnTo>
                  <a:pt x="2106" y="1646"/>
                </a:lnTo>
                <a:lnTo>
                  <a:pt x="2124" y="1650"/>
                </a:lnTo>
                <a:lnTo>
                  <a:pt x="2141" y="1653"/>
                </a:lnTo>
                <a:lnTo>
                  <a:pt x="2159" y="1656"/>
                </a:lnTo>
                <a:lnTo>
                  <a:pt x="2177" y="1659"/>
                </a:lnTo>
                <a:lnTo>
                  <a:pt x="2195" y="1662"/>
                </a:lnTo>
                <a:lnTo>
                  <a:pt x="2213" y="1665"/>
                </a:lnTo>
                <a:lnTo>
                  <a:pt x="2231" y="1668"/>
                </a:lnTo>
                <a:lnTo>
                  <a:pt x="2248" y="1671"/>
                </a:lnTo>
                <a:lnTo>
                  <a:pt x="2266" y="1674"/>
                </a:lnTo>
                <a:lnTo>
                  <a:pt x="2284" y="1676"/>
                </a:lnTo>
                <a:lnTo>
                  <a:pt x="2302" y="1679"/>
                </a:lnTo>
                <a:lnTo>
                  <a:pt x="2320" y="1682"/>
                </a:lnTo>
                <a:lnTo>
                  <a:pt x="2338" y="1684"/>
                </a:lnTo>
                <a:lnTo>
                  <a:pt x="2355" y="1687"/>
                </a:lnTo>
                <a:lnTo>
                  <a:pt x="2373" y="1689"/>
                </a:lnTo>
                <a:lnTo>
                  <a:pt x="2391" y="1691"/>
                </a:lnTo>
                <a:lnTo>
                  <a:pt x="2409" y="1693"/>
                </a:lnTo>
                <a:lnTo>
                  <a:pt x="2427" y="1696"/>
                </a:lnTo>
                <a:lnTo>
                  <a:pt x="2445" y="1698"/>
                </a:lnTo>
                <a:lnTo>
                  <a:pt x="2463" y="1700"/>
                </a:lnTo>
                <a:lnTo>
                  <a:pt x="2480" y="1702"/>
                </a:lnTo>
                <a:lnTo>
                  <a:pt x="2498" y="1704"/>
                </a:lnTo>
                <a:lnTo>
                  <a:pt x="2516" y="1706"/>
                </a:lnTo>
                <a:lnTo>
                  <a:pt x="2534" y="1707"/>
                </a:lnTo>
                <a:lnTo>
                  <a:pt x="2552" y="1709"/>
                </a:lnTo>
                <a:lnTo>
                  <a:pt x="2570" y="1711"/>
                </a:lnTo>
                <a:lnTo>
                  <a:pt x="2587" y="1712"/>
                </a:lnTo>
                <a:lnTo>
                  <a:pt x="2605" y="1714"/>
                </a:lnTo>
                <a:lnTo>
                  <a:pt x="2623" y="1715"/>
                </a:lnTo>
                <a:lnTo>
                  <a:pt x="2641" y="1717"/>
                </a:lnTo>
                <a:lnTo>
                  <a:pt x="2659" y="1718"/>
                </a:lnTo>
                <a:lnTo>
                  <a:pt x="2677" y="1719"/>
                </a:lnTo>
                <a:lnTo>
                  <a:pt x="2695" y="1720"/>
                </a:lnTo>
                <a:lnTo>
                  <a:pt x="2712" y="1722"/>
                </a:lnTo>
                <a:lnTo>
                  <a:pt x="2730" y="1723"/>
                </a:lnTo>
                <a:lnTo>
                  <a:pt x="2748" y="1724"/>
                </a:lnTo>
                <a:lnTo>
                  <a:pt x="2766" y="1725"/>
                </a:lnTo>
                <a:lnTo>
                  <a:pt x="2784" y="1725"/>
                </a:lnTo>
                <a:lnTo>
                  <a:pt x="2802" y="1726"/>
                </a:lnTo>
                <a:lnTo>
                  <a:pt x="2819" y="1727"/>
                </a:lnTo>
                <a:lnTo>
                  <a:pt x="2837" y="1728"/>
                </a:lnTo>
                <a:lnTo>
                  <a:pt x="2855" y="1728"/>
                </a:lnTo>
                <a:lnTo>
                  <a:pt x="2873" y="1729"/>
                </a:lnTo>
                <a:lnTo>
                  <a:pt x="2891" y="1729"/>
                </a:lnTo>
                <a:lnTo>
                  <a:pt x="2909" y="1730"/>
                </a:lnTo>
                <a:lnTo>
                  <a:pt x="2927" y="1730"/>
                </a:lnTo>
                <a:lnTo>
                  <a:pt x="2944" y="1730"/>
                </a:lnTo>
                <a:lnTo>
                  <a:pt x="2962" y="1731"/>
                </a:lnTo>
                <a:lnTo>
                  <a:pt x="2980" y="1731"/>
                </a:lnTo>
                <a:lnTo>
                  <a:pt x="2998" y="1731"/>
                </a:lnTo>
                <a:lnTo>
                  <a:pt x="3016" y="1731"/>
                </a:lnTo>
                <a:lnTo>
                  <a:pt x="3034" y="1731"/>
                </a:lnTo>
                <a:lnTo>
                  <a:pt x="3051" y="1731"/>
                </a:lnTo>
                <a:lnTo>
                  <a:pt x="3069" y="1730"/>
                </a:lnTo>
                <a:lnTo>
                  <a:pt x="3087" y="1730"/>
                </a:lnTo>
                <a:lnTo>
                  <a:pt x="3105" y="1730"/>
                </a:lnTo>
                <a:lnTo>
                  <a:pt x="3123" y="1730"/>
                </a:lnTo>
                <a:lnTo>
                  <a:pt x="3141" y="1729"/>
                </a:lnTo>
                <a:lnTo>
                  <a:pt x="3158" y="1729"/>
                </a:lnTo>
                <a:lnTo>
                  <a:pt x="3176" y="1728"/>
                </a:lnTo>
                <a:lnTo>
                  <a:pt x="3194" y="1727"/>
                </a:lnTo>
                <a:lnTo>
                  <a:pt x="3212" y="1727"/>
                </a:lnTo>
                <a:lnTo>
                  <a:pt x="3230" y="1726"/>
                </a:lnTo>
                <a:lnTo>
                  <a:pt x="3248" y="1725"/>
                </a:lnTo>
                <a:lnTo>
                  <a:pt x="3266" y="1724"/>
                </a:lnTo>
                <a:lnTo>
                  <a:pt x="3283" y="1723"/>
                </a:lnTo>
                <a:lnTo>
                  <a:pt x="3301" y="1722"/>
                </a:lnTo>
                <a:lnTo>
                  <a:pt x="3319" y="1721"/>
                </a:lnTo>
                <a:lnTo>
                  <a:pt x="3337" y="1720"/>
                </a:lnTo>
                <a:lnTo>
                  <a:pt x="3355" y="1719"/>
                </a:lnTo>
                <a:lnTo>
                  <a:pt x="3373" y="1717"/>
                </a:lnTo>
                <a:lnTo>
                  <a:pt x="3390" y="1716"/>
                </a:lnTo>
                <a:lnTo>
                  <a:pt x="3408" y="1715"/>
                </a:lnTo>
                <a:lnTo>
                  <a:pt x="3426" y="1713"/>
                </a:lnTo>
                <a:lnTo>
                  <a:pt x="3444" y="1712"/>
                </a:lnTo>
                <a:lnTo>
                  <a:pt x="3462" y="1710"/>
                </a:lnTo>
                <a:lnTo>
                  <a:pt x="3480" y="1708"/>
                </a:lnTo>
                <a:lnTo>
                  <a:pt x="3498" y="1707"/>
                </a:lnTo>
                <a:lnTo>
                  <a:pt x="3515" y="1705"/>
                </a:lnTo>
                <a:lnTo>
                  <a:pt x="3533" y="1703"/>
                </a:lnTo>
                <a:lnTo>
                  <a:pt x="3551" y="1701"/>
                </a:lnTo>
                <a:lnTo>
                  <a:pt x="3569" y="1699"/>
                </a:lnTo>
                <a:lnTo>
                  <a:pt x="3587" y="1697"/>
                </a:lnTo>
                <a:lnTo>
                  <a:pt x="3605" y="1695"/>
                </a:lnTo>
                <a:lnTo>
                  <a:pt x="3622" y="1693"/>
                </a:lnTo>
                <a:lnTo>
                  <a:pt x="3640" y="1690"/>
                </a:lnTo>
                <a:lnTo>
                  <a:pt x="3658" y="1688"/>
                </a:lnTo>
                <a:lnTo>
                  <a:pt x="3676" y="1686"/>
                </a:lnTo>
                <a:lnTo>
                  <a:pt x="3694" y="1683"/>
                </a:lnTo>
                <a:lnTo>
                  <a:pt x="3712" y="1681"/>
                </a:lnTo>
                <a:lnTo>
                  <a:pt x="3730" y="1678"/>
                </a:lnTo>
                <a:lnTo>
                  <a:pt x="3747" y="1675"/>
                </a:lnTo>
                <a:lnTo>
                  <a:pt x="3765" y="1673"/>
                </a:lnTo>
                <a:lnTo>
                  <a:pt x="3783" y="1670"/>
                </a:lnTo>
                <a:lnTo>
                  <a:pt x="3801" y="1667"/>
                </a:lnTo>
                <a:lnTo>
                  <a:pt x="3819" y="1664"/>
                </a:lnTo>
                <a:lnTo>
                  <a:pt x="3837" y="1661"/>
                </a:lnTo>
                <a:lnTo>
                  <a:pt x="3854" y="1658"/>
                </a:lnTo>
                <a:lnTo>
                  <a:pt x="3872" y="1655"/>
                </a:lnTo>
                <a:lnTo>
                  <a:pt x="3890" y="1652"/>
                </a:lnTo>
                <a:lnTo>
                  <a:pt x="3908" y="1648"/>
                </a:lnTo>
                <a:lnTo>
                  <a:pt x="3926" y="1645"/>
                </a:lnTo>
                <a:lnTo>
                  <a:pt x="3944" y="1642"/>
                </a:lnTo>
                <a:lnTo>
                  <a:pt x="3962" y="1638"/>
                </a:lnTo>
                <a:lnTo>
                  <a:pt x="3979" y="1635"/>
                </a:lnTo>
                <a:lnTo>
                  <a:pt x="3997" y="1631"/>
                </a:lnTo>
                <a:lnTo>
                  <a:pt x="4015" y="1628"/>
                </a:lnTo>
                <a:lnTo>
                  <a:pt x="4033" y="1624"/>
                </a:lnTo>
                <a:lnTo>
                  <a:pt x="4051" y="1620"/>
                </a:lnTo>
                <a:lnTo>
                  <a:pt x="4069" y="1616"/>
                </a:lnTo>
                <a:lnTo>
                  <a:pt x="4086" y="1612"/>
                </a:lnTo>
                <a:lnTo>
                  <a:pt x="4104" y="1608"/>
                </a:lnTo>
                <a:lnTo>
                  <a:pt x="4122" y="1604"/>
                </a:lnTo>
                <a:lnTo>
                  <a:pt x="4140" y="1600"/>
                </a:lnTo>
                <a:lnTo>
                  <a:pt x="4158" y="1596"/>
                </a:lnTo>
                <a:lnTo>
                  <a:pt x="4176" y="1592"/>
                </a:lnTo>
                <a:lnTo>
                  <a:pt x="4193" y="1588"/>
                </a:lnTo>
                <a:lnTo>
                  <a:pt x="4211" y="1583"/>
                </a:lnTo>
                <a:lnTo>
                  <a:pt x="4229" y="1579"/>
                </a:lnTo>
                <a:lnTo>
                  <a:pt x="4247" y="1574"/>
                </a:lnTo>
                <a:lnTo>
                  <a:pt x="4265" y="1570"/>
                </a:lnTo>
                <a:lnTo>
                  <a:pt x="4283" y="1565"/>
                </a:lnTo>
                <a:lnTo>
                  <a:pt x="4301" y="1561"/>
                </a:lnTo>
                <a:lnTo>
                  <a:pt x="4318" y="1556"/>
                </a:lnTo>
                <a:lnTo>
                  <a:pt x="4336" y="1551"/>
                </a:lnTo>
                <a:lnTo>
                  <a:pt x="4354" y="1546"/>
                </a:lnTo>
                <a:lnTo>
                  <a:pt x="4372" y="1541"/>
                </a:lnTo>
                <a:lnTo>
                  <a:pt x="4390" y="1536"/>
                </a:lnTo>
                <a:lnTo>
                  <a:pt x="4408" y="1531"/>
                </a:lnTo>
                <a:lnTo>
                  <a:pt x="4425" y="1526"/>
                </a:lnTo>
                <a:lnTo>
                  <a:pt x="4443" y="1521"/>
                </a:lnTo>
                <a:lnTo>
                  <a:pt x="4461" y="1515"/>
                </a:lnTo>
                <a:lnTo>
                  <a:pt x="4479" y="1510"/>
                </a:lnTo>
                <a:lnTo>
                  <a:pt x="4497" y="1505"/>
                </a:lnTo>
                <a:lnTo>
                  <a:pt x="4515" y="1499"/>
                </a:lnTo>
                <a:lnTo>
                  <a:pt x="4533" y="1494"/>
                </a:lnTo>
                <a:lnTo>
                  <a:pt x="4550" y="1488"/>
                </a:lnTo>
                <a:lnTo>
                  <a:pt x="4568" y="1482"/>
                </a:lnTo>
                <a:lnTo>
                  <a:pt x="4586" y="1477"/>
                </a:lnTo>
                <a:lnTo>
                  <a:pt x="4604" y="1471"/>
                </a:lnTo>
                <a:lnTo>
                  <a:pt x="4622" y="1465"/>
                </a:lnTo>
                <a:lnTo>
                  <a:pt x="4640" y="1459"/>
                </a:lnTo>
                <a:lnTo>
                  <a:pt x="4657" y="1453"/>
                </a:lnTo>
                <a:lnTo>
                  <a:pt x="4675" y="1447"/>
                </a:lnTo>
                <a:lnTo>
                  <a:pt x="4693" y="1441"/>
                </a:lnTo>
                <a:lnTo>
                  <a:pt x="4711" y="1435"/>
                </a:lnTo>
                <a:lnTo>
                  <a:pt x="4729" y="1429"/>
                </a:lnTo>
                <a:lnTo>
                  <a:pt x="4747" y="1422"/>
                </a:lnTo>
                <a:lnTo>
                  <a:pt x="4765" y="1416"/>
                </a:lnTo>
                <a:lnTo>
                  <a:pt x="4782" y="1409"/>
                </a:lnTo>
                <a:lnTo>
                  <a:pt x="4800" y="1403"/>
                </a:lnTo>
                <a:lnTo>
                  <a:pt x="4818" y="1396"/>
                </a:lnTo>
                <a:lnTo>
                  <a:pt x="4836" y="1390"/>
                </a:lnTo>
                <a:lnTo>
                  <a:pt x="4854" y="1383"/>
                </a:lnTo>
                <a:lnTo>
                  <a:pt x="4872" y="1376"/>
                </a:lnTo>
                <a:lnTo>
                  <a:pt x="4889" y="1369"/>
                </a:lnTo>
                <a:lnTo>
                  <a:pt x="4907" y="1362"/>
                </a:lnTo>
                <a:lnTo>
                  <a:pt x="4925" y="1355"/>
                </a:lnTo>
                <a:lnTo>
                  <a:pt x="4943" y="1348"/>
                </a:lnTo>
                <a:lnTo>
                  <a:pt x="4961" y="1341"/>
                </a:lnTo>
                <a:lnTo>
                  <a:pt x="4979" y="1334"/>
                </a:lnTo>
                <a:lnTo>
                  <a:pt x="4996" y="1327"/>
                </a:lnTo>
                <a:lnTo>
                  <a:pt x="5014" y="1320"/>
                </a:lnTo>
                <a:lnTo>
                  <a:pt x="5032" y="1312"/>
                </a:lnTo>
                <a:lnTo>
                  <a:pt x="5050" y="1305"/>
                </a:lnTo>
                <a:lnTo>
                  <a:pt x="5068" y="1297"/>
                </a:lnTo>
                <a:lnTo>
                  <a:pt x="5086" y="1290"/>
                </a:lnTo>
                <a:lnTo>
                  <a:pt x="5104" y="1282"/>
                </a:lnTo>
                <a:lnTo>
                  <a:pt x="5121" y="1274"/>
                </a:lnTo>
                <a:lnTo>
                  <a:pt x="5139" y="1267"/>
                </a:lnTo>
                <a:lnTo>
                  <a:pt x="5157" y="1259"/>
                </a:lnTo>
                <a:lnTo>
                  <a:pt x="5175" y="1251"/>
                </a:lnTo>
                <a:lnTo>
                  <a:pt x="5193" y="1243"/>
                </a:lnTo>
                <a:lnTo>
                  <a:pt x="5211" y="1235"/>
                </a:lnTo>
                <a:lnTo>
                  <a:pt x="5228" y="1227"/>
                </a:lnTo>
                <a:lnTo>
                  <a:pt x="5246" y="1219"/>
                </a:lnTo>
                <a:lnTo>
                  <a:pt x="5264" y="1211"/>
                </a:lnTo>
                <a:lnTo>
                  <a:pt x="5282" y="1202"/>
                </a:lnTo>
                <a:lnTo>
                  <a:pt x="5300" y="1194"/>
                </a:lnTo>
                <a:lnTo>
                  <a:pt x="5318" y="1186"/>
                </a:lnTo>
                <a:lnTo>
                  <a:pt x="5336" y="1177"/>
                </a:lnTo>
                <a:lnTo>
                  <a:pt x="5353" y="1169"/>
                </a:lnTo>
                <a:lnTo>
                  <a:pt x="5371" y="1160"/>
                </a:lnTo>
                <a:lnTo>
                  <a:pt x="5389" y="1151"/>
                </a:lnTo>
                <a:lnTo>
                  <a:pt x="5407" y="1143"/>
                </a:lnTo>
                <a:lnTo>
                  <a:pt x="5425" y="1134"/>
                </a:lnTo>
                <a:lnTo>
                  <a:pt x="5443" y="1125"/>
                </a:lnTo>
                <a:lnTo>
                  <a:pt x="5460" y="1116"/>
                </a:lnTo>
                <a:lnTo>
                  <a:pt x="5478" y="1107"/>
                </a:lnTo>
                <a:lnTo>
                  <a:pt x="5496" y="1098"/>
                </a:lnTo>
                <a:lnTo>
                  <a:pt x="5514" y="1089"/>
                </a:lnTo>
                <a:lnTo>
                  <a:pt x="5532" y="1080"/>
                </a:lnTo>
                <a:lnTo>
                  <a:pt x="5550" y="1070"/>
                </a:lnTo>
                <a:lnTo>
                  <a:pt x="5568" y="1061"/>
                </a:lnTo>
                <a:lnTo>
                  <a:pt x="5585" y="1052"/>
                </a:lnTo>
                <a:lnTo>
                  <a:pt x="5603" y="1042"/>
                </a:lnTo>
                <a:lnTo>
                  <a:pt x="5621" y="1033"/>
                </a:lnTo>
                <a:lnTo>
                  <a:pt x="5639" y="1023"/>
                </a:lnTo>
                <a:lnTo>
                  <a:pt x="5657" y="1013"/>
                </a:lnTo>
                <a:lnTo>
                  <a:pt x="5675" y="1004"/>
                </a:lnTo>
                <a:lnTo>
                  <a:pt x="5692" y="994"/>
                </a:lnTo>
                <a:lnTo>
                  <a:pt x="5710" y="984"/>
                </a:lnTo>
                <a:lnTo>
                  <a:pt x="5728" y="974"/>
                </a:lnTo>
                <a:lnTo>
                  <a:pt x="5746" y="964"/>
                </a:lnTo>
                <a:lnTo>
                  <a:pt x="5764" y="954"/>
                </a:lnTo>
                <a:lnTo>
                  <a:pt x="5782" y="944"/>
                </a:lnTo>
                <a:lnTo>
                  <a:pt x="5799" y="934"/>
                </a:lnTo>
                <a:lnTo>
                  <a:pt x="5817" y="924"/>
                </a:lnTo>
                <a:lnTo>
                  <a:pt x="5835" y="913"/>
                </a:lnTo>
                <a:lnTo>
                  <a:pt x="5853" y="903"/>
                </a:lnTo>
                <a:lnTo>
                  <a:pt x="5871" y="893"/>
                </a:lnTo>
                <a:lnTo>
                  <a:pt x="5889" y="882"/>
                </a:lnTo>
                <a:lnTo>
                  <a:pt x="5907" y="872"/>
                </a:lnTo>
                <a:lnTo>
                  <a:pt x="5924" y="861"/>
                </a:lnTo>
                <a:lnTo>
                  <a:pt x="5942" y="850"/>
                </a:lnTo>
                <a:lnTo>
                  <a:pt x="5960" y="839"/>
                </a:lnTo>
                <a:lnTo>
                  <a:pt x="5978" y="829"/>
                </a:lnTo>
                <a:lnTo>
                  <a:pt x="5996" y="818"/>
                </a:lnTo>
                <a:lnTo>
                  <a:pt x="6014" y="807"/>
                </a:lnTo>
                <a:lnTo>
                  <a:pt x="6031" y="796"/>
                </a:lnTo>
                <a:lnTo>
                  <a:pt x="6049" y="785"/>
                </a:lnTo>
                <a:lnTo>
                  <a:pt x="6067" y="774"/>
                </a:lnTo>
                <a:lnTo>
                  <a:pt x="6085" y="762"/>
                </a:lnTo>
                <a:lnTo>
                  <a:pt x="6103" y="751"/>
                </a:lnTo>
                <a:lnTo>
                  <a:pt x="6121" y="740"/>
                </a:lnTo>
                <a:lnTo>
                  <a:pt x="6139" y="728"/>
                </a:lnTo>
                <a:lnTo>
                  <a:pt x="6156" y="717"/>
                </a:lnTo>
                <a:lnTo>
                  <a:pt x="6174" y="705"/>
                </a:lnTo>
                <a:lnTo>
                  <a:pt x="6192" y="694"/>
                </a:lnTo>
                <a:lnTo>
                  <a:pt x="6210" y="682"/>
                </a:lnTo>
                <a:lnTo>
                  <a:pt x="6228" y="670"/>
                </a:lnTo>
                <a:lnTo>
                  <a:pt x="6246" y="658"/>
                </a:lnTo>
                <a:lnTo>
                  <a:pt x="6263" y="647"/>
                </a:lnTo>
                <a:lnTo>
                  <a:pt x="6281" y="635"/>
                </a:lnTo>
                <a:lnTo>
                  <a:pt x="6299" y="623"/>
                </a:lnTo>
                <a:lnTo>
                  <a:pt x="6317" y="611"/>
                </a:lnTo>
                <a:lnTo>
                  <a:pt x="6335" y="598"/>
                </a:lnTo>
                <a:lnTo>
                  <a:pt x="6353" y="586"/>
                </a:lnTo>
                <a:lnTo>
                  <a:pt x="6371" y="574"/>
                </a:lnTo>
                <a:lnTo>
                  <a:pt x="6388" y="562"/>
                </a:lnTo>
                <a:lnTo>
                  <a:pt x="6406" y="549"/>
                </a:lnTo>
                <a:lnTo>
                  <a:pt x="6424" y="537"/>
                </a:lnTo>
                <a:lnTo>
                  <a:pt x="6442" y="524"/>
                </a:lnTo>
                <a:lnTo>
                  <a:pt x="6460" y="512"/>
                </a:lnTo>
                <a:lnTo>
                  <a:pt x="6478" y="499"/>
                </a:lnTo>
                <a:lnTo>
                  <a:pt x="6495" y="486"/>
                </a:lnTo>
                <a:lnTo>
                  <a:pt x="6513" y="474"/>
                </a:lnTo>
                <a:lnTo>
                  <a:pt x="6531" y="461"/>
                </a:lnTo>
                <a:lnTo>
                  <a:pt x="6549" y="448"/>
                </a:lnTo>
                <a:lnTo>
                  <a:pt x="6567" y="435"/>
                </a:lnTo>
                <a:lnTo>
                  <a:pt x="6585" y="422"/>
                </a:lnTo>
                <a:lnTo>
                  <a:pt x="6603" y="409"/>
                </a:lnTo>
                <a:lnTo>
                  <a:pt x="6620" y="395"/>
                </a:lnTo>
                <a:lnTo>
                  <a:pt x="6638" y="382"/>
                </a:lnTo>
                <a:lnTo>
                  <a:pt x="6656" y="369"/>
                </a:lnTo>
                <a:lnTo>
                  <a:pt x="6674" y="356"/>
                </a:lnTo>
                <a:lnTo>
                  <a:pt x="6692" y="342"/>
                </a:lnTo>
                <a:lnTo>
                  <a:pt x="6710" y="329"/>
                </a:lnTo>
                <a:lnTo>
                  <a:pt x="6727" y="315"/>
                </a:lnTo>
                <a:lnTo>
                  <a:pt x="6745" y="301"/>
                </a:lnTo>
                <a:lnTo>
                  <a:pt x="6763" y="288"/>
                </a:lnTo>
                <a:lnTo>
                  <a:pt x="6781" y="274"/>
                </a:lnTo>
                <a:lnTo>
                  <a:pt x="6799" y="260"/>
                </a:lnTo>
                <a:lnTo>
                  <a:pt x="6817" y="246"/>
                </a:lnTo>
                <a:lnTo>
                  <a:pt x="6834" y="232"/>
                </a:lnTo>
                <a:lnTo>
                  <a:pt x="6852" y="218"/>
                </a:lnTo>
                <a:lnTo>
                  <a:pt x="6870" y="204"/>
                </a:lnTo>
                <a:lnTo>
                  <a:pt x="6888" y="190"/>
                </a:lnTo>
                <a:lnTo>
                  <a:pt x="6906" y="176"/>
                </a:lnTo>
                <a:lnTo>
                  <a:pt x="6924" y="161"/>
                </a:lnTo>
                <a:lnTo>
                  <a:pt x="6942" y="147"/>
                </a:lnTo>
                <a:lnTo>
                  <a:pt x="6959" y="133"/>
                </a:lnTo>
                <a:lnTo>
                  <a:pt x="6977" y="118"/>
                </a:lnTo>
                <a:lnTo>
                  <a:pt x="6995" y="104"/>
                </a:lnTo>
                <a:lnTo>
                  <a:pt x="7013" y="89"/>
                </a:lnTo>
                <a:lnTo>
                  <a:pt x="7031" y="74"/>
                </a:lnTo>
                <a:lnTo>
                  <a:pt x="7049" y="60"/>
                </a:lnTo>
                <a:lnTo>
                  <a:pt x="7066" y="45"/>
                </a:lnTo>
                <a:lnTo>
                  <a:pt x="7084" y="30"/>
                </a:lnTo>
                <a:lnTo>
                  <a:pt x="7102" y="15"/>
                </a:lnTo>
                <a:lnTo>
                  <a:pt x="7120" y="0"/>
                </a:lnTo>
              </a:path>
            </a:pathLst>
          </a:custGeom>
          <a:noFill/>
          <a:ln w="25400">
            <a:solidFill>
              <a:srgbClr val="181D16"/>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896112" y="3171139"/>
            <a:ext cx="6510528" cy="1455725"/>
          </a:xfrm>
          <a:custGeom>
            <a:avLst/>
            <a:gdLst/>
            <a:ahLst/>
            <a:cxnLst/>
            <a:rect l="l" t="t" r="r" b="b"/>
            <a:pathLst>
              <a:path w="7120" h="1592">
                <a:moveTo>
                  <a:pt x="0" y="812"/>
                </a:moveTo>
                <a:lnTo>
                  <a:pt x="18" y="822"/>
                </a:lnTo>
                <a:lnTo>
                  <a:pt x="36" y="831"/>
                </a:lnTo>
                <a:lnTo>
                  <a:pt x="54" y="840"/>
                </a:lnTo>
                <a:lnTo>
                  <a:pt x="71" y="850"/>
                </a:lnTo>
                <a:lnTo>
                  <a:pt x="89" y="859"/>
                </a:lnTo>
                <a:lnTo>
                  <a:pt x="107" y="868"/>
                </a:lnTo>
                <a:lnTo>
                  <a:pt x="125" y="877"/>
                </a:lnTo>
                <a:lnTo>
                  <a:pt x="143" y="886"/>
                </a:lnTo>
                <a:lnTo>
                  <a:pt x="161" y="895"/>
                </a:lnTo>
                <a:lnTo>
                  <a:pt x="178" y="904"/>
                </a:lnTo>
                <a:lnTo>
                  <a:pt x="196" y="913"/>
                </a:lnTo>
                <a:lnTo>
                  <a:pt x="214" y="922"/>
                </a:lnTo>
                <a:lnTo>
                  <a:pt x="232" y="931"/>
                </a:lnTo>
                <a:lnTo>
                  <a:pt x="250" y="939"/>
                </a:lnTo>
                <a:lnTo>
                  <a:pt x="268" y="948"/>
                </a:lnTo>
                <a:lnTo>
                  <a:pt x="286" y="957"/>
                </a:lnTo>
                <a:lnTo>
                  <a:pt x="303" y="965"/>
                </a:lnTo>
                <a:lnTo>
                  <a:pt x="321" y="974"/>
                </a:lnTo>
                <a:lnTo>
                  <a:pt x="339" y="982"/>
                </a:lnTo>
                <a:lnTo>
                  <a:pt x="357" y="990"/>
                </a:lnTo>
                <a:lnTo>
                  <a:pt x="375" y="999"/>
                </a:lnTo>
                <a:lnTo>
                  <a:pt x="393" y="1007"/>
                </a:lnTo>
                <a:lnTo>
                  <a:pt x="410" y="1015"/>
                </a:lnTo>
                <a:lnTo>
                  <a:pt x="428" y="1023"/>
                </a:lnTo>
                <a:lnTo>
                  <a:pt x="446" y="1031"/>
                </a:lnTo>
                <a:lnTo>
                  <a:pt x="464" y="1039"/>
                </a:lnTo>
                <a:lnTo>
                  <a:pt x="482" y="1047"/>
                </a:lnTo>
                <a:lnTo>
                  <a:pt x="500" y="1055"/>
                </a:lnTo>
                <a:lnTo>
                  <a:pt x="517" y="1063"/>
                </a:lnTo>
                <a:lnTo>
                  <a:pt x="535" y="1071"/>
                </a:lnTo>
                <a:lnTo>
                  <a:pt x="553" y="1079"/>
                </a:lnTo>
                <a:lnTo>
                  <a:pt x="571" y="1086"/>
                </a:lnTo>
                <a:lnTo>
                  <a:pt x="589" y="1094"/>
                </a:lnTo>
                <a:lnTo>
                  <a:pt x="607" y="1101"/>
                </a:lnTo>
                <a:lnTo>
                  <a:pt x="625" y="1109"/>
                </a:lnTo>
                <a:lnTo>
                  <a:pt x="642" y="1116"/>
                </a:lnTo>
                <a:lnTo>
                  <a:pt x="660" y="1124"/>
                </a:lnTo>
                <a:lnTo>
                  <a:pt x="678" y="1131"/>
                </a:lnTo>
                <a:lnTo>
                  <a:pt x="696" y="1138"/>
                </a:lnTo>
                <a:lnTo>
                  <a:pt x="714" y="1146"/>
                </a:lnTo>
                <a:lnTo>
                  <a:pt x="732" y="1153"/>
                </a:lnTo>
                <a:lnTo>
                  <a:pt x="749" y="1160"/>
                </a:lnTo>
                <a:lnTo>
                  <a:pt x="767" y="1167"/>
                </a:lnTo>
                <a:lnTo>
                  <a:pt x="785" y="1174"/>
                </a:lnTo>
                <a:lnTo>
                  <a:pt x="803" y="1181"/>
                </a:lnTo>
                <a:lnTo>
                  <a:pt x="821" y="1188"/>
                </a:lnTo>
                <a:lnTo>
                  <a:pt x="839" y="1194"/>
                </a:lnTo>
                <a:lnTo>
                  <a:pt x="857" y="1201"/>
                </a:lnTo>
                <a:lnTo>
                  <a:pt x="874" y="1208"/>
                </a:lnTo>
                <a:lnTo>
                  <a:pt x="892" y="1214"/>
                </a:lnTo>
                <a:lnTo>
                  <a:pt x="910" y="1221"/>
                </a:lnTo>
                <a:lnTo>
                  <a:pt x="928" y="1227"/>
                </a:lnTo>
                <a:lnTo>
                  <a:pt x="946" y="1234"/>
                </a:lnTo>
                <a:lnTo>
                  <a:pt x="964" y="1240"/>
                </a:lnTo>
                <a:lnTo>
                  <a:pt x="981" y="1247"/>
                </a:lnTo>
                <a:lnTo>
                  <a:pt x="999" y="1253"/>
                </a:lnTo>
                <a:lnTo>
                  <a:pt x="1017" y="1259"/>
                </a:lnTo>
                <a:lnTo>
                  <a:pt x="1035" y="1265"/>
                </a:lnTo>
                <a:lnTo>
                  <a:pt x="1053" y="1271"/>
                </a:lnTo>
                <a:lnTo>
                  <a:pt x="1071" y="1278"/>
                </a:lnTo>
                <a:lnTo>
                  <a:pt x="1089" y="1284"/>
                </a:lnTo>
                <a:lnTo>
                  <a:pt x="1106" y="1289"/>
                </a:lnTo>
                <a:lnTo>
                  <a:pt x="1124" y="1295"/>
                </a:lnTo>
                <a:lnTo>
                  <a:pt x="1142" y="1301"/>
                </a:lnTo>
                <a:lnTo>
                  <a:pt x="1160" y="1307"/>
                </a:lnTo>
                <a:lnTo>
                  <a:pt x="1178" y="1313"/>
                </a:lnTo>
                <a:lnTo>
                  <a:pt x="1196" y="1318"/>
                </a:lnTo>
                <a:lnTo>
                  <a:pt x="1213" y="1324"/>
                </a:lnTo>
                <a:lnTo>
                  <a:pt x="1231" y="1329"/>
                </a:lnTo>
                <a:lnTo>
                  <a:pt x="1249" y="1335"/>
                </a:lnTo>
                <a:lnTo>
                  <a:pt x="1267" y="1340"/>
                </a:lnTo>
                <a:lnTo>
                  <a:pt x="1285" y="1346"/>
                </a:lnTo>
                <a:lnTo>
                  <a:pt x="1303" y="1351"/>
                </a:lnTo>
                <a:lnTo>
                  <a:pt x="1321" y="1356"/>
                </a:lnTo>
                <a:lnTo>
                  <a:pt x="1338" y="1361"/>
                </a:lnTo>
                <a:lnTo>
                  <a:pt x="1356" y="1367"/>
                </a:lnTo>
                <a:lnTo>
                  <a:pt x="1374" y="1372"/>
                </a:lnTo>
                <a:lnTo>
                  <a:pt x="1392" y="1377"/>
                </a:lnTo>
                <a:lnTo>
                  <a:pt x="1410" y="1382"/>
                </a:lnTo>
                <a:lnTo>
                  <a:pt x="1428" y="1386"/>
                </a:lnTo>
                <a:lnTo>
                  <a:pt x="1445" y="1391"/>
                </a:lnTo>
                <a:lnTo>
                  <a:pt x="1463" y="1396"/>
                </a:lnTo>
                <a:lnTo>
                  <a:pt x="1481" y="1401"/>
                </a:lnTo>
                <a:lnTo>
                  <a:pt x="1499" y="1405"/>
                </a:lnTo>
                <a:lnTo>
                  <a:pt x="1517" y="1410"/>
                </a:lnTo>
                <a:lnTo>
                  <a:pt x="1535" y="1415"/>
                </a:lnTo>
                <a:lnTo>
                  <a:pt x="1552" y="1419"/>
                </a:lnTo>
                <a:lnTo>
                  <a:pt x="1570" y="1424"/>
                </a:lnTo>
                <a:lnTo>
                  <a:pt x="1588" y="1428"/>
                </a:lnTo>
                <a:lnTo>
                  <a:pt x="1606" y="1432"/>
                </a:lnTo>
                <a:lnTo>
                  <a:pt x="1624" y="1436"/>
                </a:lnTo>
                <a:lnTo>
                  <a:pt x="1642" y="1441"/>
                </a:lnTo>
                <a:lnTo>
                  <a:pt x="1660" y="1445"/>
                </a:lnTo>
                <a:lnTo>
                  <a:pt x="1677" y="1449"/>
                </a:lnTo>
                <a:lnTo>
                  <a:pt x="1695" y="1453"/>
                </a:lnTo>
                <a:lnTo>
                  <a:pt x="1713" y="1457"/>
                </a:lnTo>
                <a:lnTo>
                  <a:pt x="1731" y="1461"/>
                </a:lnTo>
                <a:lnTo>
                  <a:pt x="1749" y="1465"/>
                </a:lnTo>
                <a:lnTo>
                  <a:pt x="1767" y="1468"/>
                </a:lnTo>
                <a:lnTo>
                  <a:pt x="1784" y="1472"/>
                </a:lnTo>
                <a:lnTo>
                  <a:pt x="1802" y="1476"/>
                </a:lnTo>
                <a:lnTo>
                  <a:pt x="1820" y="1480"/>
                </a:lnTo>
                <a:lnTo>
                  <a:pt x="1838" y="1483"/>
                </a:lnTo>
                <a:lnTo>
                  <a:pt x="1856" y="1487"/>
                </a:lnTo>
                <a:lnTo>
                  <a:pt x="1874" y="1490"/>
                </a:lnTo>
                <a:lnTo>
                  <a:pt x="1892" y="1493"/>
                </a:lnTo>
                <a:lnTo>
                  <a:pt x="1909" y="1497"/>
                </a:lnTo>
                <a:lnTo>
                  <a:pt x="1927" y="1500"/>
                </a:lnTo>
                <a:lnTo>
                  <a:pt x="1945" y="1503"/>
                </a:lnTo>
                <a:lnTo>
                  <a:pt x="1963" y="1506"/>
                </a:lnTo>
                <a:lnTo>
                  <a:pt x="1981" y="1510"/>
                </a:lnTo>
                <a:lnTo>
                  <a:pt x="1999" y="1513"/>
                </a:lnTo>
                <a:lnTo>
                  <a:pt x="2016" y="1516"/>
                </a:lnTo>
                <a:lnTo>
                  <a:pt x="2034" y="1519"/>
                </a:lnTo>
                <a:lnTo>
                  <a:pt x="2052" y="1521"/>
                </a:lnTo>
                <a:lnTo>
                  <a:pt x="2070" y="1524"/>
                </a:lnTo>
                <a:lnTo>
                  <a:pt x="2088" y="1527"/>
                </a:lnTo>
                <a:lnTo>
                  <a:pt x="2106" y="1530"/>
                </a:lnTo>
                <a:lnTo>
                  <a:pt x="2124" y="1532"/>
                </a:lnTo>
                <a:lnTo>
                  <a:pt x="2141" y="1535"/>
                </a:lnTo>
                <a:lnTo>
                  <a:pt x="2159" y="1537"/>
                </a:lnTo>
                <a:lnTo>
                  <a:pt x="2177" y="1540"/>
                </a:lnTo>
                <a:lnTo>
                  <a:pt x="2195" y="1542"/>
                </a:lnTo>
                <a:lnTo>
                  <a:pt x="2213" y="1545"/>
                </a:lnTo>
                <a:lnTo>
                  <a:pt x="2231" y="1547"/>
                </a:lnTo>
                <a:lnTo>
                  <a:pt x="2248" y="1549"/>
                </a:lnTo>
                <a:lnTo>
                  <a:pt x="2266" y="1551"/>
                </a:lnTo>
                <a:lnTo>
                  <a:pt x="2284" y="1554"/>
                </a:lnTo>
                <a:lnTo>
                  <a:pt x="2302" y="1556"/>
                </a:lnTo>
                <a:lnTo>
                  <a:pt x="2320" y="1558"/>
                </a:lnTo>
                <a:lnTo>
                  <a:pt x="2338" y="1560"/>
                </a:lnTo>
                <a:lnTo>
                  <a:pt x="2355" y="1561"/>
                </a:lnTo>
                <a:lnTo>
                  <a:pt x="2373" y="1563"/>
                </a:lnTo>
                <a:lnTo>
                  <a:pt x="2391" y="1565"/>
                </a:lnTo>
                <a:lnTo>
                  <a:pt x="2409" y="1567"/>
                </a:lnTo>
                <a:lnTo>
                  <a:pt x="2427" y="1568"/>
                </a:lnTo>
                <a:lnTo>
                  <a:pt x="2445" y="1570"/>
                </a:lnTo>
                <a:lnTo>
                  <a:pt x="2463" y="1572"/>
                </a:lnTo>
                <a:lnTo>
                  <a:pt x="2480" y="1573"/>
                </a:lnTo>
                <a:lnTo>
                  <a:pt x="2498" y="1575"/>
                </a:lnTo>
                <a:lnTo>
                  <a:pt x="2516" y="1576"/>
                </a:lnTo>
                <a:lnTo>
                  <a:pt x="2534" y="1577"/>
                </a:lnTo>
                <a:lnTo>
                  <a:pt x="2552" y="1578"/>
                </a:lnTo>
                <a:lnTo>
                  <a:pt x="2570" y="1580"/>
                </a:lnTo>
                <a:lnTo>
                  <a:pt x="2587" y="1581"/>
                </a:lnTo>
                <a:lnTo>
                  <a:pt x="2605" y="1582"/>
                </a:lnTo>
                <a:lnTo>
                  <a:pt x="2623" y="1583"/>
                </a:lnTo>
                <a:lnTo>
                  <a:pt x="2641" y="1584"/>
                </a:lnTo>
                <a:lnTo>
                  <a:pt x="2659" y="1585"/>
                </a:lnTo>
                <a:lnTo>
                  <a:pt x="2677" y="1586"/>
                </a:lnTo>
                <a:lnTo>
                  <a:pt x="2695" y="1586"/>
                </a:lnTo>
                <a:lnTo>
                  <a:pt x="2712" y="1587"/>
                </a:lnTo>
                <a:lnTo>
                  <a:pt x="2730" y="1588"/>
                </a:lnTo>
                <a:lnTo>
                  <a:pt x="2748" y="1588"/>
                </a:lnTo>
                <a:lnTo>
                  <a:pt x="2766" y="1589"/>
                </a:lnTo>
                <a:lnTo>
                  <a:pt x="2784" y="1590"/>
                </a:lnTo>
                <a:lnTo>
                  <a:pt x="2802" y="1590"/>
                </a:lnTo>
                <a:lnTo>
                  <a:pt x="2819" y="1590"/>
                </a:lnTo>
                <a:lnTo>
                  <a:pt x="2837" y="1591"/>
                </a:lnTo>
                <a:lnTo>
                  <a:pt x="2855" y="1591"/>
                </a:lnTo>
                <a:lnTo>
                  <a:pt x="2873" y="1591"/>
                </a:lnTo>
                <a:lnTo>
                  <a:pt x="2891" y="1591"/>
                </a:lnTo>
                <a:lnTo>
                  <a:pt x="2909" y="1591"/>
                </a:lnTo>
                <a:lnTo>
                  <a:pt x="2927" y="1592"/>
                </a:lnTo>
                <a:lnTo>
                  <a:pt x="2944" y="1592"/>
                </a:lnTo>
                <a:lnTo>
                  <a:pt x="2962" y="1591"/>
                </a:lnTo>
                <a:lnTo>
                  <a:pt x="2980" y="1591"/>
                </a:lnTo>
                <a:lnTo>
                  <a:pt x="2998" y="1591"/>
                </a:lnTo>
                <a:lnTo>
                  <a:pt x="3016" y="1591"/>
                </a:lnTo>
                <a:lnTo>
                  <a:pt x="3034" y="1591"/>
                </a:lnTo>
                <a:lnTo>
                  <a:pt x="3051" y="1590"/>
                </a:lnTo>
                <a:lnTo>
                  <a:pt x="3069" y="1590"/>
                </a:lnTo>
                <a:lnTo>
                  <a:pt x="3087" y="1589"/>
                </a:lnTo>
                <a:lnTo>
                  <a:pt x="3105" y="1589"/>
                </a:lnTo>
                <a:lnTo>
                  <a:pt x="3123" y="1588"/>
                </a:lnTo>
                <a:lnTo>
                  <a:pt x="3141" y="1588"/>
                </a:lnTo>
                <a:lnTo>
                  <a:pt x="3158" y="1587"/>
                </a:lnTo>
                <a:lnTo>
                  <a:pt x="3176" y="1586"/>
                </a:lnTo>
                <a:lnTo>
                  <a:pt x="3194" y="1585"/>
                </a:lnTo>
                <a:lnTo>
                  <a:pt x="3212" y="1584"/>
                </a:lnTo>
                <a:lnTo>
                  <a:pt x="3230" y="1583"/>
                </a:lnTo>
                <a:lnTo>
                  <a:pt x="3248" y="1582"/>
                </a:lnTo>
                <a:lnTo>
                  <a:pt x="3266" y="1581"/>
                </a:lnTo>
                <a:lnTo>
                  <a:pt x="3283" y="1580"/>
                </a:lnTo>
                <a:lnTo>
                  <a:pt x="3301" y="1579"/>
                </a:lnTo>
                <a:lnTo>
                  <a:pt x="3319" y="1578"/>
                </a:lnTo>
                <a:lnTo>
                  <a:pt x="3337" y="1577"/>
                </a:lnTo>
                <a:lnTo>
                  <a:pt x="3355" y="1575"/>
                </a:lnTo>
                <a:lnTo>
                  <a:pt x="3373" y="1574"/>
                </a:lnTo>
                <a:lnTo>
                  <a:pt x="3390" y="1572"/>
                </a:lnTo>
                <a:lnTo>
                  <a:pt x="3408" y="1571"/>
                </a:lnTo>
                <a:lnTo>
                  <a:pt x="3426" y="1569"/>
                </a:lnTo>
                <a:lnTo>
                  <a:pt x="3444" y="1568"/>
                </a:lnTo>
                <a:lnTo>
                  <a:pt x="3462" y="1566"/>
                </a:lnTo>
                <a:lnTo>
                  <a:pt x="3480" y="1564"/>
                </a:lnTo>
                <a:lnTo>
                  <a:pt x="3498" y="1562"/>
                </a:lnTo>
                <a:lnTo>
                  <a:pt x="3515" y="1561"/>
                </a:lnTo>
                <a:lnTo>
                  <a:pt x="3533" y="1559"/>
                </a:lnTo>
                <a:lnTo>
                  <a:pt x="3551" y="1557"/>
                </a:lnTo>
                <a:lnTo>
                  <a:pt x="3569" y="1555"/>
                </a:lnTo>
                <a:lnTo>
                  <a:pt x="3587" y="1553"/>
                </a:lnTo>
                <a:lnTo>
                  <a:pt x="3605" y="1550"/>
                </a:lnTo>
                <a:lnTo>
                  <a:pt x="3622" y="1548"/>
                </a:lnTo>
                <a:lnTo>
                  <a:pt x="3640" y="1546"/>
                </a:lnTo>
                <a:lnTo>
                  <a:pt x="3658" y="1544"/>
                </a:lnTo>
                <a:lnTo>
                  <a:pt x="3676" y="1541"/>
                </a:lnTo>
                <a:lnTo>
                  <a:pt x="3694" y="1539"/>
                </a:lnTo>
                <a:lnTo>
                  <a:pt x="3712" y="1536"/>
                </a:lnTo>
                <a:lnTo>
                  <a:pt x="3730" y="1534"/>
                </a:lnTo>
                <a:lnTo>
                  <a:pt x="3747" y="1531"/>
                </a:lnTo>
                <a:lnTo>
                  <a:pt x="3765" y="1528"/>
                </a:lnTo>
                <a:lnTo>
                  <a:pt x="3783" y="1526"/>
                </a:lnTo>
                <a:lnTo>
                  <a:pt x="3801" y="1523"/>
                </a:lnTo>
                <a:lnTo>
                  <a:pt x="3819" y="1520"/>
                </a:lnTo>
                <a:lnTo>
                  <a:pt x="3837" y="1517"/>
                </a:lnTo>
                <a:lnTo>
                  <a:pt x="3854" y="1514"/>
                </a:lnTo>
                <a:lnTo>
                  <a:pt x="3872" y="1511"/>
                </a:lnTo>
                <a:lnTo>
                  <a:pt x="3890" y="1508"/>
                </a:lnTo>
                <a:lnTo>
                  <a:pt x="3908" y="1505"/>
                </a:lnTo>
                <a:lnTo>
                  <a:pt x="3926" y="1502"/>
                </a:lnTo>
                <a:lnTo>
                  <a:pt x="3944" y="1499"/>
                </a:lnTo>
                <a:lnTo>
                  <a:pt x="3962" y="1495"/>
                </a:lnTo>
                <a:lnTo>
                  <a:pt x="3979" y="1492"/>
                </a:lnTo>
                <a:lnTo>
                  <a:pt x="3997" y="1488"/>
                </a:lnTo>
                <a:lnTo>
                  <a:pt x="4015" y="1485"/>
                </a:lnTo>
                <a:lnTo>
                  <a:pt x="4033" y="1481"/>
                </a:lnTo>
                <a:lnTo>
                  <a:pt x="4051" y="1478"/>
                </a:lnTo>
                <a:lnTo>
                  <a:pt x="4069" y="1474"/>
                </a:lnTo>
                <a:lnTo>
                  <a:pt x="4086" y="1470"/>
                </a:lnTo>
                <a:lnTo>
                  <a:pt x="4104" y="1467"/>
                </a:lnTo>
                <a:lnTo>
                  <a:pt x="4122" y="1463"/>
                </a:lnTo>
                <a:lnTo>
                  <a:pt x="4140" y="1459"/>
                </a:lnTo>
                <a:lnTo>
                  <a:pt x="4158" y="1455"/>
                </a:lnTo>
                <a:lnTo>
                  <a:pt x="4176" y="1451"/>
                </a:lnTo>
                <a:lnTo>
                  <a:pt x="4193" y="1447"/>
                </a:lnTo>
                <a:lnTo>
                  <a:pt x="4211" y="1443"/>
                </a:lnTo>
                <a:lnTo>
                  <a:pt x="4229" y="1439"/>
                </a:lnTo>
                <a:lnTo>
                  <a:pt x="4247" y="1434"/>
                </a:lnTo>
                <a:lnTo>
                  <a:pt x="4265" y="1430"/>
                </a:lnTo>
                <a:lnTo>
                  <a:pt x="4283" y="1426"/>
                </a:lnTo>
                <a:lnTo>
                  <a:pt x="4301" y="1421"/>
                </a:lnTo>
                <a:lnTo>
                  <a:pt x="4318" y="1417"/>
                </a:lnTo>
                <a:lnTo>
                  <a:pt x="4336" y="1412"/>
                </a:lnTo>
                <a:lnTo>
                  <a:pt x="4354" y="1408"/>
                </a:lnTo>
                <a:lnTo>
                  <a:pt x="4372" y="1403"/>
                </a:lnTo>
                <a:lnTo>
                  <a:pt x="4390" y="1399"/>
                </a:lnTo>
                <a:lnTo>
                  <a:pt x="4408" y="1394"/>
                </a:lnTo>
                <a:lnTo>
                  <a:pt x="4425" y="1389"/>
                </a:lnTo>
                <a:lnTo>
                  <a:pt x="4443" y="1384"/>
                </a:lnTo>
                <a:lnTo>
                  <a:pt x="4461" y="1379"/>
                </a:lnTo>
                <a:lnTo>
                  <a:pt x="4479" y="1374"/>
                </a:lnTo>
                <a:lnTo>
                  <a:pt x="4497" y="1369"/>
                </a:lnTo>
                <a:lnTo>
                  <a:pt x="4515" y="1364"/>
                </a:lnTo>
                <a:lnTo>
                  <a:pt x="4533" y="1359"/>
                </a:lnTo>
                <a:lnTo>
                  <a:pt x="4550" y="1354"/>
                </a:lnTo>
                <a:lnTo>
                  <a:pt x="4568" y="1348"/>
                </a:lnTo>
                <a:lnTo>
                  <a:pt x="4586" y="1343"/>
                </a:lnTo>
                <a:lnTo>
                  <a:pt x="4604" y="1338"/>
                </a:lnTo>
                <a:lnTo>
                  <a:pt x="4622" y="1332"/>
                </a:lnTo>
                <a:lnTo>
                  <a:pt x="4640" y="1327"/>
                </a:lnTo>
                <a:lnTo>
                  <a:pt x="4657" y="1321"/>
                </a:lnTo>
                <a:lnTo>
                  <a:pt x="4675" y="1316"/>
                </a:lnTo>
                <a:lnTo>
                  <a:pt x="4693" y="1310"/>
                </a:lnTo>
                <a:lnTo>
                  <a:pt x="4711" y="1304"/>
                </a:lnTo>
                <a:lnTo>
                  <a:pt x="4729" y="1298"/>
                </a:lnTo>
                <a:lnTo>
                  <a:pt x="4747" y="1292"/>
                </a:lnTo>
                <a:lnTo>
                  <a:pt x="4765" y="1287"/>
                </a:lnTo>
                <a:lnTo>
                  <a:pt x="4782" y="1281"/>
                </a:lnTo>
                <a:lnTo>
                  <a:pt x="4800" y="1275"/>
                </a:lnTo>
                <a:lnTo>
                  <a:pt x="4818" y="1269"/>
                </a:lnTo>
                <a:lnTo>
                  <a:pt x="4836" y="1262"/>
                </a:lnTo>
                <a:lnTo>
                  <a:pt x="4854" y="1256"/>
                </a:lnTo>
                <a:lnTo>
                  <a:pt x="4872" y="1250"/>
                </a:lnTo>
                <a:lnTo>
                  <a:pt x="4889" y="1244"/>
                </a:lnTo>
                <a:lnTo>
                  <a:pt x="4907" y="1237"/>
                </a:lnTo>
                <a:lnTo>
                  <a:pt x="4925" y="1231"/>
                </a:lnTo>
                <a:lnTo>
                  <a:pt x="4943" y="1224"/>
                </a:lnTo>
                <a:lnTo>
                  <a:pt x="4961" y="1218"/>
                </a:lnTo>
                <a:lnTo>
                  <a:pt x="4979" y="1211"/>
                </a:lnTo>
                <a:lnTo>
                  <a:pt x="4996" y="1205"/>
                </a:lnTo>
                <a:lnTo>
                  <a:pt x="5014" y="1198"/>
                </a:lnTo>
                <a:lnTo>
                  <a:pt x="5032" y="1191"/>
                </a:lnTo>
                <a:lnTo>
                  <a:pt x="5050" y="1184"/>
                </a:lnTo>
                <a:lnTo>
                  <a:pt x="5068" y="1177"/>
                </a:lnTo>
                <a:lnTo>
                  <a:pt x="5086" y="1170"/>
                </a:lnTo>
                <a:lnTo>
                  <a:pt x="5104" y="1163"/>
                </a:lnTo>
                <a:lnTo>
                  <a:pt x="5121" y="1156"/>
                </a:lnTo>
                <a:lnTo>
                  <a:pt x="5139" y="1149"/>
                </a:lnTo>
                <a:lnTo>
                  <a:pt x="5157" y="1142"/>
                </a:lnTo>
                <a:lnTo>
                  <a:pt x="5175" y="1135"/>
                </a:lnTo>
                <a:lnTo>
                  <a:pt x="5193" y="1127"/>
                </a:lnTo>
                <a:lnTo>
                  <a:pt x="5211" y="1120"/>
                </a:lnTo>
                <a:lnTo>
                  <a:pt x="5228" y="1113"/>
                </a:lnTo>
                <a:lnTo>
                  <a:pt x="5246" y="1105"/>
                </a:lnTo>
                <a:lnTo>
                  <a:pt x="5264" y="1098"/>
                </a:lnTo>
                <a:lnTo>
                  <a:pt x="5282" y="1090"/>
                </a:lnTo>
                <a:lnTo>
                  <a:pt x="5300" y="1083"/>
                </a:lnTo>
                <a:lnTo>
                  <a:pt x="5318" y="1075"/>
                </a:lnTo>
                <a:lnTo>
                  <a:pt x="5336" y="1067"/>
                </a:lnTo>
                <a:lnTo>
                  <a:pt x="5353" y="1059"/>
                </a:lnTo>
                <a:lnTo>
                  <a:pt x="5371" y="1051"/>
                </a:lnTo>
                <a:lnTo>
                  <a:pt x="5389" y="1043"/>
                </a:lnTo>
                <a:lnTo>
                  <a:pt x="5407" y="1035"/>
                </a:lnTo>
                <a:lnTo>
                  <a:pt x="5425" y="1027"/>
                </a:lnTo>
                <a:lnTo>
                  <a:pt x="5443" y="1019"/>
                </a:lnTo>
                <a:lnTo>
                  <a:pt x="5460" y="1011"/>
                </a:lnTo>
                <a:lnTo>
                  <a:pt x="5478" y="1003"/>
                </a:lnTo>
                <a:lnTo>
                  <a:pt x="5496" y="995"/>
                </a:lnTo>
                <a:lnTo>
                  <a:pt x="5514" y="986"/>
                </a:lnTo>
                <a:lnTo>
                  <a:pt x="5532" y="978"/>
                </a:lnTo>
                <a:lnTo>
                  <a:pt x="5550" y="969"/>
                </a:lnTo>
                <a:lnTo>
                  <a:pt x="5568" y="961"/>
                </a:lnTo>
                <a:lnTo>
                  <a:pt x="5585" y="952"/>
                </a:lnTo>
                <a:lnTo>
                  <a:pt x="5603" y="944"/>
                </a:lnTo>
                <a:lnTo>
                  <a:pt x="5621" y="935"/>
                </a:lnTo>
                <a:lnTo>
                  <a:pt x="5639" y="926"/>
                </a:lnTo>
                <a:lnTo>
                  <a:pt x="5657" y="918"/>
                </a:lnTo>
                <a:lnTo>
                  <a:pt x="5675" y="909"/>
                </a:lnTo>
                <a:lnTo>
                  <a:pt x="5692" y="900"/>
                </a:lnTo>
                <a:lnTo>
                  <a:pt x="5710" y="891"/>
                </a:lnTo>
                <a:lnTo>
                  <a:pt x="5728" y="882"/>
                </a:lnTo>
                <a:lnTo>
                  <a:pt x="5746" y="873"/>
                </a:lnTo>
                <a:lnTo>
                  <a:pt x="5764" y="864"/>
                </a:lnTo>
                <a:lnTo>
                  <a:pt x="5782" y="854"/>
                </a:lnTo>
                <a:lnTo>
                  <a:pt x="5799" y="845"/>
                </a:lnTo>
                <a:lnTo>
                  <a:pt x="5817" y="836"/>
                </a:lnTo>
                <a:lnTo>
                  <a:pt x="5835" y="826"/>
                </a:lnTo>
                <a:lnTo>
                  <a:pt x="5853" y="817"/>
                </a:lnTo>
                <a:lnTo>
                  <a:pt x="5871" y="808"/>
                </a:lnTo>
                <a:lnTo>
                  <a:pt x="5889" y="798"/>
                </a:lnTo>
                <a:lnTo>
                  <a:pt x="5907" y="788"/>
                </a:lnTo>
                <a:lnTo>
                  <a:pt x="5924" y="779"/>
                </a:lnTo>
                <a:lnTo>
                  <a:pt x="5942" y="769"/>
                </a:lnTo>
                <a:lnTo>
                  <a:pt x="5960" y="759"/>
                </a:lnTo>
                <a:lnTo>
                  <a:pt x="5978" y="749"/>
                </a:lnTo>
                <a:lnTo>
                  <a:pt x="5996" y="739"/>
                </a:lnTo>
                <a:lnTo>
                  <a:pt x="6014" y="730"/>
                </a:lnTo>
                <a:lnTo>
                  <a:pt x="6031" y="720"/>
                </a:lnTo>
                <a:lnTo>
                  <a:pt x="6049" y="709"/>
                </a:lnTo>
                <a:lnTo>
                  <a:pt x="6067" y="699"/>
                </a:lnTo>
                <a:lnTo>
                  <a:pt x="6085" y="689"/>
                </a:lnTo>
                <a:lnTo>
                  <a:pt x="6103" y="679"/>
                </a:lnTo>
                <a:lnTo>
                  <a:pt x="6121" y="669"/>
                </a:lnTo>
                <a:lnTo>
                  <a:pt x="6139" y="658"/>
                </a:lnTo>
                <a:lnTo>
                  <a:pt x="6156" y="648"/>
                </a:lnTo>
                <a:lnTo>
                  <a:pt x="6174" y="637"/>
                </a:lnTo>
                <a:lnTo>
                  <a:pt x="6192" y="627"/>
                </a:lnTo>
                <a:lnTo>
                  <a:pt x="6210" y="616"/>
                </a:lnTo>
                <a:lnTo>
                  <a:pt x="6228" y="606"/>
                </a:lnTo>
                <a:lnTo>
                  <a:pt x="6246" y="595"/>
                </a:lnTo>
                <a:lnTo>
                  <a:pt x="6263" y="584"/>
                </a:lnTo>
                <a:lnTo>
                  <a:pt x="6281" y="573"/>
                </a:lnTo>
                <a:lnTo>
                  <a:pt x="6299" y="562"/>
                </a:lnTo>
                <a:lnTo>
                  <a:pt x="6317" y="552"/>
                </a:lnTo>
                <a:lnTo>
                  <a:pt x="6335" y="541"/>
                </a:lnTo>
                <a:lnTo>
                  <a:pt x="6353" y="529"/>
                </a:lnTo>
                <a:lnTo>
                  <a:pt x="6371" y="518"/>
                </a:lnTo>
                <a:lnTo>
                  <a:pt x="6388" y="507"/>
                </a:lnTo>
                <a:lnTo>
                  <a:pt x="6406" y="496"/>
                </a:lnTo>
                <a:lnTo>
                  <a:pt x="6424" y="485"/>
                </a:lnTo>
                <a:lnTo>
                  <a:pt x="6442" y="473"/>
                </a:lnTo>
                <a:lnTo>
                  <a:pt x="6460" y="462"/>
                </a:lnTo>
                <a:lnTo>
                  <a:pt x="6478" y="451"/>
                </a:lnTo>
                <a:lnTo>
                  <a:pt x="6495" y="439"/>
                </a:lnTo>
                <a:lnTo>
                  <a:pt x="6513" y="427"/>
                </a:lnTo>
                <a:lnTo>
                  <a:pt x="6531" y="416"/>
                </a:lnTo>
                <a:lnTo>
                  <a:pt x="6549" y="404"/>
                </a:lnTo>
                <a:lnTo>
                  <a:pt x="6567" y="392"/>
                </a:lnTo>
                <a:lnTo>
                  <a:pt x="6585" y="381"/>
                </a:lnTo>
                <a:lnTo>
                  <a:pt x="6603" y="369"/>
                </a:lnTo>
                <a:lnTo>
                  <a:pt x="6620" y="357"/>
                </a:lnTo>
                <a:lnTo>
                  <a:pt x="6638" y="345"/>
                </a:lnTo>
                <a:lnTo>
                  <a:pt x="6656" y="333"/>
                </a:lnTo>
                <a:lnTo>
                  <a:pt x="6674" y="321"/>
                </a:lnTo>
                <a:lnTo>
                  <a:pt x="6692" y="309"/>
                </a:lnTo>
                <a:lnTo>
                  <a:pt x="6710" y="296"/>
                </a:lnTo>
                <a:lnTo>
                  <a:pt x="6727" y="284"/>
                </a:lnTo>
                <a:lnTo>
                  <a:pt x="6745" y="272"/>
                </a:lnTo>
                <a:lnTo>
                  <a:pt x="6763" y="259"/>
                </a:lnTo>
                <a:lnTo>
                  <a:pt x="6781" y="247"/>
                </a:lnTo>
                <a:lnTo>
                  <a:pt x="6799" y="234"/>
                </a:lnTo>
                <a:lnTo>
                  <a:pt x="6817" y="222"/>
                </a:lnTo>
                <a:lnTo>
                  <a:pt x="6834" y="209"/>
                </a:lnTo>
                <a:lnTo>
                  <a:pt x="6852" y="197"/>
                </a:lnTo>
                <a:lnTo>
                  <a:pt x="6870" y="184"/>
                </a:lnTo>
                <a:lnTo>
                  <a:pt x="6888" y="171"/>
                </a:lnTo>
                <a:lnTo>
                  <a:pt x="6906" y="158"/>
                </a:lnTo>
                <a:lnTo>
                  <a:pt x="6924" y="145"/>
                </a:lnTo>
                <a:lnTo>
                  <a:pt x="6942" y="132"/>
                </a:lnTo>
                <a:lnTo>
                  <a:pt x="6959" y="119"/>
                </a:lnTo>
                <a:lnTo>
                  <a:pt x="6977" y="106"/>
                </a:lnTo>
                <a:lnTo>
                  <a:pt x="6995" y="93"/>
                </a:lnTo>
                <a:lnTo>
                  <a:pt x="7013" y="80"/>
                </a:lnTo>
                <a:lnTo>
                  <a:pt x="7031" y="67"/>
                </a:lnTo>
                <a:lnTo>
                  <a:pt x="7049" y="54"/>
                </a:lnTo>
                <a:lnTo>
                  <a:pt x="7066" y="40"/>
                </a:lnTo>
                <a:lnTo>
                  <a:pt x="7084" y="27"/>
                </a:lnTo>
                <a:lnTo>
                  <a:pt x="7102" y="13"/>
                </a:lnTo>
                <a:lnTo>
                  <a:pt x="7120" y="0"/>
                </a:lnTo>
              </a:path>
            </a:pathLst>
          </a:custGeom>
          <a:noFill/>
          <a:ln w="38100">
            <a:solidFill>
              <a:srgbClr val="C65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001000" y="3264408"/>
            <a:ext cx="3474720" cy="1280160"/>
          </a:xfrm>
          <a:prstGeom prst="rect">
            <a:avLst/>
          </a:prstGeom>
          <a:noFill/>
        </p:spPr>
        <p:txBody>
          <a:bodyPr wrap="square" lIns="0" rIns="0" tIns="0" bIns="0">
            <a:spAutoFit/>
          </a:bodyPr>
          <a:lstStyle/>
          <a:p>
            <a:pPr>
              <a:spcAft>
                <a:spcPts val="0"/>
              </a:spcAft>
              <a:defRPr sz="2800" b="0">
                <a:solidFill>
                  <a:srgbClr val="C65326"/>
                </a:solidFill>
                <a:latin typeface="Arial"/>
              </a:defRPr>
            </a:pPr>
            <a:r>
              <a:t>Low bias.</a:t>
            </a:r>
          </a:p>
          <a:p>
            <a:pPr>
              <a:spcAft>
                <a:spcPts val="0"/>
              </a:spcAft>
              <a:defRPr sz="2800" b="0">
                <a:solidFill>
                  <a:srgbClr val="C65326"/>
                </a:solidFill>
                <a:latin typeface="Arial"/>
              </a:defRPr>
            </a:pPr>
            <a:r>
              <a:t>Low variance.</a:t>
            </a:r>
          </a:p>
        </p:txBody>
      </p:sp>
      <p:cxnSp>
        <p:nvCxnSpPr>
          <p:cNvPr id="20" name="Connector 19"/>
          <p:cNvCxnSpPr/>
          <p:nvPr/>
        </p:nvCxnSpPr>
        <p:spPr>
          <a:xfrm>
            <a:off x="841248" y="5989320"/>
            <a:ext cx="256032" cy="0"/>
          </a:xfrm>
          <a:prstGeom prst="line">
            <a:avLst/>
          </a:prstGeom>
          <a:ln w="25400">
            <a:solidFill>
              <a:srgbClr val="7963AF"/>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197864"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one degree-2 fit</a:t>
            </a:r>
          </a:p>
        </p:txBody>
      </p:sp>
      <p:cxnSp>
        <p:nvCxnSpPr>
          <p:cNvPr id="22" name="Connector 21"/>
          <p:cNvCxnSpPr/>
          <p:nvPr/>
        </p:nvCxnSpPr>
        <p:spPr>
          <a:xfrm>
            <a:off x="3621024" y="5989320"/>
            <a:ext cx="256032" cy="0"/>
          </a:xfrm>
          <a:prstGeom prst="line">
            <a:avLst/>
          </a:prstGeom>
          <a:ln w="25400">
            <a:solidFill>
              <a:srgbClr val="C65326"/>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977639"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average of 8 fits</a:t>
            </a:r>
          </a:p>
        </p:txBody>
      </p:sp>
      <p:cxnSp>
        <p:nvCxnSpPr>
          <p:cNvPr id="24" name="Connector 23"/>
          <p:cNvCxnSpPr/>
          <p:nvPr/>
        </p:nvCxnSpPr>
        <p:spPr>
          <a:xfrm>
            <a:off x="6400800" y="5989320"/>
            <a:ext cx="256032" cy="0"/>
          </a:xfrm>
          <a:prstGeom prst="line">
            <a:avLst/>
          </a:prstGeom>
          <a:ln w="25400">
            <a:solidFill>
              <a:srgbClr val="181D16"/>
            </a:solidFill>
            <a:prstDash val="dash"/>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6757416" y="5870448"/>
            <a:ext cx="2468880" cy="320040"/>
          </a:xfrm>
          <a:prstGeom prst="rect">
            <a:avLst/>
          </a:prstGeom>
          <a:noFill/>
        </p:spPr>
        <p:txBody>
          <a:bodyPr wrap="square" lIns="0" rIns="0" tIns="0" bIns="0">
            <a:spAutoFit/>
          </a:bodyPr>
          <a:lstStyle/>
          <a:p>
            <a:pPr>
              <a:spcAft>
                <a:spcPts val="0"/>
              </a:spcAft>
              <a:defRPr sz="1300" b="0">
                <a:solidFill>
                  <a:srgbClr val="686C66"/>
                </a:solidFill>
                <a:latin typeface="Arial"/>
              </a:defRPr>
            </a:pPr>
            <a:r>
              <a:t>true pattern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Three sources of prediction error.</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06/07</a:t>
            </a:r>
          </a:p>
        </p:txBody>
      </p:sp>
      <p:sp>
        <p:nvSpPr>
          <p:cNvPr id="5" name="TextBox 4"/>
          <p:cNvSpPr txBox="1"/>
          <p:nvPr/>
        </p:nvSpPr>
        <p:spPr>
          <a:xfrm>
            <a:off x="868680" y="2560320"/>
            <a:ext cx="5074920" cy="731520"/>
          </a:xfrm>
          <a:prstGeom prst="rect">
            <a:avLst/>
          </a:prstGeom>
          <a:noFill/>
        </p:spPr>
        <p:txBody>
          <a:bodyPr wrap="square" lIns="0" rIns="0" tIns="0" bIns="0">
            <a:spAutoFit/>
          </a:bodyPr>
          <a:lstStyle/>
          <a:p>
            <a:pPr>
              <a:spcAft>
                <a:spcPts val="0"/>
              </a:spcAft>
              <a:defRPr sz="3100" b="0">
                <a:solidFill>
                  <a:srgbClr val="181D16"/>
                </a:solidFill>
                <a:latin typeface="Arial"/>
              </a:defRPr>
            </a:pPr>
            <a:r>
              <a:t>Expected squared error</a:t>
            </a:r>
          </a:p>
        </p:txBody>
      </p:sp>
      <p:sp>
        <p:nvSpPr>
          <p:cNvPr id="6" name="TextBox 5"/>
          <p:cNvSpPr txBox="1"/>
          <p:nvPr/>
        </p:nvSpPr>
        <p:spPr>
          <a:xfrm>
            <a:off x="5715000" y="2560320"/>
            <a:ext cx="594360" cy="731520"/>
          </a:xfrm>
          <a:prstGeom prst="rect">
            <a:avLst/>
          </a:prstGeom>
          <a:noFill/>
        </p:spPr>
        <p:txBody>
          <a:bodyPr wrap="square" lIns="0" rIns="0" tIns="0" bIns="0">
            <a:spAutoFit/>
          </a:bodyPr>
          <a:lstStyle/>
          <a:p>
            <a:pPr>
              <a:spcAft>
                <a:spcPts val="0"/>
              </a:spcAft>
              <a:defRPr sz="3100" b="0">
                <a:solidFill>
                  <a:srgbClr val="686C66"/>
                </a:solidFill>
                <a:latin typeface="Arial"/>
              </a:defRPr>
            </a:pPr>
            <a:r>
              <a:t>=</a:t>
            </a:r>
          </a:p>
        </p:txBody>
      </p:sp>
      <p:sp>
        <p:nvSpPr>
          <p:cNvPr id="7" name="TextBox 6"/>
          <p:cNvSpPr txBox="1"/>
          <p:nvPr/>
        </p:nvSpPr>
        <p:spPr>
          <a:xfrm>
            <a:off x="6400800" y="2560320"/>
            <a:ext cx="1143000" cy="731520"/>
          </a:xfrm>
          <a:prstGeom prst="rect">
            <a:avLst/>
          </a:prstGeom>
          <a:noFill/>
        </p:spPr>
        <p:txBody>
          <a:bodyPr wrap="square" lIns="0" rIns="0" tIns="0" bIns="0">
            <a:spAutoFit/>
          </a:bodyPr>
          <a:lstStyle/>
          <a:p>
            <a:pPr>
              <a:spcAft>
                <a:spcPts val="0"/>
              </a:spcAft>
              <a:defRPr sz="3100" b="0">
                <a:solidFill>
                  <a:srgbClr val="C65326"/>
                </a:solidFill>
                <a:latin typeface="Arial"/>
              </a:defRPr>
            </a:pPr>
            <a:r>
              <a:t>bias²</a:t>
            </a:r>
          </a:p>
        </p:txBody>
      </p:sp>
      <p:sp>
        <p:nvSpPr>
          <p:cNvPr id="8" name="TextBox 7"/>
          <p:cNvSpPr txBox="1"/>
          <p:nvPr/>
        </p:nvSpPr>
        <p:spPr>
          <a:xfrm>
            <a:off x="7543800" y="2560320"/>
            <a:ext cx="457200" cy="731520"/>
          </a:xfrm>
          <a:prstGeom prst="rect">
            <a:avLst/>
          </a:prstGeom>
          <a:noFill/>
        </p:spPr>
        <p:txBody>
          <a:bodyPr wrap="square" lIns="0" rIns="0" tIns="0" bIns="0">
            <a:spAutoFit/>
          </a:bodyPr>
          <a:lstStyle/>
          <a:p>
            <a:pPr>
              <a:spcAft>
                <a:spcPts val="0"/>
              </a:spcAft>
              <a:defRPr sz="3100" b="0">
                <a:solidFill>
                  <a:srgbClr val="686C66"/>
                </a:solidFill>
                <a:latin typeface="Arial"/>
              </a:defRPr>
            </a:pPr>
            <a:r>
              <a:t>+</a:t>
            </a:r>
          </a:p>
        </p:txBody>
      </p:sp>
      <p:sp>
        <p:nvSpPr>
          <p:cNvPr id="9" name="TextBox 8"/>
          <p:cNvSpPr txBox="1"/>
          <p:nvPr/>
        </p:nvSpPr>
        <p:spPr>
          <a:xfrm>
            <a:off x="8046720" y="2560320"/>
            <a:ext cx="1828800" cy="731520"/>
          </a:xfrm>
          <a:prstGeom prst="rect">
            <a:avLst/>
          </a:prstGeom>
          <a:noFill/>
        </p:spPr>
        <p:txBody>
          <a:bodyPr wrap="square" lIns="0" rIns="0" tIns="0" bIns="0">
            <a:spAutoFit/>
          </a:bodyPr>
          <a:lstStyle/>
          <a:p>
            <a:pPr>
              <a:spcAft>
                <a:spcPts val="0"/>
              </a:spcAft>
              <a:defRPr sz="3100" b="0">
                <a:solidFill>
                  <a:srgbClr val="7963AF"/>
                </a:solidFill>
                <a:latin typeface="Arial"/>
              </a:defRPr>
            </a:pPr>
            <a:r>
              <a:t>variance</a:t>
            </a:r>
          </a:p>
        </p:txBody>
      </p:sp>
      <p:sp>
        <p:nvSpPr>
          <p:cNvPr id="10" name="TextBox 9"/>
          <p:cNvSpPr txBox="1"/>
          <p:nvPr/>
        </p:nvSpPr>
        <p:spPr>
          <a:xfrm>
            <a:off x="9875520" y="2560320"/>
            <a:ext cx="457200" cy="731520"/>
          </a:xfrm>
          <a:prstGeom prst="rect">
            <a:avLst/>
          </a:prstGeom>
          <a:noFill/>
        </p:spPr>
        <p:txBody>
          <a:bodyPr wrap="square" lIns="0" rIns="0" tIns="0" bIns="0">
            <a:spAutoFit/>
          </a:bodyPr>
          <a:lstStyle/>
          <a:p>
            <a:pPr>
              <a:spcAft>
                <a:spcPts val="0"/>
              </a:spcAft>
              <a:defRPr sz="3100" b="0">
                <a:solidFill>
                  <a:srgbClr val="686C66"/>
                </a:solidFill>
                <a:latin typeface="Arial"/>
              </a:defRPr>
            </a:pPr>
            <a:r>
              <a:t>+</a:t>
            </a:r>
          </a:p>
        </p:txBody>
      </p:sp>
      <p:sp>
        <p:nvSpPr>
          <p:cNvPr id="11" name="TextBox 10"/>
          <p:cNvSpPr txBox="1"/>
          <p:nvPr/>
        </p:nvSpPr>
        <p:spPr>
          <a:xfrm>
            <a:off x="10332720" y="2560320"/>
            <a:ext cx="1143000" cy="731520"/>
          </a:xfrm>
          <a:prstGeom prst="rect">
            <a:avLst/>
          </a:prstGeom>
          <a:noFill/>
        </p:spPr>
        <p:txBody>
          <a:bodyPr wrap="square" lIns="0" rIns="0" tIns="0" bIns="0">
            <a:spAutoFit/>
          </a:bodyPr>
          <a:lstStyle/>
          <a:p>
            <a:pPr>
              <a:spcAft>
                <a:spcPts val="0"/>
              </a:spcAft>
              <a:defRPr sz="3100" b="0">
                <a:solidFill>
                  <a:srgbClr val="181D16"/>
                </a:solidFill>
                <a:latin typeface="Arial"/>
              </a:defRPr>
            </a:pPr>
            <a:r>
              <a:t>noise</a:t>
            </a:r>
          </a:p>
        </p:txBody>
      </p:sp>
      <p:sp>
        <p:nvSpPr>
          <p:cNvPr id="12" name="TextBox 11"/>
          <p:cNvSpPr txBox="1"/>
          <p:nvPr/>
        </p:nvSpPr>
        <p:spPr>
          <a:xfrm>
            <a:off x="896112" y="4005072"/>
            <a:ext cx="3200400" cy="274320"/>
          </a:xfrm>
          <a:prstGeom prst="rect">
            <a:avLst/>
          </a:prstGeom>
          <a:noFill/>
        </p:spPr>
        <p:txBody>
          <a:bodyPr wrap="square" lIns="0" rIns="0" tIns="0" bIns="0">
            <a:spAutoFit/>
          </a:bodyPr>
          <a:lstStyle/>
          <a:p>
            <a:pPr>
              <a:spcAft>
                <a:spcPts val="0"/>
              </a:spcAft>
              <a:defRPr sz="1300" b="0">
                <a:solidFill>
                  <a:srgbClr val="C65326"/>
                </a:solidFill>
                <a:latin typeface="Arial"/>
              </a:defRPr>
            </a:pPr>
            <a:r>
              <a:t>BIAS²</a:t>
            </a:r>
          </a:p>
        </p:txBody>
      </p:sp>
      <p:sp>
        <p:nvSpPr>
          <p:cNvPr id="13" name="TextBox 12"/>
          <p:cNvSpPr txBox="1"/>
          <p:nvPr/>
        </p:nvSpPr>
        <p:spPr>
          <a:xfrm>
            <a:off x="896112" y="4480560"/>
            <a:ext cx="3200400" cy="914400"/>
          </a:xfrm>
          <a:prstGeom prst="rect">
            <a:avLst/>
          </a:prstGeom>
          <a:noFill/>
        </p:spPr>
        <p:txBody>
          <a:bodyPr wrap="square" lIns="0" rIns="0" tIns="0" bIns="0">
            <a:spAutoFit/>
          </a:bodyPr>
          <a:lstStyle/>
          <a:p>
            <a:pPr>
              <a:spcAft>
                <a:spcPts val="0"/>
              </a:spcAft>
              <a:defRPr sz="2300" b="0">
                <a:solidFill>
                  <a:srgbClr val="181D16"/>
                </a:solidFill>
                <a:latin typeface="Arial"/>
              </a:defRPr>
            </a:pPr>
            <a:r>
              <a:t>Systematic error.</a:t>
            </a:r>
          </a:p>
        </p:txBody>
      </p:sp>
      <p:sp>
        <p:nvSpPr>
          <p:cNvPr id="14" name="TextBox 13"/>
          <p:cNvSpPr txBox="1"/>
          <p:nvPr/>
        </p:nvSpPr>
        <p:spPr>
          <a:xfrm>
            <a:off x="4590288" y="4005072"/>
            <a:ext cx="3200400" cy="274320"/>
          </a:xfrm>
          <a:prstGeom prst="rect">
            <a:avLst/>
          </a:prstGeom>
          <a:noFill/>
        </p:spPr>
        <p:txBody>
          <a:bodyPr wrap="square" lIns="0" rIns="0" tIns="0" bIns="0">
            <a:spAutoFit/>
          </a:bodyPr>
          <a:lstStyle/>
          <a:p>
            <a:pPr>
              <a:spcAft>
                <a:spcPts val="0"/>
              </a:spcAft>
              <a:defRPr sz="1300" b="0">
                <a:solidFill>
                  <a:srgbClr val="7963AF"/>
                </a:solidFill>
                <a:latin typeface="Arial"/>
              </a:defRPr>
            </a:pPr>
            <a:r>
              <a:t>VARIANCE</a:t>
            </a:r>
          </a:p>
        </p:txBody>
      </p:sp>
      <p:sp>
        <p:nvSpPr>
          <p:cNvPr id="15" name="TextBox 14"/>
          <p:cNvSpPr txBox="1"/>
          <p:nvPr/>
        </p:nvSpPr>
        <p:spPr>
          <a:xfrm>
            <a:off x="4590288" y="4480560"/>
            <a:ext cx="3200400" cy="914400"/>
          </a:xfrm>
          <a:prstGeom prst="rect">
            <a:avLst/>
          </a:prstGeom>
          <a:noFill/>
        </p:spPr>
        <p:txBody>
          <a:bodyPr wrap="square" lIns="0" rIns="0" tIns="0" bIns="0">
            <a:spAutoFit/>
          </a:bodyPr>
          <a:lstStyle/>
          <a:p>
            <a:pPr>
              <a:spcAft>
                <a:spcPts val="0"/>
              </a:spcAft>
              <a:defRPr sz="2300" b="0">
                <a:solidFill>
                  <a:srgbClr val="181D16"/>
                </a:solidFill>
                <a:latin typeface="Arial"/>
              </a:defRPr>
            </a:pPr>
            <a:r>
              <a:t>Sensitivity to the sample.</a:t>
            </a:r>
          </a:p>
        </p:txBody>
      </p:sp>
      <p:sp>
        <p:nvSpPr>
          <p:cNvPr id="16" name="TextBox 15"/>
          <p:cNvSpPr txBox="1"/>
          <p:nvPr/>
        </p:nvSpPr>
        <p:spPr>
          <a:xfrm>
            <a:off x="8284464" y="4005072"/>
            <a:ext cx="3200400" cy="274320"/>
          </a:xfrm>
          <a:prstGeom prst="rect">
            <a:avLst/>
          </a:prstGeom>
          <a:noFill/>
        </p:spPr>
        <p:txBody>
          <a:bodyPr wrap="square" lIns="0" rIns="0" tIns="0" bIns="0">
            <a:spAutoFit/>
          </a:bodyPr>
          <a:lstStyle/>
          <a:p>
            <a:pPr>
              <a:spcAft>
                <a:spcPts val="0"/>
              </a:spcAft>
              <a:defRPr sz="1300" b="0">
                <a:solidFill>
                  <a:srgbClr val="181D16"/>
                </a:solidFill>
                <a:latin typeface="Arial"/>
              </a:defRPr>
            </a:pPr>
            <a:r>
              <a:t>NOISE</a:t>
            </a:r>
          </a:p>
        </p:txBody>
      </p:sp>
      <p:sp>
        <p:nvSpPr>
          <p:cNvPr id="17" name="TextBox 16"/>
          <p:cNvSpPr txBox="1"/>
          <p:nvPr/>
        </p:nvSpPr>
        <p:spPr>
          <a:xfrm>
            <a:off x="8284464" y="4480560"/>
            <a:ext cx="3200400" cy="914400"/>
          </a:xfrm>
          <a:prstGeom prst="rect">
            <a:avLst/>
          </a:prstGeom>
          <a:noFill/>
        </p:spPr>
        <p:txBody>
          <a:bodyPr wrap="square" lIns="0" rIns="0" tIns="0" bIns="0">
            <a:spAutoFit/>
          </a:bodyPr>
          <a:lstStyle/>
          <a:p>
            <a:pPr>
              <a:spcAft>
                <a:spcPts val="0"/>
              </a:spcAft>
              <a:defRPr sz="2300" b="0">
                <a:solidFill>
                  <a:srgbClr val="181D16"/>
                </a:solidFill>
                <a:latin typeface="Arial"/>
              </a:defRPr>
            </a:pPr>
            <a:r>
              <a:t>Uncertainty that remains.</a:t>
            </a:r>
          </a:p>
        </p:txBody>
      </p:sp>
      <p:sp>
        <p:nvSpPr>
          <p:cNvPr id="18" name="TextBox 17"/>
          <p:cNvSpPr txBox="1"/>
          <p:nvPr/>
        </p:nvSpPr>
        <p:spPr>
          <a:xfrm>
            <a:off x="896112" y="5650992"/>
            <a:ext cx="10607040" cy="502920"/>
          </a:xfrm>
          <a:prstGeom prst="rect">
            <a:avLst/>
          </a:prstGeom>
          <a:noFill/>
        </p:spPr>
        <p:txBody>
          <a:bodyPr wrap="square" lIns="0" rIns="0" tIns="0" bIns="0">
            <a:spAutoFit/>
          </a:bodyPr>
          <a:lstStyle/>
          <a:p>
            <a:pPr>
              <a:spcAft>
                <a:spcPts val="0"/>
              </a:spcAft>
              <a:defRPr sz="2200" b="0">
                <a:solidFill>
                  <a:srgbClr val="686C66"/>
                </a:solidFill>
                <a:latin typeface="Arial"/>
              </a:defRPr>
            </a:pPr>
            <a:r>
              <a:t>Even the true pattern cannot predict every noisy observation.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4"/>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768328" y="201168"/>
            <a:ext cx="219456" cy="6455664"/>
          </a:xfrm>
          <a:prstGeom prst="rect">
            <a:avLst/>
          </a:prstGeom>
        </p:spPr>
      </p:pic>
      <p:sp>
        <p:nvSpPr>
          <p:cNvPr id="3" name="TextBox 2"/>
          <p:cNvSpPr txBox="1"/>
          <p:nvPr/>
        </p:nvSpPr>
        <p:spPr>
          <a:xfrm>
            <a:off x="566928" y="960120"/>
            <a:ext cx="10972800" cy="731520"/>
          </a:xfrm>
          <a:prstGeom prst="rect">
            <a:avLst/>
          </a:prstGeom>
          <a:noFill/>
        </p:spPr>
        <p:txBody>
          <a:bodyPr wrap="square" lIns="0" rIns="0" tIns="0" bIns="0">
            <a:spAutoFit/>
          </a:bodyPr>
          <a:lstStyle/>
          <a:p>
            <a:pPr>
              <a:spcAft>
                <a:spcPts val="0"/>
              </a:spcAft>
              <a:defRPr sz="3800" b="0">
                <a:solidFill>
                  <a:srgbClr val="181D16"/>
                </a:solidFill>
                <a:latin typeface="Arial"/>
              </a:defRPr>
            </a:pPr>
            <a:r>
              <a:t>Learn accurately. Predict consistently.</a:t>
            </a:r>
          </a:p>
        </p:txBody>
      </p:sp>
      <p:sp>
        <p:nvSpPr>
          <p:cNvPr id="4" name="TextBox 3"/>
          <p:cNvSpPr txBox="1"/>
          <p:nvPr/>
        </p:nvSpPr>
        <p:spPr>
          <a:xfrm>
            <a:off x="10917936" y="6510528"/>
            <a:ext cx="685800" cy="201168"/>
          </a:xfrm>
          <a:prstGeom prst="rect">
            <a:avLst/>
          </a:prstGeom>
          <a:noFill/>
        </p:spPr>
        <p:txBody>
          <a:bodyPr wrap="square" lIns="0" rIns="0" tIns="0" bIns="0">
            <a:spAutoFit/>
          </a:bodyPr>
          <a:lstStyle/>
          <a:p>
            <a:pPr>
              <a:spcAft>
                <a:spcPts val="0"/>
              </a:spcAft>
              <a:defRPr sz="1100" b="0">
                <a:solidFill>
                  <a:srgbClr val="686C66"/>
                </a:solidFill>
                <a:latin typeface="Arial"/>
              </a:defRPr>
            </a:pPr>
            <a:r>
              <a:t>07/07</a:t>
            </a:r>
          </a:p>
        </p:txBody>
      </p:sp>
      <p:sp>
        <p:nvSpPr>
          <p:cNvPr id="5" name="TextBox 4"/>
          <p:cNvSpPr txBox="1"/>
          <p:nvPr/>
        </p:nvSpPr>
        <p:spPr>
          <a:xfrm>
            <a:off x="914400" y="2926080"/>
            <a:ext cx="4389120" cy="320040"/>
          </a:xfrm>
          <a:prstGeom prst="rect">
            <a:avLst/>
          </a:prstGeom>
          <a:noFill/>
        </p:spPr>
        <p:txBody>
          <a:bodyPr wrap="square" lIns="0" rIns="0" tIns="0" bIns="0">
            <a:spAutoFit/>
          </a:bodyPr>
          <a:lstStyle/>
          <a:p>
            <a:pPr>
              <a:spcAft>
                <a:spcPts val="0"/>
              </a:spcAft>
              <a:defRPr sz="1400" b="0">
                <a:solidFill>
                  <a:srgbClr val="C65326"/>
                </a:solidFill>
                <a:latin typeface="Arial"/>
              </a:defRPr>
            </a:pPr>
            <a:r>
              <a:t>BIAS</a:t>
            </a:r>
          </a:p>
        </p:txBody>
      </p:sp>
      <p:sp>
        <p:nvSpPr>
          <p:cNvPr id="6" name="TextBox 5"/>
          <p:cNvSpPr txBox="1"/>
          <p:nvPr/>
        </p:nvSpPr>
        <p:spPr>
          <a:xfrm>
            <a:off x="914400" y="3566160"/>
            <a:ext cx="4572000" cy="1463040"/>
          </a:xfrm>
          <a:prstGeom prst="rect">
            <a:avLst/>
          </a:prstGeom>
          <a:noFill/>
        </p:spPr>
        <p:txBody>
          <a:bodyPr wrap="square" lIns="0" rIns="0" tIns="0" bIns="0">
            <a:spAutoFit/>
          </a:bodyPr>
          <a:lstStyle/>
          <a:p>
            <a:pPr>
              <a:spcAft>
                <a:spcPts val="0"/>
              </a:spcAft>
              <a:defRPr sz="3200" b="0">
                <a:solidFill>
                  <a:srgbClr val="181D16"/>
                </a:solidFill>
                <a:latin typeface="Arial"/>
              </a:defRPr>
            </a:pPr>
            <a:r>
              <a:t>Is the average</a:t>
            </a:r>
          </a:p>
          <a:p>
            <a:pPr>
              <a:spcAft>
                <a:spcPts val="0"/>
              </a:spcAft>
              <a:defRPr sz="3200" b="0">
                <a:solidFill>
                  <a:srgbClr val="181D16"/>
                </a:solidFill>
                <a:latin typeface="Arial"/>
              </a:defRPr>
            </a:pPr>
            <a:r>
              <a:t>prediction off?</a:t>
            </a:r>
          </a:p>
        </p:txBody>
      </p:sp>
      <p:sp>
        <p:nvSpPr>
          <p:cNvPr id="7" name="TextBox 6"/>
          <p:cNvSpPr txBox="1"/>
          <p:nvPr/>
        </p:nvSpPr>
        <p:spPr>
          <a:xfrm>
            <a:off x="6510528" y="2926080"/>
            <a:ext cx="4389120" cy="320040"/>
          </a:xfrm>
          <a:prstGeom prst="rect">
            <a:avLst/>
          </a:prstGeom>
          <a:noFill/>
        </p:spPr>
        <p:txBody>
          <a:bodyPr wrap="square" lIns="0" rIns="0" tIns="0" bIns="0">
            <a:spAutoFit/>
          </a:bodyPr>
          <a:lstStyle/>
          <a:p>
            <a:pPr>
              <a:spcAft>
                <a:spcPts val="0"/>
              </a:spcAft>
              <a:defRPr sz="1400" b="0">
                <a:solidFill>
                  <a:srgbClr val="7963AF"/>
                </a:solidFill>
                <a:latin typeface="Arial"/>
              </a:defRPr>
            </a:pPr>
            <a:r>
              <a:t>VARIANCE</a:t>
            </a:r>
          </a:p>
        </p:txBody>
      </p:sp>
      <p:sp>
        <p:nvSpPr>
          <p:cNvPr id="8" name="TextBox 7"/>
          <p:cNvSpPr txBox="1"/>
          <p:nvPr/>
        </p:nvSpPr>
        <p:spPr>
          <a:xfrm>
            <a:off x="6510528" y="3566160"/>
            <a:ext cx="4572000" cy="1463040"/>
          </a:xfrm>
          <a:prstGeom prst="rect">
            <a:avLst/>
          </a:prstGeom>
          <a:noFill/>
        </p:spPr>
        <p:txBody>
          <a:bodyPr wrap="square" lIns="0" rIns="0" tIns="0" bIns="0">
            <a:spAutoFit/>
          </a:bodyPr>
          <a:lstStyle/>
          <a:p>
            <a:pPr>
              <a:spcAft>
                <a:spcPts val="0"/>
              </a:spcAft>
              <a:defRPr sz="3200" b="0">
                <a:solidFill>
                  <a:srgbClr val="181D16"/>
                </a:solidFill>
                <a:latin typeface="Arial"/>
              </a:defRPr>
            </a:pPr>
            <a:r>
              <a:t>How much does</a:t>
            </a:r>
          </a:p>
          <a:p>
            <a:pPr>
              <a:spcAft>
                <a:spcPts val="0"/>
              </a:spcAft>
              <a:defRPr sz="3200" b="0">
                <a:solidFill>
                  <a:srgbClr val="181D16"/>
                </a:solidFill>
                <a:latin typeface="Arial"/>
              </a:defRPr>
            </a:pPr>
            <a:r>
              <a:t>retraining change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bias–variance tradeoff</dc:title>
  <dc:subject>CMPSC 448 — bias and variance through repeated training</dc:subject>
  <dc:creator>CMPSC 448</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