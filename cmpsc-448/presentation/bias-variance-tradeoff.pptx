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Which fit looks convincing, and which would predict new observations well? Pause before naming the concepts. Both models use exactly the same 20 training observations and identical axis limits. They are degree-1 and degree-12 polynomial fits. The underlying relationship is quadratic. Do not reveal the degree-2 good fit yet; it appears in the repeated-sample comparison on slide 4. All examples use x in [-1, 1], independent Gaussian noise with standard deviation 0.4, and arbitrary units. Curves and dots are editable vector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straight fit from slide 1 frozen. Reveal the first 25 observations from the independent 1,000-point test set; slide 3 will show exactly these same observations and axis limits. No model is refitted, and there is no distribution shift or extrapolation. The line still misses the curvature. Bias is the systematic difference between the average prediction over repeated training samples and the true regression function. Here the model family only permits straight lines, so even its average fit cannot capture curvature. The true curve is deliberately hidden here, as it would be in practice; only the frozen model and unseen observations are shown. Underfitting usually leaves substantial error even on training data. More samples alone will not make a straight model quadratic. Linear regression can also use polynomial features: it is the straight-line specification here that is restrictive.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degree-12 fit from slide 1 frozen and reveal the exact same 25 unseen observations as slide 2. The model was trained on the original 20 points, not these new points. Its wiggles follow noise from training that is not repeated in the test sample. There is no distribution shift or extrapolation. After revealing the good-fit alternative on slide 4, use slide 6 to quantify why the lowest training loss does not guarantee the lowest test loss. Variance means variability of model predictions across possible training datasets, not variability of the input data and not simply a curve looking wiggly. One fit suggests noise-chasing; slide 4 demonstrates sensitivity through repeated samples. Flexibility is not inherently bad: its risk depends on sample size, noise, regularization, and the learning procedure.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Generate eight fresh training samples at the original 20 x positions. For each sample, all three model degrees receive exactly the same noisy outputs. This is the first reveal of the degree-2 good-fit model family. Each pale curve is one refit; the original fits from slides 1–3 are not used here. Straight fits cluster but miss the quadratic truth. Degree-2 curves stay close to the truth. Degree-12 curves spread out, especially near the boundaries. All three panels share identical axes. Some degree-12 fits leave the visible vertical range; those portions are omitted rather than compressed. This controlled repeated-sampling comparison isolates sensitivity to the training sample. Bias and variance are defined at an input x and can vary across the domain.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graph fits a degree-2 polynomial to the exact same 20 training observations used by the straight and wiggly models on slide 1. It follows the broad curvature without trying to hit every noisy point. The right graph keeps that model frozen and reveals the exact same 25 unseen observations shown on slides 2 and 3. Both graphs use identical axes. The model was not refitted on the test set. Unlike the overly rigid line, it captures the curved relationship; unlike the degree-12 fit, it avoids chasing individual noise fluctuations. Its predictions will still miss some points because the observations contain irreducible noise. Slide 6 reports its measured losses over all training points and all 1,000 test points. This degree was fixed for the demonstration; in practice choose complexity using validation data or cross-validation, then evaluate once on an untouched test set.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are actual computed results on the shared quadratic process: y = 0.3 + 0.4x + 1.3x² + noise, with noise standard deviation 0.4. Training uses 20 equally spaced x values on [-1, 1]; test uses 1,000 independently drawn uniform x values in that same range and fresh noise. Degrees 1, 2, and 12 were fixed for this demonstration, not selected by searching test loss. Mean squared error is the average of (prediction minus observed y)²; lower is better and units are squared output units. The underfit has relatively high losses on both sets. The degree-2 fit has low, similar losses. Degree 12 achieves the lowest training error, but has higher test error than degree 2. Test loss need not exceed training loss for every finite sample; note that degree 1's test loss is lower here. A single gap does not by itself prove high variance; repeated sampling supplies the conceptual evidence. The degree-1 and degree-12 rows are the frozen models shown on slides 1–3. The degree-2 row is the exact model shown on slide 5, fitted to the same original training set; slide 4 introduced this model family through fresh refits. All rows use identical training and test data. Slides 2, 3, and 5 display only the first 25 test points for readability, while the table evaluates all 1,000.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asking: If training loss is tiny but validation loss is much larger, what might you change? Possible answers include reducing complexity, adding regularization, or collecting more representative training data. If both losses are poor, consider better features or a more expressive model, while also checking data quality and optimization. These are diagnostic clues, not absolute rules. Training learns parameters; validation chooses settings; test estimates performance after decisions are frozen. Teaching background: An Introduction to Statistical Learning, 2nd edition, section 2.2.2, The Bias-Variance Trade-Off, https://www.statlearning.com/. All numerical data and graphics here are original synthetic examples. Visual language is inspired by the saved superlogical profile; no brand assets are reused.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Which model would you trust?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Straight line</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824935"/>
            <a:ext cx="4572000" cy="700430"/>
          </a:xfrm>
          <a:custGeom>
            <a:avLst/>
            <a:gdLst/>
            <a:ahLst/>
            <a:cxnLst/>
            <a:rect l="l" t="t" r="r" b="b"/>
            <a:pathLst>
              <a:path w="5000" h="766">
                <a:moveTo>
                  <a:pt x="0" y="766"/>
                </a:moveTo>
                <a:lnTo>
                  <a:pt x="13" y="764"/>
                </a:lnTo>
                <a:lnTo>
                  <a:pt x="25" y="762"/>
                </a:lnTo>
                <a:lnTo>
                  <a:pt x="38" y="760"/>
                </a:lnTo>
                <a:lnTo>
                  <a:pt x="50" y="758"/>
                </a:lnTo>
                <a:lnTo>
                  <a:pt x="63" y="756"/>
                </a:lnTo>
                <a:lnTo>
                  <a:pt x="75" y="755"/>
                </a:lnTo>
                <a:lnTo>
                  <a:pt x="88" y="753"/>
                </a:lnTo>
                <a:lnTo>
                  <a:pt x="100" y="751"/>
                </a:lnTo>
                <a:lnTo>
                  <a:pt x="113" y="749"/>
                </a:lnTo>
                <a:lnTo>
                  <a:pt x="125" y="747"/>
                </a:lnTo>
                <a:lnTo>
                  <a:pt x="138" y="745"/>
                </a:lnTo>
                <a:lnTo>
                  <a:pt x="150" y="743"/>
                </a:lnTo>
                <a:lnTo>
                  <a:pt x="163" y="741"/>
                </a:lnTo>
                <a:lnTo>
                  <a:pt x="175" y="739"/>
                </a:lnTo>
                <a:lnTo>
                  <a:pt x="188" y="737"/>
                </a:lnTo>
                <a:lnTo>
                  <a:pt x="201" y="735"/>
                </a:lnTo>
                <a:lnTo>
                  <a:pt x="213" y="733"/>
                </a:lnTo>
                <a:lnTo>
                  <a:pt x="226" y="732"/>
                </a:lnTo>
                <a:lnTo>
                  <a:pt x="238" y="730"/>
                </a:lnTo>
                <a:lnTo>
                  <a:pt x="251" y="728"/>
                </a:lnTo>
                <a:lnTo>
                  <a:pt x="263" y="726"/>
                </a:lnTo>
                <a:lnTo>
                  <a:pt x="276" y="724"/>
                </a:lnTo>
                <a:lnTo>
                  <a:pt x="288" y="722"/>
                </a:lnTo>
                <a:lnTo>
                  <a:pt x="301" y="720"/>
                </a:lnTo>
                <a:lnTo>
                  <a:pt x="313" y="718"/>
                </a:lnTo>
                <a:lnTo>
                  <a:pt x="326" y="716"/>
                </a:lnTo>
                <a:lnTo>
                  <a:pt x="338" y="714"/>
                </a:lnTo>
                <a:lnTo>
                  <a:pt x="351" y="712"/>
                </a:lnTo>
                <a:lnTo>
                  <a:pt x="363" y="710"/>
                </a:lnTo>
                <a:lnTo>
                  <a:pt x="376" y="708"/>
                </a:lnTo>
                <a:lnTo>
                  <a:pt x="388" y="707"/>
                </a:lnTo>
                <a:lnTo>
                  <a:pt x="401" y="705"/>
                </a:lnTo>
                <a:lnTo>
                  <a:pt x="414" y="703"/>
                </a:lnTo>
                <a:lnTo>
                  <a:pt x="426" y="701"/>
                </a:lnTo>
                <a:lnTo>
                  <a:pt x="439" y="699"/>
                </a:lnTo>
                <a:lnTo>
                  <a:pt x="451" y="697"/>
                </a:lnTo>
                <a:lnTo>
                  <a:pt x="464" y="695"/>
                </a:lnTo>
                <a:lnTo>
                  <a:pt x="476" y="693"/>
                </a:lnTo>
                <a:lnTo>
                  <a:pt x="489" y="691"/>
                </a:lnTo>
                <a:lnTo>
                  <a:pt x="501" y="689"/>
                </a:lnTo>
                <a:lnTo>
                  <a:pt x="514" y="687"/>
                </a:lnTo>
                <a:lnTo>
                  <a:pt x="526" y="685"/>
                </a:lnTo>
                <a:lnTo>
                  <a:pt x="539" y="683"/>
                </a:lnTo>
                <a:lnTo>
                  <a:pt x="551" y="682"/>
                </a:lnTo>
                <a:lnTo>
                  <a:pt x="564" y="680"/>
                </a:lnTo>
                <a:lnTo>
                  <a:pt x="576" y="678"/>
                </a:lnTo>
                <a:lnTo>
                  <a:pt x="589" y="676"/>
                </a:lnTo>
                <a:lnTo>
                  <a:pt x="602" y="674"/>
                </a:lnTo>
                <a:lnTo>
                  <a:pt x="614" y="672"/>
                </a:lnTo>
                <a:lnTo>
                  <a:pt x="627" y="670"/>
                </a:lnTo>
                <a:lnTo>
                  <a:pt x="639" y="668"/>
                </a:lnTo>
                <a:lnTo>
                  <a:pt x="652" y="666"/>
                </a:lnTo>
                <a:lnTo>
                  <a:pt x="664" y="664"/>
                </a:lnTo>
                <a:lnTo>
                  <a:pt x="677" y="662"/>
                </a:lnTo>
                <a:lnTo>
                  <a:pt x="689" y="660"/>
                </a:lnTo>
                <a:lnTo>
                  <a:pt x="702" y="659"/>
                </a:lnTo>
                <a:lnTo>
                  <a:pt x="714" y="657"/>
                </a:lnTo>
                <a:lnTo>
                  <a:pt x="727" y="655"/>
                </a:lnTo>
                <a:lnTo>
                  <a:pt x="739" y="653"/>
                </a:lnTo>
                <a:lnTo>
                  <a:pt x="752" y="651"/>
                </a:lnTo>
                <a:lnTo>
                  <a:pt x="764" y="649"/>
                </a:lnTo>
                <a:lnTo>
                  <a:pt x="777" y="647"/>
                </a:lnTo>
                <a:lnTo>
                  <a:pt x="789" y="645"/>
                </a:lnTo>
                <a:lnTo>
                  <a:pt x="802" y="643"/>
                </a:lnTo>
                <a:lnTo>
                  <a:pt x="815" y="641"/>
                </a:lnTo>
                <a:lnTo>
                  <a:pt x="827" y="639"/>
                </a:lnTo>
                <a:lnTo>
                  <a:pt x="840" y="637"/>
                </a:lnTo>
                <a:lnTo>
                  <a:pt x="852" y="635"/>
                </a:lnTo>
                <a:lnTo>
                  <a:pt x="865" y="634"/>
                </a:lnTo>
                <a:lnTo>
                  <a:pt x="877" y="632"/>
                </a:lnTo>
                <a:lnTo>
                  <a:pt x="890" y="630"/>
                </a:lnTo>
                <a:lnTo>
                  <a:pt x="902" y="628"/>
                </a:lnTo>
                <a:lnTo>
                  <a:pt x="915" y="626"/>
                </a:lnTo>
                <a:lnTo>
                  <a:pt x="927" y="624"/>
                </a:lnTo>
                <a:lnTo>
                  <a:pt x="940" y="622"/>
                </a:lnTo>
                <a:lnTo>
                  <a:pt x="952" y="620"/>
                </a:lnTo>
                <a:lnTo>
                  <a:pt x="965" y="618"/>
                </a:lnTo>
                <a:lnTo>
                  <a:pt x="977" y="616"/>
                </a:lnTo>
                <a:lnTo>
                  <a:pt x="990" y="614"/>
                </a:lnTo>
                <a:lnTo>
                  <a:pt x="1003" y="612"/>
                </a:lnTo>
                <a:lnTo>
                  <a:pt x="1015" y="610"/>
                </a:lnTo>
                <a:lnTo>
                  <a:pt x="1028" y="609"/>
                </a:lnTo>
                <a:lnTo>
                  <a:pt x="1040" y="607"/>
                </a:lnTo>
                <a:lnTo>
                  <a:pt x="1053" y="605"/>
                </a:lnTo>
                <a:lnTo>
                  <a:pt x="1065" y="603"/>
                </a:lnTo>
                <a:lnTo>
                  <a:pt x="1078" y="601"/>
                </a:lnTo>
                <a:lnTo>
                  <a:pt x="1090" y="599"/>
                </a:lnTo>
                <a:lnTo>
                  <a:pt x="1103" y="597"/>
                </a:lnTo>
                <a:lnTo>
                  <a:pt x="1115" y="595"/>
                </a:lnTo>
                <a:lnTo>
                  <a:pt x="1128" y="593"/>
                </a:lnTo>
                <a:lnTo>
                  <a:pt x="1140" y="591"/>
                </a:lnTo>
                <a:lnTo>
                  <a:pt x="1153" y="589"/>
                </a:lnTo>
                <a:lnTo>
                  <a:pt x="1165" y="587"/>
                </a:lnTo>
                <a:lnTo>
                  <a:pt x="1178" y="586"/>
                </a:lnTo>
                <a:lnTo>
                  <a:pt x="1190" y="584"/>
                </a:lnTo>
                <a:lnTo>
                  <a:pt x="1203" y="582"/>
                </a:lnTo>
                <a:lnTo>
                  <a:pt x="1216" y="580"/>
                </a:lnTo>
                <a:lnTo>
                  <a:pt x="1228" y="578"/>
                </a:lnTo>
                <a:lnTo>
                  <a:pt x="1241" y="576"/>
                </a:lnTo>
                <a:lnTo>
                  <a:pt x="1253" y="574"/>
                </a:lnTo>
                <a:lnTo>
                  <a:pt x="1266" y="572"/>
                </a:lnTo>
                <a:lnTo>
                  <a:pt x="1278" y="570"/>
                </a:lnTo>
                <a:lnTo>
                  <a:pt x="1291" y="568"/>
                </a:lnTo>
                <a:lnTo>
                  <a:pt x="1303" y="566"/>
                </a:lnTo>
                <a:lnTo>
                  <a:pt x="1316" y="564"/>
                </a:lnTo>
                <a:lnTo>
                  <a:pt x="1328" y="562"/>
                </a:lnTo>
                <a:lnTo>
                  <a:pt x="1341" y="561"/>
                </a:lnTo>
                <a:lnTo>
                  <a:pt x="1353" y="559"/>
                </a:lnTo>
                <a:lnTo>
                  <a:pt x="1366" y="557"/>
                </a:lnTo>
                <a:lnTo>
                  <a:pt x="1378" y="555"/>
                </a:lnTo>
                <a:lnTo>
                  <a:pt x="1391" y="553"/>
                </a:lnTo>
                <a:lnTo>
                  <a:pt x="1404" y="551"/>
                </a:lnTo>
                <a:lnTo>
                  <a:pt x="1416" y="549"/>
                </a:lnTo>
                <a:lnTo>
                  <a:pt x="1429" y="547"/>
                </a:lnTo>
                <a:lnTo>
                  <a:pt x="1441" y="545"/>
                </a:lnTo>
                <a:lnTo>
                  <a:pt x="1454" y="543"/>
                </a:lnTo>
                <a:lnTo>
                  <a:pt x="1466" y="541"/>
                </a:lnTo>
                <a:lnTo>
                  <a:pt x="1479" y="539"/>
                </a:lnTo>
                <a:lnTo>
                  <a:pt x="1491" y="537"/>
                </a:lnTo>
                <a:lnTo>
                  <a:pt x="1504" y="536"/>
                </a:lnTo>
                <a:lnTo>
                  <a:pt x="1516" y="534"/>
                </a:lnTo>
                <a:lnTo>
                  <a:pt x="1529" y="532"/>
                </a:lnTo>
                <a:lnTo>
                  <a:pt x="1541" y="530"/>
                </a:lnTo>
                <a:lnTo>
                  <a:pt x="1554" y="528"/>
                </a:lnTo>
                <a:lnTo>
                  <a:pt x="1566" y="526"/>
                </a:lnTo>
                <a:lnTo>
                  <a:pt x="1579" y="524"/>
                </a:lnTo>
                <a:lnTo>
                  <a:pt x="1591" y="522"/>
                </a:lnTo>
                <a:lnTo>
                  <a:pt x="1604" y="520"/>
                </a:lnTo>
                <a:lnTo>
                  <a:pt x="1617" y="518"/>
                </a:lnTo>
                <a:lnTo>
                  <a:pt x="1629" y="516"/>
                </a:lnTo>
                <a:lnTo>
                  <a:pt x="1642" y="514"/>
                </a:lnTo>
                <a:lnTo>
                  <a:pt x="1654" y="513"/>
                </a:lnTo>
                <a:lnTo>
                  <a:pt x="1667" y="511"/>
                </a:lnTo>
                <a:lnTo>
                  <a:pt x="1679" y="509"/>
                </a:lnTo>
                <a:lnTo>
                  <a:pt x="1692" y="507"/>
                </a:lnTo>
                <a:lnTo>
                  <a:pt x="1704" y="505"/>
                </a:lnTo>
                <a:lnTo>
                  <a:pt x="1717" y="503"/>
                </a:lnTo>
                <a:lnTo>
                  <a:pt x="1729" y="501"/>
                </a:lnTo>
                <a:lnTo>
                  <a:pt x="1742" y="499"/>
                </a:lnTo>
                <a:lnTo>
                  <a:pt x="1754" y="497"/>
                </a:lnTo>
                <a:lnTo>
                  <a:pt x="1767" y="495"/>
                </a:lnTo>
                <a:lnTo>
                  <a:pt x="1779" y="493"/>
                </a:lnTo>
                <a:lnTo>
                  <a:pt x="1792" y="491"/>
                </a:lnTo>
                <a:lnTo>
                  <a:pt x="1805" y="489"/>
                </a:lnTo>
                <a:lnTo>
                  <a:pt x="1817" y="488"/>
                </a:lnTo>
                <a:lnTo>
                  <a:pt x="1830" y="486"/>
                </a:lnTo>
                <a:lnTo>
                  <a:pt x="1842" y="484"/>
                </a:lnTo>
                <a:lnTo>
                  <a:pt x="1855" y="482"/>
                </a:lnTo>
                <a:lnTo>
                  <a:pt x="1867" y="480"/>
                </a:lnTo>
                <a:lnTo>
                  <a:pt x="1880" y="478"/>
                </a:lnTo>
                <a:lnTo>
                  <a:pt x="1892" y="476"/>
                </a:lnTo>
                <a:lnTo>
                  <a:pt x="1905" y="474"/>
                </a:lnTo>
                <a:lnTo>
                  <a:pt x="1917" y="472"/>
                </a:lnTo>
                <a:lnTo>
                  <a:pt x="1930" y="470"/>
                </a:lnTo>
                <a:lnTo>
                  <a:pt x="1942" y="468"/>
                </a:lnTo>
                <a:lnTo>
                  <a:pt x="1955" y="466"/>
                </a:lnTo>
                <a:lnTo>
                  <a:pt x="1967" y="464"/>
                </a:lnTo>
                <a:lnTo>
                  <a:pt x="1980" y="463"/>
                </a:lnTo>
                <a:lnTo>
                  <a:pt x="1992" y="461"/>
                </a:lnTo>
                <a:lnTo>
                  <a:pt x="2005" y="459"/>
                </a:lnTo>
                <a:lnTo>
                  <a:pt x="2018" y="457"/>
                </a:lnTo>
                <a:lnTo>
                  <a:pt x="2030" y="455"/>
                </a:lnTo>
                <a:lnTo>
                  <a:pt x="2043" y="453"/>
                </a:lnTo>
                <a:lnTo>
                  <a:pt x="2055" y="451"/>
                </a:lnTo>
                <a:lnTo>
                  <a:pt x="2068" y="449"/>
                </a:lnTo>
                <a:lnTo>
                  <a:pt x="2080" y="447"/>
                </a:lnTo>
                <a:lnTo>
                  <a:pt x="2093" y="445"/>
                </a:lnTo>
                <a:lnTo>
                  <a:pt x="2105" y="443"/>
                </a:lnTo>
                <a:lnTo>
                  <a:pt x="2118" y="441"/>
                </a:lnTo>
                <a:lnTo>
                  <a:pt x="2130" y="440"/>
                </a:lnTo>
                <a:lnTo>
                  <a:pt x="2143" y="438"/>
                </a:lnTo>
                <a:lnTo>
                  <a:pt x="2155" y="436"/>
                </a:lnTo>
                <a:lnTo>
                  <a:pt x="2168" y="434"/>
                </a:lnTo>
                <a:lnTo>
                  <a:pt x="2180" y="432"/>
                </a:lnTo>
                <a:lnTo>
                  <a:pt x="2193" y="430"/>
                </a:lnTo>
                <a:lnTo>
                  <a:pt x="2206" y="428"/>
                </a:lnTo>
                <a:lnTo>
                  <a:pt x="2218" y="426"/>
                </a:lnTo>
                <a:lnTo>
                  <a:pt x="2231" y="424"/>
                </a:lnTo>
                <a:lnTo>
                  <a:pt x="2243" y="422"/>
                </a:lnTo>
                <a:lnTo>
                  <a:pt x="2256" y="420"/>
                </a:lnTo>
                <a:lnTo>
                  <a:pt x="2268" y="418"/>
                </a:lnTo>
                <a:lnTo>
                  <a:pt x="2281" y="416"/>
                </a:lnTo>
                <a:lnTo>
                  <a:pt x="2293" y="415"/>
                </a:lnTo>
                <a:lnTo>
                  <a:pt x="2306" y="413"/>
                </a:lnTo>
                <a:lnTo>
                  <a:pt x="2318" y="411"/>
                </a:lnTo>
                <a:lnTo>
                  <a:pt x="2331" y="409"/>
                </a:lnTo>
                <a:lnTo>
                  <a:pt x="2343" y="407"/>
                </a:lnTo>
                <a:lnTo>
                  <a:pt x="2356" y="405"/>
                </a:lnTo>
                <a:lnTo>
                  <a:pt x="2368" y="403"/>
                </a:lnTo>
                <a:lnTo>
                  <a:pt x="2381" y="401"/>
                </a:lnTo>
                <a:lnTo>
                  <a:pt x="2393" y="399"/>
                </a:lnTo>
                <a:lnTo>
                  <a:pt x="2406" y="397"/>
                </a:lnTo>
                <a:lnTo>
                  <a:pt x="2419" y="395"/>
                </a:lnTo>
                <a:lnTo>
                  <a:pt x="2431" y="393"/>
                </a:lnTo>
                <a:lnTo>
                  <a:pt x="2444" y="391"/>
                </a:lnTo>
                <a:lnTo>
                  <a:pt x="2456" y="390"/>
                </a:lnTo>
                <a:lnTo>
                  <a:pt x="2469" y="388"/>
                </a:lnTo>
                <a:lnTo>
                  <a:pt x="2481" y="386"/>
                </a:lnTo>
                <a:lnTo>
                  <a:pt x="2494" y="384"/>
                </a:lnTo>
                <a:lnTo>
                  <a:pt x="2506" y="382"/>
                </a:lnTo>
                <a:lnTo>
                  <a:pt x="2519" y="380"/>
                </a:lnTo>
                <a:lnTo>
                  <a:pt x="2531" y="378"/>
                </a:lnTo>
                <a:lnTo>
                  <a:pt x="2544" y="376"/>
                </a:lnTo>
                <a:lnTo>
                  <a:pt x="2556" y="374"/>
                </a:lnTo>
                <a:lnTo>
                  <a:pt x="2569" y="372"/>
                </a:lnTo>
                <a:lnTo>
                  <a:pt x="2581" y="370"/>
                </a:lnTo>
                <a:lnTo>
                  <a:pt x="2594" y="368"/>
                </a:lnTo>
                <a:lnTo>
                  <a:pt x="2607" y="367"/>
                </a:lnTo>
                <a:lnTo>
                  <a:pt x="2619" y="365"/>
                </a:lnTo>
                <a:lnTo>
                  <a:pt x="2632" y="363"/>
                </a:lnTo>
                <a:lnTo>
                  <a:pt x="2644" y="361"/>
                </a:lnTo>
                <a:lnTo>
                  <a:pt x="2657" y="359"/>
                </a:lnTo>
                <a:lnTo>
                  <a:pt x="2669" y="357"/>
                </a:lnTo>
                <a:lnTo>
                  <a:pt x="2682" y="355"/>
                </a:lnTo>
                <a:lnTo>
                  <a:pt x="2694" y="353"/>
                </a:lnTo>
                <a:lnTo>
                  <a:pt x="2707" y="351"/>
                </a:lnTo>
                <a:lnTo>
                  <a:pt x="2719" y="349"/>
                </a:lnTo>
                <a:lnTo>
                  <a:pt x="2732" y="347"/>
                </a:lnTo>
                <a:lnTo>
                  <a:pt x="2744" y="345"/>
                </a:lnTo>
                <a:lnTo>
                  <a:pt x="2757" y="343"/>
                </a:lnTo>
                <a:lnTo>
                  <a:pt x="2769" y="342"/>
                </a:lnTo>
                <a:lnTo>
                  <a:pt x="2782" y="340"/>
                </a:lnTo>
                <a:lnTo>
                  <a:pt x="2794" y="338"/>
                </a:lnTo>
                <a:lnTo>
                  <a:pt x="2807" y="336"/>
                </a:lnTo>
                <a:lnTo>
                  <a:pt x="2820" y="334"/>
                </a:lnTo>
                <a:lnTo>
                  <a:pt x="2832" y="332"/>
                </a:lnTo>
                <a:lnTo>
                  <a:pt x="2845" y="330"/>
                </a:lnTo>
                <a:lnTo>
                  <a:pt x="2857" y="328"/>
                </a:lnTo>
                <a:lnTo>
                  <a:pt x="2870" y="326"/>
                </a:lnTo>
                <a:lnTo>
                  <a:pt x="2882" y="324"/>
                </a:lnTo>
                <a:lnTo>
                  <a:pt x="2895" y="322"/>
                </a:lnTo>
                <a:lnTo>
                  <a:pt x="2907" y="320"/>
                </a:lnTo>
                <a:lnTo>
                  <a:pt x="2920" y="318"/>
                </a:lnTo>
                <a:lnTo>
                  <a:pt x="2932" y="317"/>
                </a:lnTo>
                <a:lnTo>
                  <a:pt x="2945" y="315"/>
                </a:lnTo>
                <a:lnTo>
                  <a:pt x="2957" y="313"/>
                </a:lnTo>
                <a:lnTo>
                  <a:pt x="2970" y="311"/>
                </a:lnTo>
                <a:lnTo>
                  <a:pt x="2982" y="309"/>
                </a:lnTo>
                <a:lnTo>
                  <a:pt x="2995" y="307"/>
                </a:lnTo>
                <a:lnTo>
                  <a:pt x="3008" y="305"/>
                </a:lnTo>
                <a:lnTo>
                  <a:pt x="3020" y="303"/>
                </a:lnTo>
                <a:lnTo>
                  <a:pt x="3033" y="301"/>
                </a:lnTo>
                <a:lnTo>
                  <a:pt x="3045" y="299"/>
                </a:lnTo>
                <a:lnTo>
                  <a:pt x="3058" y="297"/>
                </a:lnTo>
                <a:lnTo>
                  <a:pt x="3070" y="295"/>
                </a:lnTo>
                <a:lnTo>
                  <a:pt x="3083" y="294"/>
                </a:lnTo>
                <a:lnTo>
                  <a:pt x="3095" y="292"/>
                </a:lnTo>
                <a:lnTo>
                  <a:pt x="3108" y="290"/>
                </a:lnTo>
                <a:lnTo>
                  <a:pt x="3120" y="288"/>
                </a:lnTo>
                <a:lnTo>
                  <a:pt x="3133" y="286"/>
                </a:lnTo>
                <a:lnTo>
                  <a:pt x="3145" y="284"/>
                </a:lnTo>
                <a:lnTo>
                  <a:pt x="3158" y="282"/>
                </a:lnTo>
                <a:lnTo>
                  <a:pt x="3170" y="280"/>
                </a:lnTo>
                <a:lnTo>
                  <a:pt x="3183" y="278"/>
                </a:lnTo>
                <a:lnTo>
                  <a:pt x="3195" y="276"/>
                </a:lnTo>
                <a:lnTo>
                  <a:pt x="3208" y="274"/>
                </a:lnTo>
                <a:lnTo>
                  <a:pt x="3221" y="272"/>
                </a:lnTo>
                <a:lnTo>
                  <a:pt x="3233" y="270"/>
                </a:lnTo>
                <a:lnTo>
                  <a:pt x="3246" y="269"/>
                </a:lnTo>
                <a:lnTo>
                  <a:pt x="3258" y="267"/>
                </a:lnTo>
                <a:lnTo>
                  <a:pt x="3271" y="265"/>
                </a:lnTo>
                <a:lnTo>
                  <a:pt x="3283" y="263"/>
                </a:lnTo>
                <a:lnTo>
                  <a:pt x="3296" y="261"/>
                </a:lnTo>
                <a:lnTo>
                  <a:pt x="3308" y="259"/>
                </a:lnTo>
                <a:lnTo>
                  <a:pt x="3321" y="257"/>
                </a:lnTo>
                <a:lnTo>
                  <a:pt x="3333" y="255"/>
                </a:lnTo>
                <a:lnTo>
                  <a:pt x="3346" y="253"/>
                </a:lnTo>
                <a:lnTo>
                  <a:pt x="3358" y="251"/>
                </a:lnTo>
                <a:lnTo>
                  <a:pt x="3371" y="249"/>
                </a:lnTo>
                <a:lnTo>
                  <a:pt x="3383" y="247"/>
                </a:lnTo>
                <a:lnTo>
                  <a:pt x="3396" y="245"/>
                </a:lnTo>
                <a:lnTo>
                  <a:pt x="3409" y="244"/>
                </a:lnTo>
                <a:lnTo>
                  <a:pt x="3421" y="242"/>
                </a:lnTo>
                <a:lnTo>
                  <a:pt x="3434" y="240"/>
                </a:lnTo>
                <a:lnTo>
                  <a:pt x="3446" y="238"/>
                </a:lnTo>
                <a:lnTo>
                  <a:pt x="3459" y="236"/>
                </a:lnTo>
                <a:lnTo>
                  <a:pt x="3471" y="234"/>
                </a:lnTo>
                <a:lnTo>
                  <a:pt x="3484" y="232"/>
                </a:lnTo>
                <a:lnTo>
                  <a:pt x="3496" y="230"/>
                </a:lnTo>
                <a:lnTo>
                  <a:pt x="3509" y="228"/>
                </a:lnTo>
                <a:lnTo>
                  <a:pt x="3521" y="226"/>
                </a:lnTo>
                <a:lnTo>
                  <a:pt x="3534" y="224"/>
                </a:lnTo>
                <a:lnTo>
                  <a:pt x="3546" y="222"/>
                </a:lnTo>
                <a:lnTo>
                  <a:pt x="3559" y="221"/>
                </a:lnTo>
                <a:lnTo>
                  <a:pt x="3571" y="219"/>
                </a:lnTo>
                <a:lnTo>
                  <a:pt x="3584" y="217"/>
                </a:lnTo>
                <a:lnTo>
                  <a:pt x="3596" y="215"/>
                </a:lnTo>
                <a:lnTo>
                  <a:pt x="3609" y="213"/>
                </a:lnTo>
                <a:lnTo>
                  <a:pt x="3622" y="211"/>
                </a:lnTo>
                <a:lnTo>
                  <a:pt x="3634" y="209"/>
                </a:lnTo>
                <a:lnTo>
                  <a:pt x="3647" y="207"/>
                </a:lnTo>
                <a:lnTo>
                  <a:pt x="3659" y="205"/>
                </a:lnTo>
                <a:lnTo>
                  <a:pt x="3672" y="203"/>
                </a:lnTo>
                <a:lnTo>
                  <a:pt x="3684" y="201"/>
                </a:lnTo>
                <a:lnTo>
                  <a:pt x="3697" y="199"/>
                </a:lnTo>
                <a:lnTo>
                  <a:pt x="3709" y="197"/>
                </a:lnTo>
                <a:lnTo>
                  <a:pt x="3722" y="196"/>
                </a:lnTo>
                <a:lnTo>
                  <a:pt x="3734" y="194"/>
                </a:lnTo>
                <a:lnTo>
                  <a:pt x="3747" y="192"/>
                </a:lnTo>
                <a:lnTo>
                  <a:pt x="3759" y="190"/>
                </a:lnTo>
                <a:lnTo>
                  <a:pt x="3772" y="188"/>
                </a:lnTo>
                <a:lnTo>
                  <a:pt x="3784" y="186"/>
                </a:lnTo>
                <a:lnTo>
                  <a:pt x="3797" y="184"/>
                </a:lnTo>
                <a:lnTo>
                  <a:pt x="3810" y="182"/>
                </a:lnTo>
                <a:lnTo>
                  <a:pt x="3822" y="180"/>
                </a:lnTo>
                <a:lnTo>
                  <a:pt x="3835" y="178"/>
                </a:lnTo>
                <a:lnTo>
                  <a:pt x="3847" y="176"/>
                </a:lnTo>
                <a:lnTo>
                  <a:pt x="3860" y="174"/>
                </a:lnTo>
                <a:lnTo>
                  <a:pt x="3872" y="172"/>
                </a:lnTo>
                <a:lnTo>
                  <a:pt x="3885" y="171"/>
                </a:lnTo>
                <a:lnTo>
                  <a:pt x="3897" y="169"/>
                </a:lnTo>
                <a:lnTo>
                  <a:pt x="3910" y="167"/>
                </a:lnTo>
                <a:lnTo>
                  <a:pt x="3922" y="165"/>
                </a:lnTo>
                <a:lnTo>
                  <a:pt x="3935" y="163"/>
                </a:lnTo>
                <a:lnTo>
                  <a:pt x="3947" y="161"/>
                </a:lnTo>
                <a:lnTo>
                  <a:pt x="3960" y="159"/>
                </a:lnTo>
                <a:lnTo>
                  <a:pt x="3972" y="157"/>
                </a:lnTo>
                <a:lnTo>
                  <a:pt x="3985" y="155"/>
                </a:lnTo>
                <a:lnTo>
                  <a:pt x="3997" y="153"/>
                </a:lnTo>
                <a:lnTo>
                  <a:pt x="4010" y="151"/>
                </a:lnTo>
                <a:lnTo>
                  <a:pt x="4023" y="149"/>
                </a:lnTo>
                <a:lnTo>
                  <a:pt x="4035" y="148"/>
                </a:lnTo>
                <a:lnTo>
                  <a:pt x="4048" y="146"/>
                </a:lnTo>
                <a:lnTo>
                  <a:pt x="4060" y="144"/>
                </a:lnTo>
                <a:lnTo>
                  <a:pt x="4073" y="142"/>
                </a:lnTo>
                <a:lnTo>
                  <a:pt x="4085" y="140"/>
                </a:lnTo>
                <a:lnTo>
                  <a:pt x="4098" y="138"/>
                </a:lnTo>
                <a:lnTo>
                  <a:pt x="4110" y="136"/>
                </a:lnTo>
                <a:lnTo>
                  <a:pt x="4123" y="134"/>
                </a:lnTo>
                <a:lnTo>
                  <a:pt x="4135" y="132"/>
                </a:lnTo>
                <a:lnTo>
                  <a:pt x="4148" y="130"/>
                </a:lnTo>
                <a:lnTo>
                  <a:pt x="4160" y="128"/>
                </a:lnTo>
                <a:lnTo>
                  <a:pt x="4173" y="126"/>
                </a:lnTo>
                <a:lnTo>
                  <a:pt x="4185" y="124"/>
                </a:lnTo>
                <a:lnTo>
                  <a:pt x="4198" y="123"/>
                </a:lnTo>
                <a:lnTo>
                  <a:pt x="4211" y="121"/>
                </a:lnTo>
                <a:lnTo>
                  <a:pt x="4223" y="119"/>
                </a:lnTo>
                <a:lnTo>
                  <a:pt x="4236" y="117"/>
                </a:lnTo>
                <a:lnTo>
                  <a:pt x="4248" y="115"/>
                </a:lnTo>
                <a:lnTo>
                  <a:pt x="4261" y="113"/>
                </a:lnTo>
                <a:lnTo>
                  <a:pt x="4273" y="111"/>
                </a:lnTo>
                <a:lnTo>
                  <a:pt x="4286" y="109"/>
                </a:lnTo>
                <a:lnTo>
                  <a:pt x="4298" y="107"/>
                </a:lnTo>
                <a:lnTo>
                  <a:pt x="4311" y="105"/>
                </a:lnTo>
                <a:lnTo>
                  <a:pt x="4323" y="103"/>
                </a:lnTo>
                <a:lnTo>
                  <a:pt x="4336" y="101"/>
                </a:lnTo>
                <a:lnTo>
                  <a:pt x="4348" y="99"/>
                </a:lnTo>
                <a:lnTo>
                  <a:pt x="4361" y="98"/>
                </a:lnTo>
                <a:lnTo>
                  <a:pt x="4373" y="96"/>
                </a:lnTo>
                <a:lnTo>
                  <a:pt x="4386" y="94"/>
                </a:lnTo>
                <a:lnTo>
                  <a:pt x="4398" y="92"/>
                </a:lnTo>
                <a:lnTo>
                  <a:pt x="4411" y="90"/>
                </a:lnTo>
                <a:lnTo>
                  <a:pt x="4424" y="88"/>
                </a:lnTo>
                <a:lnTo>
                  <a:pt x="4436" y="86"/>
                </a:lnTo>
                <a:lnTo>
                  <a:pt x="4449" y="84"/>
                </a:lnTo>
                <a:lnTo>
                  <a:pt x="4461" y="82"/>
                </a:lnTo>
                <a:lnTo>
                  <a:pt x="4474" y="80"/>
                </a:lnTo>
                <a:lnTo>
                  <a:pt x="4486" y="78"/>
                </a:lnTo>
                <a:lnTo>
                  <a:pt x="4499" y="76"/>
                </a:lnTo>
                <a:lnTo>
                  <a:pt x="4511" y="75"/>
                </a:lnTo>
                <a:lnTo>
                  <a:pt x="4524" y="73"/>
                </a:lnTo>
                <a:lnTo>
                  <a:pt x="4536" y="71"/>
                </a:lnTo>
                <a:lnTo>
                  <a:pt x="4549" y="69"/>
                </a:lnTo>
                <a:lnTo>
                  <a:pt x="4561" y="67"/>
                </a:lnTo>
                <a:lnTo>
                  <a:pt x="4574" y="65"/>
                </a:lnTo>
                <a:lnTo>
                  <a:pt x="4586" y="63"/>
                </a:lnTo>
                <a:lnTo>
                  <a:pt x="4599" y="61"/>
                </a:lnTo>
                <a:lnTo>
                  <a:pt x="4612" y="59"/>
                </a:lnTo>
                <a:lnTo>
                  <a:pt x="4624" y="57"/>
                </a:lnTo>
                <a:lnTo>
                  <a:pt x="4637" y="55"/>
                </a:lnTo>
                <a:lnTo>
                  <a:pt x="4649" y="53"/>
                </a:lnTo>
                <a:lnTo>
                  <a:pt x="4662" y="51"/>
                </a:lnTo>
                <a:lnTo>
                  <a:pt x="4674" y="50"/>
                </a:lnTo>
                <a:lnTo>
                  <a:pt x="4687" y="48"/>
                </a:lnTo>
                <a:lnTo>
                  <a:pt x="4699" y="46"/>
                </a:lnTo>
                <a:lnTo>
                  <a:pt x="4712" y="44"/>
                </a:lnTo>
                <a:lnTo>
                  <a:pt x="4724" y="42"/>
                </a:lnTo>
                <a:lnTo>
                  <a:pt x="4737" y="40"/>
                </a:lnTo>
                <a:lnTo>
                  <a:pt x="4749" y="38"/>
                </a:lnTo>
                <a:lnTo>
                  <a:pt x="4762" y="36"/>
                </a:lnTo>
                <a:lnTo>
                  <a:pt x="4774" y="34"/>
                </a:lnTo>
                <a:lnTo>
                  <a:pt x="4787" y="32"/>
                </a:lnTo>
                <a:lnTo>
                  <a:pt x="4799" y="30"/>
                </a:lnTo>
                <a:lnTo>
                  <a:pt x="4812" y="28"/>
                </a:lnTo>
                <a:lnTo>
                  <a:pt x="4825" y="26"/>
                </a:lnTo>
                <a:lnTo>
                  <a:pt x="4837" y="25"/>
                </a:lnTo>
                <a:lnTo>
                  <a:pt x="4850" y="23"/>
                </a:lnTo>
                <a:lnTo>
                  <a:pt x="4862" y="21"/>
                </a:lnTo>
                <a:lnTo>
                  <a:pt x="4875" y="19"/>
                </a:lnTo>
                <a:lnTo>
                  <a:pt x="4887" y="17"/>
                </a:lnTo>
                <a:lnTo>
                  <a:pt x="4900" y="15"/>
                </a:lnTo>
                <a:lnTo>
                  <a:pt x="4912" y="13"/>
                </a:lnTo>
                <a:lnTo>
                  <a:pt x="4925" y="11"/>
                </a:lnTo>
                <a:lnTo>
                  <a:pt x="4937" y="9"/>
                </a:lnTo>
                <a:lnTo>
                  <a:pt x="4950" y="7"/>
                </a:lnTo>
                <a:lnTo>
                  <a:pt x="4962" y="5"/>
                </a:lnTo>
                <a:lnTo>
                  <a:pt x="4975" y="3"/>
                </a:lnTo>
                <a:lnTo>
                  <a:pt x="4987" y="2"/>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651052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Wiggly curve</a:t>
            </a:r>
          </a:p>
        </p:txBody>
      </p:sp>
      <p:cxnSp>
        <p:nvCxnSpPr>
          <p:cNvPr id="32" name="Connector 31"/>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5" name="TextBox 34"/>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6" name="Freeform 35"/>
          <p:cNvSpPr/>
          <p:nvPr/>
        </p:nvSpPr>
        <p:spPr>
          <a:xfrm>
            <a:off x="6510528"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Oval 36"/>
          <p:cNvSpPr/>
          <p:nvPr/>
        </p:nvSpPr>
        <p:spPr>
          <a:xfrm>
            <a:off x="6469380"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710011"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950643"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7191274"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431906"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672537"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913169"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8153801"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394432"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635064"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875695"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9116327"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356958"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597590"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838222"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10078853"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319485"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560116"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800748"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1041380"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59" name="Connector 5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0" name="TextBox 5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fitted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simple to learn the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765499"/>
            <a:ext cx="6510528" cy="761695"/>
          </a:xfrm>
          <a:custGeom>
            <a:avLst/>
            <a:gdLst/>
            <a:ahLst/>
            <a:cxnLst/>
            <a:rect l="l" t="t" r="r" b="b"/>
            <a:pathLst>
              <a:path w="7120" h="833">
                <a:moveTo>
                  <a:pt x="0" y="833"/>
                </a:moveTo>
                <a:lnTo>
                  <a:pt x="18" y="831"/>
                </a:lnTo>
                <a:lnTo>
                  <a:pt x="36" y="829"/>
                </a:lnTo>
                <a:lnTo>
                  <a:pt x="54" y="827"/>
                </a:lnTo>
                <a:lnTo>
                  <a:pt x="71" y="825"/>
                </a:lnTo>
                <a:lnTo>
                  <a:pt x="89" y="823"/>
                </a:lnTo>
                <a:lnTo>
                  <a:pt x="107" y="821"/>
                </a:lnTo>
                <a:lnTo>
                  <a:pt x="125" y="819"/>
                </a:lnTo>
                <a:lnTo>
                  <a:pt x="143" y="817"/>
                </a:lnTo>
                <a:lnTo>
                  <a:pt x="161" y="814"/>
                </a:lnTo>
                <a:lnTo>
                  <a:pt x="178" y="812"/>
                </a:lnTo>
                <a:lnTo>
                  <a:pt x="196" y="810"/>
                </a:lnTo>
                <a:lnTo>
                  <a:pt x="214" y="808"/>
                </a:lnTo>
                <a:lnTo>
                  <a:pt x="232" y="806"/>
                </a:lnTo>
                <a:lnTo>
                  <a:pt x="250" y="804"/>
                </a:lnTo>
                <a:lnTo>
                  <a:pt x="268" y="802"/>
                </a:lnTo>
                <a:lnTo>
                  <a:pt x="286" y="800"/>
                </a:lnTo>
                <a:lnTo>
                  <a:pt x="303" y="798"/>
                </a:lnTo>
                <a:lnTo>
                  <a:pt x="321" y="796"/>
                </a:lnTo>
                <a:lnTo>
                  <a:pt x="339" y="794"/>
                </a:lnTo>
                <a:lnTo>
                  <a:pt x="357" y="792"/>
                </a:lnTo>
                <a:lnTo>
                  <a:pt x="375" y="789"/>
                </a:lnTo>
                <a:lnTo>
                  <a:pt x="393" y="787"/>
                </a:lnTo>
                <a:lnTo>
                  <a:pt x="410" y="785"/>
                </a:lnTo>
                <a:lnTo>
                  <a:pt x="428" y="783"/>
                </a:lnTo>
                <a:lnTo>
                  <a:pt x="446" y="781"/>
                </a:lnTo>
                <a:lnTo>
                  <a:pt x="464" y="779"/>
                </a:lnTo>
                <a:lnTo>
                  <a:pt x="482" y="777"/>
                </a:lnTo>
                <a:lnTo>
                  <a:pt x="500" y="775"/>
                </a:lnTo>
                <a:lnTo>
                  <a:pt x="517" y="773"/>
                </a:lnTo>
                <a:lnTo>
                  <a:pt x="535" y="771"/>
                </a:lnTo>
                <a:lnTo>
                  <a:pt x="553" y="769"/>
                </a:lnTo>
                <a:lnTo>
                  <a:pt x="571" y="766"/>
                </a:lnTo>
                <a:lnTo>
                  <a:pt x="589" y="764"/>
                </a:lnTo>
                <a:lnTo>
                  <a:pt x="607" y="762"/>
                </a:lnTo>
                <a:lnTo>
                  <a:pt x="625" y="760"/>
                </a:lnTo>
                <a:lnTo>
                  <a:pt x="642" y="758"/>
                </a:lnTo>
                <a:lnTo>
                  <a:pt x="660" y="756"/>
                </a:lnTo>
                <a:lnTo>
                  <a:pt x="678" y="754"/>
                </a:lnTo>
                <a:lnTo>
                  <a:pt x="696" y="752"/>
                </a:lnTo>
                <a:lnTo>
                  <a:pt x="714" y="750"/>
                </a:lnTo>
                <a:lnTo>
                  <a:pt x="732" y="748"/>
                </a:lnTo>
                <a:lnTo>
                  <a:pt x="749" y="746"/>
                </a:lnTo>
                <a:lnTo>
                  <a:pt x="767" y="743"/>
                </a:lnTo>
                <a:lnTo>
                  <a:pt x="785" y="741"/>
                </a:lnTo>
                <a:lnTo>
                  <a:pt x="803" y="739"/>
                </a:lnTo>
                <a:lnTo>
                  <a:pt x="821" y="737"/>
                </a:lnTo>
                <a:lnTo>
                  <a:pt x="839" y="735"/>
                </a:lnTo>
                <a:lnTo>
                  <a:pt x="857" y="733"/>
                </a:lnTo>
                <a:lnTo>
                  <a:pt x="874" y="731"/>
                </a:lnTo>
                <a:lnTo>
                  <a:pt x="892" y="729"/>
                </a:lnTo>
                <a:lnTo>
                  <a:pt x="910" y="727"/>
                </a:lnTo>
                <a:lnTo>
                  <a:pt x="928" y="725"/>
                </a:lnTo>
                <a:lnTo>
                  <a:pt x="946" y="723"/>
                </a:lnTo>
                <a:lnTo>
                  <a:pt x="964" y="720"/>
                </a:lnTo>
                <a:lnTo>
                  <a:pt x="981" y="718"/>
                </a:lnTo>
                <a:lnTo>
                  <a:pt x="999" y="716"/>
                </a:lnTo>
                <a:lnTo>
                  <a:pt x="1017" y="714"/>
                </a:lnTo>
                <a:lnTo>
                  <a:pt x="1035" y="712"/>
                </a:lnTo>
                <a:lnTo>
                  <a:pt x="1053" y="710"/>
                </a:lnTo>
                <a:lnTo>
                  <a:pt x="1071" y="708"/>
                </a:lnTo>
                <a:lnTo>
                  <a:pt x="1089" y="706"/>
                </a:lnTo>
                <a:lnTo>
                  <a:pt x="1106" y="704"/>
                </a:lnTo>
                <a:lnTo>
                  <a:pt x="1124" y="702"/>
                </a:lnTo>
                <a:lnTo>
                  <a:pt x="1142" y="700"/>
                </a:lnTo>
                <a:lnTo>
                  <a:pt x="1160" y="697"/>
                </a:lnTo>
                <a:lnTo>
                  <a:pt x="1178" y="695"/>
                </a:lnTo>
                <a:lnTo>
                  <a:pt x="1196" y="693"/>
                </a:lnTo>
                <a:lnTo>
                  <a:pt x="1213" y="691"/>
                </a:lnTo>
                <a:lnTo>
                  <a:pt x="1231" y="689"/>
                </a:lnTo>
                <a:lnTo>
                  <a:pt x="1249" y="687"/>
                </a:lnTo>
                <a:lnTo>
                  <a:pt x="1267" y="685"/>
                </a:lnTo>
                <a:lnTo>
                  <a:pt x="1285" y="683"/>
                </a:lnTo>
                <a:lnTo>
                  <a:pt x="1303" y="681"/>
                </a:lnTo>
                <a:lnTo>
                  <a:pt x="1321" y="679"/>
                </a:lnTo>
                <a:lnTo>
                  <a:pt x="1338" y="677"/>
                </a:lnTo>
                <a:lnTo>
                  <a:pt x="1356" y="674"/>
                </a:lnTo>
                <a:lnTo>
                  <a:pt x="1374" y="672"/>
                </a:lnTo>
                <a:lnTo>
                  <a:pt x="1392" y="670"/>
                </a:lnTo>
                <a:lnTo>
                  <a:pt x="1410" y="668"/>
                </a:lnTo>
                <a:lnTo>
                  <a:pt x="1428" y="666"/>
                </a:lnTo>
                <a:lnTo>
                  <a:pt x="1445" y="664"/>
                </a:lnTo>
                <a:lnTo>
                  <a:pt x="1463" y="662"/>
                </a:lnTo>
                <a:lnTo>
                  <a:pt x="1481" y="660"/>
                </a:lnTo>
                <a:lnTo>
                  <a:pt x="1499" y="658"/>
                </a:lnTo>
                <a:lnTo>
                  <a:pt x="1517" y="656"/>
                </a:lnTo>
                <a:lnTo>
                  <a:pt x="1535" y="654"/>
                </a:lnTo>
                <a:lnTo>
                  <a:pt x="1552" y="652"/>
                </a:lnTo>
                <a:lnTo>
                  <a:pt x="1570" y="649"/>
                </a:lnTo>
                <a:lnTo>
                  <a:pt x="1588" y="647"/>
                </a:lnTo>
                <a:lnTo>
                  <a:pt x="1606" y="645"/>
                </a:lnTo>
                <a:lnTo>
                  <a:pt x="1624" y="643"/>
                </a:lnTo>
                <a:lnTo>
                  <a:pt x="1642" y="641"/>
                </a:lnTo>
                <a:lnTo>
                  <a:pt x="1660" y="639"/>
                </a:lnTo>
                <a:lnTo>
                  <a:pt x="1677" y="637"/>
                </a:lnTo>
                <a:lnTo>
                  <a:pt x="1695" y="635"/>
                </a:lnTo>
                <a:lnTo>
                  <a:pt x="1713" y="633"/>
                </a:lnTo>
                <a:lnTo>
                  <a:pt x="1731" y="631"/>
                </a:lnTo>
                <a:lnTo>
                  <a:pt x="1749" y="629"/>
                </a:lnTo>
                <a:lnTo>
                  <a:pt x="1767" y="626"/>
                </a:lnTo>
                <a:lnTo>
                  <a:pt x="1784" y="624"/>
                </a:lnTo>
                <a:lnTo>
                  <a:pt x="1802" y="622"/>
                </a:lnTo>
                <a:lnTo>
                  <a:pt x="1820" y="620"/>
                </a:lnTo>
                <a:lnTo>
                  <a:pt x="1838" y="618"/>
                </a:lnTo>
                <a:lnTo>
                  <a:pt x="1856" y="616"/>
                </a:lnTo>
                <a:lnTo>
                  <a:pt x="1874" y="614"/>
                </a:lnTo>
                <a:lnTo>
                  <a:pt x="1892" y="612"/>
                </a:lnTo>
                <a:lnTo>
                  <a:pt x="1909" y="610"/>
                </a:lnTo>
                <a:lnTo>
                  <a:pt x="1927" y="608"/>
                </a:lnTo>
                <a:lnTo>
                  <a:pt x="1945" y="606"/>
                </a:lnTo>
                <a:lnTo>
                  <a:pt x="1963" y="603"/>
                </a:lnTo>
                <a:lnTo>
                  <a:pt x="1981" y="601"/>
                </a:lnTo>
                <a:lnTo>
                  <a:pt x="1999" y="599"/>
                </a:lnTo>
                <a:lnTo>
                  <a:pt x="2016" y="597"/>
                </a:lnTo>
                <a:lnTo>
                  <a:pt x="2034" y="595"/>
                </a:lnTo>
                <a:lnTo>
                  <a:pt x="2052" y="593"/>
                </a:lnTo>
                <a:lnTo>
                  <a:pt x="2070" y="591"/>
                </a:lnTo>
                <a:lnTo>
                  <a:pt x="2088" y="589"/>
                </a:lnTo>
                <a:lnTo>
                  <a:pt x="2106" y="587"/>
                </a:lnTo>
                <a:lnTo>
                  <a:pt x="2124" y="585"/>
                </a:lnTo>
                <a:lnTo>
                  <a:pt x="2141" y="583"/>
                </a:lnTo>
                <a:lnTo>
                  <a:pt x="2159" y="580"/>
                </a:lnTo>
                <a:lnTo>
                  <a:pt x="2177" y="578"/>
                </a:lnTo>
                <a:lnTo>
                  <a:pt x="2195" y="576"/>
                </a:lnTo>
                <a:lnTo>
                  <a:pt x="2213" y="574"/>
                </a:lnTo>
                <a:lnTo>
                  <a:pt x="2231" y="572"/>
                </a:lnTo>
                <a:lnTo>
                  <a:pt x="2248" y="570"/>
                </a:lnTo>
                <a:lnTo>
                  <a:pt x="2266" y="568"/>
                </a:lnTo>
                <a:lnTo>
                  <a:pt x="2284" y="566"/>
                </a:lnTo>
                <a:lnTo>
                  <a:pt x="2302" y="564"/>
                </a:lnTo>
                <a:lnTo>
                  <a:pt x="2320" y="562"/>
                </a:lnTo>
                <a:lnTo>
                  <a:pt x="2338" y="560"/>
                </a:lnTo>
                <a:lnTo>
                  <a:pt x="2355" y="557"/>
                </a:lnTo>
                <a:lnTo>
                  <a:pt x="2373" y="555"/>
                </a:lnTo>
                <a:lnTo>
                  <a:pt x="2391" y="553"/>
                </a:lnTo>
                <a:lnTo>
                  <a:pt x="2409" y="551"/>
                </a:lnTo>
                <a:lnTo>
                  <a:pt x="2427" y="549"/>
                </a:lnTo>
                <a:lnTo>
                  <a:pt x="2445" y="547"/>
                </a:lnTo>
                <a:lnTo>
                  <a:pt x="2463" y="545"/>
                </a:lnTo>
                <a:lnTo>
                  <a:pt x="2480" y="543"/>
                </a:lnTo>
                <a:lnTo>
                  <a:pt x="2498" y="541"/>
                </a:lnTo>
                <a:lnTo>
                  <a:pt x="2516" y="539"/>
                </a:lnTo>
                <a:lnTo>
                  <a:pt x="2534" y="537"/>
                </a:lnTo>
                <a:lnTo>
                  <a:pt x="2552" y="534"/>
                </a:lnTo>
                <a:lnTo>
                  <a:pt x="2570" y="532"/>
                </a:lnTo>
                <a:lnTo>
                  <a:pt x="2587" y="530"/>
                </a:lnTo>
                <a:lnTo>
                  <a:pt x="2605" y="528"/>
                </a:lnTo>
                <a:lnTo>
                  <a:pt x="2623" y="526"/>
                </a:lnTo>
                <a:lnTo>
                  <a:pt x="2641" y="524"/>
                </a:lnTo>
                <a:lnTo>
                  <a:pt x="2659" y="522"/>
                </a:lnTo>
                <a:lnTo>
                  <a:pt x="2677" y="520"/>
                </a:lnTo>
                <a:lnTo>
                  <a:pt x="2695" y="518"/>
                </a:lnTo>
                <a:lnTo>
                  <a:pt x="2712" y="516"/>
                </a:lnTo>
                <a:lnTo>
                  <a:pt x="2730" y="514"/>
                </a:lnTo>
                <a:lnTo>
                  <a:pt x="2748" y="512"/>
                </a:lnTo>
                <a:lnTo>
                  <a:pt x="2766" y="509"/>
                </a:lnTo>
                <a:lnTo>
                  <a:pt x="2784" y="507"/>
                </a:lnTo>
                <a:lnTo>
                  <a:pt x="2802" y="505"/>
                </a:lnTo>
                <a:lnTo>
                  <a:pt x="2819" y="503"/>
                </a:lnTo>
                <a:lnTo>
                  <a:pt x="2837" y="501"/>
                </a:lnTo>
                <a:lnTo>
                  <a:pt x="2855" y="499"/>
                </a:lnTo>
                <a:lnTo>
                  <a:pt x="2873" y="497"/>
                </a:lnTo>
                <a:lnTo>
                  <a:pt x="2891" y="495"/>
                </a:lnTo>
                <a:lnTo>
                  <a:pt x="2909" y="493"/>
                </a:lnTo>
                <a:lnTo>
                  <a:pt x="2927" y="491"/>
                </a:lnTo>
                <a:lnTo>
                  <a:pt x="2944" y="489"/>
                </a:lnTo>
                <a:lnTo>
                  <a:pt x="2962" y="486"/>
                </a:lnTo>
                <a:lnTo>
                  <a:pt x="2980" y="484"/>
                </a:lnTo>
                <a:lnTo>
                  <a:pt x="2998" y="482"/>
                </a:lnTo>
                <a:lnTo>
                  <a:pt x="3016" y="480"/>
                </a:lnTo>
                <a:lnTo>
                  <a:pt x="3034" y="478"/>
                </a:lnTo>
                <a:lnTo>
                  <a:pt x="3051" y="476"/>
                </a:lnTo>
                <a:lnTo>
                  <a:pt x="3069" y="474"/>
                </a:lnTo>
                <a:lnTo>
                  <a:pt x="3087" y="472"/>
                </a:lnTo>
                <a:lnTo>
                  <a:pt x="3105" y="470"/>
                </a:lnTo>
                <a:lnTo>
                  <a:pt x="3123" y="468"/>
                </a:lnTo>
                <a:lnTo>
                  <a:pt x="3141" y="466"/>
                </a:lnTo>
                <a:lnTo>
                  <a:pt x="3158" y="463"/>
                </a:lnTo>
                <a:lnTo>
                  <a:pt x="3176" y="461"/>
                </a:lnTo>
                <a:lnTo>
                  <a:pt x="3194" y="459"/>
                </a:lnTo>
                <a:lnTo>
                  <a:pt x="3212" y="457"/>
                </a:lnTo>
                <a:lnTo>
                  <a:pt x="3230" y="455"/>
                </a:lnTo>
                <a:lnTo>
                  <a:pt x="3248" y="453"/>
                </a:lnTo>
                <a:lnTo>
                  <a:pt x="3266" y="451"/>
                </a:lnTo>
                <a:lnTo>
                  <a:pt x="3283" y="449"/>
                </a:lnTo>
                <a:lnTo>
                  <a:pt x="3301" y="447"/>
                </a:lnTo>
                <a:lnTo>
                  <a:pt x="3319" y="445"/>
                </a:lnTo>
                <a:lnTo>
                  <a:pt x="3337" y="443"/>
                </a:lnTo>
                <a:lnTo>
                  <a:pt x="3355" y="440"/>
                </a:lnTo>
                <a:lnTo>
                  <a:pt x="3373" y="438"/>
                </a:lnTo>
                <a:lnTo>
                  <a:pt x="3390" y="436"/>
                </a:lnTo>
                <a:lnTo>
                  <a:pt x="3408" y="434"/>
                </a:lnTo>
                <a:lnTo>
                  <a:pt x="3426" y="432"/>
                </a:lnTo>
                <a:lnTo>
                  <a:pt x="3444" y="430"/>
                </a:lnTo>
                <a:lnTo>
                  <a:pt x="3462" y="428"/>
                </a:lnTo>
                <a:lnTo>
                  <a:pt x="3480" y="426"/>
                </a:lnTo>
                <a:lnTo>
                  <a:pt x="3498" y="424"/>
                </a:lnTo>
                <a:lnTo>
                  <a:pt x="3515" y="422"/>
                </a:lnTo>
                <a:lnTo>
                  <a:pt x="3533" y="420"/>
                </a:lnTo>
                <a:lnTo>
                  <a:pt x="3551" y="417"/>
                </a:lnTo>
                <a:lnTo>
                  <a:pt x="3569" y="415"/>
                </a:lnTo>
                <a:lnTo>
                  <a:pt x="3587" y="413"/>
                </a:lnTo>
                <a:lnTo>
                  <a:pt x="3605" y="411"/>
                </a:lnTo>
                <a:lnTo>
                  <a:pt x="3622" y="409"/>
                </a:lnTo>
                <a:lnTo>
                  <a:pt x="3640" y="407"/>
                </a:lnTo>
                <a:lnTo>
                  <a:pt x="3658" y="405"/>
                </a:lnTo>
                <a:lnTo>
                  <a:pt x="3676" y="403"/>
                </a:lnTo>
                <a:lnTo>
                  <a:pt x="3694" y="401"/>
                </a:lnTo>
                <a:lnTo>
                  <a:pt x="3712" y="399"/>
                </a:lnTo>
                <a:lnTo>
                  <a:pt x="3730" y="397"/>
                </a:lnTo>
                <a:lnTo>
                  <a:pt x="3747" y="394"/>
                </a:lnTo>
                <a:lnTo>
                  <a:pt x="3765" y="392"/>
                </a:lnTo>
                <a:lnTo>
                  <a:pt x="3783" y="390"/>
                </a:lnTo>
                <a:lnTo>
                  <a:pt x="3801" y="388"/>
                </a:lnTo>
                <a:lnTo>
                  <a:pt x="3819" y="386"/>
                </a:lnTo>
                <a:lnTo>
                  <a:pt x="3837" y="384"/>
                </a:lnTo>
                <a:lnTo>
                  <a:pt x="3854" y="382"/>
                </a:lnTo>
                <a:lnTo>
                  <a:pt x="3872" y="380"/>
                </a:lnTo>
                <a:lnTo>
                  <a:pt x="3890" y="378"/>
                </a:lnTo>
                <a:lnTo>
                  <a:pt x="3908" y="376"/>
                </a:lnTo>
                <a:lnTo>
                  <a:pt x="3926" y="374"/>
                </a:lnTo>
                <a:lnTo>
                  <a:pt x="3944" y="371"/>
                </a:lnTo>
                <a:lnTo>
                  <a:pt x="3962" y="369"/>
                </a:lnTo>
                <a:lnTo>
                  <a:pt x="3979" y="367"/>
                </a:lnTo>
                <a:lnTo>
                  <a:pt x="3997" y="365"/>
                </a:lnTo>
                <a:lnTo>
                  <a:pt x="4015" y="363"/>
                </a:lnTo>
                <a:lnTo>
                  <a:pt x="4033" y="361"/>
                </a:lnTo>
                <a:lnTo>
                  <a:pt x="4051" y="359"/>
                </a:lnTo>
                <a:lnTo>
                  <a:pt x="4069" y="357"/>
                </a:lnTo>
                <a:lnTo>
                  <a:pt x="4086" y="355"/>
                </a:lnTo>
                <a:lnTo>
                  <a:pt x="4104" y="353"/>
                </a:lnTo>
                <a:lnTo>
                  <a:pt x="4122" y="351"/>
                </a:lnTo>
                <a:lnTo>
                  <a:pt x="4140" y="349"/>
                </a:lnTo>
                <a:lnTo>
                  <a:pt x="4158" y="346"/>
                </a:lnTo>
                <a:lnTo>
                  <a:pt x="4176" y="344"/>
                </a:lnTo>
                <a:lnTo>
                  <a:pt x="4193" y="342"/>
                </a:lnTo>
                <a:lnTo>
                  <a:pt x="4211" y="340"/>
                </a:lnTo>
                <a:lnTo>
                  <a:pt x="4229" y="338"/>
                </a:lnTo>
                <a:lnTo>
                  <a:pt x="4247" y="336"/>
                </a:lnTo>
                <a:lnTo>
                  <a:pt x="4265" y="334"/>
                </a:lnTo>
                <a:lnTo>
                  <a:pt x="4283" y="332"/>
                </a:lnTo>
                <a:lnTo>
                  <a:pt x="4301" y="330"/>
                </a:lnTo>
                <a:lnTo>
                  <a:pt x="4318" y="328"/>
                </a:lnTo>
                <a:lnTo>
                  <a:pt x="4336" y="326"/>
                </a:lnTo>
                <a:lnTo>
                  <a:pt x="4354" y="323"/>
                </a:lnTo>
                <a:lnTo>
                  <a:pt x="4372" y="321"/>
                </a:lnTo>
                <a:lnTo>
                  <a:pt x="4390" y="319"/>
                </a:lnTo>
                <a:lnTo>
                  <a:pt x="4408" y="317"/>
                </a:lnTo>
                <a:lnTo>
                  <a:pt x="4425" y="315"/>
                </a:lnTo>
                <a:lnTo>
                  <a:pt x="4443" y="313"/>
                </a:lnTo>
                <a:lnTo>
                  <a:pt x="4461" y="311"/>
                </a:lnTo>
                <a:lnTo>
                  <a:pt x="4479" y="309"/>
                </a:lnTo>
                <a:lnTo>
                  <a:pt x="4497" y="307"/>
                </a:lnTo>
                <a:lnTo>
                  <a:pt x="4515" y="305"/>
                </a:lnTo>
                <a:lnTo>
                  <a:pt x="4533" y="303"/>
                </a:lnTo>
                <a:lnTo>
                  <a:pt x="4550" y="300"/>
                </a:lnTo>
                <a:lnTo>
                  <a:pt x="4568" y="298"/>
                </a:lnTo>
                <a:lnTo>
                  <a:pt x="4586" y="296"/>
                </a:lnTo>
                <a:lnTo>
                  <a:pt x="4604" y="294"/>
                </a:lnTo>
                <a:lnTo>
                  <a:pt x="4622" y="292"/>
                </a:lnTo>
                <a:lnTo>
                  <a:pt x="4640" y="290"/>
                </a:lnTo>
                <a:lnTo>
                  <a:pt x="4657" y="288"/>
                </a:lnTo>
                <a:lnTo>
                  <a:pt x="4675" y="286"/>
                </a:lnTo>
                <a:lnTo>
                  <a:pt x="4693" y="284"/>
                </a:lnTo>
                <a:lnTo>
                  <a:pt x="4711" y="282"/>
                </a:lnTo>
                <a:lnTo>
                  <a:pt x="4729" y="280"/>
                </a:lnTo>
                <a:lnTo>
                  <a:pt x="4747" y="277"/>
                </a:lnTo>
                <a:lnTo>
                  <a:pt x="4765" y="275"/>
                </a:lnTo>
                <a:lnTo>
                  <a:pt x="4782" y="273"/>
                </a:lnTo>
                <a:lnTo>
                  <a:pt x="4800" y="271"/>
                </a:lnTo>
                <a:lnTo>
                  <a:pt x="4818" y="269"/>
                </a:lnTo>
                <a:lnTo>
                  <a:pt x="4836" y="267"/>
                </a:lnTo>
                <a:lnTo>
                  <a:pt x="4854" y="265"/>
                </a:lnTo>
                <a:lnTo>
                  <a:pt x="4872" y="263"/>
                </a:lnTo>
                <a:lnTo>
                  <a:pt x="4889" y="261"/>
                </a:lnTo>
                <a:lnTo>
                  <a:pt x="4907" y="259"/>
                </a:lnTo>
                <a:lnTo>
                  <a:pt x="4925" y="257"/>
                </a:lnTo>
                <a:lnTo>
                  <a:pt x="4943" y="254"/>
                </a:lnTo>
                <a:lnTo>
                  <a:pt x="4961" y="252"/>
                </a:lnTo>
                <a:lnTo>
                  <a:pt x="4979" y="250"/>
                </a:lnTo>
                <a:lnTo>
                  <a:pt x="4996" y="248"/>
                </a:lnTo>
                <a:lnTo>
                  <a:pt x="5014" y="246"/>
                </a:lnTo>
                <a:lnTo>
                  <a:pt x="5032" y="244"/>
                </a:lnTo>
                <a:lnTo>
                  <a:pt x="5050" y="242"/>
                </a:lnTo>
                <a:lnTo>
                  <a:pt x="5068" y="240"/>
                </a:lnTo>
                <a:lnTo>
                  <a:pt x="5086" y="238"/>
                </a:lnTo>
                <a:lnTo>
                  <a:pt x="5104" y="236"/>
                </a:lnTo>
                <a:lnTo>
                  <a:pt x="5121" y="234"/>
                </a:lnTo>
                <a:lnTo>
                  <a:pt x="5139" y="231"/>
                </a:lnTo>
                <a:lnTo>
                  <a:pt x="5157" y="229"/>
                </a:lnTo>
                <a:lnTo>
                  <a:pt x="5175" y="227"/>
                </a:lnTo>
                <a:lnTo>
                  <a:pt x="5193" y="225"/>
                </a:lnTo>
                <a:lnTo>
                  <a:pt x="5211" y="223"/>
                </a:lnTo>
                <a:lnTo>
                  <a:pt x="5228" y="221"/>
                </a:lnTo>
                <a:lnTo>
                  <a:pt x="5246" y="219"/>
                </a:lnTo>
                <a:lnTo>
                  <a:pt x="5264" y="217"/>
                </a:lnTo>
                <a:lnTo>
                  <a:pt x="5282" y="215"/>
                </a:lnTo>
                <a:lnTo>
                  <a:pt x="5300" y="213"/>
                </a:lnTo>
                <a:lnTo>
                  <a:pt x="5318" y="211"/>
                </a:lnTo>
                <a:lnTo>
                  <a:pt x="5336" y="209"/>
                </a:lnTo>
                <a:lnTo>
                  <a:pt x="5353" y="206"/>
                </a:lnTo>
                <a:lnTo>
                  <a:pt x="5371" y="204"/>
                </a:lnTo>
                <a:lnTo>
                  <a:pt x="5389" y="202"/>
                </a:lnTo>
                <a:lnTo>
                  <a:pt x="5407" y="200"/>
                </a:lnTo>
                <a:lnTo>
                  <a:pt x="5425" y="198"/>
                </a:lnTo>
                <a:lnTo>
                  <a:pt x="5443" y="196"/>
                </a:lnTo>
                <a:lnTo>
                  <a:pt x="5460" y="194"/>
                </a:lnTo>
                <a:lnTo>
                  <a:pt x="5478" y="192"/>
                </a:lnTo>
                <a:lnTo>
                  <a:pt x="5496" y="190"/>
                </a:lnTo>
                <a:lnTo>
                  <a:pt x="5514" y="188"/>
                </a:lnTo>
                <a:lnTo>
                  <a:pt x="5532" y="186"/>
                </a:lnTo>
                <a:lnTo>
                  <a:pt x="5550" y="183"/>
                </a:lnTo>
                <a:lnTo>
                  <a:pt x="5568" y="181"/>
                </a:lnTo>
                <a:lnTo>
                  <a:pt x="5585" y="179"/>
                </a:lnTo>
                <a:lnTo>
                  <a:pt x="5603" y="177"/>
                </a:lnTo>
                <a:lnTo>
                  <a:pt x="5621" y="175"/>
                </a:lnTo>
                <a:lnTo>
                  <a:pt x="5639" y="173"/>
                </a:lnTo>
                <a:lnTo>
                  <a:pt x="5657" y="171"/>
                </a:lnTo>
                <a:lnTo>
                  <a:pt x="5675" y="169"/>
                </a:lnTo>
                <a:lnTo>
                  <a:pt x="5692" y="167"/>
                </a:lnTo>
                <a:lnTo>
                  <a:pt x="5710" y="165"/>
                </a:lnTo>
                <a:lnTo>
                  <a:pt x="5728" y="163"/>
                </a:lnTo>
                <a:lnTo>
                  <a:pt x="5746" y="160"/>
                </a:lnTo>
                <a:lnTo>
                  <a:pt x="5764" y="158"/>
                </a:lnTo>
                <a:lnTo>
                  <a:pt x="5782" y="156"/>
                </a:lnTo>
                <a:lnTo>
                  <a:pt x="5799" y="154"/>
                </a:lnTo>
                <a:lnTo>
                  <a:pt x="5817" y="152"/>
                </a:lnTo>
                <a:lnTo>
                  <a:pt x="5835" y="150"/>
                </a:lnTo>
                <a:lnTo>
                  <a:pt x="5853" y="148"/>
                </a:lnTo>
                <a:lnTo>
                  <a:pt x="5871" y="146"/>
                </a:lnTo>
                <a:lnTo>
                  <a:pt x="5889" y="144"/>
                </a:lnTo>
                <a:lnTo>
                  <a:pt x="5907" y="142"/>
                </a:lnTo>
                <a:lnTo>
                  <a:pt x="5924" y="140"/>
                </a:lnTo>
                <a:lnTo>
                  <a:pt x="5942" y="137"/>
                </a:lnTo>
                <a:lnTo>
                  <a:pt x="5960" y="135"/>
                </a:lnTo>
                <a:lnTo>
                  <a:pt x="5978" y="133"/>
                </a:lnTo>
                <a:lnTo>
                  <a:pt x="5996" y="131"/>
                </a:lnTo>
                <a:lnTo>
                  <a:pt x="6014" y="129"/>
                </a:lnTo>
                <a:lnTo>
                  <a:pt x="6031" y="127"/>
                </a:lnTo>
                <a:lnTo>
                  <a:pt x="6049" y="125"/>
                </a:lnTo>
                <a:lnTo>
                  <a:pt x="6067" y="123"/>
                </a:lnTo>
                <a:lnTo>
                  <a:pt x="6085" y="121"/>
                </a:lnTo>
                <a:lnTo>
                  <a:pt x="6103" y="119"/>
                </a:lnTo>
                <a:lnTo>
                  <a:pt x="6121" y="117"/>
                </a:lnTo>
                <a:lnTo>
                  <a:pt x="6139" y="114"/>
                </a:lnTo>
                <a:lnTo>
                  <a:pt x="6156" y="112"/>
                </a:lnTo>
                <a:lnTo>
                  <a:pt x="6174" y="110"/>
                </a:lnTo>
                <a:lnTo>
                  <a:pt x="6192" y="108"/>
                </a:lnTo>
                <a:lnTo>
                  <a:pt x="6210" y="106"/>
                </a:lnTo>
                <a:lnTo>
                  <a:pt x="6228" y="104"/>
                </a:lnTo>
                <a:lnTo>
                  <a:pt x="6246" y="102"/>
                </a:lnTo>
                <a:lnTo>
                  <a:pt x="6263" y="100"/>
                </a:lnTo>
                <a:lnTo>
                  <a:pt x="6281" y="98"/>
                </a:lnTo>
                <a:lnTo>
                  <a:pt x="6299" y="96"/>
                </a:lnTo>
                <a:lnTo>
                  <a:pt x="6317" y="94"/>
                </a:lnTo>
                <a:lnTo>
                  <a:pt x="6335" y="91"/>
                </a:lnTo>
                <a:lnTo>
                  <a:pt x="6353" y="89"/>
                </a:lnTo>
                <a:lnTo>
                  <a:pt x="6371" y="87"/>
                </a:lnTo>
                <a:lnTo>
                  <a:pt x="6388" y="85"/>
                </a:lnTo>
                <a:lnTo>
                  <a:pt x="6406" y="83"/>
                </a:lnTo>
                <a:lnTo>
                  <a:pt x="6424" y="81"/>
                </a:lnTo>
                <a:lnTo>
                  <a:pt x="6442" y="79"/>
                </a:lnTo>
                <a:lnTo>
                  <a:pt x="6460" y="77"/>
                </a:lnTo>
                <a:lnTo>
                  <a:pt x="6478" y="75"/>
                </a:lnTo>
                <a:lnTo>
                  <a:pt x="6495" y="73"/>
                </a:lnTo>
                <a:lnTo>
                  <a:pt x="6513" y="71"/>
                </a:lnTo>
                <a:lnTo>
                  <a:pt x="6531" y="69"/>
                </a:lnTo>
                <a:lnTo>
                  <a:pt x="6549" y="66"/>
                </a:lnTo>
                <a:lnTo>
                  <a:pt x="6567" y="64"/>
                </a:lnTo>
                <a:lnTo>
                  <a:pt x="6585" y="62"/>
                </a:lnTo>
                <a:lnTo>
                  <a:pt x="6603" y="60"/>
                </a:lnTo>
                <a:lnTo>
                  <a:pt x="6620" y="58"/>
                </a:lnTo>
                <a:lnTo>
                  <a:pt x="6638" y="56"/>
                </a:lnTo>
                <a:lnTo>
                  <a:pt x="6656" y="54"/>
                </a:lnTo>
                <a:lnTo>
                  <a:pt x="6674" y="52"/>
                </a:lnTo>
                <a:lnTo>
                  <a:pt x="6692" y="50"/>
                </a:lnTo>
                <a:lnTo>
                  <a:pt x="6710" y="48"/>
                </a:lnTo>
                <a:lnTo>
                  <a:pt x="6727" y="46"/>
                </a:lnTo>
                <a:lnTo>
                  <a:pt x="6745" y="43"/>
                </a:lnTo>
                <a:lnTo>
                  <a:pt x="6763" y="41"/>
                </a:lnTo>
                <a:lnTo>
                  <a:pt x="6781" y="39"/>
                </a:lnTo>
                <a:lnTo>
                  <a:pt x="6799" y="37"/>
                </a:lnTo>
                <a:lnTo>
                  <a:pt x="6817" y="35"/>
                </a:lnTo>
                <a:lnTo>
                  <a:pt x="6834" y="33"/>
                </a:lnTo>
                <a:lnTo>
                  <a:pt x="6852" y="31"/>
                </a:lnTo>
                <a:lnTo>
                  <a:pt x="6870" y="29"/>
                </a:lnTo>
                <a:lnTo>
                  <a:pt x="6888" y="27"/>
                </a:lnTo>
                <a:lnTo>
                  <a:pt x="6906" y="25"/>
                </a:lnTo>
                <a:lnTo>
                  <a:pt x="6924" y="23"/>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982712" y="3218688"/>
            <a:ext cx="347472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bias</a:t>
            </a:r>
          </a:p>
        </p:txBody>
      </p:sp>
      <p:sp>
        <p:nvSpPr>
          <p:cNvPr id="36" name="TextBox 35"/>
          <p:cNvSpPr txBox="1"/>
          <p:nvPr/>
        </p:nvSpPr>
        <p:spPr>
          <a:xfrm>
            <a:off x="8001000" y="3950208"/>
            <a:ext cx="333756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A straight line cannot</a:t>
            </a:r>
          </a:p>
          <a:p>
            <a:pPr>
              <a:spcAft>
                <a:spcPts val="0"/>
              </a:spcAft>
              <a:defRPr sz="2300" b="0">
                <a:solidFill>
                  <a:srgbClr val="181D16"/>
                </a:solidFill>
                <a:latin typeface="Arial"/>
              </a:defRPr>
            </a:pPr>
            <a:r>
              <a:t>learn this curve.</a:t>
            </a:r>
          </a:p>
        </p:txBody>
      </p:sp>
      <p:sp>
        <p:nvSpPr>
          <p:cNvPr id="37" name="Oval 3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Too complex to learn the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03/07</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876702"/>
            <a:ext cx="6510528" cy="2254910"/>
          </a:xfrm>
          <a:custGeom>
            <a:avLst/>
            <a:gdLst/>
            <a:ahLst/>
            <a:cxnLst/>
            <a:rect l="l" t="t" r="r" b="b"/>
            <a:pathLst>
              <a:path w="7120" h="2466">
                <a:moveTo>
                  <a:pt x="0" y="1048"/>
                </a:moveTo>
                <a:lnTo>
                  <a:pt x="18" y="932"/>
                </a:lnTo>
                <a:lnTo>
                  <a:pt x="36" y="835"/>
                </a:lnTo>
                <a:lnTo>
                  <a:pt x="54" y="756"/>
                </a:lnTo>
                <a:lnTo>
                  <a:pt x="71" y="692"/>
                </a:lnTo>
                <a:lnTo>
                  <a:pt x="89" y="643"/>
                </a:lnTo>
                <a:lnTo>
                  <a:pt x="107" y="606"/>
                </a:lnTo>
                <a:lnTo>
                  <a:pt x="125" y="581"/>
                </a:lnTo>
                <a:lnTo>
                  <a:pt x="143" y="566"/>
                </a:lnTo>
                <a:lnTo>
                  <a:pt x="161" y="559"/>
                </a:lnTo>
                <a:lnTo>
                  <a:pt x="178" y="560"/>
                </a:lnTo>
                <a:lnTo>
                  <a:pt x="196" y="567"/>
                </a:lnTo>
                <a:lnTo>
                  <a:pt x="214" y="581"/>
                </a:lnTo>
                <a:lnTo>
                  <a:pt x="232" y="598"/>
                </a:lnTo>
                <a:lnTo>
                  <a:pt x="250" y="620"/>
                </a:lnTo>
                <a:lnTo>
                  <a:pt x="268" y="645"/>
                </a:lnTo>
                <a:lnTo>
                  <a:pt x="286" y="673"/>
                </a:lnTo>
                <a:lnTo>
                  <a:pt x="303" y="703"/>
                </a:lnTo>
                <a:lnTo>
                  <a:pt x="321" y="734"/>
                </a:lnTo>
                <a:lnTo>
                  <a:pt x="339" y="766"/>
                </a:lnTo>
                <a:lnTo>
                  <a:pt x="357" y="798"/>
                </a:lnTo>
                <a:lnTo>
                  <a:pt x="375" y="831"/>
                </a:lnTo>
                <a:lnTo>
                  <a:pt x="393" y="863"/>
                </a:lnTo>
                <a:lnTo>
                  <a:pt x="410" y="895"/>
                </a:lnTo>
                <a:lnTo>
                  <a:pt x="428" y="925"/>
                </a:lnTo>
                <a:lnTo>
                  <a:pt x="446" y="955"/>
                </a:lnTo>
                <a:lnTo>
                  <a:pt x="464" y="984"/>
                </a:lnTo>
                <a:lnTo>
                  <a:pt x="482" y="1011"/>
                </a:lnTo>
                <a:lnTo>
                  <a:pt x="500" y="1036"/>
                </a:lnTo>
                <a:lnTo>
                  <a:pt x="517" y="1060"/>
                </a:lnTo>
                <a:lnTo>
                  <a:pt x="535" y="1082"/>
                </a:lnTo>
                <a:lnTo>
                  <a:pt x="553" y="1102"/>
                </a:lnTo>
                <a:lnTo>
                  <a:pt x="571" y="1121"/>
                </a:lnTo>
                <a:lnTo>
                  <a:pt x="589" y="1138"/>
                </a:lnTo>
                <a:lnTo>
                  <a:pt x="607" y="1152"/>
                </a:lnTo>
                <a:lnTo>
                  <a:pt x="625" y="1166"/>
                </a:lnTo>
                <a:lnTo>
                  <a:pt x="642" y="1177"/>
                </a:lnTo>
                <a:lnTo>
                  <a:pt x="660" y="1187"/>
                </a:lnTo>
                <a:lnTo>
                  <a:pt x="678" y="1195"/>
                </a:lnTo>
                <a:lnTo>
                  <a:pt x="696" y="1201"/>
                </a:lnTo>
                <a:lnTo>
                  <a:pt x="714" y="1206"/>
                </a:lnTo>
                <a:lnTo>
                  <a:pt x="732" y="1209"/>
                </a:lnTo>
                <a:lnTo>
                  <a:pt x="749" y="1212"/>
                </a:lnTo>
                <a:lnTo>
                  <a:pt x="767" y="1213"/>
                </a:lnTo>
                <a:lnTo>
                  <a:pt x="785" y="1213"/>
                </a:lnTo>
                <a:lnTo>
                  <a:pt x="803" y="1212"/>
                </a:lnTo>
                <a:lnTo>
                  <a:pt x="821" y="1210"/>
                </a:lnTo>
                <a:lnTo>
                  <a:pt x="839" y="1207"/>
                </a:lnTo>
                <a:lnTo>
                  <a:pt x="857" y="1204"/>
                </a:lnTo>
                <a:lnTo>
                  <a:pt x="874" y="1200"/>
                </a:lnTo>
                <a:lnTo>
                  <a:pt x="892" y="1196"/>
                </a:lnTo>
                <a:lnTo>
                  <a:pt x="910" y="1192"/>
                </a:lnTo>
                <a:lnTo>
                  <a:pt x="928" y="1187"/>
                </a:lnTo>
                <a:lnTo>
                  <a:pt x="946" y="1182"/>
                </a:lnTo>
                <a:lnTo>
                  <a:pt x="964" y="1178"/>
                </a:lnTo>
                <a:lnTo>
                  <a:pt x="981" y="1173"/>
                </a:lnTo>
                <a:lnTo>
                  <a:pt x="999" y="1169"/>
                </a:lnTo>
                <a:lnTo>
                  <a:pt x="1017" y="1165"/>
                </a:lnTo>
                <a:lnTo>
                  <a:pt x="1035" y="1161"/>
                </a:lnTo>
                <a:lnTo>
                  <a:pt x="1053" y="1158"/>
                </a:lnTo>
                <a:lnTo>
                  <a:pt x="1071" y="1156"/>
                </a:lnTo>
                <a:lnTo>
                  <a:pt x="1089" y="1154"/>
                </a:lnTo>
                <a:lnTo>
                  <a:pt x="1106" y="1153"/>
                </a:lnTo>
                <a:lnTo>
                  <a:pt x="1124" y="1153"/>
                </a:lnTo>
                <a:lnTo>
                  <a:pt x="1142" y="1154"/>
                </a:lnTo>
                <a:lnTo>
                  <a:pt x="1160" y="1155"/>
                </a:lnTo>
                <a:lnTo>
                  <a:pt x="1178" y="1158"/>
                </a:lnTo>
                <a:lnTo>
                  <a:pt x="1196" y="1161"/>
                </a:lnTo>
                <a:lnTo>
                  <a:pt x="1213" y="1166"/>
                </a:lnTo>
                <a:lnTo>
                  <a:pt x="1231" y="1171"/>
                </a:lnTo>
                <a:lnTo>
                  <a:pt x="1249" y="1178"/>
                </a:lnTo>
                <a:lnTo>
                  <a:pt x="1267" y="1186"/>
                </a:lnTo>
                <a:lnTo>
                  <a:pt x="1285" y="1195"/>
                </a:lnTo>
                <a:lnTo>
                  <a:pt x="1303" y="1205"/>
                </a:lnTo>
                <a:lnTo>
                  <a:pt x="1321" y="1216"/>
                </a:lnTo>
                <a:lnTo>
                  <a:pt x="1338" y="1229"/>
                </a:lnTo>
                <a:lnTo>
                  <a:pt x="1356" y="1243"/>
                </a:lnTo>
                <a:lnTo>
                  <a:pt x="1374" y="1257"/>
                </a:lnTo>
                <a:lnTo>
                  <a:pt x="1392" y="1273"/>
                </a:lnTo>
                <a:lnTo>
                  <a:pt x="1410" y="1290"/>
                </a:lnTo>
                <a:lnTo>
                  <a:pt x="1428" y="1308"/>
                </a:lnTo>
                <a:lnTo>
                  <a:pt x="1445" y="1327"/>
                </a:lnTo>
                <a:lnTo>
                  <a:pt x="1463" y="1348"/>
                </a:lnTo>
                <a:lnTo>
                  <a:pt x="1481" y="1369"/>
                </a:lnTo>
                <a:lnTo>
                  <a:pt x="1499" y="1391"/>
                </a:lnTo>
                <a:lnTo>
                  <a:pt x="1517" y="1414"/>
                </a:lnTo>
                <a:lnTo>
                  <a:pt x="1535" y="1438"/>
                </a:lnTo>
                <a:lnTo>
                  <a:pt x="1552" y="1462"/>
                </a:lnTo>
                <a:lnTo>
                  <a:pt x="1570" y="1488"/>
                </a:lnTo>
                <a:lnTo>
                  <a:pt x="1588" y="1514"/>
                </a:lnTo>
                <a:lnTo>
                  <a:pt x="1606" y="1541"/>
                </a:lnTo>
                <a:lnTo>
                  <a:pt x="1624" y="1568"/>
                </a:lnTo>
                <a:lnTo>
                  <a:pt x="1642" y="1596"/>
                </a:lnTo>
                <a:lnTo>
                  <a:pt x="1660" y="1624"/>
                </a:lnTo>
                <a:lnTo>
                  <a:pt x="1677" y="1653"/>
                </a:lnTo>
                <a:lnTo>
                  <a:pt x="1695" y="1682"/>
                </a:lnTo>
                <a:lnTo>
                  <a:pt x="1713" y="1712"/>
                </a:lnTo>
                <a:lnTo>
                  <a:pt x="1731" y="1741"/>
                </a:lnTo>
                <a:lnTo>
                  <a:pt x="1749" y="1771"/>
                </a:lnTo>
                <a:lnTo>
                  <a:pt x="1767" y="1801"/>
                </a:lnTo>
                <a:lnTo>
                  <a:pt x="1784" y="1830"/>
                </a:lnTo>
                <a:lnTo>
                  <a:pt x="1802" y="1860"/>
                </a:lnTo>
                <a:lnTo>
                  <a:pt x="1820" y="1890"/>
                </a:lnTo>
                <a:lnTo>
                  <a:pt x="1838" y="1919"/>
                </a:lnTo>
                <a:lnTo>
                  <a:pt x="1856" y="1949"/>
                </a:lnTo>
                <a:lnTo>
                  <a:pt x="1874" y="1978"/>
                </a:lnTo>
                <a:lnTo>
                  <a:pt x="1892" y="2006"/>
                </a:lnTo>
                <a:lnTo>
                  <a:pt x="1909" y="2034"/>
                </a:lnTo>
                <a:lnTo>
                  <a:pt x="1927" y="2062"/>
                </a:lnTo>
                <a:lnTo>
                  <a:pt x="1945" y="2089"/>
                </a:lnTo>
                <a:lnTo>
                  <a:pt x="1963" y="2115"/>
                </a:lnTo>
                <a:lnTo>
                  <a:pt x="1981" y="2141"/>
                </a:lnTo>
                <a:lnTo>
                  <a:pt x="1999" y="2166"/>
                </a:lnTo>
                <a:lnTo>
                  <a:pt x="2016" y="2191"/>
                </a:lnTo>
                <a:lnTo>
                  <a:pt x="2034" y="2214"/>
                </a:lnTo>
                <a:lnTo>
                  <a:pt x="2052" y="2237"/>
                </a:lnTo>
                <a:lnTo>
                  <a:pt x="2070" y="2259"/>
                </a:lnTo>
                <a:lnTo>
                  <a:pt x="2088" y="2280"/>
                </a:lnTo>
                <a:lnTo>
                  <a:pt x="2106" y="2300"/>
                </a:lnTo>
                <a:lnTo>
                  <a:pt x="2124" y="2318"/>
                </a:lnTo>
                <a:lnTo>
                  <a:pt x="2141" y="2336"/>
                </a:lnTo>
                <a:lnTo>
                  <a:pt x="2159" y="2353"/>
                </a:lnTo>
                <a:lnTo>
                  <a:pt x="2177" y="2369"/>
                </a:lnTo>
                <a:lnTo>
                  <a:pt x="2195" y="2383"/>
                </a:lnTo>
                <a:lnTo>
                  <a:pt x="2213" y="2397"/>
                </a:lnTo>
                <a:lnTo>
                  <a:pt x="2231" y="2409"/>
                </a:lnTo>
                <a:lnTo>
                  <a:pt x="2248" y="2420"/>
                </a:lnTo>
                <a:lnTo>
                  <a:pt x="2266" y="2430"/>
                </a:lnTo>
                <a:lnTo>
                  <a:pt x="2284" y="2439"/>
                </a:lnTo>
                <a:lnTo>
                  <a:pt x="2302" y="2446"/>
                </a:lnTo>
                <a:lnTo>
                  <a:pt x="2320" y="2453"/>
                </a:lnTo>
                <a:lnTo>
                  <a:pt x="2338" y="2458"/>
                </a:lnTo>
                <a:lnTo>
                  <a:pt x="2355" y="2461"/>
                </a:lnTo>
                <a:lnTo>
                  <a:pt x="2373" y="2464"/>
                </a:lnTo>
                <a:lnTo>
                  <a:pt x="2391" y="2466"/>
                </a:lnTo>
                <a:lnTo>
                  <a:pt x="2409" y="2466"/>
                </a:lnTo>
                <a:lnTo>
                  <a:pt x="2427" y="2465"/>
                </a:lnTo>
                <a:lnTo>
                  <a:pt x="2445" y="2463"/>
                </a:lnTo>
                <a:lnTo>
                  <a:pt x="2463" y="2460"/>
                </a:lnTo>
                <a:lnTo>
                  <a:pt x="2480" y="2455"/>
                </a:lnTo>
                <a:lnTo>
                  <a:pt x="2498" y="2450"/>
                </a:lnTo>
                <a:lnTo>
                  <a:pt x="2516" y="2444"/>
                </a:lnTo>
                <a:lnTo>
                  <a:pt x="2534" y="2436"/>
                </a:lnTo>
                <a:lnTo>
                  <a:pt x="2552" y="2427"/>
                </a:lnTo>
                <a:lnTo>
                  <a:pt x="2570" y="2418"/>
                </a:lnTo>
                <a:lnTo>
                  <a:pt x="2587" y="2407"/>
                </a:lnTo>
                <a:lnTo>
                  <a:pt x="2605" y="2396"/>
                </a:lnTo>
                <a:lnTo>
                  <a:pt x="2623" y="2384"/>
                </a:lnTo>
                <a:lnTo>
                  <a:pt x="2641" y="2371"/>
                </a:lnTo>
                <a:lnTo>
                  <a:pt x="2659" y="2357"/>
                </a:lnTo>
                <a:lnTo>
                  <a:pt x="2677" y="2342"/>
                </a:lnTo>
                <a:lnTo>
                  <a:pt x="2695" y="2327"/>
                </a:lnTo>
                <a:lnTo>
                  <a:pt x="2712" y="2311"/>
                </a:lnTo>
                <a:lnTo>
                  <a:pt x="2730" y="2294"/>
                </a:lnTo>
                <a:lnTo>
                  <a:pt x="2748" y="2277"/>
                </a:lnTo>
                <a:lnTo>
                  <a:pt x="2766" y="2259"/>
                </a:lnTo>
                <a:lnTo>
                  <a:pt x="2784" y="2241"/>
                </a:lnTo>
                <a:lnTo>
                  <a:pt x="2802" y="2222"/>
                </a:lnTo>
                <a:lnTo>
                  <a:pt x="2819" y="2203"/>
                </a:lnTo>
                <a:lnTo>
                  <a:pt x="2837" y="2184"/>
                </a:lnTo>
                <a:lnTo>
                  <a:pt x="2855" y="2164"/>
                </a:lnTo>
                <a:lnTo>
                  <a:pt x="2873" y="2144"/>
                </a:lnTo>
                <a:lnTo>
                  <a:pt x="2891" y="2124"/>
                </a:lnTo>
                <a:lnTo>
                  <a:pt x="2909" y="2104"/>
                </a:lnTo>
                <a:lnTo>
                  <a:pt x="2927" y="2084"/>
                </a:lnTo>
                <a:lnTo>
                  <a:pt x="2944" y="2063"/>
                </a:lnTo>
                <a:lnTo>
                  <a:pt x="2962" y="2043"/>
                </a:lnTo>
                <a:lnTo>
                  <a:pt x="2980" y="2023"/>
                </a:lnTo>
                <a:lnTo>
                  <a:pt x="2998" y="2003"/>
                </a:lnTo>
                <a:lnTo>
                  <a:pt x="3016" y="1983"/>
                </a:lnTo>
                <a:lnTo>
                  <a:pt x="3034" y="1963"/>
                </a:lnTo>
                <a:lnTo>
                  <a:pt x="3051" y="1944"/>
                </a:lnTo>
                <a:lnTo>
                  <a:pt x="3069" y="1924"/>
                </a:lnTo>
                <a:lnTo>
                  <a:pt x="3087" y="1905"/>
                </a:lnTo>
                <a:lnTo>
                  <a:pt x="3105" y="1887"/>
                </a:lnTo>
                <a:lnTo>
                  <a:pt x="3123" y="1869"/>
                </a:lnTo>
                <a:lnTo>
                  <a:pt x="3141" y="1851"/>
                </a:lnTo>
                <a:lnTo>
                  <a:pt x="3158" y="1834"/>
                </a:lnTo>
                <a:lnTo>
                  <a:pt x="3176" y="1818"/>
                </a:lnTo>
                <a:lnTo>
                  <a:pt x="3194" y="1802"/>
                </a:lnTo>
                <a:lnTo>
                  <a:pt x="3212" y="1787"/>
                </a:lnTo>
                <a:lnTo>
                  <a:pt x="3230" y="1772"/>
                </a:lnTo>
                <a:lnTo>
                  <a:pt x="3248" y="1758"/>
                </a:lnTo>
                <a:lnTo>
                  <a:pt x="3266" y="1745"/>
                </a:lnTo>
                <a:lnTo>
                  <a:pt x="3283" y="1732"/>
                </a:lnTo>
                <a:lnTo>
                  <a:pt x="3301" y="1720"/>
                </a:lnTo>
                <a:lnTo>
                  <a:pt x="3319" y="1709"/>
                </a:lnTo>
                <a:lnTo>
                  <a:pt x="3337" y="1699"/>
                </a:lnTo>
                <a:lnTo>
                  <a:pt x="3355" y="1690"/>
                </a:lnTo>
                <a:lnTo>
                  <a:pt x="3373" y="1681"/>
                </a:lnTo>
                <a:lnTo>
                  <a:pt x="3390" y="1673"/>
                </a:lnTo>
                <a:lnTo>
                  <a:pt x="3408" y="1666"/>
                </a:lnTo>
                <a:lnTo>
                  <a:pt x="3426" y="1660"/>
                </a:lnTo>
                <a:lnTo>
                  <a:pt x="3444" y="1655"/>
                </a:lnTo>
                <a:lnTo>
                  <a:pt x="3462" y="1651"/>
                </a:lnTo>
                <a:lnTo>
                  <a:pt x="3480" y="1647"/>
                </a:lnTo>
                <a:lnTo>
                  <a:pt x="3498" y="1645"/>
                </a:lnTo>
                <a:lnTo>
                  <a:pt x="3515" y="1643"/>
                </a:lnTo>
                <a:lnTo>
                  <a:pt x="3533" y="1642"/>
                </a:lnTo>
                <a:lnTo>
                  <a:pt x="3551" y="1642"/>
                </a:lnTo>
                <a:lnTo>
                  <a:pt x="3569" y="1643"/>
                </a:lnTo>
                <a:lnTo>
                  <a:pt x="3587" y="1645"/>
                </a:lnTo>
                <a:lnTo>
                  <a:pt x="3605" y="1647"/>
                </a:lnTo>
                <a:lnTo>
                  <a:pt x="3622" y="1651"/>
                </a:lnTo>
                <a:lnTo>
                  <a:pt x="3640" y="1655"/>
                </a:lnTo>
                <a:lnTo>
                  <a:pt x="3658" y="1660"/>
                </a:lnTo>
                <a:lnTo>
                  <a:pt x="3676" y="1666"/>
                </a:lnTo>
                <a:lnTo>
                  <a:pt x="3694" y="1672"/>
                </a:lnTo>
                <a:lnTo>
                  <a:pt x="3712" y="1679"/>
                </a:lnTo>
                <a:lnTo>
                  <a:pt x="3730" y="1687"/>
                </a:lnTo>
                <a:lnTo>
                  <a:pt x="3747" y="1696"/>
                </a:lnTo>
                <a:lnTo>
                  <a:pt x="3765" y="1705"/>
                </a:lnTo>
                <a:lnTo>
                  <a:pt x="3783" y="1715"/>
                </a:lnTo>
                <a:lnTo>
                  <a:pt x="3801" y="1725"/>
                </a:lnTo>
                <a:lnTo>
                  <a:pt x="3819" y="1736"/>
                </a:lnTo>
                <a:lnTo>
                  <a:pt x="3837" y="1748"/>
                </a:lnTo>
                <a:lnTo>
                  <a:pt x="3854" y="1759"/>
                </a:lnTo>
                <a:lnTo>
                  <a:pt x="3872" y="1772"/>
                </a:lnTo>
                <a:lnTo>
                  <a:pt x="3890" y="1784"/>
                </a:lnTo>
                <a:lnTo>
                  <a:pt x="3908" y="1798"/>
                </a:lnTo>
                <a:lnTo>
                  <a:pt x="3926" y="1811"/>
                </a:lnTo>
                <a:lnTo>
                  <a:pt x="3944" y="1824"/>
                </a:lnTo>
                <a:lnTo>
                  <a:pt x="3962" y="1838"/>
                </a:lnTo>
                <a:lnTo>
                  <a:pt x="3979" y="1852"/>
                </a:lnTo>
                <a:lnTo>
                  <a:pt x="3997" y="1867"/>
                </a:lnTo>
                <a:lnTo>
                  <a:pt x="4015" y="1881"/>
                </a:lnTo>
                <a:lnTo>
                  <a:pt x="4033" y="1895"/>
                </a:lnTo>
                <a:lnTo>
                  <a:pt x="4051" y="1910"/>
                </a:lnTo>
                <a:lnTo>
                  <a:pt x="4069" y="1924"/>
                </a:lnTo>
                <a:lnTo>
                  <a:pt x="4086" y="1938"/>
                </a:lnTo>
                <a:lnTo>
                  <a:pt x="4104" y="1952"/>
                </a:lnTo>
                <a:lnTo>
                  <a:pt x="4122" y="1966"/>
                </a:lnTo>
                <a:lnTo>
                  <a:pt x="4140" y="1980"/>
                </a:lnTo>
                <a:lnTo>
                  <a:pt x="4158" y="1993"/>
                </a:lnTo>
                <a:lnTo>
                  <a:pt x="4176" y="2007"/>
                </a:lnTo>
                <a:lnTo>
                  <a:pt x="4193" y="2019"/>
                </a:lnTo>
                <a:lnTo>
                  <a:pt x="4211" y="2032"/>
                </a:lnTo>
                <a:lnTo>
                  <a:pt x="4229" y="2044"/>
                </a:lnTo>
                <a:lnTo>
                  <a:pt x="4247" y="2056"/>
                </a:lnTo>
                <a:lnTo>
                  <a:pt x="4265" y="2067"/>
                </a:lnTo>
                <a:lnTo>
                  <a:pt x="4283" y="2077"/>
                </a:lnTo>
                <a:lnTo>
                  <a:pt x="4301" y="2087"/>
                </a:lnTo>
                <a:lnTo>
                  <a:pt x="4318" y="2097"/>
                </a:lnTo>
                <a:lnTo>
                  <a:pt x="4336" y="2105"/>
                </a:lnTo>
                <a:lnTo>
                  <a:pt x="4354" y="2113"/>
                </a:lnTo>
                <a:lnTo>
                  <a:pt x="4372" y="2121"/>
                </a:lnTo>
                <a:lnTo>
                  <a:pt x="4390" y="2127"/>
                </a:lnTo>
                <a:lnTo>
                  <a:pt x="4408" y="2133"/>
                </a:lnTo>
                <a:lnTo>
                  <a:pt x="4425" y="2138"/>
                </a:lnTo>
                <a:lnTo>
                  <a:pt x="4443" y="2142"/>
                </a:lnTo>
                <a:lnTo>
                  <a:pt x="4461" y="2146"/>
                </a:lnTo>
                <a:lnTo>
                  <a:pt x="4479" y="2148"/>
                </a:lnTo>
                <a:lnTo>
                  <a:pt x="4497" y="2150"/>
                </a:lnTo>
                <a:lnTo>
                  <a:pt x="4515" y="2150"/>
                </a:lnTo>
                <a:lnTo>
                  <a:pt x="4533" y="2150"/>
                </a:lnTo>
                <a:lnTo>
                  <a:pt x="4550" y="2149"/>
                </a:lnTo>
                <a:lnTo>
                  <a:pt x="4568" y="2147"/>
                </a:lnTo>
                <a:lnTo>
                  <a:pt x="4586" y="2144"/>
                </a:lnTo>
                <a:lnTo>
                  <a:pt x="4604" y="2140"/>
                </a:lnTo>
                <a:lnTo>
                  <a:pt x="4622" y="2135"/>
                </a:lnTo>
                <a:lnTo>
                  <a:pt x="4640" y="2128"/>
                </a:lnTo>
                <a:lnTo>
                  <a:pt x="4657" y="2121"/>
                </a:lnTo>
                <a:lnTo>
                  <a:pt x="4675" y="2113"/>
                </a:lnTo>
                <a:lnTo>
                  <a:pt x="4693" y="2104"/>
                </a:lnTo>
                <a:lnTo>
                  <a:pt x="4711" y="2094"/>
                </a:lnTo>
                <a:lnTo>
                  <a:pt x="4729" y="2083"/>
                </a:lnTo>
                <a:lnTo>
                  <a:pt x="4747" y="2071"/>
                </a:lnTo>
                <a:lnTo>
                  <a:pt x="4765" y="2059"/>
                </a:lnTo>
                <a:lnTo>
                  <a:pt x="4782" y="2045"/>
                </a:lnTo>
                <a:lnTo>
                  <a:pt x="4800" y="2030"/>
                </a:lnTo>
                <a:lnTo>
                  <a:pt x="4818" y="2014"/>
                </a:lnTo>
                <a:lnTo>
                  <a:pt x="4836" y="1998"/>
                </a:lnTo>
                <a:lnTo>
                  <a:pt x="4854" y="1980"/>
                </a:lnTo>
                <a:lnTo>
                  <a:pt x="4872" y="1962"/>
                </a:lnTo>
                <a:lnTo>
                  <a:pt x="4889" y="1943"/>
                </a:lnTo>
                <a:lnTo>
                  <a:pt x="4907" y="1923"/>
                </a:lnTo>
                <a:lnTo>
                  <a:pt x="4925" y="1902"/>
                </a:lnTo>
                <a:lnTo>
                  <a:pt x="4943" y="1880"/>
                </a:lnTo>
                <a:lnTo>
                  <a:pt x="4961" y="1858"/>
                </a:lnTo>
                <a:lnTo>
                  <a:pt x="4979" y="1835"/>
                </a:lnTo>
                <a:lnTo>
                  <a:pt x="4996" y="1811"/>
                </a:lnTo>
                <a:lnTo>
                  <a:pt x="5014" y="1787"/>
                </a:lnTo>
                <a:lnTo>
                  <a:pt x="5032" y="1762"/>
                </a:lnTo>
                <a:lnTo>
                  <a:pt x="5050" y="1737"/>
                </a:lnTo>
                <a:lnTo>
                  <a:pt x="5068" y="1711"/>
                </a:lnTo>
                <a:lnTo>
                  <a:pt x="5086" y="1684"/>
                </a:lnTo>
                <a:lnTo>
                  <a:pt x="5104" y="1658"/>
                </a:lnTo>
                <a:lnTo>
                  <a:pt x="5121" y="1630"/>
                </a:lnTo>
                <a:lnTo>
                  <a:pt x="5139" y="1603"/>
                </a:lnTo>
                <a:lnTo>
                  <a:pt x="5157" y="1575"/>
                </a:lnTo>
                <a:lnTo>
                  <a:pt x="5175" y="1547"/>
                </a:lnTo>
                <a:lnTo>
                  <a:pt x="5193" y="1518"/>
                </a:lnTo>
                <a:lnTo>
                  <a:pt x="5211" y="1489"/>
                </a:lnTo>
                <a:lnTo>
                  <a:pt x="5228" y="1460"/>
                </a:lnTo>
                <a:lnTo>
                  <a:pt x="5246" y="1432"/>
                </a:lnTo>
                <a:lnTo>
                  <a:pt x="5264" y="1402"/>
                </a:lnTo>
                <a:lnTo>
                  <a:pt x="5282" y="1373"/>
                </a:lnTo>
                <a:lnTo>
                  <a:pt x="5300" y="1344"/>
                </a:lnTo>
                <a:lnTo>
                  <a:pt x="5318" y="1315"/>
                </a:lnTo>
                <a:lnTo>
                  <a:pt x="5336" y="1286"/>
                </a:lnTo>
                <a:lnTo>
                  <a:pt x="5353" y="1258"/>
                </a:lnTo>
                <a:lnTo>
                  <a:pt x="5371" y="1229"/>
                </a:lnTo>
                <a:lnTo>
                  <a:pt x="5389" y="1201"/>
                </a:lnTo>
                <a:lnTo>
                  <a:pt x="5407" y="1173"/>
                </a:lnTo>
                <a:lnTo>
                  <a:pt x="5425" y="1145"/>
                </a:lnTo>
                <a:lnTo>
                  <a:pt x="5443" y="1117"/>
                </a:lnTo>
                <a:lnTo>
                  <a:pt x="5460" y="1090"/>
                </a:lnTo>
                <a:lnTo>
                  <a:pt x="5478" y="1063"/>
                </a:lnTo>
                <a:lnTo>
                  <a:pt x="5496" y="1037"/>
                </a:lnTo>
                <a:lnTo>
                  <a:pt x="5514" y="1011"/>
                </a:lnTo>
                <a:lnTo>
                  <a:pt x="5532" y="985"/>
                </a:lnTo>
                <a:lnTo>
                  <a:pt x="5550" y="960"/>
                </a:lnTo>
                <a:lnTo>
                  <a:pt x="5568" y="936"/>
                </a:lnTo>
                <a:lnTo>
                  <a:pt x="5585" y="912"/>
                </a:lnTo>
                <a:lnTo>
                  <a:pt x="5603" y="889"/>
                </a:lnTo>
                <a:lnTo>
                  <a:pt x="5621" y="866"/>
                </a:lnTo>
                <a:lnTo>
                  <a:pt x="5639" y="844"/>
                </a:lnTo>
                <a:lnTo>
                  <a:pt x="5657" y="823"/>
                </a:lnTo>
                <a:lnTo>
                  <a:pt x="5675" y="802"/>
                </a:lnTo>
                <a:lnTo>
                  <a:pt x="5692" y="782"/>
                </a:lnTo>
                <a:lnTo>
                  <a:pt x="5710" y="762"/>
                </a:lnTo>
                <a:lnTo>
                  <a:pt x="5728" y="744"/>
                </a:lnTo>
                <a:lnTo>
                  <a:pt x="5746" y="726"/>
                </a:lnTo>
                <a:lnTo>
                  <a:pt x="5764" y="708"/>
                </a:lnTo>
                <a:lnTo>
                  <a:pt x="5782" y="692"/>
                </a:lnTo>
                <a:lnTo>
                  <a:pt x="5799" y="676"/>
                </a:lnTo>
                <a:lnTo>
                  <a:pt x="5817" y="661"/>
                </a:lnTo>
                <a:lnTo>
                  <a:pt x="5835" y="646"/>
                </a:lnTo>
                <a:lnTo>
                  <a:pt x="5853" y="632"/>
                </a:lnTo>
                <a:lnTo>
                  <a:pt x="5871" y="619"/>
                </a:lnTo>
                <a:lnTo>
                  <a:pt x="5889" y="607"/>
                </a:lnTo>
                <a:lnTo>
                  <a:pt x="5907" y="595"/>
                </a:lnTo>
                <a:lnTo>
                  <a:pt x="5924" y="584"/>
                </a:lnTo>
                <a:lnTo>
                  <a:pt x="5942" y="574"/>
                </a:lnTo>
                <a:lnTo>
                  <a:pt x="5960" y="564"/>
                </a:lnTo>
                <a:lnTo>
                  <a:pt x="5978" y="556"/>
                </a:lnTo>
                <a:lnTo>
                  <a:pt x="5996" y="547"/>
                </a:lnTo>
                <a:lnTo>
                  <a:pt x="6014" y="540"/>
                </a:lnTo>
                <a:lnTo>
                  <a:pt x="6031" y="533"/>
                </a:lnTo>
                <a:lnTo>
                  <a:pt x="6049" y="526"/>
                </a:lnTo>
                <a:lnTo>
                  <a:pt x="6067" y="520"/>
                </a:lnTo>
                <a:lnTo>
                  <a:pt x="6085" y="515"/>
                </a:lnTo>
                <a:lnTo>
                  <a:pt x="6103" y="510"/>
                </a:lnTo>
                <a:lnTo>
                  <a:pt x="6121" y="506"/>
                </a:lnTo>
                <a:lnTo>
                  <a:pt x="6139" y="502"/>
                </a:lnTo>
                <a:lnTo>
                  <a:pt x="6156" y="499"/>
                </a:lnTo>
                <a:lnTo>
                  <a:pt x="6174" y="496"/>
                </a:lnTo>
                <a:lnTo>
                  <a:pt x="6192" y="494"/>
                </a:lnTo>
                <a:lnTo>
                  <a:pt x="6210" y="493"/>
                </a:lnTo>
                <a:lnTo>
                  <a:pt x="6228" y="491"/>
                </a:lnTo>
                <a:lnTo>
                  <a:pt x="6246" y="490"/>
                </a:lnTo>
                <a:lnTo>
                  <a:pt x="6263" y="490"/>
                </a:lnTo>
                <a:lnTo>
                  <a:pt x="6281" y="490"/>
                </a:lnTo>
                <a:lnTo>
                  <a:pt x="6299" y="490"/>
                </a:lnTo>
                <a:lnTo>
                  <a:pt x="6317" y="490"/>
                </a:lnTo>
                <a:lnTo>
                  <a:pt x="6335" y="491"/>
                </a:lnTo>
                <a:lnTo>
                  <a:pt x="6353" y="492"/>
                </a:lnTo>
                <a:lnTo>
                  <a:pt x="6371" y="494"/>
                </a:lnTo>
                <a:lnTo>
                  <a:pt x="6388" y="496"/>
                </a:lnTo>
                <a:lnTo>
                  <a:pt x="6406" y="498"/>
                </a:lnTo>
                <a:lnTo>
                  <a:pt x="6424" y="500"/>
                </a:lnTo>
                <a:lnTo>
                  <a:pt x="6442" y="503"/>
                </a:lnTo>
                <a:lnTo>
                  <a:pt x="6460" y="505"/>
                </a:lnTo>
                <a:lnTo>
                  <a:pt x="6478" y="508"/>
                </a:lnTo>
                <a:lnTo>
                  <a:pt x="6495" y="512"/>
                </a:lnTo>
                <a:lnTo>
                  <a:pt x="6513" y="515"/>
                </a:lnTo>
                <a:lnTo>
                  <a:pt x="6531" y="518"/>
                </a:lnTo>
                <a:lnTo>
                  <a:pt x="6549" y="522"/>
                </a:lnTo>
                <a:lnTo>
                  <a:pt x="6567" y="526"/>
                </a:lnTo>
                <a:lnTo>
                  <a:pt x="6585" y="529"/>
                </a:lnTo>
                <a:lnTo>
                  <a:pt x="6603" y="533"/>
                </a:lnTo>
                <a:lnTo>
                  <a:pt x="6620" y="537"/>
                </a:lnTo>
                <a:lnTo>
                  <a:pt x="6638" y="541"/>
                </a:lnTo>
                <a:lnTo>
                  <a:pt x="6656" y="544"/>
                </a:lnTo>
                <a:lnTo>
                  <a:pt x="6674" y="547"/>
                </a:lnTo>
                <a:lnTo>
                  <a:pt x="6692" y="551"/>
                </a:lnTo>
                <a:lnTo>
                  <a:pt x="6710" y="553"/>
                </a:lnTo>
                <a:lnTo>
                  <a:pt x="6727" y="555"/>
                </a:lnTo>
                <a:lnTo>
                  <a:pt x="6745" y="557"/>
                </a:lnTo>
                <a:lnTo>
                  <a:pt x="6763" y="558"/>
                </a:lnTo>
                <a:lnTo>
                  <a:pt x="6781" y="558"/>
                </a:lnTo>
                <a:lnTo>
                  <a:pt x="6799" y="557"/>
                </a:lnTo>
                <a:lnTo>
                  <a:pt x="6817" y="555"/>
                </a:lnTo>
                <a:lnTo>
                  <a:pt x="6834" y="552"/>
                </a:lnTo>
                <a:lnTo>
                  <a:pt x="6852" y="547"/>
                </a:lnTo>
                <a:lnTo>
                  <a:pt x="6870" y="540"/>
                </a:lnTo>
                <a:lnTo>
                  <a:pt x="6888" y="531"/>
                </a:lnTo>
                <a:lnTo>
                  <a:pt x="6906" y="519"/>
                </a:lnTo>
                <a:lnTo>
                  <a:pt x="6924" y="504"/>
                </a:lnTo>
                <a:lnTo>
                  <a:pt x="6942" y="487"/>
                </a:lnTo>
                <a:lnTo>
                  <a:pt x="6959" y="465"/>
                </a:lnTo>
                <a:lnTo>
                  <a:pt x="6977" y="439"/>
                </a:lnTo>
                <a:lnTo>
                  <a:pt x="6995" y="409"/>
                </a:lnTo>
                <a:lnTo>
                  <a:pt x="7013" y="372"/>
                </a:lnTo>
                <a:lnTo>
                  <a:pt x="7031" y="330"/>
                </a:lnTo>
                <a:lnTo>
                  <a:pt x="7049" y="281"/>
                </a:lnTo>
                <a:lnTo>
                  <a:pt x="7066" y="225"/>
                </a:lnTo>
                <a:lnTo>
                  <a:pt x="7084" y="160"/>
                </a:lnTo>
                <a:lnTo>
                  <a:pt x="7102" y="85"/>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Oval 9"/>
          <p:cNvSpPr/>
          <p:nvPr/>
        </p:nvSpPr>
        <p:spPr>
          <a:xfrm>
            <a:off x="7066991" y="31887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5854607" y="44561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675100" y="394707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6239093" y="352153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6382871" y="449201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3132234" y="509202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4184508" y="455742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4777556" y="460388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3060964" y="461368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4903251" y="47655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5623825" y="386443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6461103" y="3444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054379" y="458257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649863" y="42288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4723398" y="433107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7207142" y="350359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6895882" y="32947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235715" y="435994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5835659" y="376401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1880665" y="432429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661910" y="460818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4654770" y="476775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Oval 31"/>
          <p:cNvSpPr/>
          <p:nvPr/>
        </p:nvSpPr>
        <p:spPr>
          <a:xfrm>
            <a:off x="5929249" y="359042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Oval 32"/>
          <p:cNvSpPr/>
          <p:nvPr/>
        </p:nvSpPr>
        <p:spPr>
          <a:xfrm>
            <a:off x="1983928" y="440140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Oval 33"/>
          <p:cNvSpPr/>
          <p:nvPr/>
        </p:nvSpPr>
        <p:spPr>
          <a:xfrm>
            <a:off x="6888173" y="35920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7982712" y="3218688"/>
            <a:ext cx="3657600" cy="640080"/>
          </a:xfrm>
          <a:prstGeom prst="rect">
            <a:avLst/>
          </a:prstGeom>
          <a:noFill/>
        </p:spPr>
        <p:txBody>
          <a:bodyPr wrap="square" lIns="0" rIns="0" tIns="0" bIns="0">
            <a:spAutoFit/>
          </a:bodyPr>
          <a:lstStyle/>
          <a:p>
            <a:pPr>
              <a:spcAft>
                <a:spcPts val="0"/>
              </a:spcAft>
              <a:defRPr sz="3000" b="0">
                <a:solidFill>
                  <a:srgbClr val="C65326"/>
                </a:solidFill>
                <a:latin typeface="Arial"/>
              </a:defRPr>
            </a:pPr>
            <a:r>
              <a:t>High variance</a:t>
            </a:r>
          </a:p>
        </p:txBody>
      </p:sp>
      <p:sp>
        <p:nvSpPr>
          <p:cNvPr id="36" name="TextBox 35"/>
          <p:cNvSpPr txBox="1"/>
          <p:nvPr/>
        </p:nvSpPr>
        <p:spPr>
          <a:xfrm>
            <a:off x="8001000" y="3950208"/>
            <a:ext cx="3474720" cy="1097280"/>
          </a:xfrm>
          <a:prstGeom prst="rect">
            <a:avLst/>
          </a:prstGeom>
          <a:noFill/>
        </p:spPr>
        <p:txBody>
          <a:bodyPr wrap="square" lIns="0" rIns="0" tIns="0" bIns="0">
            <a:spAutoFit/>
          </a:bodyPr>
          <a:lstStyle/>
          <a:p>
            <a:pPr>
              <a:spcAft>
                <a:spcPts val="0"/>
              </a:spcAft>
              <a:defRPr sz="2300" b="0">
                <a:solidFill>
                  <a:srgbClr val="181D16"/>
                </a:solidFill>
                <a:latin typeface="Arial"/>
              </a:defRPr>
            </a:pPr>
            <a:r>
              <a:t>Small changes in data.</a:t>
            </a:r>
          </a:p>
          <a:p>
            <a:pPr>
              <a:spcAft>
                <a:spcPts val="0"/>
              </a:spcAft>
              <a:defRPr sz="2300" b="0">
                <a:solidFill>
                  <a:srgbClr val="181D16"/>
                </a:solidFill>
                <a:latin typeface="Arial"/>
              </a:defRPr>
            </a:pPr>
            <a:r>
              <a:t>Big changes in the fit.</a:t>
            </a:r>
          </a:p>
        </p:txBody>
      </p:sp>
      <p:sp>
        <p:nvSpPr>
          <p:cNvPr id="37" name="Oval 36"/>
          <p:cNvSpPr/>
          <p:nvPr/>
        </p:nvSpPr>
        <p:spPr>
          <a:xfrm>
            <a:off x="864108"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39" name="Connector 38"/>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40" name="TextBox 39"/>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unchanged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closer look at variance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Underfit</a:t>
            </a:r>
          </a:p>
        </p:txBody>
      </p:sp>
      <p:cxnSp>
        <p:nvCxnSpPr>
          <p:cNvPr id="6" name="Connector 5"/>
          <p:cNvCxnSpPr/>
          <p:nvPr/>
        </p:nvCxnSpPr>
        <p:spPr>
          <a:xfrm>
            <a:off x="896112"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386791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4101998"/>
            <a:ext cx="3063240" cy="381305"/>
          </a:xfrm>
          <a:custGeom>
            <a:avLst/>
            <a:gdLst/>
            <a:ahLst/>
            <a:cxnLst/>
            <a:rect l="l" t="t" r="r" b="b"/>
            <a:pathLst>
              <a:path w="3350" h="417">
                <a:moveTo>
                  <a:pt x="0" y="417"/>
                </a:moveTo>
                <a:lnTo>
                  <a:pt x="8" y="416"/>
                </a:lnTo>
                <a:lnTo>
                  <a:pt x="17" y="415"/>
                </a:lnTo>
                <a:lnTo>
                  <a:pt x="25" y="414"/>
                </a:lnTo>
                <a:lnTo>
                  <a:pt x="34" y="413"/>
                </a:lnTo>
                <a:lnTo>
                  <a:pt x="42" y="412"/>
                </a:lnTo>
                <a:lnTo>
                  <a:pt x="50" y="411"/>
                </a:lnTo>
                <a:lnTo>
                  <a:pt x="59" y="410"/>
                </a:lnTo>
                <a:lnTo>
                  <a:pt x="67" y="409"/>
                </a:lnTo>
                <a:lnTo>
                  <a:pt x="76" y="408"/>
                </a:lnTo>
                <a:lnTo>
                  <a:pt x="84" y="407"/>
                </a:lnTo>
                <a:lnTo>
                  <a:pt x="92" y="406"/>
                </a:lnTo>
                <a:lnTo>
                  <a:pt x="101" y="405"/>
                </a:lnTo>
                <a:lnTo>
                  <a:pt x="109" y="403"/>
                </a:lnTo>
                <a:lnTo>
                  <a:pt x="118" y="402"/>
                </a:lnTo>
                <a:lnTo>
                  <a:pt x="126" y="401"/>
                </a:lnTo>
                <a:lnTo>
                  <a:pt x="134" y="400"/>
                </a:lnTo>
                <a:lnTo>
                  <a:pt x="143" y="399"/>
                </a:lnTo>
                <a:lnTo>
                  <a:pt x="151" y="398"/>
                </a:lnTo>
                <a:lnTo>
                  <a:pt x="160" y="397"/>
                </a:lnTo>
                <a:lnTo>
                  <a:pt x="168" y="396"/>
                </a:lnTo>
                <a:lnTo>
                  <a:pt x="176" y="395"/>
                </a:lnTo>
                <a:lnTo>
                  <a:pt x="185" y="394"/>
                </a:lnTo>
                <a:lnTo>
                  <a:pt x="193" y="393"/>
                </a:lnTo>
                <a:lnTo>
                  <a:pt x="202" y="392"/>
                </a:lnTo>
                <a:lnTo>
                  <a:pt x="210" y="391"/>
                </a:lnTo>
                <a:lnTo>
                  <a:pt x="218" y="390"/>
                </a:lnTo>
                <a:lnTo>
                  <a:pt x="227" y="389"/>
                </a:lnTo>
                <a:lnTo>
                  <a:pt x="235" y="388"/>
                </a:lnTo>
                <a:lnTo>
                  <a:pt x="243" y="387"/>
                </a:lnTo>
                <a:lnTo>
                  <a:pt x="252" y="386"/>
                </a:lnTo>
                <a:lnTo>
                  <a:pt x="260" y="385"/>
                </a:lnTo>
                <a:lnTo>
                  <a:pt x="269" y="384"/>
                </a:lnTo>
                <a:lnTo>
                  <a:pt x="277" y="383"/>
                </a:lnTo>
                <a:lnTo>
                  <a:pt x="285" y="382"/>
                </a:lnTo>
                <a:lnTo>
                  <a:pt x="294" y="381"/>
                </a:lnTo>
                <a:lnTo>
                  <a:pt x="302" y="379"/>
                </a:lnTo>
                <a:lnTo>
                  <a:pt x="311" y="378"/>
                </a:lnTo>
                <a:lnTo>
                  <a:pt x="319" y="377"/>
                </a:lnTo>
                <a:lnTo>
                  <a:pt x="327" y="376"/>
                </a:lnTo>
                <a:lnTo>
                  <a:pt x="336" y="375"/>
                </a:lnTo>
                <a:lnTo>
                  <a:pt x="344" y="374"/>
                </a:lnTo>
                <a:lnTo>
                  <a:pt x="353" y="373"/>
                </a:lnTo>
                <a:lnTo>
                  <a:pt x="361" y="372"/>
                </a:lnTo>
                <a:lnTo>
                  <a:pt x="369" y="371"/>
                </a:lnTo>
                <a:lnTo>
                  <a:pt x="378" y="370"/>
                </a:lnTo>
                <a:lnTo>
                  <a:pt x="386" y="369"/>
                </a:lnTo>
                <a:lnTo>
                  <a:pt x="395" y="368"/>
                </a:lnTo>
                <a:lnTo>
                  <a:pt x="403" y="367"/>
                </a:lnTo>
                <a:lnTo>
                  <a:pt x="411" y="366"/>
                </a:lnTo>
                <a:lnTo>
                  <a:pt x="420" y="365"/>
                </a:lnTo>
                <a:lnTo>
                  <a:pt x="428" y="364"/>
                </a:lnTo>
                <a:lnTo>
                  <a:pt x="437" y="363"/>
                </a:lnTo>
                <a:lnTo>
                  <a:pt x="445" y="362"/>
                </a:lnTo>
                <a:lnTo>
                  <a:pt x="453" y="361"/>
                </a:lnTo>
                <a:lnTo>
                  <a:pt x="462" y="360"/>
                </a:lnTo>
                <a:lnTo>
                  <a:pt x="470" y="359"/>
                </a:lnTo>
                <a:lnTo>
                  <a:pt x="479" y="358"/>
                </a:lnTo>
                <a:lnTo>
                  <a:pt x="487" y="356"/>
                </a:lnTo>
                <a:lnTo>
                  <a:pt x="495" y="355"/>
                </a:lnTo>
                <a:lnTo>
                  <a:pt x="504" y="354"/>
                </a:lnTo>
                <a:lnTo>
                  <a:pt x="512" y="353"/>
                </a:lnTo>
                <a:lnTo>
                  <a:pt x="521" y="352"/>
                </a:lnTo>
                <a:lnTo>
                  <a:pt x="529" y="351"/>
                </a:lnTo>
                <a:lnTo>
                  <a:pt x="537" y="350"/>
                </a:lnTo>
                <a:lnTo>
                  <a:pt x="546" y="349"/>
                </a:lnTo>
                <a:lnTo>
                  <a:pt x="554" y="348"/>
                </a:lnTo>
                <a:lnTo>
                  <a:pt x="563" y="347"/>
                </a:lnTo>
                <a:lnTo>
                  <a:pt x="571" y="346"/>
                </a:lnTo>
                <a:lnTo>
                  <a:pt x="579" y="345"/>
                </a:lnTo>
                <a:lnTo>
                  <a:pt x="588" y="344"/>
                </a:lnTo>
                <a:lnTo>
                  <a:pt x="596" y="343"/>
                </a:lnTo>
                <a:lnTo>
                  <a:pt x="605" y="342"/>
                </a:lnTo>
                <a:lnTo>
                  <a:pt x="613" y="341"/>
                </a:lnTo>
                <a:lnTo>
                  <a:pt x="621" y="340"/>
                </a:lnTo>
                <a:lnTo>
                  <a:pt x="630" y="339"/>
                </a:lnTo>
                <a:lnTo>
                  <a:pt x="638" y="338"/>
                </a:lnTo>
                <a:lnTo>
                  <a:pt x="646" y="337"/>
                </a:lnTo>
                <a:lnTo>
                  <a:pt x="655" y="336"/>
                </a:lnTo>
                <a:lnTo>
                  <a:pt x="663" y="335"/>
                </a:lnTo>
                <a:lnTo>
                  <a:pt x="672" y="334"/>
                </a:lnTo>
                <a:lnTo>
                  <a:pt x="680" y="332"/>
                </a:lnTo>
                <a:lnTo>
                  <a:pt x="688" y="331"/>
                </a:lnTo>
                <a:lnTo>
                  <a:pt x="697" y="330"/>
                </a:lnTo>
                <a:lnTo>
                  <a:pt x="705" y="329"/>
                </a:lnTo>
                <a:lnTo>
                  <a:pt x="714" y="328"/>
                </a:lnTo>
                <a:lnTo>
                  <a:pt x="722" y="327"/>
                </a:lnTo>
                <a:lnTo>
                  <a:pt x="730" y="326"/>
                </a:lnTo>
                <a:lnTo>
                  <a:pt x="739" y="325"/>
                </a:lnTo>
                <a:lnTo>
                  <a:pt x="747" y="324"/>
                </a:lnTo>
                <a:lnTo>
                  <a:pt x="756" y="323"/>
                </a:lnTo>
                <a:lnTo>
                  <a:pt x="764" y="322"/>
                </a:lnTo>
                <a:lnTo>
                  <a:pt x="772" y="321"/>
                </a:lnTo>
                <a:lnTo>
                  <a:pt x="781" y="320"/>
                </a:lnTo>
                <a:lnTo>
                  <a:pt x="789" y="319"/>
                </a:lnTo>
                <a:lnTo>
                  <a:pt x="798" y="318"/>
                </a:lnTo>
                <a:lnTo>
                  <a:pt x="806" y="317"/>
                </a:lnTo>
                <a:lnTo>
                  <a:pt x="814" y="316"/>
                </a:lnTo>
                <a:lnTo>
                  <a:pt x="823" y="315"/>
                </a:lnTo>
                <a:lnTo>
                  <a:pt x="831" y="314"/>
                </a:lnTo>
                <a:lnTo>
                  <a:pt x="840" y="313"/>
                </a:lnTo>
                <a:lnTo>
                  <a:pt x="848" y="312"/>
                </a:lnTo>
                <a:lnTo>
                  <a:pt x="856" y="311"/>
                </a:lnTo>
                <a:lnTo>
                  <a:pt x="865" y="310"/>
                </a:lnTo>
                <a:lnTo>
                  <a:pt x="873" y="308"/>
                </a:lnTo>
                <a:lnTo>
                  <a:pt x="882" y="307"/>
                </a:lnTo>
                <a:lnTo>
                  <a:pt x="890" y="306"/>
                </a:lnTo>
                <a:lnTo>
                  <a:pt x="898" y="305"/>
                </a:lnTo>
                <a:lnTo>
                  <a:pt x="907" y="304"/>
                </a:lnTo>
                <a:lnTo>
                  <a:pt x="915" y="303"/>
                </a:lnTo>
                <a:lnTo>
                  <a:pt x="924" y="302"/>
                </a:lnTo>
                <a:lnTo>
                  <a:pt x="932" y="301"/>
                </a:lnTo>
                <a:lnTo>
                  <a:pt x="940" y="300"/>
                </a:lnTo>
                <a:lnTo>
                  <a:pt x="949" y="299"/>
                </a:lnTo>
                <a:lnTo>
                  <a:pt x="957" y="298"/>
                </a:lnTo>
                <a:lnTo>
                  <a:pt x="966" y="297"/>
                </a:lnTo>
                <a:lnTo>
                  <a:pt x="974" y="296"/>
                </a:lnTo>
                <a:lnTo>
                  <a:pt x="982" y="295"/>
                </a:lnTo>
                <a:lnTo>
                  <a:pt x="991" y="294"/>
                </a:lnTo>
                <a:lnTo>
                  <a:pt x="999" y="293"/>
                </a:lnTo>
                <a:lnTo>
                  <a:pt x="1008" y="292"/>
                </a:lnTo>
                <a:lnTo>
                  <a:pt x="1016" y="291"/>
                </a:lnTo>
                <a:lnTo>
                  <a:pt x="1024" y="290"/>
                </a:lnTo>
                <a:lnTo>
                  <a:pt x="1033" y="289"/>
                </a:lnTo>
                <a:lnTo>
                  <a:pt x="1041" y="288"/>
                </a:lnTo>
                <a:lnTo>
                  <a:pt x="1049" y="287"/>
                </a:lnTo>
                <a:lnTo>
                  <a:pt x="1058" y="285"/>
                </a:lnTo>
                <a:lnTo>
                  <a:pt x="1066" y="284"/>
                </a:lnTo>
                <a:lnTo>
                  <a:pt x="1075" y="283"/>
                </a:lnTo>
                <a:lnTo>
                  <a:pt x="1083" y="282"/>
                </a:lnTo>
                <a:lnTo>
                  <a:pt x="1091" y="281"/>
                </a:lnTo>
                <a:lnTo>
                  <a:pt x="1100" y="280"/>
                </a:lnTo>
                <a:lnTo>
                  <a:pt x="1108" y="279"/>
                </a:lnTo>
                <a:lnTo>
                  <a:pt x="1117" y="278"/>
                </a:lnTo>
                <a:lnTo>
                  <a:pt x="1125" y="277"/>
                </a:lnTo>
                <a:lnTo>
                  <a:pt x="1133" y="276"/>
                </a:lnTo>
                <a:lnTo>
                  <a:pt x="1142" y="275"/>
                </a:lnTo>
                <a:lnTo>
                  <a:pt x="1150" y="274"/>
                </a:lnTo>
                <a:lnTo>
                  <a:pt x="1159" y="273"/>
                </a:lnTo>
                <a:lnTo>
                  <a:pt x="1167" y="272"/>
                </a:lnTo>
                <a:lnTo>
                  <a:pt x="1175" y="271"/>
                </a:lnTo>
                <a:lnTo>
                  <a:pt x="1184" y="270"/>
                </a:lnTo>
                <a:lnTo>
                  <a:pt x="1192" y="269"/>
                </a:lnTo>
                <a:lnTo>
                  <a:pt x="1201" y="268"/>
                </a:lnTo>
                <a:lnTo>
                  <a:pt x="1209" y="267"/>
                </a:lnTo>
                <a:lnTo>
                  <a:pt x="1217" y="266"/>
                </a:lnTo>
                <a:lnTo>
                  <a:pt x="1226" y="265"/>
                </a:lnTo>
                <a:lnTo>
                  <a:pt x="1234" y="264"/>
                </a:lnTo>
                <a:lnTo>
                  <a:pt x="1243" y="263"/>
                </a:lnTo>
                <a:lnTo>
                  <a:pt x="1251" y="261"/>
                </a:lnTo>
                <a:lnTo>
                  <a:pt x="1259" y="260"/>
                </a:lnTo>
                <a:lnTo>
                  <a:pt x="1268" y="259"/>
                </a:lnTo>
                <a:lnTo>
                  <a:pt x="1276" y="258"/>
                </a:lnTo>
                <a:lnTo>
                  <a:pt x="1285" y="257"/>
                </a:lnTo>
                <a:lnTo>
                  <a:pt x="1293" y="256"/>
                </a:lnTo>
                <a:lnTo>
                  <a:pt x="1301" y="255"/>
                </a:lnTo>
                <a:lnTo>
                  <a:pt x="1310" y="254"/>
                </a:lnTo>
                <a:lnTo>
                  <a:pt x="1318" y="253"/>
                </a:lnTo>
                <a:lnTo>
                  <a:pt x="1327" y="252"/>
                </a:lnTo>
                <a:lnTo>
                  <a:pt x="1335" y="251"/>
                </a:lnTo>
                <a:lnTo>
                  <a:pt x="1343" y="250"/>
                </a:lnTo>
                <a:lnTo>
                  <a:pt x="1352" y="249"/>
                </a:lnTo>
                <a:lnTo>
                  <a:pt x="1360" y="248"/>
                </a:lnTo>
                <a:lnTo>
                  <a:pt x="1369" y="247"/>
                </a:lnTo>
                <a:lnTo>
                  <a:pt x="1377" y="246"/>
                </a:lnTo>
                <a:lnTo>
                  <a:pt x="1385" y="245"/>
                </a:lnTo>
                <a:lnTo>
                  <a:pt x="1394" y="244"/>
                </a:lnTo>
                <a:lnTo>
                  <a:pt x="1402" y="243"/>
                </a:lnTo>
                <a:lnTo>
                  <a:pt x="1411" y="242"/>
                </a:lnTo>
                <a:lnTo>
                  <a:pt x="1419" y="241"/>
                </a:lnTo>
                <a:lnTo>
                  <a:pt x="1427" y="240"/>
                </a:lnTo>
                <a:lnTo>
                  <a:pt x="1436" y="238"/>
                </a:lnTo>
                <a:lnTo>
                  <a:pt x="1444" y="237"/>
                </a:lnTo>
                <a:lnTo>
                  <a:pt x="1453" y="236"/>
                </a:lnTo>
                <a:lnTo>
                  <a:pt x="1461" y="235"/>
                </a:lnTo>
                <a:lnTo>
                  <a:pt x="1469" y="234"/>
                </a:lnTo>
                <a:lnTo>
                  <a:pt x="1478" y="233"/>
                </a:lnTo>
                <a:lnTo>
                  <a:pt x="1486" y="232"/>
                </a:lnTo>
                <a:lnTo>
                  <a:pt x="1494" y="231"/>
                </a:lnTo>
                <a:lnTo>
                  <a:pt x="1503" y="230"/>
                </a:lnTo>
                <a:lnTo>
                  <a:pt x="1511" y="229"/>
                </a:lnTo>
                <a:lnTo>
                  <a:pt x="1520" y="228"/>
                </a:lnTo>
                <a:lnTo>
                  <a:pt x="1528" y="227"/>
                </a:lnTo>
                <a:lnTo>
                  <a:pt x="1536" y="226"/>
                </a:lnTo>
                <a:lnTo>
                  <a:pt x="1545" y="225"/>
                </a:lnTo>
                <a:lnTo>
                  <a:pt x="1553" y="224"/>
                </a:lnTo>
                <a:lnTo>
                  <a:pt x="1562" y="223"/>
                </a:lnTo>
                <a:lnTo>
                  <a:pt x="1570" y="222"/>
                </a:lnTo>
                <a:lnTo>
                  <a:pt x="1578" y="221"/>
                </a:lnTo>
                <a:lnTo>
                  <a:pt x="1587" y="220"/>
                </a:lnTo>
                <a:lnTo>
                  <a:pt x="1595" y="219"/>
                </a:lnTo>
                <a:lnTo>
                  <a:pt x="1604" y="218"/>
                </a:lnTo>
                <a:lnTo>
                  <a:pt x="1612" y="217"/>
                </a:lnTo>
                <a:lnTo>
                  <a:pt x="1620" y="216"/>
                </a:lnTo>
                <a:lnTo>
                  <a:pt x="1629" y="214"/>
                </a:lnTo>
                <a:lnTo>
                  <a:pt x="1637" y="213"/>
                </a:lnTo>
                <a:lnTo>
                  <a:pt x="1646" y="212"/>
                </a:lnTo>
                <a:lnTo>
                  <a:pt x="1654" y="211"/>
                </a:lnTo>
                <a:lnTo>
                  <a:pt x="1662" y="210"/>
                </a:lnTo>
                <a:lnTo>
                  <a:pt x="1671" y="209"/>
                </a:lnTo>
                <a:lnTo>
                  <a:pt x="1679" y="208"/>
                </a:lnTo>
                <a:lnTo>
                  <a:pt x="1688" y="207"/>
                </a:lnTo>
                <a:lnTo>
                  <a:pt x="1696" y="206"/>
                </a:lnTo>
                <a:lnTo>
                  <a:pt x="1704" y="205"/>
                </a:lnTo>
                <a:lnTo>
                  <a:pt x="1713" y="204"/>
                </a:lnTo>
                <a:lnTo>
                  <a:pt x="1721" y="203"/>
                </a:lnTo>
                <a:lnTo>
                  <a:pt x="1730" y="202"/>
                </a:lnTo>
                <a:lnTo>
                  <a:pt x="1738" y="201"/>
                </a:lnTo>
                <a:lnTo>
                  <a:pt x="1746" y="200"/>
                </a:lnTo>
                <a:lnTo>
                  <a:pt x="1755" y="199"/>
                </a:lnTo>
                <a:lnTo>
                  <a:pt x="1763" y="198"/>
                </a:lnTo>
                <a:lnTo>
                  <a:pt x="1772" y="197"/>
                </a:lnTo>
                <a:lnTo>
                  <a:pt x="1780" y="196"/>
                </a:lnTo>
                <a:lnTo>
                  <a:pt x="1788" y="195"/>
                </a:lnTo>
                <a:lnTo>
                  <a:pt x="1797" y="194"/>
                </a:lnTo>
                <a:lnTo>
                  <a:pt x="1805" y="193"/>
                </a:lnTo>
                <a:lnTo>
                  <a:pt x="1814" y="192"/>
                </a:lnTo>
                <a:lnTo>
                  <a:pt x="1822" y="190"/>
                </a:lnTo>
                <a:lnTo>
                  <a:pt x="1830" y="189"/>
                </a:lnTo>
                <a:lnTo>
                  <a:pt x="1839" y="188"/>
                </a:lnTo>
                <a:lnTo>
                  <a:pt x="1847" y="187"/>
                </a:lnTo>
                <a:lnTo>
                  <a:pt x="1856" y="186"/>
                </a:lnTo>
                <a:lnTo>
                  <a:pt x="1864" y="185"/>
                </a:lnTo>
                <a:lnTo>
                  <a:pt x="1872" y="184"/>
                </a:lnTo>
                <a:lnTo>
                  <a:pt x="1881" y="183"/>
                </a:lnTo>
                <a:lnTo>
                  <a:pt x="1889" y="182"/>
                </a:lnTo>
                <a:lnTo>
                  <a:pt x="1897" y="181"/>
                </a:lnTo>
                <a:lnTo>
                  <a:pt x="1906" y="180"/>
                </a:lnTo>
                <a:lnTo>
                  <a:pt x="1914" y="179"/>
                </a:lnTo>
                <a:lnTo>
                  <a:pt x="1923" y="178"/>
                </a:lnTo>
                <a:lnTo>
                  <a:pt x="1931" y="177"/>
                </a:lnTo>
                <a:lnTo>
                  <a:pt x="1939" y="176"/>
                </a:lnTo>
                <a:lnTo>
                  <a:pt x="1948" y="175"/>
                </a:lnTo>
                <a:lnTo>
                  <a:pt x="1956" y="174"/>
                </a:lnTo>
                <a:lnTo>
                  <a:pt x="1965" y="173"/>
                </a:lnTo>
                <a:lnTo>
                  <a:pt x="1973" y="172"/>
                </a:lnTo>
                <a:lnTo>
                  <a:pt x="1981" y="171"/>
                </a:lnTo>
                <a:lnTo>
                  <a:pt x="1990" y="170"/>
                </a:lnTo>
                <a:lnTo>
                  <a:pt x="1998" y="169"/>
                </a:lnTo>
                <a:lnTo>
                  <a:pt x="2007" y="167"/>
                </a:lnTo>
                <a:lnTo>
                  <a:pt x="2015" y="166"/>
                </a:lnTo>
                <a:lnTo>
                  <a:pt x="2023" y="165"/>
                </a:lnTo>
                <a:lnTo>
                  <a:pt x="2032" y="164"/>
                </a:lnTo>
                <a:lnTo>
                  <a:pt x="2040" y="163"/>
                </a:lnTo>
                <a:lnTo>
                  <a:pt x="2049" y="162"/>
                </a:lnTo>
                <a:lnTo>
                  <a:pt x="2057" y="161"/>
                </a:lnTo>
                <a:lnTo>
                  <a:pt x="2065" y="160"/>
                </a:lnTo>
                <a:lnTo>
                  <a:pt x="2074" y="159"/>
                </a:lnTo>
                <a:lnTo>
                  <a:pt x="2082" y="158"/>
                </a:lnTo>
                <a:lnTo>
                  <a:pt x="2091" y="157"/>
                </a:lnTo>
                <a:lnTo>
                  <a:pt x="2099" y="156"/>
                </a:lnTo>
                <a:lnTo>
                  <a:pt x="2107" y="155"/>
                </a:lnTo>
                <a:lnTo>
                  <a:pt x="2116" y="154"/>
                </a:lnTo>
                <a:lnTo>
                  <a:pt x="2124" y="153"/>
                </a:lnTo>
                <a:lnTo>
                  <a:pt x="2133" y="152"/>
                </a:lnTo>
                <a:lnTo>
                  <a:pt x="2141" y="151"/>
                </a:lnTo>
                <a:lnTo>
                  <a:pt x="2149" y="150"/>
                </a:lnTo>
                <a:lnTo>
                  <a:pt x="2158" y="149"/>
                </a:lnTo>
                <a:lnTo>
                  <a:pt x="2166" y="148"/>
                </a:lnTo>
                <a:lnTo>
                  <a:pt x="2175" y="147"/>
                </a:lnTo>
                <a:lnTo>
                  <a:pt x="2183" y="146"/>
                </a:lnTo>
                <a:lnTo>
                  <a:pt x="2191" y="145"/>
                </a:lnTo>
                <a:lnTo>
                  <a:pt x="2200" y="143"/>
                </a:lnTo>
                <a:lnTo>
                  <a:pt x="2208" y="142"/>
                </a:lnTo>
                <a:lnTo>
                  <a:pt x="2217" y="141"/>
                </a:lnTo>
                <a:lnTo>
                  <a:pt x="2225" y="140"/>
                </a:lnTo>
                <a:lnTo>
                  <a:pt x="2233" y="139"/>
                </a:lnTo>
                <a:lnTo>
                  <a:pt x="2242" y="138"/>
                </a:lnTo>
                <a:lnTo>
                  <a:pt x="2250" y="137"/>
                </a:lnTo>
                <a:lnTo>
                  <a:pt x="2259" y="136"/>
                </a:lnTo>
                <a:lnTo>
                  <a:pt x="2267" y="135"/>
                </a:lnTo>
                <a:lnTo>
                  <a:pt x="2275" y="134"/>
                </a:lnTo>
                <a:lnTo>
                  <a:pt x="2284" y="133"/>
                </a:lnTo>
                <a:lnTo>
                  <a:pt x="2292" y="132"/>
                </a:lnTo>
                <a:lnTo>
                  <a:pt x="2301" y="131"/>
                </a:lnTo>
                <a:lnTo>
                  <a:pt x="2309" y="130"/>
                </a:lnTo>
                <a:lnTo>
                  <a:pt x="2317" y="129"/>
                </a:lnTo>
                <a:lnTo>
                  <a:pt x="2326" y="128"/>
                </a:lnTo>
                <a:lnTo>
                  <a:pt x="2334" y="127"/>
                </a:lnTo>
                <a:lnTo>
                  <a:pt x="2342" y="126"/>
                </a:lnTo>
                <a:lnTo>
                  <a:pt x="2351" y="125"/>
                </a:lnTo>
                <a:lnTo>
                  <a:pt x="2359" y="124"/>
                </a:lnTo>
                <a:lnTo>
                  <a:pt x="2368" y="123"/>
                </a:lnTo>
                <a:lnTo>
                  <a:pt x="2376" y="122"/>
                </a:lnTo>
                <a:lnTo>
                  <a:pt x="2384" y="121"/>
                </a:lnTo>
                <a:lnTo>
                  <a:pt x="2393" y="119"/>
                </a:lnTo>
                <a:lnTo>
                  <a:pt x="2401" y="118"/>
                </a:lnTo>
                <a:lnTo>
                  <a:pt x="2410" y="117"/>
                </a:lnTo>
                <a:lnTo>
                  <a:pt x="2418" y="116"/>
                </a:lnTo>
                <a:lnTo>
                  <a:pt x="2426" y="115"/>
                </a:lnTo>
                <a:lnTo>
                  <a:pt x="2435" y="114"/>
                </a:lnTo>
                <a:lnTo>
                  <a:pt x="2443" y="113"/>
                </a:lnTo>
                <a:lnTo>
                  <a:pt x="2452" y="112"/>
                </a:lnTo>
                <a:lnTo>
                  <a:pt x="2460" y="111"/>
                </a:lnTo>
                <a:lnTo>
                  <a:pt x="2468" y="110"/>
                </a:lnTo>
                <a:lnTo>
                  <a:pt x="2477" y="109"/>
                </a:lnTo>
                <a:lnTo>
                  <a:pt x="2485" y="108"/>
                </a:lnTo>
                <a:lnTo>
                  <a:pt x="2494" y="107"/>
                </a:lnTo>
                <a:lnTo>
                  <a:pt x="2502" y="106"/>
                </a:lnTo>
                <a:lnTo>
                  <a:pt x="2510" y="105"/>
                </a:lnTo>
                <a:lnTo>
                  <a:pt x="2519" y="104"/>
                </a:lnTo>
                <a:lnTo>
                  <a:pt x="2527" y="103"/>
                </a:lnTo>
                <a:lnTo>
                  <a:pt x="2536" y="102"/>
                </a:lnTo>
                <a:lnTo>
                  <a:pt x="2544" y="101"/>
                </a:lnTo>
                <a:lnTo>
                  <a:pt x="2552" y="100"/>
                </a:lnTo>
                <a:lnTo>
                  <a:pt x="2561" y="99"/>
                </a:lnTo>
                <a:lnTo>
                  <a:pt x="2569" y="98"/>
                </a:lnTo>
                <a:lnTo>
                  <a:pt x="2578" y="96"/>
                </a:lnTo>
                <a:lnTo>
                  <a:pt x="2586" y="95"/>
                </a:lnTo>
                <a:lnTo>
                  <a:pt x="2594" y="94"/>
                </a:lnTo>
                <a:lnTo>
                  <a:pt x="2603" y="93"/>
                </a:lnTo>
                <a:lnTo>
                  <a:pt x="2611" y="92"/>
                </a:lnTo>
                <a:lnTo>
                  <a:pt x="2620" y="91"/>
                </a:lnTo>
                <a:lnTo>
                  <a:pt x="2628" y="90"/>
                </a:lnTo>
                <a:lnTo>
                  <a:pt x="2636" y="89"/>
                </a:lnTo>
                <a:lnTo>
                  <a:pt x="2645" y="88"/>
                </a:lnTo>
                <a:lnTo>
                  <a:pt x="2653" y="87"/>
                </a:lnTo>
                <a:lnTo>
                  <a:pt x="2662" y="86"/>
                </a:lnTo>
                <a:lnTo>
                  <a:pt x="2670" y="85"/>
                </a:lnTo>
                <a:lnTo>
                  <a:pt x="2678" y="84"/>
                </a:lnTo>
                <a:lnTo>
                  <a:pt x="2687" y="83"/>
                </a:lnTo>
                <a:lnTo>
                  <a:pt x="2695" y="82"/>
                </a:lnTo>
                <a:lnTo>
                  <a:pt x="2704" y="81"/>
                </a:lnTo>
                <a:lnTo>
                  <a:pt x="2712" y="80"/>
                </a:lnTo>
                <a:lnTo>
                  <a:pt x="2720" y="79"/>
                </a:lnTo>
                <a:lnTo>
                  <a:pt x="2729" y="78"/>
                </a:lnTo>
                <a:lnTo>
                  <a:pt x="2737" y="77"/>
                </a:lnTo>
                <a:lnTo>
                  <a:pt x="2745" y="76"/>
                </a:lnTo>
                <a:lnTo>
                  <a:pt x="2754" y="75"/>
                </a:lnTo>
                <a:lnTo>
                  <a:pt x="2762" y="74"/>
                </a:lnTo>
                <a:lnTo>
                  <a:pt x="2771" y="72"/>
                </a:lnTo>
                <a:lnTo>
                  <a:pt x="2779" y="71"/>
                </a:lnTo>
                <a:lnTo>
                  <a:pt x="2787" y="70"/>
                </a:lnTo>
                <a:lnTo>
                  <a:pt x="2796" y="69"/>
                </a:lnTo>
                <a:lnTo>
                  <a:pt x="2804" y="68"/>
                </a:lnTo>
                <a:lnTo>
                  <a:pt x="2813" y="67"/>
                </a:lnTo>
                <a:lnTo>
                  <a:pt x="2821" y="66"/>
                </a:lnTo>
                <a:lnTo>
                  <a:pt x="2829" y="65"/>
                </a:lnTo>
                <a:lnTo>
                  <a:pt x="2838" y="64"/>
                </a:lnTo>
                <a:lnTo>
                  <a:pt x="2846" y="63"/>
                </a:lnTo>
                <a:lnTo>
                  <a:pt x="2855" y="62"/>
                </a:lnTo>
                <a:lnTo>
                  <a:pt x="2863" y="61"/>
                </a:lnTo>
                <a:lnTo>
                  <a:pt x="2871" y="60"/>
                </a:lnTo>
                <a:lnTo>
                  <a:pt x="2880" y="59"/>
                </a:lnTo>
                <a:lnTo>
                  <a:pt x="2888" y="58"/>
                </a:lnTo>
                <a:lnTo>
                  <a:pt x="2897" y="57"/>
                </a:lnTo>
                <a:lnTo>
                  <a:pt x="2905" y="56"/>
                </a:lnTo>
                <a:lnTo>
                  <a:pt x="2913" y="55"/>
                </a:lnTo>
                <a:lnTo>
                  <a:pt x="2922" y="54"/>
                </a:lnTo>
                <a:lnTo>
                  <a:pt x="2930" y="53"/>
                </a:lnTo>
                <a:lnTo>
                  <a:pt x="2939" y="52"/>
                </a:lnTo>
                <a:lnTo>
                  <a:pt x="2947" y="51"/>
                </a:lnTo>
                <a:lnTo>
                  <a:pt x="2955" y="50"/>
                </a:lnTo>
                <a:lnTo>
                  <a:pt x="2964" y="48"/>
                </a:lnTo>
                <a:lnTo>
                  <a:pt x="2972" y="47"/>
                </a:lnTo>
                <a:lnTo>
                  <a:pt x="2981" y="46"/>
                </a:lnTo>
                <a:lnTo>
                  <a:pt x="2989" y="45"/>
                </a:lnTo>
                <a:lnTo>
                  <a:pt x="2997" y="44"/>
                </a:lnTo>
                <a:lnTo>
                  <a:pt x="3006" y="43"/>
                </a:lnTo>
                <a:lnTo>
                  <a:pt x="3014" y="42"/>
                </a:lnTo>
                <a:lnTo>
                  <a:pt x="3023" y="41"/>
                </a:lnTo>
                <a:lnTo>
                  <a:pt x="3031" y="40"/>
                </a:lnTo>
                <a:lnTo>
                  <a:pt x="3039" y="39"/>
                </a:lnTo>
                <a:lnTo>
                  <a:pt x="3048" y="38"/>
                </a:lnTo>
                <a:lnTo>
                  <a:pt x="3056" y="37"/>
                </a:lnTo>
                <a:lnTo>
                  <a:pt x="3065" y="36"/>
                </a:lnTo>
                <a:lnTo>
                  <a:pt x="3073" y="35"/>
                </a:lnTo>
                <a:lnTo>
                  <a:pt x="3081" y="34"/>
                </a:lnTo>
                <a:lnTo>
                  <a:pt x="3090" y="33"/>
                </a:lnTo>
                <a:lnTo>
                  <a:pt x="3098" y="32"/>
                </a:lnTo>
                <a:lnTo>
                  <a:pt x="3107" y="31"/>
                </a:lnTo>
                <a:lnTo>
                  <a:pt x="3115" y="30"/>
                </a:lnTo>
                <a:lnTo>
                  <a:pt x="3123" y="29"/>
                </a:lnTo>
                <a:lnTo>
                  <a:pt x="3132" y="28"/>
                </a:lnTo>
                <a:lnTo>
                  <a:pt x="3140" y="27"/>
                </a:lnTo>
                <a:lnTo>
                  <a:pt x="3148" y="25"/>
                </a:lnTo>
                <a:lnTo>
                  <a:pt x="3157" y="24"/>
                </a:lnTo>
                <a:lnTo>
                  <a:pt x="3165" y="23"/>
                </a:lnTo>
                <a:lnTo>
                  <a:pt x="3174" y="22"/>
                </a:lnTo>
                <a:lnTo>
                  <a:pt x="3182" y="21"/>
                </a:lnTo>
                <a:lnTo>
                  <a:pt x="3190" y="20"/>
                </a:lnTo>
                <a:lnTo>
                  <a:pt x="3199" y="19"/>
                </a:lnTo>
                <a:lnTo>
                  <a:pt x="3207" y="18"/>
                </a:lnTo>
                <a:lnTo>
                  <a:pt x="3216" y="17"/>
                </a:lnTo>
                <a:lnTo>
                  <a:pt x="3224" y="16"/>
                </a:lnTo>
                <a:lnTo>
                  <a:pt x="3232" y="15"/>
                </a:lnTo>
                <a:lnTo>
                  <a:pt x="3241" y="14"/>
                </a:lnTo>
                <a:lnTo>
                  <a:pt x="3249" y="13"/>
                </a:lnTo>
                <a:lnTo>
                  <a:pt x="3258" y="12"/>
                </a:lnTo>
                <a:lnTo>
                  <a:pt x="3266" y="11"/>
                </a:lnTo>
                <a:lnTo>
                  <a:pt x="3274" y="10"/>
                </a:lnTo>
                <a:lnTo>
                  <a:pt x="3283" y="9"/>
                </a:lnTo>
                <a:lnTo>
                  <a:pt x="3291" y="8"/>
                </a:lnTo>
                <a:lnTo>
                  <a:pt x="3300" y="7"/>
                </a:lnTo>
                <a:lnTo>
                  <a:pt x="3308" y="6"/>
                </a:lnTo>
                <a:lnTo>
                  <a:pt x="3316" y="5"/>
                </a:lnTo>
                <a:lnTo>
                  <a:pt x="3325" y="4"/>
                </a:lnTo>
                <a:lnTo>
                  <a:pt x="3333" y="3"/>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14293"/>
            <a:ext cx="3063240" cy="923544"/>
          </a:xfrm>
          <a:custGeom>
            <a:avLst/>
            <a:gdLst/>
            <a:ahLst/>
            <a:cxnLst/>
            <a:rect l="l" t="t" r="r" b="b"/>
            <a:pathLst>
              <a:path w="3350" h="1010">
                <a:moveTo>
                  <a:pt x="0" y="1010"/>
                </a:moveTo>
                <a:lnTo>
                  <a:pt x="8" y="1007"/>
                </a:lnTo>
                <a:lnTo>
                  <a:pt x="17" y="1004"/>
                </a:lnTo>
                <a:lnTo>
                  <a:pt x="25" y="1002"/>
                </a:lnTo>
                <a:lnTo>
                  <a:pt x="34" y="999"/>
                </a:lnTo>
                <a:lnTo>
                  <a:pt x="42" y="997"/>
                </a:lnTo>
                <a:lnTo>
                  <a:pt x="50" y="994"/>
                </a:lnTo>
                <a:lnTo>
                  <a:pt x="59" y="992"/>
                </a:lnTo>
                <a:lnTo>
                  <a:pt x="67" y="989"/>
                </a:lnTo>
                <a:lnTo>
                  <a:pt x="76" y="987"/>
                </a:lnTo>
                <a:lnTo>
                  <a:pt x="84" y="984"/>
                </a:lnTo>
                <a:lnTo>
                  <a:pt x="92" y="982"/>
                </a:lnTo>
                <a:lnTo>
                  <a:pt x="101" y="979"/>
                </a:lnTo>
                <a:lnTo>
                  <a:pt x="109" y="977"/>
                </a:lnTo>
                <a:lnTo>
                  <a:pt x="118" y="974"/>
                </a:lnTo>
                <a:lnTo>
                  <a:pt x="126" y="972"/>
                </a:lnTo>
                <a:lnTo>
                  <a:pt x="134" y="969"/>
                </a:lnTo>
                <a:lnTo>
                  <a:pt x="143" y="967"/>
                </a:lnTo>
                <a:lnTo>
                  <a:pt x="151" y="964"/>
                </a:lnTo>
                <a:lnTo>
                  <a:pt x="160" y="961"/>
                </a:lnTo>
                <a:lnTo>
                  <a:pt x="168" y="959"/>
                </a:lnTo>
                <a:lnTo>
                  <a:pt x="176" y="956"/>
                </a:lnTo>
                <a:lnTo>
                  <a:pt x="185" y="954"/>
                </a:lnTo>
                <a:lnTo>
                  <a:pt x="193" y="951"/>
                </a:lnTo>
                <a:lnTo>
                  <a:pt x="202" y="949"/>
                </a:lnTo>
                <a:lnTo>
                  <a:pt x="210" y="946"/>
                </a:lnTo>
                <a:lnTo>
                  <a:pt x="218" y="944"/>
                </a:lnTo>
                <a:lnTo>
                  <a:pt x="227" y="941"/>
                </a:lnTo>
                <a:lnTo>
                  <a:pt x="235" y="939"/>
                </a:lnTo>
                <a:lnTo>
                  <a:pt x="243" y="936"/>
                </a:lnTo>
                <a:lnTo>
                  <a:pt x="252" y="934"/>
                </a:lnTo>
                <a:lnTo>
                  <a:pt x="260" y="931"/>
                </a:lnTo>
                <a:lnTo>
                  <a:pt x="269" y="929"/>
                </a:lnTo>
                <a:lnTo>
                  <a:pt x="277" y="926"/>
                </a:lnTo>
                <a:lnTo>
                  <a:pt x="285" y="924"/>
                </a:lnTo>
                <a:lnTo>
                  <a:pt x="294" y="921"/>
                </a:lnTo>
                <a:lnTo>
                  <a:pt x="302" y="918"/>
                </a:lnTo>
                <a:lnTo>
                  <a:pt x="311" y="916"/>
                </a:lnTo>
                <a:lnTo>
                  <a:pt x="319" y="913"/>
                </a:lnTo>
                <a:lnTo>
                  <a:pt x="327" y="911"/>
                </a:lnTo>
                <a:lnTo>
                  <a:pt x="336" y="908"/>
                </a:lnTo>
                <a:lnTo>
                  <a:pt x="344" y="906"/>
                </a:lnTo>
                <a:lnTo>
                  <a:pt x="353" y="903"/>
                </a:lnTo>
                <a:lnTo>
                  <a:pt x="361" y="901"/>
                </a:lnTo>
                <a:lnTo>
                  <a:pt x="369" y="898"/>
                </a:lnTo>
                <a:lnTo>
                  <a:pt x="378" y="896"/>
                </a:lnTo>
                <a:lnTo>
                  <a:pt x="386" y="893"/>
                </a:lnTo>
                <a:lnTo>
                  <a:pt x="395" y="891"/>
                </a:lnTo>
                <a:lnTo>
                  <a:pt x="403" y="888"/>
                </a:lnTo>
                <a:lnTo>
                  <a:pt x="411" y="886"/>
                </a:lnTo>
                <a:lnTo>
                  <a:pt x="420" y="883"/>
                </a:lnTo>
                <a:lnTo>
                  <a:pt x="428" y="881"/>
                </a:lnTo>
                <a:lnTo>
                  <a:pt x="437" y="878"/>
                </a:lnTo>
                <a:lnTo>
                  <a:pt x="445" y="875"/>
                </a:lnTo>
                <a:lnTo>
                  <a:pt x="453" y="873"/>
                </a:lnTo>
                <a:lnTo>
                  <a:pt x="462" y="870"/>
                </a:lnTo>
                <a:lnTo>
                  <a:pt x="470" y="868"/>
                </a:lnTo>
                <a:lnTo>
                  <a:pt x="479" y="865"/>
                </a:lnTo>
                <a:lnTo>
                  <a:pt x="487" y="863"/>
                </a:lnTo>
                <a:lnTo>
                  <a:pt x="495" y="860"/>
                </a:lnTo>
                <a:lnTo>
                  <a:pt x="504" y="858"/>
                </a:lnTo>
                <a:lnTo>
                  <a:pt x="512" y="855"/>
                </a:lnTo>
                <a:lnTo>
                  <a:pt x="521" y="853"/>
                </a:lnTo>
                <a:lnTo>
                  <a:pt x="529" y="850"/>
                </a:lnTo>
                <a:lnTo>
                  <a:pt x="537" y="848"/>
                </a:lnTo>
                <a:lnTo>
                  <a:pt x="546" y="845"/>
                </a:lnTo>
                <a:lnTo>
                  <a:pt x="554" y="843"/>
                </a:lnTo>
                <a:lnTo>
                  <a:pt x="563" y="840"/>
                </a:lnTo>
                <a:lnTo>
                  <a:pt x="571" y="838"/>
                </a:lnTo>
                <a:lnTo>
                  <a:pt x="579" y="835"/>
                </a:lnTo>
                <a:lnTo>
                  <a:pt x="588" y="832"/>
                </a:lnTo>
                <a:lnTo>
                  <a:pt x="596" y="830"/>
                </a:lnTo>
                <a:lnTo>
                  <a:pt x="605" y="827"/>
                </a:lnTo>
                <a:lnTo>
                  <a:pt x="613" y="825"/>
                </a:lnTo>
                <a:lnTo>
                  <a:pt x="621" y="822"/>
                </a:lnTo>
                <a:lnTo>
                  <a:pt x="630" y="820"/>
                </a:lnTo>
                <a:lnTo>
                  <a:pt x="638" y="817"/>
                </a:lnTo>
                <a:lnTo>
                  <a:pt x="646" y="815"/>
                </a:lnTo>
                <a:lnTo>
                  <a:pt x="655" y="812"/>
                </a:lnTo>
                <a:lnTo>
                  <a:pt x="663" y="810"/>
                </a:lnTo>
                <a:lnTo>
                  <a:pt x="672" y="807"/>
                </a:lnTo>
                <a:lnTo>
                  <a:pt x="680" y="805"/>
                </a:lnTo>
                <a:lnTo>
                  <a:pt x="688" y="802"/>
                </a:lnTo>
                <a:lnTo>
                  <a:pt x="697" y="800"/>
                </a:lnTo>
                <a:lnTo>
                  <a:pt x="705" y="797"/>
                </a:lnTo>
                <a:lnTo>
                  <a:pt x="714" y="794"/>
                </a:lnTo>
                <a:lnTo>
                  <a:pt x="722" y="792"/>
                </a:lnTo>
                <a:lnTo>
                  <a:pt x="730" y="789"/>
                </a:lnTo>
                <a:lnTo>
                  <a:pt x="739" y="787"/>
                </a:lnTo>
                <a:lnTo>
                  <a:pt x="747" y="784"/>
                </a:lnTo>
                <a:lnTo>
                  <a:pt x="756" y="782"/>
                </a:lnTo>
                <a:lnTo>
                  <a:pt x="764" y="779"/>
                </a:lnTo>
                <a:lnTo>
                  <a:pt x="772" y="777"/>
                </a:lnTo>
                <a:lnTo>
                  <a:pt x="781" y="774"/>
                </a:lnTo>
                <a:lnTo>
                  <a:pt x="789" y="772"/>
                </a:lnTo>
                <a:lnTo>
                  <a:pt x="798" y="769"/>
                </a:lnTo>
                <a:lnTo>
                  <a:pt x="806" y="767"/>
                </a:lnTo>
                <a:lnTo>
                  <a:pt x="814" y="764"/>
                </a:lnTo>
                <a:lnTo>
                  <a:pt x="823" y="762"/>
                </a:lnTo>
                <a:lnTo>
                  <a:pt x="831" y="759"/>
                </a:lnTo>
                <a:lnTo>
                  <a:pt x="840" y="757"/>
                </a:lnTo>
                <a:lnTo>
                  <a:pt x="848" y="754"/>
                </a:lnTo>
                <a:lnTo>
                  <a:pt x="856" y="751"/>
                </a:lnTo>
                <a:lnTo>
                  <a:pt x="865" y="749"/>
                </a:lnTo>
                <a:lnTo>
                  <a:pt x="873" y="746"/>
                </a:lnTo>
                <a:lnTo>
                  <a:pt x="882" y="744"/>
                </a:lnTo>
                <a:lnTo>
                  <a:pt x="890" y="741"/>
                </a:lnTo>
                <a:lnTo>
                  <a:pt x="898" y="739"/>
                </a:lnTo>
                <a:lnTo>
                  <a:pt x="907" y="736"/>
                </a:lnTo>
                <a:lnTo>
                  <a:pt x="915" y="734"/>
                </a:lnTo>
                <a:lnTo>
                  <a:pt x="924" y="731"/>
                </a:lnTo>
                <a:lnTo>
                  <a:pt x="932" y="729"/>
                </a:lnTo>
                <a:lnTo>
                  <a:pt x="940" y="726"/>
                </a:lnTo>
                <a:lnTo>
                  <a:pt x="949" y="724"/>
                </a:lnTo>
                <a:lnTo>
                  <a:pt x="957" y="721"/>
                </a:lnTo>
                <a:lnTo>
                  <a:pt x="966" y="719"/>
                </a:lnTo>
                <a:lnTo>
                  <a:pt x="974" y="716"/>
                </a:lnTo>
                <a:lnTo>
                  <a:pt x="982" y="714"/>
                </a:lnTo>
                <a:lnTo>
                  <a:pt x="991" y="711"/>
                </a:lnTo>
                <a:lnTo>
                  <a:pt x="999" y="708"/>
                </a:lnTo>
                <a:lnTo>
                  <a:pt x="1008" y="706"/>
                </a:lnTo>
                <a:lnTo>
                  <a:pt x="1016" y="703"/>
                </a:lnTo>
                <a:lnTo>
                  <a:pt x="1024" y="701"/>
                </a:lnTo>
                <a:lnTo>
                  <a:pt x="1033" y="698"/>
                </a:lnTo>
                <a:lnTo>
                  <a:pt x="1041" y="696"/>
                </a:lnTo>
                <a:lnTo>
                  <a:pt x="1049" y="693"/>
                </a:lnTo>
                <a:lnTo>
                  <a:pt x="1058" y="691"/>
                </a:lnTo>
                <a:lnTo>
                  <a:pt x="1066" y="688"/>
                </a:lnTo>
                <a:lnTo>
                  <a:pt x="1075" y="686"/>
                </a:lnTo>
                <a:lnTo>
                  <a:pt x="1083" y="683"/>
                </a:lnTo>
                <a:lnTo>
                  <a:pt x="1091" y="681"/>
                </a:lnTo>
                <a:lnTo>
                  <a:pt x="1100" y="678"/>
                </a:lnTo>
                <a:lnTo>
                  <a:pt x="1108" y="676"/>
                </a:lnTo>
                <a:lnTo>
                  <a:pt x="1117" y="673"/>
                </a:lnTo>
                <a:lnTo>
                  <a:pt x="1125" y="671"/>
                </a:lnTo>
                <a:lnTo>
                  <a:pt x="1133" y="668"/>
                </a:lnTo>
                <a:lnTo>
                  <a:pt x="1142" y="665"/>
                </a:lnTo>
                <a:lnTo>
                  <a:pt x="1150" y="663"/>
                </a:lnTo>
                <a:lnTo>
                  <a:pt x="1159" y="660"/>
                </a:lnTo>
                <a:lnTo>
                  <a:pt x="1167" y="658"/>
                </a:lnTo>
                <a:lnTo>
                  <a:pt x="1175" y="655"/>
                </a:lnTo>
                <a:lnTo>
                  <a:pt x="1184" y="653"/>
                </a:lnTo>
                <a:lnTo>
                  <a:pt x="1192" y="650"/>
                </a:lnTo>
                <a:lnTo>
                  <a:pt x="1201" y="648"/>
                </a:lnTo>
                <a:lnTo>
                  <a:pt x="1209" y="645"/>
                </a:lnTo>
                <a:lnTo>
                  <a:pt x="1217" y="643"/>
                </a:lnTo>
                <a:lnTo>
                  <a:pt x="1226" y="640"/>
                </a:lnTo>
                <a:lnTo>
                  <a:pt x="1234" y="638"/>
                </a:lnTo>
                <a:lnTo>
                  <a:pt x="1243" y="635"/>
                </a:lnTo>
                <a:lnTo>
                  <a:pt x="1251" y="633"/>
                </a:lnTo>
                <a:lnTo>
                  <a:pt x="1259" y="630"/>
                </a:lnTo>
                <a:lnTo>
                  <a:pt x="1268" y="627"/>
                </a:lnTo>
                <a:lnTo>
                  <a:pt x="1276" y="625"/>
                </a:lnTo>
                <a:lnTo>
                  <a:pt x="1285" y="622"/>
                </a:lnTo>
                <a:lnTo>
                  <a:pt x="1293" y="620"/>
                </a:lnTo>
                <a:lnTo>
                  <a:pt x="1301" y="617"/>
                </a:lnTo>
                <a:lnTo>
                  <a:pt x="1310" y="615"/>
                </a:lnTo>
                <a:lnTo>
                  <a:pt x="1318" y="612"/>
                </a:lnTo>
                <a:lnTo>
                  <a:pt x="1327" y="610"/>
                </a:lnTo>
                <a:lnTo>
                  <a:pt x="1335" y="607"/>
                </a:lnTo>
                <a:lnTo>
                  <a:pt x="1343" y="605"/>
                </a:lnTo>
                <a:lnTo>
                  <a:pt x="1352" y="602"/>
                </a:lnTo>
                <a:lnTo>
                  <a:pt x="1360" y="600"/>
                </a:lnTo>
                <a:lnTo>
                  <a:pt x="1369" y="597"/>
                </a:lnTo>
                <a:lnTo>
                  <a:pt x="1377" y="595"/>
                </a:lnTo>
                <a:lnTo>
                  <a:pt x="1385" y="592"/>
                </a:lnTo>
                <a:lnTo>
                  <a:pt x="1394" y="590"/>
                </a:lnTo>
                <a:lnTo>
                  <a:pt x="1402" y="587"/>
                </a:lnTo>
                <a:lnTo>
                  <a:pt x="1411" y="584"/>
                </a:lnTo>
                <a:lnTo>
                  <a:pt x="1419" y="582"/>
                </a:lnTo>
                <a:lnTo>
                  <a:pt x="1427" y="579"/>
                </a:lnTo>
                <a:lnTo>
                  <a:pt x="1436" y="577"/>
                </a:lnTo>
                <a:lnTo>
                  <a:pt x="1444" y="574"/>
                </a:lnTo>
                <a:lnTo>
                  <a:pt x="1453" y="572"/>
                </a:lnTo>
                <a:lnTo>
                  <a:pt x="1461" y="569"/>
                </a:lnTo>
                <a:lnTo>
                  <a:pt x="1469" y="567"/>
                </a:lnTo>
                <a:lnTo>
                  <a:pt x="1478" y="564"/>
                </a:lnTo>
                <a:lnTo>
                  <a:pt x="1486" y="562"/>
                </a:lnTo>
                <a:lnTo>
                  <a:pt x="1494" y="559"/>
                </a:lnTo>
                <a:lnTo>
                  <a:pt x="1503" y="557"/>
                </a:lnTo>
                <a:lnTo>
                  <a:pt x="1511" y="554"/>
                </a:lnTo>
                <a:lnTo>
                  <a:pt x="1520" y="552"/>
                </a:lnTo>
                <a:lnTo>
                  <a:pt x="1528" y="549"/>
                </a:lnTo>
                <a:lnTo>
                  <a:pt x="1536" y="547"/>
                </a:lnTo>
                <a:lnTo>
                  <a:pt x="1545" y="544"/>
                </a:lnTo>
                <a:lnTo>
                  <a:pt x="1553" y="541"/>
                </a:lnTo>
                <a:lnTo>
                  <a:pt x="1562" y="539"/>
                </a:lnTo>
                <a:lnTo>
                  <a:pt x="1570" y="536"/>
                </a:lnTo>
                <a:lnTo>
                  <a:pt x="1578" y="534"/>
                </a:lnTo>
                <a:lnTo>
                  <a:pt x="1587" y="531"/>
                </a:lnTo>
                <a:lnTo>
                  <a:pt x="1595" y="529"/>
                </a:lnTo>
                <a:lnTo>
                  <a:pt x="1604" y="526"/>
                </a:lnTo>
                <a:lnTo>
                  <a:pt x="1612" y="524"/>
                </a:lnTo>
                <a:lnTo>
                  <a:pt x="1620" y="521"/>
                </a:lnTo>
                <a:lnTo>
                  <a:pt x="1629" y="519"/>
                </a:lnTo>
                <a:lnTo>
                  <a:pt x="1637" y="516"/>
                </a:lnTo>
                <a:lnTo>
                  <a:pt x="1646" y="514"/>
                </a:lnTo>
                <a:lnTo>
                  <a:pt x="1654" y="511"/>
                </a:lnTo>
                <a:lnTo>
                  <a:pt x="1662" y="509"/>
                </a:lnTo>
                <a:lnTo>
                  <a:pt x="1671" y="506"/>
                </a:lnTo>
                <a:lnTo>
                  <a:pt x="1679" y="504"/>
                </a:lnTo>
                <a:lnTo>
                  <a:pt x="1688" y="501"/>
                </a:lnTo>
                <a:lnTo>
                  <a:pt x="1696" y="498"/>
                </a:lnTo>
                <a:lnTo>
                  <a:pt x="1704" y="496"/>
                </a:lnTo>
                <a:lnTo>
                  <a:pt x="1713" y="493"/>
                </a:lnTo>
                <a:lnTo>
                  <a:pt x="1721" y="491"/>
                </a:lnTo>
                <a:lnTo>
                  <a:pt x="1730" y="488"/>
                </a:lnTo>
                <a:lnTo>
                  <a:pt x="1738" y="486"/>
                </a:lnTo>
                <a:lnTo>
                  <a:pt x="1746" y="483"/>
                </a:lnTo>
                <a:lnTo>
                  <a:pt x="1755" y="481"/>
                </a:lnTo>
                <a:lnTo>
                  <a:pt x="1763" y="478"/>
                </a:lnTo>
                <a:lnTo>
                  <a:pt x="1772" y="476"/>
                </a:lnTo>
                <a:lnTo>
                  <a:pt x="1780" y="473"/>
                </a:lnTo>
                <a:lnTo>
                  <a:pt x="1788" y="471"/>
                </a:lnTo>
                <a:lnTo>
                  <a:pt x="1797" y="468"/>
                </a:lnTo>
                <a:lnTo>
                  <a:pt x="1805" y="466"/>
                </a:lnTo>
                <a:lnTo>
                  <a:pt x="1814" y="463"/>
                </a:lnTo>
                <a:lnTo>
                  <a:pt x="1822" y="461"/>
                </a:lnTo>
                <a:lnTo>
                  <a:pt x="1830" y="458"/>
                </a:lnTo>
                <a:lnTo>
                  <a:pt x="1839" y="455"/>
                </a:lnTo>
                <a:lnTo>
                  <a:pt x="1847" y="453"/>
                </a:lnTo>
                <a:lnTo>
                  <a:pt x="1856" y="450"/>
                </a:lnTo>
                <a:lnTo>
                  <a:pt x="1864" y="448"/>
                </a:lnTo>
                <a:lnTo>
                  <a:pt x="1872" y="445"/>
                </a:lnTo>
                <a:lnTo>
                  <a:pt x="1881" y="443"/>
                </a:lnTo>
                <a:lnTo>
                  <a:pt x="1889" y="440"/>
                </a:lnTo>
                <a:lnTo>
                  <a:pt x="1897" y="438"/>
                </a:lnTo>
                <a:lnTo>
                  <a:pt x="1906" y="435"/>
                </a:lnTo>
                <a:lnTo>
                  <a:pt x="1914" y="433"/>
                </a:lnTo>
                <a:lnTo>
                  <a:pt x="1923" y="430"/>
                </a:lnTo>
                <a:lnTo>
                  <a:pt x="1931" y="428"/>
                </a:lnTo>
                <a:lnTo>
                  <a:pt x="1939" y="425"/>
                </a:lnTo>
                <a:lnTo>
                  <a:pt x="1948" y="423"/>
                </a:lnTo>
                <a:lnTo>
                  <a:pt x="1956" y="420"/>
                </a:lnTo>
                <a:lnTo>
                  <a:pt x="1965" y="417"/>
                </a:lnTo>
                <a:lnTo>
                  <a:pt x="1973" y="415"/>
                </a:lnTo>
                <a:lnTo>
                  <a:pt x="1981" y="412"/>
                </a:lnTo>
                <a:lnTo>
                  <a:pt x="1990" y="410"/>
                </a:lnTo>
                <a:lnTo>
                  <a:pt x="1998" y="407"/>
                </a:lnTo>
                <a:lnTo>
                  <a:pt x="2007" y="405"/>
                </a:lnTo>
                <a:lnTo>
                  <a:pt x="2015" y="402"/>
                </a:lnTo>
                <a:lnTo>
                  <a:pt x="2023" y="400"/>
                </a:lnTo>
                <a:lnTo>
                  <a:pt x="2032" y="397"/>
                </a:lnTo>
                <a:lnTo>
                  <a:pt x="2040" y="395"/>
                </a:lnTo>
                <a:lnTo>
                  <a:pt x="2049" y="392"/>
                </a:lnTo>
                <a:lnTo>
                  <a:pt x="2057" y="390"/>
                </a:lnTo>
                <a:lnTo>
                  <a:pt x="2065" y="387"/>
                </a:lnTo>
                <a:lnTo>
                  <a:pt x="2074" y="385"/>
                </a:lnTo>
                <a:lnTo>
                  <a:pt x="2082" y="382"/>
                </a:lnTo>
                <a:lnTo>
                  <a:pt x="2091" y="380"/>
                </a:lnTo>
                <a:lnTo>
                  <a:pt x="2099" y="377"/>
                </a:lnTo>
                <a:lnTo>
                  <a:pt x="2107" y="374"/>
                </a:lnTo>
                <a:lnTo>
                  <a:pt x="2116" y="372"/>
                </a:lnTo>
                <a:lnTo>
                  <a:pt x="2124" y="369"/>
                </a:lnTo>
                <a:lnTo>
                  <a:pt x="2133" y="367"/>
                </a:lnTo>
                <a:lnTo>
                  <a:pt x="2141" y="364"/>
                </a:lnTo>
                <a:lnTo>
                  <a:pt x="2149" y="362"/>
                </a:lnTo>
                <a:lnTo>
                  <a:pt x="2158" y="359"/>
                </a:lnTo>
                <a:lnTo>
                  <a:pt x="2166" y="357"/>
                </a:lnTo>
                <a:lnTo>
                  <a:pt x="2175" y="354"/>
                </a:lnTo>
                <a:lnTo>
                  <a:pt x="2183" y="352"/>
                </a:lnTo>
                <a:lnTo>
                  <a:pt x="2191" y="349"/>
                </a:lnTo>
                <a:lnTo>
                  <a:pt x="2200" y="347"/>
                </a:lnTo>
                <a:lnTo>
                  <a:pt x="2208" y="344"/>
                </a:lnTo>
                <a:lnTo>
                  <a:pt x="2217" y="342"/>
                </a:lnTo>
                <a:lnTo>
                  <a:pt x="2225" y="339"/>
                </a:lnTo>
                <a:lnTo>
                  <a:pt x="2233" y="337"/>
                </a:lnTo>
                <a:lnTo>
                  <a:pt x="2242" y="334"/>
                </a:lnTo>
                <a:lnTo>
                  <a:pt x="2250" y="331"/>
                </a:lnTo>
                <a:lnTo>
                  <a:pt x="2259" y="329"/>
                </a:lnTo>
                <a:lnTo>
                  <a:pt x="2267" y="326"/>
                </a:lnTo>
                <a:lnTo>
                  <a:pt x="2275" y="324"/>
                </a:lnTo>
                <a:lnTo>
                  <a:pt x="2284" y="321"/>
                </a:lnTo>
                <a:lnTo>
                  <a:pt x="2292" y="319"/>
                </a:lnTo>
                <a:lnTo>
                  <a:pt x="2301" y="316"/>
                </a:lnTo>
                <a:lnTo>
                  <a:pt x="2309" y="314"/>
                </a:lnTo>
                <a:lnTo>
                  <a:pt x="2317" y="311"/>
                </a:lnTo>
                <a:lnTo>
                  <a:pt x="2326" y="309"/>
                </a:lnTo>
                <a:lnTo>
                  <a:pt x="2334" y="306"/>
                </a:lnTo>
                <a:lnTo>
                  <a:pt x="2342" y="304"/>
                </a:lnTo>
                <a:lnTo>
                  <a:pt x="2351" y="301"/>
                </a:lnTo>
                <a:lnTo>
                  <a:pt x="2359" y="299"/>
                </a:lnTo>
                <a:lnTo>
                  <a:pt x="2368" y="296"/>
                </a:lnTo>
                <a:lnTo>
                  <a:pt x="2376" y="294"/>
                </a:lnTo>
                <a:lnTo>
                  <a:pt x="2384" y="291"/>
                </a:lnTo>
                <a:lnTo>
                  <a:pt x="2393" y="288"/>
                </a:lnTo>
                <a:lnTo>
                  <a:pt x="2401" y="286"/>
                </a:lnTo>
                <a:lnTo>
                  <a:pt x="2410" y="283"/>
                </a:lnTo>
                <a:lnTo>
                  <a:pt x="2418" y="281"/>
                </a:lnTo>
                <a:lnTo>
                  <a:pt x="2426" y="278"/>
                </a:lnTo>
                <a:lnTo>
                  <a:pt x="2435" y="276"/>
                </a:lnTo>
                <a:lnTo>
                  <a:pt x="2443" y="273"/>
                </a:lnTo>
                <a:lnTo>
                  <a:pt x="2452" y="271"/>
                </a:lnTo>
                <a:lnTo>
                  <a:pt x="2460" y="268"/>
                </a:lnTo>
                <a:lnTo>
                  <a:pt x="2468" y="266"/>
                </a:lnTo>
                <a:lnTo>
                  <a:pt x="2477" y="263"/>
                </a:lnTo>
                <a:lnTo>
                  <a:pt x="2485" y="261"/>
                </a:lnTo>
                <a:lnTo>
                  <a:pt x="2494" y="258"/>
                </a:lnTo>
                <a:lnTo>
                  <a:pt x="2502" y="256"/>
                </a:lnTo>
                <a:lnTo>
                  <a:pt x="2510" y="253"/>
                </a:lnTo>
                <a:lnTo>
                  <a:pt x="2519" y="251"/>
                </a:lnTo>
                <a:lnTo>
                  <a:pt x="2527" y="248"/>
                </a:lnTo>
                <a:lnTo>
                  <a:pt x="2536" y="245"/>
                </a:lnTo>
                <a:lnTo>
                  <a:pt x="2544" y="243"/>
                </a:lnTo>
                <a:lnTo>
                  <a:pt x="2552" y="240"/>
                </a:lnTo>
                <a:lnTo>
                  <a:pt x="2561" y="238"/>
                </a:lnTo>
                <a:lnTo>
                  <a:pt x="2569" y="235"/>
                </a:lnTo>
                <a:lnTo>
                  <a:pt x="2578" y="233"/>
                </a:lnTo>
                <a:lnTo>
                  <a:pt x="2586" y="230"/>
                </a:lnTo>
                <a:lnTo>
                  <a:pt x="2594" y="228"/>
                </a:lnTo>
                <a:lnTo>
                  <a:pt x="2603" y="225"/>
                </a:lnTo>
                <a:lnTo>
                  <a:pt x="2611" y="223"/>
                </a:lnTo>
                <a:lnTo>
                  <a:pt x="2620" y="220"/>
                </a:lnTo>
                <a:lnTo>
                  <a:pt x="2628" y="218"/>
                </a:lnTo>
                <a:lnTo>
                  <a:pt x="2636" y="215"/>
                </a:lnTo>
                <a:lnTo>
                  <a:pt x="2645" y="213"/>
                </a:lnTo>
                <a:lnTo>
                  <a:pt x="2653" y="210"/>
                </a:lnTo>
                <a:lnTo>
                  <a:pt x="2662" y="207"/>
                </a:lnTo>
                <a:lnTo>
                  <a:pt x="2670" y="205"/>
                </a:lnTo>
                <a:lnTo>
                  <a:pt x="2678" y="202"/>
                </a:lnTo>
                <a:lnTo>
                  <a:pt x="2687" y="200"/>
                </a:lnTo>
                <a:lnTo>
                  <a:pt x="2695" y="197"/>
                </a:lnTo>
                <a:lnTo>
                  <a:pt x="2704" y="195"/>
                </a:lnTo>
                <a:lnTo>
                  <a:pt x="2712" y="192"/>
                </a:lnTo>
                <a:lnTo>
                  <a:pt x="2720" y="190"/>
                </a:lnTo>
                <a:lnTo>
                  <a:pt x="2729" y="187"/>
                </a:lnTo>
                <a:lnTo>
                  <a:pt x="2737" y="185"/>
                </a:lnTo>
                <a:lnTo>
                  <a:pt x="2745" y="182"/>
                </a:lnTo>
                <a:lnTo>
                  <a:pt x="2754" y="180"/>
                </a:lnTo>
                <a:lnTo>
                  <a:pt x="2762" y="177"/>
                </a:lnTo>
                <a:lnTo>
                  <a:pt x="2771" y="175"/>
                </a:lnTo>
                <a:lnTo>
                  <a:pt x="2779" y="172"/>
                </a:lnTo>
                <a:lnTo>
                  <a:pt x="2787" y="170"/>
                </a:lnTo>
                <a:lnTo>
                  <a:pt x="2796" y="167"/>
                </a:lnTo>
                <a:lnTo>
                  <a:pt x="2804" y="164"/>
                </a:lnTo>
                <a:lnTo>
                  <a:pt x="2813" y="162"/>
                </a:lnTo>
                <a:lnTo>
                  <a:pt x="2821" y="159"/>
                </a:lnTo>
                <a:lnTo>
                  <a:pt x="2829" y="157"/>
                </a:lnTo>
                <a:lnTo>
                  <a:pt x="2838" y="154"/>
                </a:lnTo>
                <a:lnTo>
                  <a:pt x="2846" y="152"/>
                </a:lnTo>
                <a:lnTo>
                  <a:pt x="2855" y="149"/>
                </a:lnTo>
                <a:lnTo>
                  <a:pt x="2863" y="147"/>
                </a:lnTo>
                <a:lnTo>
                  <a:pt x="2871" y="144"/>
                </a:lnTo>
                <a:lnTo>
                  <a:pt x="2880" y="142"/>
                </a:lnTo>
                <a:lnTo>
                  <a:pt x="2888" y="139"/>
                </a:lnTo>
                <a:lnTo>
                  <a:pt x="2897" y="137"/>
                </a:lnTo>
                <a:lnTo>
                  <a:pt x="2905" y="134"/>
                </a:lnTo>
                <a:lnTo>
                  <a:pt x="2913" y="132"/>
                </a:lnTo>
                <a:lnTo>
                  <a:pt x="2922" y="129"/>
                </a:lnTo>
                <a:lnTo>
                  <a:pt x="2930" y="127"/>
                </a:lnTo>
                <a:lnTo>
                  <a:pt x="2939" y="124"/>
                </a:lnTo>
                <a:lnTo>
                  <a:pt x="2947" y="121"/>
                </a:lnTo>
                <a:lnTo>
                  <a:pt x="2955" y="119"/>
                </a:lnTo>
                <a:lnTo>
                  <a:pt x="2964" y="116"/>
                </a:lnTo>
                <a:lnTo>
                  <a:pt x="2972" y="114"/>
                </a:lnTo>
                <a:lnTo>
                  <a:pt x="2981" y="111"/>
                </a:lnTo>
                <a:lnTo>
                  <a:pt x="2989" y="109"/>
                </a:lnTo>
                <a:lnTo>
                  <a:pt x="2997" y="106"/>
                </a:lnTo>
                <a:lnTo>
                  <a:pt x="3006" y="104"/>
                </a:lnTo>
                <a:lnTo>
                  <a:pt x="3014" y="101"/>
                </a:lnTo>
                <a:lnTo>
                  <a:pt x="3023" y="99"/>
                </a:lnTo>
                <a:lnTo>
                  <a:pt x="3031" y="96"/>
                </a:lnTo>
                <a:lnTo>
                  <a:pt x="3039" y="94"/>
                </a:lnTo>
                <a:lnTo>
                  <a:pt x="3048" y="91"/>
                </a:lnTo>
                <a:lnTo>
                  <a:pt x="3056" y="89"/>
                </a:lnTo>
                <a:lnTo>
                  <a:pt x="3065" y="86"/>
                </a:lnTo>
                <a:lnTo>
                  <a:pt x="3073" y="84"/>
                </a:lnTo>
                <a:lnTo>
                  <a:pt x="3081" y="81"/>
                </a:lnTo>
                <a:lnTo>
                  <a:pt x="3090" y="78"/>
                </a:lnTo>
                <a:lnTo>
                  <a:pt x="3098" y="76"/>
                </a:lnTo>
                <a:lnTo>
                  <a:pt x="3107" y="73"/>
                </a:lnTo>
                <a:lnTo>
                  <a:pt x="3115" y="71"/>
                </a:lnTo>
                <a:lnTo>
                  <a:pt x="3123" y="68"/>
                </a:lnTo>
                <a:lnTo>
                  <a:pt x="3132" y="66"/>
                </a:lnTo>
                <a:lnTo>
                  <a:pt x="3140" y="63"/>
                </a:lnTo>
                <a:lnTo>
                  <a:pt x="3148" y="61"/>
                </a:lnTo>
                <a:lnTo>
                  <a:pt x="3157" y="58"/>
                </a:lnTo>
                <a:lnTo>
                  <a:pt x="3165" y="56"/>
                </a:lnTo>
                <a:lnTo>
                  <a:pt x="3174" y="53"/>
                </a:lnTo>
                <a:lnTo>
                  <a:pt x="3182" y="51"/>
                </a:lnTo>
                <a:lnTo>
                  <a:pt x="3190" y="48"/>
                </a:lnTo>
                <a:lnTo>
                  <a:pt x="3199" y="46"/>
                </a:lnTo>
                <a:lnTo>
                  <a:pt x="3207" y="43"/>
                </a:lnTo>
                <a:lnTo>
                  <a:pt x="3216" y="40"/>
                </a:lnTo>
                <a:lnTo>
                  <a:pt x="3224" y="38"/>
                </a:lnTo>
                <a:lnTo>
                  <a:pt x="3232" y="35"/>
                </a:lnTo>
                <a:lnTo>
                  <a:pt x="3241" y="33"/>
                </a:lnTo>
                <a:lnTo>
                  <a:pt x="3249" y="30"/>
                </a:lnTo>
                <a:lnTo>
                  <a:pt x="3258" y="28"/>
                </a:lnTo>
                <a:lnTo>
                  <a:pt x="3266" y="25"/>
                </a:lnTo>
                <a:lnTo>
                  <a:pt x="3274" y="23"/>
                </a:lnTo>
                <a:lnTo>
                  <a:pt x="3283" y="20"/>
                </a:lnTo>
                <a:lnTo>
                  <a:pt x="3291" y="18"/>
                </a:lnTo>
                <a:lnTo>
                  <a:pt x="3300" y="15"/>
                </a:lnTo>
                <a:lnTo>
                  <a:pt x="3308" y="13"/>
                </a:lnTo>
                <a:lnTo>
                  <a:pt x="3316" y="10"/>
                </a:lnTo>
                <a:lnTo>
                  <a:pt x="3325" y="8"/>
                </a:lnTo>
                <a:lnTo>
                  <a:pt x="3333" y="5"/>
                </a:lnTo>
                <a:lnTo>
                  <a:pt x="3342" y="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63340"/>
            <a:ext cx="3063240" cy="811073"/>
          </a:xfrm>
          <a:custGeom>
            <a:avLst/>
            <a:gdLst/>
            <a:ahLst/>
            <a:cxnLst/>
            <a:rect l="l" t="t" r="r" b="b"/>
            <a:pathLst>
              <a:path w="3350" h="887">
                <a:moveTo>
                  <a:pt x="0" y="887"/>
                </a:moveTo>
                <a:lnTo>
                  <a:pt x="8" y="885"/>
                </a:lnTo>
                <a:lnTo>
                  <a:pt x="17" y="883"/>
                </a:lnTo>
                <a:lnTo>
                  <a:pt x="25" y="881"/>
                </a:lnTo>
                <a:lnTo>
                  <a:pt x="34" y="878"/>
                </a:lnTo>
                <a:lnTo>
                  <a:pt x="42" y="876"/>
                </a:lnTo>
                <a:lnTo>
                  <a:pt x="50" y="874"/>
                </a:lnTo>
                <a:lnTo>
                  <a:pt x="59" y="872"/>
                </a:lnTo>
                <a:lnTo>
                  <a:pt x="67" y="869"/>
                </a:lnTo>
                <a:lnTo>
                  <a:pt x="76" y="867"/>
                </a:lnTo>
                <a:lnTo>
                  <a:pt x="84" y="865"/>
                </a:lnTo>
                <a:lnTo>
                  <a:pt x="92" y="863"/>
                </a:lnTo>
                <a:lnTo>
                  <a:pt x="101" y="861"/>
                </a:lnTo>
                <a:lnTo>
                  <a:pt x="109" y="858"/>
                </a:lnTo>
                <a:lnTo>
                  <a:pt x="118" y="856"/>
                </a:lnTo>
                <a:lnTo>
                  <a:pt x="126" y="854"/>
                </a:lnTo>
                <a:lnTo>
                  <a:pt x="134" y="852"/>
                </a:lnTo>
                <a:lnTo>
                  <a:pt x="143" y="849"/>
                </a:lnTo>
                <a:lnTo>
                  <a:pt x="151" y="847"/>
                </a:lnTo>
                <a:lnTo>
                  <a:pt x="160" y="845"/>
                </a:lnTo>
                <a:lnTo>
                  <a:pt x="168" y="843"/>
                </a:lnTo>
                <a:lnTo>
                  <a:pt x="176" y="841"/>
                </a:lnTo>
                <a:lnTo>
                  <a:pt x="185" y="838"/>
                </a:lnTo>
                <a:lnTo>
                  <a:pt x="193" y="836"/>
                </a:lnTo>
                <a:lnTo>
                  <a:pt x="202" y="834"/>
                </a:lnTo>
                <a:lnTo>
                  <a:pt x="210" y="832"/>
                </a:lnTo>
                <a:lnTo>
                  <a:pt x="218" y="829"/>
                </a:lnTo>
                <a:lnTo>
                  <a:pt x="227" y="827"/>
                </a:lnTo>
                <a:lnTo>
                  <a:pt x="235" y="825"/>
                </a:lnTo>
                <a:lnTo>
                  <a:pt x="243" y="823"/>
                </a:lnTo>
                <a:lnTo>
                  <a:pt x="252" y="821"/>
                </a:lnTo>
                <a:lnTo>
                  <a:pt x="260" y="818"/>
                </a:lnTo>
                <a:lnTo>
                  <a:pt x="269" y="816"/>
                </a:lnTo>
                <a:lnTo>
                  <a:pt x="277" y="814"/>
                </a:lnTo>
                <a:lnTo>
                  <a:pt x="285" y="812"/>
                </a:lnTo>
                <a:lnTo>
                  <a:pt x="294" y="809"/>
                </a:lnTo>
                <a:lnTo>
                  <a:pt x="302" y="807"/>
                </a:lnTo>
                <a:lnTo>
                  <a:pt x="311" y="805"/>
                </a:lnTo>
                <a:lnTo>
                  <a:pt x="319" y="803"/>
                </a:lnTo>
                <a:lnTo>
                  <a:pt x="327" y="801"/>
                </a:lnTo>
                <a:lnTo>
                  <a:pt x="336" y="798"/>
                </a:lnTo>
                <a:lnTo>
                  <a:pt x="344" y="796"/>
                </a:lnTo>
                <a:lnTo>
                  <a:pt x="353" y="794"/>
                </a:lnTo>
                <a:lnTo>
                  <a:pt x="361" y="792"/>
                </a:lnTo>
                <a:lnTo>
                  <a:pt x="369" y="789"/>
                </a:lnTo>
                <a:lnTo>
                  <a:pt x="378" y="787"/>
                </a:lnTo>
                <a:lnTo>
                  <a:pt x="386" y="785"/>
                </a:lnTo>
                <a:lnTo>
                  <a:pt x="395" y="783"/>
                </a:lnTo>
                <a:lnTo>
                  <a:pt x="403" y="781"/>
                </a:lnTo>
                <a:lnTo>
                  <a:pt x="411" y="778"/>
                </a:lnTo>
                <a:lnTo>
                  <a:pt x="420" y="776"/>
                </a:lnTo>
                <a:lnTo>
                  <a:pt x="428" y="774"/>
                </a:lnTo>
                <a:lnTo>
                  <a:pt x="437" y="772"/>
                </a:lnTo>
                <a:lnTo>
                  <a:pt x="445" y="769"/>
                </a:lnTo>
                <a:lnTo>
                  <a:pt x="453" y="767"/>
                </a:lnTo>
                <a:lnTo>
                  <a:pt x="462" y="765"/>
                </a:lnTo>
                <a:lnTo>
                  <a:pt x="470" y="763"/>
                </a:lnTo>
                <a:lnTo>
                  <a:pt x="479" y="761"/>
                </a:lnTo>
                <a:lnTo>
                  <a:pt x="487" y="758"/>
                </a:lnTo>
                <a:lnTo>
                  <a:pt x="495" y="756"/>
                </a:lnTo>
                <a:lnTo>
                  <a:pt x="504" y="754"/>
                </a:lnTo>
                <a:lnTo>
                  <a:pt x="512" y="752"/>
                </a:lnTo>
                <a:lnTo>
                  <a:pt x="521" y="749"/>
                </a:lnTo>
                <a:lnTo>
                  <a:pt x="529" y="747"/>
                </a:lnTo>
                <a:lnTo>
                  <a:pt x="537" y="745"/>
                </a:lnTo>
                <a:lnTo>
                  <a:pt x="546" y="743"/>
                </a:lnTo>
                <a:lnTo>
                  <a:pt x="554" y="741"/>
                </a:lnTo>
                <a:lnTo>
                  <a:pt x="563" y="738"/>
                </a:lnTo>
                <a:lnTo>
                  <a:pt x="571" y="736"/>
                </a:lnTo>
                <a:lnTo>
                  <a:pt x="579" y="734"/>
                </a:lnTo>
                <a:lnTo>
                  <a:pt x="588" y="732"/>
                </a:lnTo>
                <a:lnTo>
                  <a:pt x="596" y="729"/>
                </a:lnTo>
                <a:lnTo>
                  <a:pt x="605" y="727"/>
                </a:lnTo>
                <a:lnTo>
                  <a:pt x="613" y="725"/>
                </a:lnTo>
                <a:lnTo>
                  <a:pt x="621" y="723"/>
                </a:lnTo>
                <a:lnTo>
                  <a:pt x="630" y="720"/>
                </a:lnTo>
                <a:lnTo>
                  <a:pt x="638" y="718"/>
                </a:lnTo>
                <a:lnTo>
                  <a:pt x="646" y="716"/>
                </a:lnTo>
                <a:lnTo>
                  <a:pt x="655" y="714"/>
                </a:lnTo>
                <a:lnTo>
                  <a:pt x="663" y="712"/>
                </a:lnTo>
                <a:lnTo>
                  <a:pt x="672" y="709"/>
                </a:lnTo>
                <a:lnTo>
                  <a:pt x="680" y="707"/>
                </a:lnTo>
                <a:lnTo>
                  <a:pt x="688" y="705"/>
                </a:lnTo>
                <a:lnTo>
                  <a:pt x="697" y="703"/>
                </a:lnTo>
                <a:lnTo>
                  <a:pt x="705" y="700"/>
                </a:lnTo>
                <a:lnTo>
                  <a:pt x="714" y="698"/>
                </a:lnTo>
                <a:lnTo>
                  <a:pt x="722" y="696"/>
                </a:lnTo>
                <a:lnTo>
                  <a:pt x="730" y="694"/>
                </a:lnTo>
                <a:lnTo>
                  <a:pt x="739" y="692"/>
                </a:lnTo>
                <a:lnTo>
                  <a:pt x="747" y="689"/>
                </a:lnTo>
                <a:lnTo>
                  <a:pt x="756" y="687"/>
                </a:lnTo>
                <a:lnTo>
                  <a:pt x="764" y="685"/>
                </a:lnTo>
                <a:lnTo>
                  <a:pt x="772" y="683"/>
                </a:lnTo>
                <a:lnTo>
                  <a:pt x="781" y="680"/>
                </a:lnTo>
                <a:lnTo>
                  <a:pt x="789" y="678"/>
                </a:lnTo>
                <a:lnTo>
                  <a:pt x="798" y="676"/>
                </a:lnTo>
                <a:lnTo>
                  <a:pt x="806" y="674"/>
                </a:lnTo>
                <a:lnTo>
                  <a:pt x="814" y="672"/>
                </a:lnTo>
                <a:lnTo>
                  <a:pt x="823" y="669"/>
                </a:lnTo>
                <a:lnTo>
                  <a:pt x="831" y="667"/>
                </a:lnTo>
                <a:lnTo>
                  <a:pt x="840" y="665"/>
                </a:lnTo>
                <a:lnTo>
                  <a:pt x="848" y="663"/>
                </a:lnTo>
                <a:lnTo>
                  <a:pt x="856" y="660"/>
                </a:lnTo>
                <a:lnTo>
                  <a:pt x="865" y="658"/>
                </a:lnTo>
                <a:lnTo>
                  <a:pt x="873" y="656"/>
                </a:lnTo>
                <a:lnTo>
                  <a:pt x="882" y="654"/>
                </a:lnTo>
                <a:lnTo>
                  <a:pt x="890" y="652"/>
                </a:lnTo>
                <a:lnTo>
                  <a:pt x="898" y="649"/>
                </a:lnTo>
                <a:lnTo>
                  <a:pt x="907" y="647"/>
                </a:lnTo>
                <a:lnTo>
                  <a:pt x="915" y="645"/>
                </a:lnTo>
                <a:lnTo>
                  <a:pt x="924" y="643"/>
                </a:lnTo>
                <a:lnTo>
                  <a:pt x="932" y="640"/>
                </a:lnTo>
                <a:lnTo>
                  <a:pt x="940" y="638"/>
                </a:lnTo>
                <a:lnTo>
                  <a:pt x="949" y="636"/>
                </a:lnTo>
                <a:lnTo>
                  <a:pt x="957" y="634"/>
                </a:lnTo>
                <a:lnTo>
                  <a:pt x="966" y="632"/>
                </a:lnTo>
                <a:lnTo>
                  <a:pt x="974" y="629"/>
                </a:lnTo>
                <a:lnTo>
                  <a:pt x="982" y="627"/>
                </a:lnTo>
                <a:lnTo>
                  <a:pt x="991" y="625"/>
                </a:lnTo>
                <a:lnTo>
                  <a:pt x="999" y="623"/>
                </a:lnTo>
                <a:lnTo>
                  <a:pt x="1008" y="620"/>
                </a:lnTo>
                <a:lnTo>
                  <a:pt x="1016" y="618"/>
                </a:lnTo>
                <a:lnTo>
                  <a:pt x="1024" y="616"/>
                </a:lnTo>
                <a:lnTo>
                  <a:pt x="1033" y="614"/>
                </a:lnTo>
                <a:lnTo>
                  <a:pt x="1041" y="612"/>
                </a:lnTo>
                <a:lnTo>
                  <a:pt x="1049" y="609"/>
                </a:lnTo>
                <a:lnTo>
                  <a:pt x="1058" y="607"/>
                </a:lnTo>
                <a:lnTo>
                  <a:pt x="1066" y="605"/>
                </a:lnTo>
                <a:lnTo>
                  <a:pt x="1075" y="603"/>
                </a:lnTo>
                <a:lnTo>
                  <a:pt x="1083" y="600"/>
                </a:lnTo>
                <a:lnTo>
                  <a:pt x="1091" y="598"/>
                </a:lnTo>
                <a:lnTo>
                  <a:pt x="1100" y="596"/>
                </a:lnTo>
                <a:lnTo>
                  <a:pt x="1108" y="594"/>
                </a:lnTo>
                <a:lnTo>
                  <a:pt x="1117" y="592"/>
                </a:lnTo>
                <a:lnTo>
                  <a:pt x="1125" y="589"/>
                </a:lnTo>
                <a:lnTo>
                  <a:pt x="1133" y="587"/>
                </a:lnTo>
                <a:lnTo>
                  <a:pt x="1142" y="585"/>
                </a:lnTo>
                <a:lnTo>
                  <a:pt x="1150" y="583"/>
                </a:lnTo>
                <a:lnTo>
                  <a:pt x="1159" y="580"/>
                </a:lnTo>
                <a:lnTo>
                  <a:pt x="1167" y="578"/>
                </a:lnTo>
                <a:lnTo>
                  <a:pt x="1175" y="576"/>
                </a:lnTo>
                <a:lnTo>
                  <a:pt x="1184" y="574"/>
                </a:lnTo>
                <a:lnTo>
                  <a:pt x="1192" y="572"/>
                </a:lnTo>
                <a:lnTo>
                  <a:pt x="1201" y="569"/>
                </a:lnTo>
                <a:lnTo>
                  <a:pt x="1209" y="567"/>
                </a:lnTo>
                <a:lnTo>
                  <a:pt x="1217" y="565"/>
                </a:lnTo>
                <a:lnTo>
                  <a:pt x="1226" y="563"/>
                </a:lnTo>
                <a:lnTo>
                  <a:pt x="1234" y="560"/>
                </a:lnTo>
                <a:lnTo>
                  <a:pt x="1243" y="558"/>
                </a:lnTo>
                <a:lnTo>
                  <a:pt x="1251" y="556"/>
                </a:lnTo>
                <a:lnTo>
                  <a:pt x="1259" y="554"/>
                </a:lnTo>
                <a:lnTo>
                  <a:pt x="1268" y="552"/>
                </a:lnTo>
                <a:lnTo>
                  <a:pt x="1276" y="549"/>
                </a:lnTo>
                <a:lnTo>
                  <a:pt x="1285" y="547"/>
                </a:lnTo>
                <a:lnTo>
                  <a:pt x="1293" y="545"/>
                </a:lnTo>
                <a:lnTo>
                  <a:pt x="1301" y="543"/>
                </a:lnTo>
                <a:lnTo>
                  <a:pt x="1310" y="540"/>
                </a:lnTo>
                <a:lnTo>
                  <a:pt x="1318" y="538"/>
                </a:lnTo>
                <a:lnTo>
                  <a:pt x="1327" y="536"/>
                </a:lnTo>
                <a:lnTo>
                  <a:pt x="1335" y="534"/>
                </a:lnTo>
                <a:lnTo>
                  <a:pt x="1343" y="532"/>
                </a:lnTo>
                <a:lnTo>
                  <a:pt x="1352" y="529"/>
                </a:lnTo>
                <a:lnTo>
                  <a:pt x="1360" y="527"/>
                </a:lnTo>
                <a:lnTo>
                  <a:pt x="1369" y="525"/>
                </a:lnTo>
                <a:lnTo>
                  <a:pt x="1377" y="523"/>
                </a:lnTo>
                <a:lnTo>
                  <a:pt x="1385" y="520"/>
                </a:lnTo>
                <a:lnTo>
                  <a:pt x="1394" y="518"/>
                </a:lnTo>
                <a:lnTo>
                  <a:pt x="1402" y="516"/>
                </a:lnTo>
                <a:lnTo>
                  <a:pt x="1411" y="514"/>
                </a:lnTo>
                <a:lnTo>
                  <a:pt x="1419" y="512"/>
                </a:lnTo>
                <a:lnTo>
                  <a:pt x="1427" y="509"/>
                </a:lnTo>
                <a:lnTo>
                  <a:pt x="1436" y="507"/>
                </a:lnTo>
                <a:lnTo>
                  <a:pt x="1444" y="505"/>
                </a:lnTo>
                <a:lnTo>
                  <a:pt x="1453" y="503"/>
                </a:lnTo>
                <a:lnTo>
                  <a:pt x="1461" y="500"/>
                </a:lnTo>
                <a:lnTo>
                  <a:pt x="1469" y="498"/>
                </a:lnTo>
                <a:lnTo>
                  <a:pt x="1478" y="496"/>
                </a:lnTo>
                <a:lnTo>
                  <a:pt x="1486" y="494"/>
                </a:lnTo>
                <a:lnTo>
                  <a:pt x="1494" y="492"/>
                </a:lnTo>
                <a:lnTo>
                  <a:pt x="1503" y="489"/>
                </a:lnTo>
                <a:lnTo>
                  <a:pt x="1511" y="487"/>
                </a:lnTo>
                <a:lnTo>
                  <a:pt x="1520" y="485"/>
                </a:lnTo>
                <a:lnTo>
                  <a:pt x="1528" y="483"/>
                </a:lnTo>
                <a:lnTo>
                  <a:pt x="1536" y="480"/>
                </a:lnTo>
                <a:lnTo>
                  <a:pt x="1545" y="478"/>
                </a:lnTo>
                <a:lnTo>
                  <a:pt x="1553" y="476"/>
                </a:lnTo>
                <a:lnTo>
                  <a:pt x="1562" y="474"/>
                </a:lnTo>
                <a:lnTo>
                  <a:pt x="1570" y="472"/>
                </a:lnTo>
                <a:lnTo>
                  <a:pt x="1578" y="469"/>
                </a:lnTo>
                <a:lnTo>
                  <a:pt x="1587" y="467"/>
                </a:lnTo>
                <a:lnTo>
                  <a:pt x="1595" y="465"/>
                </a:lnTo>
                <a:lnTo>
                  <a:pt x="1604" y="463"/>
                </a:lnTo>
                <a:lnTo>
                  <a:pt x="1612" y="460"/>
                </a:lnTo>
                <a:lnTo>
                  <a:pt x="1620" y="458"/>
                </a:lnTo>
                <a:lnTo>
                  <a:pt x="1629" y="456"/>
                </a:lnTo>
                <a:lnTo>
                  <a:pt x="1637" y="454"/>
                </a:lnTo>
                <a:lnTo>
                  <a:pt x="1646" y="452"/>
                </a:lnTo>
                <a:lnTo>
                  <a:pt x="1654" y="449"/>
                </a:lnTo>
                <a:lnTo>
                  <a:pt x="1662" y="447"/>
                </a:lnTo>
                <a:lnTo>
                  <a:pt x="1671" y="445"/>
                </a:lnTo>
                <a:lnTo>
                  <a:pt x="1679" y="443"/>
                </a:lnTo>
                <a:lnTo>
                  <a:pt x="1688" y="440"/>
                </a:lnTo>
                <a:lnTo>
                  <a:pt x="1696" y="438"/>
                </a:lnTo>
                <a:lnTo>
                  <a:pt x="1704" y="436"/>
                </a:lnTo>
                <a:lnTo>
                  <a:pt x="1713" y="434"/>
                </a:lnTo>
                <a:lnTo>
                  <a:pt x="1721" y="432"/>
                </a:lnTo>
                <a:lnTo>
                  <a:pt x="1730" y="429"/>
                </a:lnTo>
                <a:lnTo>
                  <a:pt x="1738" y="427"/>
                </a:lnTo>
                <a:lnTo>
                  <a:pt x="1746" y="425"/>
                </a:lnTo>
                <a:lnTo>
                  <a:pt x="1755" y="423"/>
                </a:lnTo>
                <a:lnTo>
                  <a:pt x="1763" y="420"/>
                </a:lnTo>
                <a:lnTo>
                  <a:pt x="1772" y="418"/>
                </a:lnTo>
                <a:lnTo>
                  <a:pt x="1780" y="416"/>
                </a:lnTo>
                <a:lnTo>
                  <a:pt x="1788" y="414"/>
                </a:lnTo>
                <a:lnTo>
                  <a:pt x="1797" y="411"/>
                </a:lnTo>
                <a:lnTo>
                  <a:pt x="1805" y="409"/>
                </a:lnTo>
                <a:lnTo>
                  <a:pt x="1814" y="407"/>
                </a:lnTo>
                <a:lnTo>
                  <a:pt x="1822" y="405"/>
                </a:lnTo>
                <a:lnTo>
                  <a:pt x="1830" y="403"/>
                </a:lnTo>
                <a:lnTo>
                  <a:pt x="1839" y="400"/>
                </a:lnTo>
                <a:lnTo>
                  <a:pt x="1847" y="398"/>
                </a:lnTo>
                <a:lnTo>
                  <a:pt x="1856" y="396"/>
                </a:lnTo>
                <a:lnTo>
                  <a:pt x="1864" y="394"/>
                </a:lnTo>
                <a:lnTo>
                  <a:pt x="1872" y="391"/>
                </a:lnTo>
                <a:lnTo>
                  <a:pt x="1881" y="389"/>
                </a:lnTo>
                <a:lnTo>
                  <a:pt x="1889" y="387"/>
                </a:lnTo>
                <a:lnTo>
                  <a:pt x="1897" y="385"/>
                </a:lnTo>
                <a:lnTo>
                  <a:pt x="1906" y="383"/>
                </a:lnTo>
                <a:lnTo>
                  <a:pt x="1914" y="380"/>
                </a:lnTo>
                <a:lnTo>
                  <a:pt x="1923" y="378"/>
                </a:lnTo>
                <a:lnTo>
                  <a:pt x="1931" y="376"/>
                </a:lnTo>
                <a:lnTo>
                  <a:pt x="1939" y="374"/>
                </a:lnTo>
                <a:lnTo>
                  <a:pt x="1948" y="371"/>
                </a:lnTo>
                <a:lnTo>
                  <a:pt x="1956" y="369"/>
                </a:lnTo>
                <a:lnTo>
                  <a:pt x="1965" y="367"/>
                </a:lnTo>
                <a:lnTo>
                  <a:pt x="1973" y="365"/>
                </a:lnTo>
                <a:lnTo>
                  <a:pt x="1981" y="363"/>
                </a:lnTo>
                <a:lnTo>
                  <a:pt x="1990" y="360"/>
                </a:lnTo>
                <a:lnTo>
                  <a:pt x="1998" y="358"/>
                </a:lnTo>
                <a:lnTo>
                  <a:pt x="2007" y="356"/>
                </a:lnTo>
                <a:lnTo>
                  <a:pt x="2015" y="354"/>
                </a:lnTo>
                <a:lnTo>
                  <a:pt x="2023" y="351"/>
                </a:lnTo>
                <a:lnTo>
                  <a:pt x="2032" y="349"/>
                </a:lnTo>
                <a:lnTo>
                  <a:pt x="2040" y="347"/>
                </a:lnTo>
                <a:lnTo>
                  <a:pt x="2049" y="345"/>
                </a:lnTo>
                <a:lnTo>
                  <a:pt x="2057" y="343"/>
                </a:lnTo>
                <a:lnTo>
                  <a:pt x="2065" y="340"/>
                </a:lnTo>
                <a:lnTo>
                  <a:pt x="2074" y="338"/>
                </a:lnTo>
                <a:lnTo>
                  <a:pt x="2082" y="336"/>
                </a:lnTo>
                <a:lnTo>
                  <a:pt x="2091" y="334"/>
                </a:lnTo>
                <a:lnTo>
                  <a:pt x="2099" y="331"/>
                </a:lnTo>
                <a:lnTo>
                  <a:pt x="2107" y="329"/>
                </a:lnTo>
                <a:lnTo>
                  <a:pt x="2116" y="327"/>
                </a:lnTo>
                <a:lnTo>
                  <a:pt x="2124" y="325"/>
                </a:lnTo>
                <a:lnTo>
                  <a:pt x="2133" y="323"/>
                </a:lnTo>
                <a:lnTo>
                  <a:pt x="2141" y="320"/>
                </a:lnTo>
                <a:lnTo>
                  <a:pt x="2149" y="318"/>
                </a:lnTo>
                <a:lnTo>
                  <a:pt x="2158" y="316"/>
                </a:lnTo>
                <a:lnTo>
                  <a:pt x="2166" y="314"/>
                </a:lnTo>
                <a:lnTo>
                  <a:pt x="2175" y="311"/>
                </a:lnTo>
                <a:lnTo>
                  <a:pt x="2183" y="309"/>
                </a:lnTo>
                <a:lnTo>
                  <a:pt x="2191" y="307"/>
                </a:lnTo>
                <a:lnTo>
                  <a:pt x="2200" y="305"/>
                </a:lnTo>
                <a:lnTo>
                  <a:pt x="2208" y="303"/>
                </a:lnTo>
                <a:lnTo>
                  <a:pt x="2217" y="300"/>
                </a:lnTo>
                <a:lnTo>
                  <a:pt x="2225" y="298"/>
                </a:lnTo>
                <a:lnTo>
                  <a:pt x="2233" y="296"/>
                </a:lnTo>
                <a:lnTo>
                  <a:pt x="2242" y="294"/>
                </a:lnTo>
                <a:lnTo>
                  <a:pt x="2250" y="291"/>
                </a:lnTo>
                <a:lnTo>
                  <a:pt x="2259" y="289"/>
                </a:lnTo>
                <a:lnTo>
                  <a:pt x="2267" y="287"/>
                </a:lnTo>
                <a:lnTo>
                  <a:pt x="2275" y="285"/>
                </a:lnTo>
                <a:lnTo>
                  <a:pt x="2284" y="283"/>
                </a:lnTo>
                <a:lnTo>
                  <a:pt x="2292" y="280"/>
                </a:lnTo>
                <a:lnTo>
                  <a:pt x="2301" y="278"/>
                </a:lnTo>
                <a:lnTo>
                  <a:pt x="2309" y="276"/>
                </a:lnTo>
                <a:lnTo>
                  <a:pt x="2317" y="274"/>
                </a:lnTo>
                <a:lnTo>
                  <a:pt x="2326" y="271"/>
                </a:lnTo>
                <a:lnTo>
                  <a:pt x="2334" y="269"/>
                </a:lnTo>
                <a:lnTo>
                  <a:pt x="2342" y="267"/>
                </a:lnTo>
                <a:lnTo>
                  <a:pt x="2351" y="265"/>
                </a:lnTo>
                <a:lnTo>
                  <a:pt x="2359" y="263"/>
                </a:lnTo>
                <a:lnTo>
                  <a:pt x="2368" y="260"/>
                </a:lnTo>
                <a:lnTo>
                  <a:pt x="2376" y="258"/>
                </a:lnTo>
                <a:lnTo>
                  <a:pt x="2384" y="256"/>
                </a:lnTo>
                <a:lnTo>
                  <a:pt x="2393" y="254"/>
                </a:lnTo>
                <a:lnTo>
                  <a:pt x="2401" y="251"/>
                </a:lnTo>
                <a:lnTo>
                  <a:pt x="2410" y="249"/>
                </a:lnTo>
                <a:lnTo>
                  <a:pt x="2418" y="247"/>
                </a:lnTo>
                <a:lnTo>
                  <a:pt x="2426" y="245"/>
                </a:lnTo>
                <a:lnTo>
                  <a:pt x="2435" y="243"/>
                </a:lnTo>
                <a:lnTo>
                  <a:pt x="2443" y="240"/>
                </a:lnTo>
                <a:lnTo>
                  <a:pt x="2452" y="238"/>
                </a:lnTo>
                <a:lnTo>
                  <a:pt x="2460" y="236"/>
                </a:lnTo>
                <a:lnTo>
                  <a:pt x="2468" y="234"/>
                </a:lnTo>
                <a:lnTo>
                  <a:pt x="2477" y="231"/>
                </a:lnTo>
                <a:lnTo>
                  <a:pt x="2485" y="229"/>
                </a:lnTo>
                <a:lnTo>
                  <a:pt x="2494" y="227"/>
                </a:lnTo>
                <a:lnTo>
                  <a:pt x="2502" y="225"/>
                </a:lnTo>
                <a:lnTo>
                  <a:pt x="2510" y="223"/>
                </a:lnTo>
                <a:lnTo>
                  <a:pt x="2519" y="220"/>
                </a:lnTo>
                <a:lnTo>
                  <a:pt x="2527" y="218"/>
                </a:lnTo>
                <a:lnTo>
                  <a:pt x="2536" y="216"/>
                </a:lnTo>
                <a:lnTo>
                  <a:pt x="2544" y="214"/>
                </a:lnTo>
                <a:lnTo>
                  <a:pt x="2552" y="211"/>
                </a:lnTo>
                <a:lnTo>
                  <a:pt x="2561" y="209"/>
                </a:lnTo>
                <a:lnTo>
                  <a:pt x="2569" y="207"/>
                </a:lnTo>
                <a:lnTo>
                  <a:pt x="2578" y="205"/>
                </a:lnTo>
                <a:lnTo>
                  <a:pt x="2586" y="203"/>
                </a:lnTo>
                <a:lnTo>
                  <a:pt x="2594" y="200"/>
                </a:lnTo>
                <a:lnTo>
                  <a:pt x="2603" y="198"/>
                </a:lnTo>
                <a:lnTo>
                  <a:pt x="2611" y="196"/>
                </a:lnTo>
                <a:lnTo>
                  <a:pt x="2620" y="194"/>
                </a:lnTo>
                <a:lnTo>
                  <a:pt x="2628" y="191"/>
                </a:lnTo>
                <a:lnTo>
                  <a:pt x="2636" y="189"/>
                </a:lnTo>
                <a:lnTo>
                  <a:pt x="2645" y="187"/>
                </a:lnTo>
                <a:lnTo>
                  <a:pt x="2653" y="185"/>
                </a:lnTo>
                <a:lnTo>
                  <a:pt x="2662" y="183"/>
                </a:lnTo>
                <a:lnTo>
                  <a:pt x="2670" y="180"/>
                </a:lnTo>
                <a:lnTo>
                  <a:pt x="2678" y="178"/>
                </a:lnTo>
                <a:lnTo>
                  <a:pt x="2687" y="176"/>
                </a:lnTo>
                <a:lnTo>
                  <a:pt x="2695" y="174"/>
                </a:lnTo>
                <a:lnTo>
                  <a:pt x="2704" y="171"/>
                </a:lnTo>
                <a:lnTo>
                  <a:pt x="2712" y="169"/>
                </a:lnTo>
                <a:lnTo>
                  <a:pt x="2720" y="167"/>
                </a:lnTo>
                <a:lnTo>
                  <a:pt x="2729" y="165"/>
                </a:lnTo>
                <a:lnTo>
                  <a:pt x="2737" y="163"/>
                </a:lnTo>
                <a:lnTo>
                  <a:pt x="2745" y="160"/>
                </a:lnTo>
                <a:lnTo>
                  <a:pt x="2754" y="158"/>
                </a:lnTo>
                <a:lnTo>
                  <a:pt x="2762" y="156"/>
                </a:lnTo>
                <a:lnTo>
                  <a:pt x="2771" y="154"/>
                </a:lnTo>
                <a:lnTo>
                  <a:pt x="2779" y="151"/>
                </a:lnTo>
                <a:lnTo>
                  <a:pt x="2787" y="149"/>
                </a:lnTo>
                <a:lnTo>
                  <a:pt x="2796" y="147"/>
                </a:lnTo>
                <a:lnTo>
                  <a:pt x="2804" y="145"/>
                </a:lnTo>
                <a:lnTo>
                  <a:pt x="2813" y="143"/>
                </a:lnTo>
                <a:lnTo>
                  <a:pt x="2821" y="140"/>
                </a:lnTo>
                <a:lnTo>
                  <a:pt x="2829" y="138"/>
                </a:lnTo>
                <a:lnTo>
                  <a:pt x="2838" y="136"/>
                </a:lnTo>
                <a:lnTo>
                  <a:pt x="2846" y="134"/>
                </a:lnTo>
                <a:lnTo>
                  <a:pt x="2855" y="131"/>
                </a:lnTo>
                <a:lnTo>
                  <a:pt x="2863" y="129"/>
                </a:lnTo>
                <a:lnTo>
                  <a:pt x="2871" y="127"/>
                </a:lnTo>
                <a:lnTo>
                  <a:pt x="2880" y="125"/>
                </a:lnTo>
                <a:lnTo>
                  <a:pt x="2888" y="123"/>
                </a:lnTo>
                <a:lnTo>
                  <a:pt x="2897" y="120"/>
                </a:lnTo>
                <a:lnTo>
                  <a:pt x="2905" y="118"/>
                </a:lnTo>
                <a:lnTo>
                  <a:pt x="2913" y="116"/>
                </a:lnTo>
                <a:lnTo>
                  <a:pt x="2922" y="114"/>
                </a:lnTo>
                <a:lnTo>
                  <a:pt x="2930" y="111"/>
                </a:lnTo>
                <a:lnTo>
                  <a:pt x="2939" y="109"/>
                </a:lnTo>
                <a:lnTo>
                  <a:pt x="2947" y="107"/>
                </a:lnTo>
                <a:lnTo>
                  <a:pt x="2955" y="105"/>
                </a:lnTo>
                <a:lnTo>
                  <a:pt x="2964" y="102"/>
                </a:lnTo>
                <a:lnTo>
                  <a:pt x="2972" y="100"/>
                </a:lnTo>
                <a:lnTo>
                  <a:pt x="2981" y="98"/>
                </a:lnTo>
                <a:lnTo>
                  <a:pt x="2989" y="96"/>
                </a:lnTo>
                <a:lnTo>
                  <a:pt x="2997" y="94"/>
                </a:lnTo>
                <a:lnTo>
                  <a:pt x="3006" y="91"/>
                </a:lnTo>
                <a:lnTo>
                  <a:pt x="3014" y="89"/>
                </a:lnTo>
                <a:lnTo>
                  <a:pt x="3023" y="87"/>
                </a:lnTo>
                <a:lnTo>
                  <a:pt x="3031" y="85"/>
                </a:lnTo>
                <a:lnTo>
                  <a:pt x="3039" y="82"/>
                </a:lnTo>
                <a:lnTo>
                  <a:pt x="3048" y="80"/>
                </a:lnTo>
                <a:lnTo>
                  <a:pt x="3056" y="78"/>
                </a:lnTo>
                <a:lnTo>
                  <a:pt x="3065" y="76"/>
                </a:lnTo>
                <a:lnTo>
                  <a:pt x="3073" y="74"/>
                </a:lnTo>
                <a:lnTo>
                  <a:pt x="3081" y="71"/>
                </a:lnTo>
                <a:lnTo>
                  <a:pt x="3090" y="69"/>
                </a:lnTo>
                <a:lnTo>
                  <a:pt x="3098" y="67"/>
                </a:lnTo>
                <a:lnTo>
                  <a:pt x="3107" y="65"/>
                </a:lnTo>
                <a:lnTo>
                  <a:pt x="3115" y="62"/>
                </a:lnTo>
                <a:lnTo>
                  <a:pt x="3123" y="60"/>
                </a:lnTo>
                <a:lnTo>
                  <a:pt x="3132" y="58"/>
                </a:lnTo>
                <a:lnTo>
                  <a:pt x="3140" y="56"/>
                </a:lnTo>
                <a:lnTo>
                  <a:pt x="3148" y="54"/>
                </a:lnTo>
                <a:lnTo>
                  <a:pt x="3157" y="51"/>
                </a:lnTo>
                <a:lnTo>
                  <a:pt x="3165" y="49"/>
                </a:lnTo>
                <a:lnTo>
                  <a:pt x="3174" y="47"/>
                </a:lnTo>
                <a:lnTo>
                  <a:pt x="3182" y="45"/>
                </a:lnTo>
                <a:lnTo>
                  <a:pt x="3190" y="42"/>
                </a:lnTo>
                <a:lnTo>
                  <a:pt x="3199" y="40"/>
                </a:lnTo>
                <a:lnTo>
                  <a:pt x="3207" y="38"/>
                </a:lnTo>
                <a:lnTo>
                  <a:pt x="3216" y="36"/>
                </a:lnTo>
                <a:lnTo>
                  <a:pt x="3224" y="34"/>
                </a:lnTo>
                <a:lnTo>
                  <a:pt x="3232" y="31"/>
                </a:lnTo>
                <a:lnTo>
                  <a:pt x="3241" y="29"/>
                </a:lnTo>
                <a:lnTo>
                  <a:pt x="3249" y="27"/>
                </a:lnTo>
                <a:lnTo>
                  <a:pt x="3258" y="25"/>
                </a:lnTo>
                <a:lnTo>
                  <a:pt x="3266" y="22"/>
                </a:lnTo>
                <a:lnTo>
                  <a:pt x="3274" y="20"/>
                </a:lnTo>
                <a:lnTo>
                  <a:pt x="3283" y="18"/>
                </a:lnTo>
                <a:lnTo>
                  <a:pt x="3291" y="16"/>
                </a:lnTo>
                <a:lnTo>
                  <a:pt x="3300" y="14"/>
                </a:lnTo>
                <a:lnTo>
                  <a:pt x="3308" y="11"/>
                </a:lnTo>
                <a:lnTo>
                  <a:pt x="3316" y="9"/>
                </a:lnTo>
                <a:lnTo>
                  <a:pt x="3325" y="7"/>
                </a:lnTo>
                <a:lnTo>
                  <a:pt x="3333" y="5"/>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21862"/>
            <a:ext cx="3063240" cy="677570"/>
          </a:xfrm>
          <a:custGeom>
            <a:avLst/>
            <a:gdLst/>
            <a:ahLst/>
            <a:cxnLst/>
            <a:rect l="l" t="t" r="r" b="b"/>
            <a:pathLst>
              <a:path w="3350" h="741">
                <a:moveTo>
                  <a:pt x="0" y="741"/>
                </a:moveTo>
                <a:lnTo>
                  <a:pt x="8" y="739"/>
                </a:lnTo>
                <a:lnTo>
                  <a:pt x="17" y="737"/>
                </a:lnTo>
                <a:lnTo>
                  <a:pt x="25" y="735"/>
                </a:lnTo>
                <a:lnTo>
                  <a:pt x="34" y="733"/>
                </a:lnTo>
                <a:lnTo>
                  <a:pt x="42" y="731"/>
                </a:lnTo>
                <a:lnTo>
                  <a:pt x="50" y="730"/>
                </a:lnTo>
                <a:lnTo>
                  <a:pt x="59" y="728"/>
                </a:lnTo>
                <a:lnTo>
                  <a:pt x="67" y="726"/>
                </a:lnTo>
                <a:lnTo>
                  <a:pt x="76" y="724"/>
                </a:lnTo>
                <a:lnTo>
                  <a:pt x="84" y="722"/>
                </a:lnTo>
                <a:lnTo>
                  <a:pt x="92" y="720"/>
                </a:lnTo>
                <a:lnTo>
                  <a:pt x="101" y="718"/>
                </a:lnTo>
                <a:lnTo>
                  <a:pt x="109" y="717"/>
                </a:lnTo>
                <a:lnTo>
                  <a:pt x="118" y="715"/>
                </a:lnTo>
                <a:lnTo>
                  <a:pt x="126" y="713"/>
                </a:lnTo>
                <a:lnTo>
                  <a:pt x="134" y="711"/>
                </a:lnTo>
                <a:lnTo>
                  <a:pt x="143" y="709"/>
                </a:lnTo>
                <a:lnTo>
                  <a:pt x="151" y="707"/>
                </a:lnTo>
                <a:lnTo>
                  <a:pt x="160" y="705"/>
                </a:lnTo>
                <a:lnTo>
                  <a:pt x="168" y="704"/>
                </a:lnTo>
                <a:lnTo>
                  <a:pt x="176" y="702"/>
                </a:lnTo>
                <a:lnTo>
                  <a:pt x="185" y="700"/>
                </a:lnTo>
                <a:lnTo>
                  <a:pt x="193" y="698"/>
                </a:lnTo>
                <a:lnTo>
                  <a:pt x="202" y="696"/>
                </a:lnTo>
                <a:lnTo>
                  <a:pt x="210" y="694"/>
                </a:lnTo>
                <a:lnTo>
                  <a:pt x="218" y="692"/>
                </a:lnTo>
                <a:lnTo>
                  <a:pt x="227" y="691"/>
                </a:lnTo>
                <a:lnTo>
                  <a:pt x="235" y="689"/>
                </a:lnTo>
                <a:lnTo>
                  <a:pt x="243" y="687"/>
                </a:lnTo>
                <a:lnTo>
                  <a:pt x="252" y="685"/>
                </a:lnTo>
                <a:lnTo>
                  <a:pt x="260" y="683"/>
                </a:lnTo>
                <a:lnTo>
                  <a:pt x="269" y="681"/>
                </a:lnTo>
                <a:lnTo>
                  <a:pt x="277" y="679"/>
                </a:lnTo>
                <a:lnTo>
                  <a:pt x="285" y="678"/>
                </a:lnTo>
                <a:lnTo>
                  <a:pt x="294" y="676"/>
                </a:lnTo>
                <a:lnTo>
                  <a:pt x="302" y="674"/>
                </a:lnTo>
                <a:lnTo>
                  <a:pt x="311" y="672"/>
                </a:lnTo>
                <a:lnTo>
                  <a:pt x="319" y="670"/>
                </a:lnTo>
                <a:lnTo>
                  <a:pt x="327" y="668"/>
                </a:lnTo>
                <a:lnTo>
                  <a:pt x="336" y="667"/>
                </a:lnTo>
                <a:lnTo>
                  <a:pt x="344" y="665"/>
                </a:lnTo>
                <a:lnTo>
                  <a:pt x="353" y="663"/>
                </a:lnTo>
                <a:lnTo>
                  <a:pt x="361" y="661"/>
                </a:lnTo>
                <a:lnTo>
                  <a:pt x="369" y="659"/>
                </a:lnTo>
                <a:lnTo>
                  <a:pt x="378" y="657"/>
                </a:lnTo>
                <a:lnTo>
                  <a:pt x="386" y="655"/>
                </a:lnTo>
                <a:lnTo>
                  <a:pt x="395" y="654"/>
                </a:lnTo>
                <a:lnTo>
                  <a:pt x="403" y="652"/>
                </a:lnTo>
                <a:lnTo>
                  <a:pt x="411" y="650"/>
                </a:lnTo>
                <a:lnTo>
                  <a:pt x="420" y="648"/>
                </a:lnTo>
                <a:lnTo>
                  <a:pt x="428" y="646"/>
                </a:lnTo>
                <a:lnTo>
                  <a:pt x="437" y="644"/>
                </a:lnTo>
                <a:lnTo>
                  <a:pt x="445" y="642"/>
                </a:lnTo>
                <a:lnTo>
                  <a:pt x="453" y="641"/>
                </a:lnTo>
                <a:lnTo>
                  <a:pt x="462" y="639"/>
                </a:lnTo>
                <a:lnTo>
                  <a:pt x="470" y="637"/>
                </a:lnTo>
                <a:lnTo>
                  <a:pt x="479" y="635"/>
                </a:lnTo>
                <a:lnTo>
                  <a:pt x="487" y="633"/>
                </a:lnTo>
                <a:lnTo>
                  <a:pt x="495" y="631"/>
                </a:lnTo>
                <a:lnTo>
                  <a:pt x="504" y="629"/>
                </a:lnTo>
                <a:lnTo>
                  <a:pt x="512" y="628"/>
                </a:lnTo>
                <a:lnTo>
                  <a:pt x="521" y="626"/>
                </a:lnTo>
                <a:lnTo>
                  <a:pt x="529" y="624"/>
                </a:lnTo>
                <a:lnTo>
                  <a:pt x="537" y="622"/>
                </a:lnTo>
                <a:lnTo>
                  <a:pt x="546" y="620"/>
                </a:lnTo>
                <a:lnTo>
                  <a:pt x="554" y="618"/>
                </a:lnTo>
                <a:lnTo>
                  <a:pt x="563" y="616"/>
                </a:lnTo>
                <a:lnTo>
                  <a:pt x="571" y="615"/>
                </a:lnTo>
                <a:lnTo>
                  <a:pt x="579" y="613"/>
                </a:lnTo>
                <a:lnTo>
                  <a:pt x="588" y="611"/>
                </a:lnTo>
                <a:lnTo>
                  <a:pt x="596" y="609"/>
                </a:lnTo>
                <a:lnTo>
                  <a:pt x="605" y="607"/>
                </a:lnTo>
                <a:lnTo>
                  <a:pt x="613" y="605"/>
                </a:lnTo>
                <a:lnTo>
                  <a:pt x="621" y="603"/>
                </a:lnTo>
                <a:lnTo>
                  <a:pt x="630" y="602"/>
                </a:lnTo>
                <a:lnTo>
                  <a:pt x="638" y="600"/>
                </a:lnTo>
                <a:lnTo>
                  <a:pt x="646" y="598"/>
                </a:lnTo>
                <a:lnTo>
                  <a:pt x="655" y="596"/>
                </a:lnTo>
                <a:lnTo>
                  <a:pt x="663" y="594"/>
                </a:lnTo>
                <a:lnTo>
                  <a:pt x="672" y="592"/>
                </a:lnTo>
                <a:lnTo>
                  <a:pt x="680" y="590"/>
                </a:lnTo>
                <a:lnTo>
                  <a:pt x="688" y="589"/>
                </a:lnTo>
                <a:lnTo>
                  <a:pt x="697" y="587"/>
                </a:lnTo>
                <a:lnTo>
                  <a:pt x="705" y="585"/>
                </a:lnTo>
                <a:lnTo>
                  <a:pt x="714" y="583"/>
                </a:lnTo>
                <a:lnTo>
                  <a:pt x="722" y="581"/>
                </a:lnTo>
                <a:lnTo>
                  <a:pt x="730" y="579"/>
                </a:lnTo>
                <a:lnTo>
                  <a:pt x="739" y="577"/>
                </a:lnTo>
                <a:lnTo>
                  <a:pt x="747" y="576"/>
                </a:lnTo>
                <a:lnTo>
                  <a:pt x="756" y="574"/>
                </a:lnTo>
                <a:lnTo>
                  <a:pt x="764" y="572"/>
                </a:lnTo>
                <a:lnTo>
                  <a:pt x="772" y="570"/>
                </a:lnTo>
                <a:lnTo>
                  <a:pt x="781" y="568"/>
                </a:lnTo>
                <a:lnTo>
                  <a:pt x="789" y="566"/>
                </a:lnTo>
                <a:lnTo>
                  <a:pt x="798" y="564"/>
                </a:lnTo>
                <a:lnTo>
                  <a:pt x="806" y="563"/>
                </a:lnTo>
                <a:lnTo>
                  <a:pt x="814" y="561"/>
                </a:lnTo>
                <a:lnTo>
                  <a:pt x="823" y="559"/>
                </a:lnTo>
                <a:lnTo>
                  <a:pt x="831" y="557"/>
                </a:lnTo>
                <a:lnTo>
                  <a:pt x="840" y="555"/>
                </a:lnTo>
                <a:lnTo>
                  <a:pt x="848" y="553"/>
                </a:lnTo>
                <a:lnTo>
                  <a:pt x="856" y="551"/>
                </a:lnTo>
                <a:lnTo>
                  <a:pt x="865" y="550"/>
                </a:lnTo>
                <a:lnTo>
                  <a:pt x="873" y="548"/>
                </a:lnTo>
                <a:lnTo>
                  <a:pt x="882" y="546"/>
                </a:lnTo>
                <a:lnTo>
                  <a:pt x="890" y="544"/>
                </a:lnTo>
                <a:lnTo>
                  <a:pt x="898" y="542"/>
                </a:lnTo>
                <a:lnTo>
                  <a:pt x="907" y="540"/>
                </a:lnTo>
                <a:lnTo>
                  <a:pt x="915" y="538"/>
                </a:lnTo>
                <a:lnTo>
                  <a:pt x="924" y="537"/>
                </a:lnTo>
                <a:lnTo>
                  <a:pt x="932" y="535"/>
                </a:lnTo>
                <a:lnTo>
                  <a:pt x="940" y="533"/>
                </a:lnTo>
                <a:lnTo>
                  <a:pt x="949" y="531"/>
                </a:lnTo>
                <a:lnTo>
                  <a:pt x="957" y="529"/>
                </a:lnTo>
                <a:lnTo>
                  <a:pt x="966" y="527"/>
                </a:lnTo>
                <a:lnTo>
                  <a:pt x="974" y="525"/>
                </a:lnTo>
                <a:lnTo>
                  <a:pt x="982" y="524"/>
                </a:lnTo>
                <a:lnTo>
                  <a:pt x="991" y="522"/>
                </a:lnTo>
                <a:lnTo>
                  <a:pt x="999" y="520"/>
                </a:lnTo>
                <a:lnTo>
                  <a:pt x="1008" y="518"/>
                </a:lnTo>
                <a:lnTo>
                  <a:pt x="1016" y="516"/>
                </a:lnTo>
                <a:lnTo>
                  <a:pt x="1024" y="514"/>
                </a:lnTo>
                <a:lnTo>
                  <a:pt x="1033" y="512"/>
                </a:lnTo>
                <a:lnTo>
                  <a:pt x="1041" y="511"/>
                </a:lnTo>
                <a:lnTo>
                  <a:pt x="1049" y="509"/>
                </a:lnTo>
                <a:lnTo>
                  <a:pt x="1058" y="507"/>
                </a:lnTo>
                <a:lnTo>
                  <a:pt x="1066" y="505"/>
                </a:lnTo>
                <a:lnTo>
                  <a:pt x="1075" y="503"/>
                </a:lnTo>
                <a:lnTo>
                  <a:pt x="1083" y="501"/>
                </a:lnTo>
                <a:lnTo>
                  <a:pt x="1091" y="500"/>
                </a:lnTo>
                <a:lnTo>
                  <a:pt x="1100" y="498"/>
                </a:lnTo>
                <a:lnTo>
                  <a:pt x="1108" y="496"/>
                </a:lnTo>
                <a:lnTo>
                  <a:pt x="1117" y="494"/>
                </a:lnTo>
                <a:lnTo>
                  <a:pt x="1125" y="492"/>
                </a:lnTo>
                <a:lnTo>
                  <a:pt x="1133" y="490"/>
                </a:lnTo>
                <a:lnTo>
                  <a:pt x="1142" y="488"/>
                </a:lnTo>
                <a:lnTo>
                  <a:pt x="1150" y="487"/>
                </a:lnTo>
                <a:lnTo>
                  <a:pt x="1159" y="485"/>
                </a:lnTo>
                <a:lnTo>
                  <a:pt x="1167" y="483"/>
                </a:lnTo>
                <a:lnTo>
                  <a:pt x="1175" y="481"/>
                </a:lnTo>
                <a:lnTo>
                  <a:pt x="1184" y="479"/>
                </a:lnTo>
                <a:lnTo>
                  <a:pt x="1192" y="477"/>
                </a:lnTo>
                <a:lnTo>
                  <a:pt x="1201" y="475"/>
                </a:lnTo>
                <a:lnTo>
                  <a:pt x="1209" y="474"/>
                </a:lnTo>
                <a:lnTo>
                  <a:pt x="1217" y="472"/>
                </a:lnTo>
                <a:lnTo>
                  <a:pt x="1226" y="470"/>
                </a:lnTo>
                <a:lnTo>
                  <a:pt x="1234" y="468"/>
                </a:lnTo>
                <a:lnTo>
                  <a:pt x="1243" y="466"/>
                </a:lnTo>
                <a:lnTo>
                  <a:pt x="1251" y="464"/>
                </a:lnTo>
                <a:lnTo>
                  <a:pt x="1259" y="462"/>
                </a:lnTo>
                <a:lnTo>
                  <a:pt x="1268" y="461"/>
                </a:lnTo>
                <a:lnTo>
                  <a:pt x="1276" y="459"/>
                </a:lnTo>
                <a:lnTo>
                  <a:pt x="1285" y="457"/>
                </a:lnTo>
                <a:lnTo>
                  <a:pt x="1293" y="455"/>
                </a:lnTo>
                <a:lnTo>
                  <a:pt x="1301" y="453"/>
                </a:lnTo>
                <a:lnTo>
                  <a:pt x="1310" y="451"/>
                </a:lnTo>
                <a:lnTo>
                  <a:pt x="1318" y="449"/>
                </a:lnTo>
                <a:lnTo>
                  <a:pt x="1327" y="448"/>
                </a:lnTo>
                <a:lnTo>
                  <a:pt x="1335" y="446"/>
                </a:lnTo>
                <a:lnTo>
                  <a:pt x="1343" y="444"/>
                </a:lnTo>
                <a:lnTo>
                  <a:pt x="1352" y="442"/>
                </a:lnTo>
                <a:lnTo>
                  <a:pt x="1360" y="440"/>
                </a:lnTo>
                <a:lnTo>
                  <a:pt x="1369" y="438"/>
                </a:lnTo>
                <a:lnTo>
                  <a:pt x="1377" y="436"/>
                </a:lnTo>
                <a:lnTo>
                  <a:pt x="1385" y="435"/>
                </a:lnTo>
                <a:lnTo>
                  <a:pt x="1394" y="433"/>
                </a:lnTo>
                <a:lnTo>
                  <a:pt x="1402" y="431"/>
                </a:lnTo>
                <a:lnTo>
                  <a:pt x="1411" y="429"/>
                </a:lnTo>
                <a:lnTo>
                  <a:pt x="1419" y="427"/>
                </a:lnTo>
                <a:lnTo>
                  <a:pt x="1427" y="425"/>
                </a:lnTo>
                <a:lnTo>
                  <a:pt x="1436" y="423"/>
                </a:lnTo>
                <a:lnTo>
                  <a:pt x="1444" y="422"/>
                </a:lnTo>
                <a:lnTo>
                  <a:pt x="1453" y="420"/>
                </a:lnTo>
                <a:lnTo>
                  <a:pt x="1461" y="418"/>
                </a:lnTo>
                <a:lnTo>
                  <a:pt x="1469" y="416"/>
                </a:lnTo>
                <a:lnTo>
                  <a:pt x="1478" y="414"/>
                </a:lnTo>
                <a:lnTo>
                  <a:pt x="1486" y="412"/>
                </a:lnTo>
                <a:lnTo>
                  <a:pt x="1494" y="410"/>
                </a:lnTo>
                <a:lnTo>
                  <a:pt x="1503" y="409"/>
                </a:lnTo>
                <a:lnTo>
                  <a:pt x="1511" y="407"/>
                </a:lnTo>
                <a:lnTo>
                  <a:pt x="1520" y="405"/>
                </a:lnTo>
                <a:lnTo>
                  <a:pt x="1528" y="403"/>
                </a:lnTo>
                <a:lnTo>
                  <a:pt x="1536" y="401"/>
                </a:lnTo>
                <a:lnTo>
                  <a:pt x="1545" y="399"/>
                </a:lnTo>
                <a:lnTo>
                  <a:pt x="1553" y="397"/>
                </a:lnTo>
                <a:lnTo>
                  <a:pt x="1562" y="396"/>
                </a:lnTo>
                <a:lnTo>
                  <a:pt x="1570" y="394"/>
                </a:lnTo>
                <a:lnTo>
                  <a:pt x="1578" y="392"/>
                </a:lnTo>
                <a:lnTo>
                  <a:pt x="1587" y="390"/>
                </a:lnTo>
                <a:lnTo>
                  <a:pt x="1595" y="388"/>
                </a:lnTo>
                <a:lnTo>
                  <a:pt x="1604" y="386"/>
                </a:lnTo>
                <a:lnTo>
                  <a:pt x="1612" y="384"/>
                </a:lnTo>
                <a:lnTo>
                  <a:pt x="1620" y="383"/>
                </a:lnTo>
                <a:lnTo>
                  <a:pt x="1629" y="381"/>
                </a:lnTo>
                <a:lnTo>
                  <a:pt x="1637" y="379"/>
                </a:lnTo>
                <a:lnTo>
                  <a:pt x="1646" y="377"/>
                </a:lnTo>
                <a:lnTo>
                  <a:pt x="1654" y="375"/>
                </a:lnTo>
                <a:lnTo>
                  <a:pt x="1662" y="373"/>
                </a:lnTo>
                <a:lnTo>
                  <a:pt x="1671" y="371"/>
                </a:lnTo>
                <a:lnTo>
                  <a:pt x="1679" y="370"/>
                </a:lnTo>
                <a:lnTo>
                  <a:pt x="1688" y="368"/>
                </a:lnTo>
                <a:lnTo>
                  <a:pt x="1696" y="366"/>
                </a:lnTo>
                <a:lnTo>
                  <a:pt x="1704" y="364"/>
                </a:lnTo>
                <a:lnTo>
                  <a:pt x="1713" y="362"/>
                </a:lnTo>
                <a:lnTo>
                  <a:pt x="1721" y="360"/>
                </a:lnTo>
                <a:lnTo>
                  <a:pt x="1730" y="358"/>
                </a:lnTo>
                <a:lnTo>
                  <a:pt x="1738" y="357"/>
                </a:lnTo>
                <a:lnTo>
                  <a:pt x="1746" y="355"/>
                </a:lnTo>
                <a:lnTo>
                  <a:pt x="1755" y="353"/>
                </a:lnTo>
                <a:lnTo>
                  <a:pt x="1763" y="351"/>
                </a:lnTo>
                <a:lnTo>
                  <a:pt x="1772" y="349"/>
                </a:lnTo>
                <a:lnTo>
                  <a:pt x="1780" y="347"/>
                </a:lnTo>
                <a:lnTo>
                  <a:pt x="1788" y="345"/>
                </a:lnTo>
                <a:lnTo>
                  <a:pt x="1797" y="344"/>
                </a:lnTo>
                <a:lnTo>
                  <a:pt x="1805" y="342"/>
                </a:lnTo>
                <a:lnTo>
                  <a:pt x="1814" y="340"/>
                </a:lnTo>
                <a:lnTo>
                  <a:pt x="1822" y="338"/>
                </a:lnTo>
                <a:lnTo>
                  <a:pt x="1830" y="336"/>
                </a:lnTo>
                <a:lnTo>
                  <a:pt x="1839" y="334"/>
                </a:lnTo>
                <a:lnTo>
                  <a:pt x="1847" y="333"/>
                </a:lnTo>
                <a:lnTo>
                  <a:pt x="1856" y="331"/>
                </a:lnTo>
                <a:lnTo>
                  <a:pt x="1864" y="329"/>
                </a:lnTo>
                <a:lnTo>
                  <a:pt x="1872" y="327"/>
                </a:lnTo>
                <a:lnTo>
                  <a:pt x="1881" y="325"/>
                </a:lnTo>
                <a:lnTo>
                  <a:pt x="1889" y="323"/>
                </a:lnTo>
                <a:lnTo>
                  <a:pt x="1897" y="321"/>
                </a:lnTo>
                <a:lnTo>
                  <a:pt x="1906" y="320"/>
                </a:lnTo>
                <a:lnTo>
                  <a:pt x="1914" y="318"/>
                </a:lnTo>
                <a:lnTo>
                  <a:pt x="1923" y="316"/>
                </a:lnTo>
                <a:lnTo>
                  <a:pt x="1931" y="314"/>
                </a:lnTo>
                <a:lnTo>
                  <a:pt x="1939" y="312"/>
                </a:lnTo>
                <a:lnTo>
                  <a:pt x="1948" y="310"/>
                </a:lnTo>
                <a:lnTo>
                  <a:pt x="1956" y="308"/>
                </a:lnTo>
                <a:lnTo>
                  <a:pt x="1965" y="307"/>
                </a:lnTo>
                <a:lnTo>
                  <a:pt x="1973" y="305"/>
                </a:lnTo>
                <a:lnTo>
                  <a:pt x="1981" y="303"/>
                </a:lnTo>
                <a:lnTo>
                  <a:pt x="1990" y="301"/>
                </a:lnTo>
                <a:lnTo>
                  <a:pt x="1998" y="299"/>
                </a:lnTo>
                <a:lnTo>
                  <a:pt x="2007" y="297"/>
                </a:lnTo>
                <a:lnTo>
                  <a:pt x="2015" y="295"/>
                </a:lnTo>
                <a:lnTo>
                  <a:pt x="2023" y="294"/>
                </a:lnTo>
                <a:lnTo>
                  <a:pt x="2032" y="292"/>
                </a:lnTo>
                <a:lnTo>
                  <a:pt x="2040" y="290"/>
                </a:lnTo>
                <a:lnTo>
                  <a:pt x="2049" y="288"/>
                </a:lnTo>
                <a:lnTo>
                  <a:pt x="2057" y="286"/>
                </a:lnTo>
                <a:lnTo>
                  <a:pt x="2065" y="284"/>
                </a:lnTo>
                <a:lnTo>
                  <a:pt x="2074" y="282"/>
                </a:lnTo>
                <a:lnTo>
                  <a:pt x="2082" y="281"/>
                </a:lnTo>
                <a:lnTo>
                  <a:pt x="2091" y="279"/>
                </a:lnTo>
                <a:lnTo>
                  <a:pt x="2099" y="277"/>
                </a:lnTo>
                <a:lnTo>
                  <a:pt x="2107" y="275"/>
                </a:lnTo>
                <a:lnTo>
                  <a:pt x="2116" y="273"/>
                </a:lnTo>
                <a:lnTo>
                  <a:pt x="2124" y="271"/>
                </a:lnTo>
                <a:lnTo>
                  <a:pt x="2133" y="269"/>
                </a:lnTo>
                <a:lnTo>
                  <a:pt x="2141" y="268"/>
                </a:lnTo>
                <a:lnTo>
                  <a:pt x="2149" y="266"/>
                </a:lnTo>
                <a:lnTo>
                  <a:pt x="2158" y="264"/>
                </a:lnTo>
                <a:lnTo>
                  <a:pt x="2166" y="262"/>
                </a:lnTo>
                <a:lnTo>
                  <a:pt x="2175" y="260"/>
                </a:lnTo>
                <a:lnTo>
                  <a:pt x="2183" y="258"/>
                </a:lnTo>
                <a:lnTo>
                  <a:pt x="2191" y="256"/>
                </a:lnTo>
                <a:lnTo>
                  <a:pt x="2200" y="255"/>
                </a:lnTo>
                <a:lnTo>
                  <a:pt x="2208" y="253"/>
                </a:lnTo>
                <a:lnTo>
                  <a:pt x="2217" y="251"/>
                </a:lnTo>
                <a:lnTo>
                  <a:pt x="2225" y="249"/>
                </a:lnTo>
                <a:lnTo>
                  <a:pt x="2233" y="247"/>
                </a:lnTo>
                <a:lnTo>
                  <a:pt x="2242" y="245"/>
                </a:lnTo>
                <a:lnTo>
                  <a:pt x="2250" y="243"/>
                </a:lnTo>
                <a:lnTo>
                  <a:pt x="2259" y="242"/>
                </a:lnTo>
                <a:lnTo>
                  <a:pt x="2267" y="240"/>
                </a:lnTo>
                <a:lnTo>
                  <a:pt x="2275" y="238"/>
                </a:lnTo>
                <a:lnTo>
                  <a:pt x="2284" y="236"/>
                </a:lnTo>
                <a:lnTo>
                  <a:pt x="2292" y="234"/>
                </a:lnTo>
                <a:lnTo>
                  <a:pt x="2301" y="232"/>
                </a:lnTo>
                <a:lnTo>
                  <a:pt x="2309" y="230"/>
                </a:lnTo>
                <a:lnTo>
                  <a:pt x="2317" y="229"/>
                </a:lnTo>
                <a:lnTo>
                  <a:pt x="2326" y="227"/>
                </a:lnTo>
                <a:lnTo>
                  <a:pt x="2334" y="225"/>
                </a:lnTo>
                <a:lnTo>
                  <a:pt x="2342" y="223"/>
                </a:lnTo>
                <a:lnTo>
                  <a:pt x="2351" y="221"/>
                </a:lnTo>
                <a:lnTo>
                  <a:pt x="2359" y="219"/>
                </a:lnTo>
                <a:lnTo>
                  <a:pt x="2368" y="217"/>
                </a:lnTo>
                <a:lnTo>
                  <a:pt x="2376" y="216"/>
                </a:lnTo>
                <a:lnTo>
                  <a:pt x="2384" y="214"/>
                </a:lnTo>
                <a:lnTo>
                  <a:pt x="2393" y="212"/>
                </a:lnTo>
                <a:lnTo>
                  <a:pt x="2401" y="210"/>
                </a:lnTo>
                <a:lnTo>
                  <a:pt x="2410" y="208"/>
                </a:lnTo>
                <a:lnTo>
                  <a:pt x="2418" y="206"/>
                </a:lnTo>
                <a:lnTo>
                  <a:pt x="2426" y="204"/>
                </a:lnTo>
                <a:lnTo>
                  <a:pt x="2435" y="203"/>
                </a:lnTo>
                <a:lnTo>
                  <a:pt x="2443" y="201"/>
                </a:lnTo>
                <a:lnTo>
                  <a:pt x="2452" y="199"/>
                </a:lnTo>
                <a:lnTo>
                  <a:pt x="2460" y="197"/>
                </a:lnTo>
                <a:lnTo>
                  <a:pt x="2468" y="195"/>
                </a:lnTo>
                <a:lnTo>
                  <a:pt x="2477" y="193"/>
                </a:lnTo>
                <a:lnTo>
                  <a:pt x="2485" y="191"/>
                </a:lnTo>
                <a:lnTo>
                  <a:pt x="2494" y="190"/>
                </a:lnTo>
                <a:lnTo>
                  <a:pt x="2502" y="188"/>
                </a:lnTo>
                <a:lnTo>
                  <a:pt x="2510" y="186"/>
                </a:lnTo>
                <a:lnTo>
                  <a:pt x="2519" y="184"/>
                </a:lnTo>
                <a:lnTo>
                  <a:pt x="2527" y="182"/>
                </a:lnTo>
                <a:lnTo>
                  <a:pt x="2536" y="180"/>
                </a:lnTo>
                <a:lnTo>
                  <a:pt x="2544" y="178"/>
                </a:lnTo>
                <a:lnTo>
                  <a:pt x="2552" y="177"/>
                </a:lnTo>
                <a:lnTo>
                  <a:pt x="2561" y="175"/>
                </a:lnTo>
                <a:lnTo>
                  <a:pt x="2569" y="173"/>
                </a:lnTo>
                <a:lnTo>
                  <a:pt x="2578" y="171"/>
                </a:lnTo>
                <a:lnTo>
                  <a:pt x="2586" y="169"/>
                </a:lnTo>
                <a:lnTo>
                  <a:pt x="2594" y="167"/>
                </a:lnTo>
                <a:lnTo>
                  <a:pt x="2603" y="166"/>
                </a:lnTo>
                <a:lnTo>
                  <a:pt x="2611" y="164"/>
                </a:lnTo>
                <a:lnTo>
                  <a:pt x="2620" y="162"/>
                </a:lnTo>
                <a:lnTo>
                  <a:pt x="2628" y="160"/>
                </a:lnTo>
                <a:lnTo>
                  <a:pt x="2636" y="158"/>
                </a:lnTo>
                <a:lnTo>
                  <a:pt x="2645" y="156"/>
                </a:lnTo>
                <a:lnTo>
                  <a:pt x="2653" y="154"/>
                </a:lnTo>
                <a:lnTo>
                  <a:pt x="2662" y="153"/>
                </a:lnTo>
                <a:lnTo>
                  <a:pt x="2670" y="151"/>
                </a:lnTo>
                <a:lnTo>
                  <a:pt x="2678" y="149"/>
                </a:lnTo>
                <a:lnTo>
                  <a:pt x="2687" y="147"/>
                </a:lnTo>
                <a:lnTo>
                  <a:pt x="2695" y="145"/>
                </a:lnTo>
                <a:lnTo>
                  <a:pt x="2704" y="143"/>
                </a:lnTo>
                <a:lnTo>
                  <a:pt x="2712" y="141"/>
                </a:lnTo>
                <a:lnTo>
                  <a:pt x="2720" y="140"/>
                </a:lnTo>
                <a:lnTo>
                  <a:pt x="2729" y="138"/>
                </a:lnTo>
                <a:lnTo>
                  <a:pt x="2737" y="136"/>
                </a:lnTo>
                <a:lnTo>
                  <a:pt x="2745" y="134"/>
                </a:lnTo>
                <a:lnTo>
                  <a:pt x="2754" y="132"/>
                </a:lnTo>
                <a:lnTo>
                  <a:pt x="2762" y="130"/>
                </a:lnTo>
                <a:lnTo>
                  <a:pt x="2771" y="128"/>
                </a:lnTo>
                <a:lnTo>
                  <a:pt x="2779" y="127"/>
                </a:lnTo>
                <a:lnTo>
                  <a:pt x="2787" y="125"/>
                </a:lnTo>
                <a:lnTo>
                  <a:pt x="2796" y="123"/>
                </a:lnTo>
                <a:lnTo>
                  <a:pt x="2804" y="121"/>
                </a:lnTo>
                <a:lnTo>
                  <a:pt x="2813" y="119"/>
                </a:lnTo>
                <a:lnTo>
                  <a:pt x="2821" y="117"/>
                </a:lnTo>
                <a:lnTo>
                  <a:pt x="2829" y="115"/>
                </a:lnTo>
                <a:lnTo>
                  <a:pt x="2838" y="114"/>
                </a:lnTo>
                <a:lnTo>
                  <a:pt x="2846" y="112"/>
                </a:lnTo>
                <a:lnTo>
                  <a:pt x="2855" y="110"/>
                </a:lnTo>
                <a:lnTo>
                  <a:pt x="2863" y="108"/>
                </a:lnTo>
                <a:lnTo>
                  <a:pt x="2871" y="106"/>
                </a:lnTo>
                <a:lnTo>
                  <a:pt x="2880" y="104"/>
                </a:lnTo>
                <a:lnTo>
                  <a:pt x="2888" y="102"/>
                </a:lnTo>
                <a:lnTo>
                  <a:pt x="2897" y="101"/>
                </a:lnTo>
                <a:lnTo>
                  <a:pt x="2905" y="99"/>
                </a:lnTo>
                <a:lnTo>
                  <a:pt x="2913" y="97"/>
                </a:lnTo>
                <a:lnTo>
                  <a:pt x="2922" y="95"/>
                </a:lnTo>
                <a:lnTo>
                  <a:pt x="2930" y="93"/>
                </a:lnTo>
                <a:lnTo>
                  <a:pt x="2939" y="91"/>
                </a:lnTo>
                <a:lnTo>
                  <a:pt x="2947" y="89"/>
                </a:lnTo>
                <a:lnTo>
                  <a:pt x="2955" y="88"/>
                </a:lnTo>
                <a:lnTo>
                  <a:pt x="2964" y="86"/>
                </a:lnTo>
                <a:lnTo>
                  <a:pt x="2972" y="84"/>
                </a:lnTo>
                <a:lnTo>
                  <a:pt x="2981" y="82"/>
                </a:lnTo>
                <a:lnTo>
                  <a:pt x="2989" y="80"/>
                </a:lnTo>
                <a:lnTo>
                  <a:pt x="2997" y="78"/>
                </a:lnTo>
                <a:lnTo>
                  <a:pt x="3006" y="76"/>
                </a:lnTo>
                <a:lnTo>
                  <a:pt x="3014" y="75"/>
                </a:lnTo>
                <a:lnTo>
                  <a:pt x="3023" y="73"/>
                </a:lnTo>
                <a:lnTo>
                  <a:pt x="3031" y="71"/>
                </a:lnTo>
                <a:lnTo>
                  <a:pt x="3039" y="69"/>
                </a:lnTo>
                <a:lnTo>
                  <a:pt x="3048" y="67"/>
                </a:lnTo>
                <a:lnTo>
                  <a:pt x="3056" y="65"/>
                </a:lnTo>
                <a:lnTo>
                  <a:pt x="3065" y="63"/>
                </a:lnTo>
                <a:lnTo>
                  <a:pt x="3073" y="62"/>
                </a:lnTo>
                <a:lnTo>
                  <a:pt x="3081" y="60"/>
                </a:lnTo>
                <a:lnTo>
                  <a:pt x="3090" y="58"/>
                </a:lnTo>
                <a:lnTo>
                  <a:pt x="3098" y="56"/>
                </a:lnTo>
                <a:lnTo>
                  <a:pt x="3107" y="54"/>
                </a:lnTo>
                <a:lnTo>
                  <a:pt x="3115" y="52"/>
                </a:lnTo>
                <a:lnTo>
                  <a:pt x="3123" y="50"/>
                </a:lnTo>
                <a:lnTo>
                  <a:pt x="3132" y="49"/>
                </a:lnTo>
                <a:lnTo>
                  <a:pt x="3140" y="47"/>
                </a:lnTo>
                <a:lnTo>
                  <a:pt x="3148" y="45"/>
                </a:lnTo>
                <a:lnTo>
                  <a:pt x="3157" y="43"/>
                </a:lnTo>
                <a:lnTo>
                  <a:pt x="3165" y="41"/>
                </a:lnTo>
                <a:lnTo>
                  <a:pt x="3174" y="39"/>
                </a:lnTo>
                <a:lnTo>
                  <a:pt x="3182" y="37"/>
                </a:lnTo>
                <a:lnTo>
                  <a:pt x="3190" y="36"/>
                </a:lnTo>
                <a:lnTo>
                  <a:pt x="3199" y="34"/>
                </a:lnTo>
                <a:lnTo>
                  <a:pt x="3207" y="32"/>
                </a:lnTo>
                <a:lnTo>
                  <a:pt x="3216" y="30"/>
                </a:lnTo>
                <a:lnTo>
                  <a:pt x="3224" y="28"/>
                </a:lnTo>
                <a:lnTo>
                  <a:pt x="3232" y="26"/>
                </a:lnTo>
                <a:lnTo>
                  <a:pt x="3241" y="24"/>
                </a:lnTo>
                <a:lnTo>
                  <a:pt x="3249" y="23"/>
                </a:lnTo>
                <a:lnTo>
                  <a:pt x="3258" y="21"/>
                </a:lnTo>
                <a:lnTo>
                  <a:pt x="3266" y="19"/>
                </a:lnTo>
                <a:lnTo>
                  <a:pt x="3274" y="17"/>
                </a:lnTo>
                <a:lnTo>
                  <a:pt x="3283" y="15"/>
                </a:lnTo>
                <a:lnTo>
                  <a:pt x="3291" y="13"/>
                </a:lnTo>
                <a:lnTo>
                  <a:pt x="3300" y="11"/>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00830"/>
            <a:ext cx="3063240" cy="662026"/>
          </a:xfrm>
          <a:custGeom>
            <a:avLst/>
            <a:gdLst/>
            <a:ahLst/>
            <a:cxnLst/>
            <a:rect l="l" t="t" r="r" b="b"/>
            <a:pathLst>
              <a:path w="3350" h="724">
                <a:moveTo>
                  <a:pt x="0" y="724"/>
                </a:moveTo>
                <a:lnTo>
                  <a:pt x="8" y="723"/>
                </a:lnTo>
                <a:lnTo>
                  <a:pt x="17" y="721"/>
                </a:lnTo>
                <a:lnTo>
                  <a:pt x="25" y="719"/>
                </a:lnTo>
                <a:lnTo>
                  <a:pt x="34" y="717"/>
                </a:lnTo>
                <a:lnTo>
                  <a:pt x="42" y="715"/>
                </a:lnTo>
                <a:lnTo>
                  <a:pt x="50" y="714"/>
                </a:lnTo>
                <a:lnTo>
                  <a:pt x="59" y="712"/>
                </a:lnTo>
                <a:lnTo>
                  <a:pt x="67" y="710"/>
                </a:lnTo>
                <a:lnTo>
                  <a:pt x="76" y="708"/>
                </a:lnTo>
                <a:lnTo>
                  <a:pt x="84" y="706"/>
                </a:lnTo>
                <a:lnTo>
                  <a:pt x="92" y="705"/>
                </a:lnTo>
                <a:lnTo>
                  <a:pt x="101" y="703"/>
                </a:lnTo>
                <a:lnTo>
                  <a:pt x="109" y="701"/>
                </a:lnTo>
                <a:lnTo>
                  <a:pt x="118" y="699"/>
                </a:lnTo>
                <a:lnTo>
                  <a:pt x="126" y="697"/>
                </a:lnTo>
                <a:lnTo>
                  <a:pt x="134" y="695"/>
                </a:lnTo>
                <a:lnTo>
                  <a:pt x="143" y="694"/>
                </a:lnTo>
                <a:lnTo>
                  <a:pt x="151" y="692"/>
                </a:lnTo>
                <a:lnTo>
                  <a:pt x="160" y="690"/>
                </a:lnTo>
                <a:lnTo>
                  <a:pt x="168" y="688"/>
                </a:lnTo>
                <a:lnTo>
                  <a:pt x="176" y="686"/>
                </a:lnTo>
                <a:lnTo>
                  <a:pt x="185" y="685"/>
                </a:lnTo>
                <a:lnTo>
                  <a:pt x="193" y="683"/>
                </a:lnTo>
                <a:lnTo>
                  <a:pt x="202" y="681"/>
                </a:lnTo>
                <a:lnTo>
                  <a:pt x="210" y="679"/>
                </a:lnTo>
                <a:lnTo>
                  <a:pt x="218" y="677"/>
                </a:lnTo>
                <a:lnTo>
                  <a:pt x="227" y="675"/>
                </a:lnTo>
                <a:lnTo>
                  <a:pt x="235" y="674"/>
                </a:lnTo>
                <a:lnTo>
                  <a:pt x="243" y="672"/>
                </a:lnTo>
                <a:lnTo>
                  <a:pt x="252" y="670"/>
                </a:lnTo>
                <a:lnTo>
                  <a:pt x="260" y="668"/>
                </a:lnTo>
                <a:lnTo>
                  <a:pt x="269" y="666"/>
                </a:lnTo>
                <a:lnTo>
                  <a:pt x="277" y="665"/>
                </a:lnTo>
                <a:lnTo>
                  <a:pt x="285" y="663"/>
                </a:lnTo>
                <a:lnTo>
                  <a:pt x="294" y="661"/>
                </a:lnTo>
                <a:lnTo>
                  <a:pt x="302" y="659"/>
                </a:lnTo>
                <a:lnTo>
                  <a:pt x="311" y="657"/>
                </a:lnTo>
                <a:lnTo>
                  <a:pt x="319" y="656"/>
                </a:lnTo>
                <a:lnTo>
                  <a:pt x="327" y="654"/>
                </a:lnTo>
                <a:lnTo>
                  <a:pt x="336" y="652"/>
                </a:lnTo>
                <a:lnTo>
                  <a:pt x="344" y="650"/>
                </a:lnTo>
                <a:lnTo>
                  <a:pt x="353" y="648"/>
                </a:lnTo>
                <a:lnTo>
                  <a:pt x="361" y="646"/>
                </a:lnTo>
                <a:lnTo>
                  <a:pt x="369" y="645"/>
                </a:lnTo>
                <a:lnTo>
                  <a:pt x="378" y="643"/>
                </a:lnTo>
                <a:lnTo>
                  <a:pt x="386" y="641"/>
                </a:lnTo>
                <a:lnTo>
                  <a:pt x="395" y="639"/>
                </a:lnTo>
                <a:lnTo>
                  <a:pt x="403" y="637"/>
                </a:lnTo>
                <a:lnTo>
                  <a:pt x="411" y="636"/>
                </a:lnTo>
                <a:lnTo>
                  <a:pt x="420" y="634"/>
                </a:lnTo>
                <a:lnTo>
                  <a:pt x="428" y="632"/>
                </a:lnTo>
                <a:lnTo>
                  <a:pt x="437" y="630"/>
                </a:lnTo>
                <a:lnTo>
                  <a:pt x="445" y="628"/>
                </a:lnTo>
                <a:lnTo>
                  <a:pt x="453" y="626"/>
                </a:lnTo>
                <a:lnTo>
                  <a:pt x="462" y="625"/>
                </a:lnTo>
                <a:lnTo>
                  <a:pt x="470" y="623"/>
                </a:lnTo>
                <a:lnTo>
                  <a:pt x="479" y="621"/>
                </a:lnTo>
                <a:lnTo>
                  <a:pt x="487" y="619"/>
                </a:lnTo>
                <a:lnTo>
                  <a:pt x="495" y="617"/>
                </a:lnTo>
                <a:lnTo>
                  <a:pt x="504" y="616"/>
                </a:lnTo>
                <a:lnTo>
                  <a:pt x="512" y="614"/>
                </a:lnTo>
                <a:lnTo>
                  <a:pt x="521" y="612"/>
                </a:lnTo>
                <a:lnTo>
                  <a:pt x="529" y="610"/>
                </a:lnTo>
                <a:lnTo>
                  <a:pt x="537" y="608"/>
                </a:lnTo>
                <a:lnTo>
                  <a:pt x="546" y="607"/>
                </a:lnTo>
                <a:lnTo>
                  <a:pt x="554" y="605"/>
                </a:lnTo>
                <a:lnTo>
                  <a:pt x="563" y="603"/>
                </a:lnTo>
                <a:lnTo>
                  <a:pt x="571" y="601"/>
                </a:lnTo>
                <a:lnTo>
                  <a:pt x="579" y="599"/>
                </a:lnTo>
                <a:lnTo>
                  <a:pt x="588" y="597"/>
                </a:lnTo>
                <a:lnTo>
                  <a:pt x="596" y="596"/>
                </a:lnTo>
                <a:lnTo>
                  <a:pt x="605" y="594"/>
                </a:lnTo>
                <a:lnTo>
                  <a:pt x="613" y="592"/>
                </a:lnTo>
                <a:lnTo>
                  <a:pt x="621" y="590"/>
                </a:lnTo>
                <a:lnTo>
                  <a:pt x="630" y="588"/>
                </a:lnTo>
                <a:lnTo>
                  <a:pt x="638" y="587"/>
                </a:lnTo>
                <a:lnTo>
                  <a:pt x="646" y="585"/>
                </a:lnTo>
                <a:lnTo>
                  <a:pt x="655" y="583"/>
                </a:lnTo>
                <a:lnTo>
                  <a:pt x="663" y="581"/>
                </a:lnTo>
                <a:lnTo>
                  <a:pt x="672" y="579"/>
                </a:lnTo>
                <a:lnTo>
                  <a:pt x="680" y="577"/>
                </a:lnTo>
                <a:lnTo>
                  <a:pt x="688" y="576"/>
                </a:lnTo>
                <a:lnTo>
                  <a:pt x="697" y="574"/>
                </a:lnTo>
                <a:lnTo>
                  <a:pt x="705" y="572"/>
                </a:lnTo>
                <a:lnTo>
                  <a:pt x="714" y="570"/>
                </a:lnTo>
                <a:lnTo>
                  <a:pt x="722" y="568"/>
                </a:lnTo>
                <a:lnTo>
                  <a:pt x="730" y="567"/>
                </a:lnTo>
                <a:lnTo>
                  <a:pt x="739" y="565"/>
                </a:lnTo>
                <a:lnTo>
                  <a:pt x="747" y="563"/>
                </a:lnTo>
                <a:lnTo>
                  <a:pt x="756" y="561"/>
                </a:lnTo>
                <a:lnTo>
                  <a:pt x="764" y="559"/>
                </a:lnTo>
                <a:lnTo>
                  <a:pt x="772" y="558"/>
                </a:lnTo>
                <a:lnTo>
                  <a:pt x="781" y="556"/>
                </a:lnTo>
                <a:lnTo>
                  <a:pt x="789" y="554"/>
                </a:lnTo>
                <a:lnTo>
                  <a:pt x="798" y="552"/>
                </a:lnTo>
                <a:lnTo>
                  <a:pt x="806" y="550"/>
                </a:lnTo>
                <a:lnTo>
                  <a:pt x="814" y="548"/>
                </a:lnTo>
                <a:lnTo>
                  <a:pt x="823" y="547"/>
                </a:lnTo>
                <a:lnTo>
                  <a:pt x="831" y="545"/>
                </a:lnTo>
                <a:lnTo>
                  <a:pt x="840" y="543"/>
                </a:lnTo>
                <a:lnTo>
                  <a:pt x="848" y="541"/>
                </a:lnTo>
                <a:lnTo>
                  <a:pt x="856" y="539"/>
                </a:lnTo>
                <a:lnTo>
                  <a:pt x="865" y="538"/>
                </a:lnTo>
                <a:lnTo>
                  <a:pt x="873" y="536"/>
                </a:lnTo>
                <a:lnTo>
                  <a:pt x="882" y="534"/>
                </a:lnTo>
                <a:lnTo>
                  <a:pt x="890" y="532"/>
                </a:lnTo>
                <a:lnTo>
                  <a:pt x="898" y="530"/>
                </a:lnTo>
                <a:lnTo>
                  <a:pt x="907" y="528"/>
                </a:lnTo>
                <a:lnTo>
                  <a:pt x="915" y="527"/>
                </a:lnTo>
                <a:lnTo>
                  <a:pt x="924" y="525"/>
                </a:lnTo>
                <a:lnTo>
                  <a:pt x="932" y="523"/>
                </a:lnTo>
                <a:lnTo>
                  <a:pt x="940" y="521"/>
                </a:lnTo>
                <a:lnTo>
                  <a:pt x="949" y="519"/>
                </a:lnTo>
                <a:lnTo>
                  <a:pt x="957" y="518"/>
                </a:lnTo>
                <a:lnTo>
                  <a:pt x="966" y="516"/>
                </a:lnTo>
                <a:lnTo>
                  <a:pt x="974" y="514"/>
                </a:lnTo>
                <a:lnTo>
                  <a:pt x="982" y="512"/>
                </a:lnTo>
                <a:lnTo>
                  <a:pt x="991" y="510"/>
                </a:lnTo>
                <a:lnTo>
                  <a:pt x="999" y="508"/>
                </a:lnTo>
                <a:lnTo>
                  <a:pt x="1008" y="507"/>
                </a:lnTo>
                <a:lnTo>
                  <a:pt x="1016" y="505"/>
                </a:lnTo>
                <a:lnTo>
                  <a:pt x="1024" y="503"/>
                </a:lnTo>
                <a:lnTo>
                  <a:pt x="1033" y="501"/>
                </a:lnTo>
                <a:lnTo>
                  <a:pt x="1041" y="499"/>
                </a:lnTo>
                <a:lnTo>
                  <a:pt x="1049" y="498"/>
                </a:lnTo>
                <a:lnTo>
                  <a:pt x="1058" y="496"/>
                </a:lnTo>
                <a:lnTo>
                  <a:pt x="1066" y="494"/>
                </a:lnTo>
                <a:lnTo>
                  <a:pt x="1075" y="492"/>
                </a:lnTo>
                <a:lnTo>
                  <a:pt x="1083" y="490"/>
                </a:lnTo>
                <a:lnTo>
                  <a:pt x="1091" y="489"/>
                </a:lnTo>
                <a:lnTo>
                  <a:pt x="1100" y="487"/>
                </a:lnTo>
                <a:lnTo>
                  <a:pt x="1108" y="485"/>
                </a:lnTo>
                <a:lnTo>
                  <a:pt x="1117" y="483"/>
                </a:lnTo>
                <a:lnTo>
                  <a:pt x="1125" y="481"/>
                </a:lnTo>
                <a:lnTo>
                  <a:pt x="1133" y="479"/>
                </a:lnTo>
                <a:lnTo>
                  <a:pt x="1142" y="478"/>
                </a:lnTo>
                <a:lnTo>
                  <a:pt x="1150" y="476"/>
                </a:lnTo>
                <a:lnTo>
                  <a:pt x="1159" y="474"/>
                </a:lnTo>
                <a:lnTo>
                  <a:pt x="1167" y="472"/>
                </a:lnTo>
                <a:lnTo>
                  <a:pt x="1175" y="470"/>
                </a:lnTo>
                <a:lnTo>
                  <a:pt x="1184" y="469"/>
                </a:lnTo>
                <a:lnTo>
                  <a:pt x="1192" y="467"/>
                </a:lnTo>
                <a:lnTo>
                  <a:pt x="1201" y="465"/>
                </a:lnTo>
                <a:lnTo>
                  <a:pt x="1209" y="463"/>
                </a:lnTo>
                <a:lnTo>
                  <a:pt x="1217" y="461"/>
                </a:lnTo>
                <a:lnTo>
                  <a:pt x="1226" y="459"/>
                </a:lnTo>
                <a:lnTo>
                  <a:pt x="1234" y="458"/>
                </a:lnTo>
                <a:lnTo>
                  <a:pt x="1243" y="456"/>
                </a:lnTo>
                <a:lnTo>
                  <a:pt x="1251" y="454"/>
                </a:lnTo>
                <a:lnTo>
                  <a:pt x="1259" y="452"/>
                </a:lnTo>
                <a:lnTo>
                  <a:pt x="1268" y="450"/>
                </a:lnTo>
                <a:lnTo>
                  <a:pt x="1276" y="449"/>
                </a:lnTo>
                <a:lnTo>
                  <a:pt x="1285" y="447"/>
                </a:lnTo>
                <a:lnTo>
                  <a:pt x="1293" y="445"/>
                </a:lnTo>
                <a:lnTo>
                  <a:pt x="1301" y="443"/>
                </a:lnTo>
                <a:lnTo>
                  <a:pt x="1310" y="441"/>
                </a:lnTo>
                <a:lnTo>
                  <a:pt x="1318" y="440"/>
                </a:lnTo>
                <a:lnTo>
                  <a:pt x="1327" y="438"/>
                </a:lnTo>
                <a:lnTo>
                  <a:pt x="1335" y="436"/>
                </a:lnTo>
                <a:lnTo>
                  <a:pt x="1343" y="434"/>
                </a:lnTo>
                <a:lnTo>
                  <a:pt x="1352" y="432"/>
                </a:lnTo>
                <a:lnTo>
                  <a:pt x="1360" y="430"/>
                </a:lnTo>
                <a:lnTo>
                  <a:pt x="1369" y="429"/>
                </a:lnTo>
                <a:lnTo>
                  <a:pt x="1377" y="427"/>
                </a:lnTo>
                <a:lnTo>
                  <a:pt x="1385" y="425"/>
                </a:lnTo>
                <a:lnTo>
                  <a:pt x="1394" y="423"/>
                </a:lnTo>
                <a:lnTo>
                  <a:pt x="1402" y="421"/>
                </a:lnTo>
                <a:lnTo>
                  <a:pt x="1411" y="420"/>
                </a:lnTo>
                <a:lnTo>
                  <a:pt x="1419" y="418"/>
                </a:lnTo>
                <a:lnTo>
                  <a:pt x="1427" y="416"/>
                </a:lnTo>
                <a:lnTo>
                  <a:pt x="1436" y="414"/>
                </a:lnTo>
                <a:lnTo>
                  <a:pt x="1444" y="412"/>
                </a:lnTo>
                <a:lnTo>
                  <a:pt x="1453" y="410"/>
                </a:lnTo>
                <a:lnTo>
                  <a:pt x="1461" y="409"/>
                </a:lnTo>
                <a:lnTo>
                  <a:pt x="1469" y="407"/>
                </a:lnTo>
                <a:lnTo>
                  <a:pt x="1478" y="405"/>
                </a:lnTo>
                <a:lnTo>
                  <a:pt x="1486" y="403"/>
                </a:lnTo>
                <a:lnTo>
                  <a:pt x="1494" y="401"/>
                </a:lnTo>
                <a:lnTo>
                  <a:pt x="1503" y="400"/>
                </a:lnTo>
                <a:lnTo>
                  <a:pt x="1511" y="398"/>
                </a:lnTo>
                <a:lnTo>
                  <a:pt x="1520" y="396"/>
                </a:lnTo>
                <a:lnTo>
                  <a:pt x="1528" y="394"/>
                </a:lnTo>
                <a:lnTo>
                  <a:pt x="1536" y="392"/>
                </a:lnTo>
                <a:lnTo>
                  <a:pt x="1545" y="391"/>
                </a:lnTo>
                <a:lnTo>
                  <a:pt x="1553" y="389"/>
                </a:lnTo>
                <a:lnTo>
                  <a:pt x="1562" y="387"/>
                </a:lnTo>
                <a:lnTo>
                  <a:pt x="1570" y="385"/>
                </a:lnTo>
                <a:lnTo>
                  <a:pt x="1578" y="383"/>
                </a:lnTo>
                <a:lnTo>
                  <a:pt x="1587" y="381"/>
                </a:lnTo>
                <a:lnTo>
                  <a:pt x="1595" y="380"/>
                </a:lnTo>
                <a:lnTo>
                  <a:pt x="1604" y="378"/>
                </a:lnTo>
                <a:lnTo>
                  <a:pt x="1612" y="376"/>
                </a:lnTo>
                <a:lnTo>
                  <a:pt x="1620" y="374"/>
                </a:lnTo>
                <a:lnTo>
                  <a:pt x="1629" y="372"/>
                </a:lnTo>
                <a:lnTo>
                  <a:pt x="1637" y="371"/>
                </a:lnTo>
                <a:lnTo>
                  <a:pt x="1646" y="369"/>
                </a:lnTo>
                <a:lnTo>
                  <a:pt x="1654" y="367"/>
                </a:lnTo>
                <a:lnTo>
                  <a:pt x="1662" y="365"/>
                </a:lnTo>
                <a:lnTo>
                  <a:pt x="1671" y="363"/>
                </a:lnTo>
                <a:lnTo>
                  <a:pt x="1679" y="361"/>
                </a:lnTo>
                <a:lnTo>
                  <a:pt x="1688" y="360"/>
                </a:lnTo>
                <a:lnTo>
                  <a:pt x="1696" y="358"/>
                </a:lnTo>
                <a:lnTo>
                  <a:pt x="1704" y="356"/>
                </a:lnTo>
                <a:lnTo>
                  <a:pt x="1713" y="354"/>
                </a:lnTo>
                <a:lnTo>
                  <a:pt x="1721" y="352"/>
                </a:lnTo>
                <a:lnTo>
                  <a:pt x="1730" y="351"/>
                </a:lnTo>
                <a:lnTo>
                  <a:pt x="1738" y="349"/>
                </a:lnTo>
                <a:lnTo>
                  <a:pt x="1746" y="347"/>
                </a:lnTo>
                <a:lnTo>
                  <a:pt x="1755" y="345"/>
                </a:lnTo>
                <a:lnTo>
                  <a:pt x="1763" y="343"/>
                </a:lnTo>
                <a:lnTo>
                  <a:pt x="1772" y="342"/>
                </a:lnTo>
                <a:lnTo>
                  <a:pt x="1780" y="340"/>
                </a:lnTo>
                <a:lnTo>
                  <a:pt x="1788" y="338"/>
                </a:lnTo>
                <a:lnTo>
                  <a:pt x="1797" y="336"/>
                </a:lnTo>
                <a:lnTo>
                  <a:pt x="1805" y="334"/>
                </a:lnTo>
                <a:lnTo>
                  <a:pt x="1814" y="332"/>
                </a:lnTo>
                <a:lnTo>
                  <a:pt x="1822" y="331"/>
                </a:lnTo>
                <a:lnTo>
                  <a:pt x="1830" y="329"/>
                </a:lnTo>
                <a:lnTo>
                  <a:pt x="1839" y="327"/>
                </a:lnTo>
                <a:lnTo>
                  <a:pt x="1847" y="325"/>
                </a:lnTo>
                <a:lnTo>
                  <a:pt x="1856" y="323"/>
                </a:lnTo>
                <a:lnTo>
                  <a:pt x="1864" y="322"/>
                </a:lnTo>
                <a:lnTo>
                  <a:pt x="1872" y="320"/>
                </a:lnTo>
                <a:lnTo>
                  <a:pt x="1881" y="318"/>
                </a:lnTo>
                <a:lnTo>
                  <a:pt x="1889" y="316"/>
                </a:lnTo>
                <a:lnTo>
                  <a:pt x="1897" y="314"/>
                </a:lnTo>
                <a:lnTo>
                  <a:pt x="1906" y="312"/>
                </a:lnTo>
                <a:lnTo>
                  <a:pt x="1914" y="311"/>
                </a:lnTo>
                <a:lnTo>
                  <a:pt x="1923" y="309"/>
                </a:lnTo>
                <a:lnTo>
                  <a:pt x="1931" y="307"/>
                </a:lnTo>
                <a:lnTo>
                  <a:pt x="1939" y="305"/>
                </a:lnTo>
                <a:lnTo>
                  <a:pt x="1948" y="303"/>
                </a:lnTo>
                <a:lnTo>
                  <a:pt x="1956" y="302"/>
                </a:lnTo>
                <a:lnTo>
                  <a:pt x="1965" y="300"/>
                </a:lnTo>
                <a:lnTo>
                  <a:pt x="1973" y="298"/>
                </a:lnTo>
                <a:lnTo>
                  <a:pt x="1981" y="296"/>
                </a:lnTo>
                <a:lnTo>
                  <a:pt x="1990" y="294"/>
                </a:lnTo>
                <a:lnTo>
                  <a:pt x="1998" y="293"/>
                </a:lnTo>
                <a:lnTo>
                  <a:pt x="2007" y="291"/>
                </a:lnTo>
                <a:lnTo>
                  <a:pt x="2015" y="289"/>
                </a:lnTo>
                <a:lnTo>
                  <a:pt x="2023" y="287"/>
                </a:lnTo>
                <a:lnTo>
                  <a:pt x="2032" y="285"/>
                </a:lnTo>
                <a:lnTo>
                  <a:pt x="2040" y="283"/>
                </a:lnTo>
                <a:lnTo>
                  <a:pt x="2049" y="282"/>
                </a:lnTo>
                <a:lnTo>
                  <a:pt x="2057" y="280"/>
                </a:lnTo>
                <a:lnTo>
                  <a:pt x="2065" y="278"/>
                </a:lnTo>
                <a:lnTo>
                  <a:pt x="2074" y="276"/>
                </a:lnTo>
                <a:lnTo>
                  <a:pt x="2082" y="274"/>
                </a:lnTo>
                <a:lnTo>
                  <a:pt x="2091" y="273"/>
                </a:lnTo>
                <a:lnTo>
                  <a:pt x="2099" y="271"/>
                </a:lnTo>
                <a:lnTo>
                  <a:pt x="2107" y="269"/>
                </a:lnTo>
                <a:lnTo>
                  <a:pt x="2116" y="267"/>
                </a:lnTo>
                <a:lnTo>
                  <a:pt x="2124" y="265"/>
                </a:lnTo>
                <a:lnTo>
                  <a:pt x="2133" y="263"/>
                </a:lnTo>
                <a:lnTo>
                  <a:pt x="2141" y="262"/>
                </a:lnTo>
                <a:lnTo>
                  <a:pt x="2149" y="260"/>
                </a:lnTo>
                <a:lnTo>
                  <a:pt x="2158" y="258"/>
                </a:lnTo>
                <a:lnTo>
                  <a:pt x="2166" y="256"/>
                </a:lnTo>
                <a:lnTo>
                  <a:pt x="2175" y="254"/>
                </a:lnTo>
                <a:lnTo>
                  <a:pt x="2183" y="253"/>
                </a:lnTo>
                <a:lnTo>
                  <a:pt x="2191" y="251"/>
                </a:lnTo>
                <a:lnTo>
                  <a:pt x="2200" y="249"/>
                </a:lnTo>
                <a:lnTo>
                  <a:pt x="2208" y="247"/>
                </a:lnTo>
                <a:lnTo>
                  <a:pt x="2217" y="245"/>
                </a:lnTo>
                <a:lnTo>
                  <a:pt x="2225" y="243"/>
                </a:lnTo>
                <a:lnTo>
                  <a:pt x="2233" y="242"/>
                </a:lnTo>
                <a:lnTo>
                  <a:pt x="2242" y="240"/>
                </a:lnTo>
                <a:lnTo>
                  <a:pt x="2250" y="238"/>
                </a:lnTo>
                <a:lnTo>
                  <a:pt x="2259" y="236"/>
                </a:lnTo>
                <a:lnTo>
                  <a:pt x="2267" y="234"/>
                </a:lnTo>
                <a:lnTo>
                  <a:pt x="2275" y="233"/>
                </a:lnTo>
                <a:lnTo>
                  <a:pt x="2284" y="231"/>
                </a:lnTo>
                <a:lnTo>
                  <a:pt x="2292" y="229"/>
                </a:lnTo>
                <a:lnTo>
                  <a:pt x="2301" y="227"/>
                </a:lnTo>
                <a:lnTo>
                  <a:pt x="2309" y="225"/>
                </a:lnTo>
                <a:lnTo>
                  <a:pt x="2317" y="224"/>
                </a:lnTo>
                <a:lnTo>
                  <a:pt x="2326" y="222"/>
                </a:lnTo>
                <a:lnTo>
                  <a:pt x="2334" y="220"/>
                </a:lnTo>
                <a:lnTo>
                  <a:pt x="2342" y="218"/>
                </a:lnTo>
                <a:lnTo>
                  <a:pt x="2351" y="216"/>
                </a:lnTo>
                <a:lnTo>
                  <a:pt x="2359" y="214"/>
                </a:lnTo>
                <a:lnTo>
                  <a:pt x="2368" y="213"/>
                </a:lnTo>
                <a:lnTo>
                  <a:pt x="2376" y="211"/>
                </a:lnTo>
                <a:lnTo>
                  <a:pt x="2384" y="209"/>
                </a:lnTo>
                <a:lnTo>
                  <a:pt x="2393" y="207"/>
                </a:lnTo>
                <a:lnTo>
                  <a:pt x="2401" y="205"/>
                </a:lnTo>
                <a:lnTo>
                  <a:pt x="2410" y="204"/>
                </a:lnTo>
                <a:lnTo>
                  <a:pt x="2418" y="202"/>
                </a:lnTo>
                <a:lnTo>
                  <a:pt x="2426" y="200"/>
                </a:lnTo>
                <a:lnTo>
                  <a:pt x="2435" y="198"/>
                </a:lnTo>
                <a:lnTo>
                  <a:pt x="2443" y="196"/>
                </a:lnTo>
                <a:lnTo>
                  <a:pt x="2452" y="194"/>
                </a:lnTo>
                <a:lnTo>
                  <a:pt x="2460" y="193"/>
                </a:lnTo>
                <a:lnTo>
                  <a:pt x="2468" y="191"/>
                </a:lnTo>
                <a:lnTo>
                  <a:pt x="2477" y="189"/>
                </a:lnTo>
                <a:lnTo>
                  <a:pt x="2485" y="187"/>
                </a:lnTo>
                <a:lnTo>
                  <a:pt x="2494" y="185"/>
                </a:lnTo>
                <a:lnTo>
                  <a:pt x="2502" y="184"/>
                </a:lnTo>
                <a:lnTo>
                  <a:pt x="2510" y="182"/>
                </a:lnTo>
                <a:lnTo>
                  <a:pt x="2519" y="180"/>
                </a:lnTo>
                <a:lnTo>
                  <a:pt x="2527" y="178"/>
                </a:lnTo>
                <a:lnTo>
                  <a:pt x="2536" y="176"/>
                </a:lnTo>
                <a:lnTo>
                  <a:pt x="2544" y="175"/>
                </a:lnTo>
                <a:lnTo>
                  <a:pt x="2552" y="173"/>
                </a:lnTo>
                <a:lnTo>
                  <a:pt x="2561" y="171"/>
                </a:lnTo>
                <a:lnTo>
                  <a:pt x="2569" y="169"/>
                </a:lnTo>
                <a:lnTo>
                  <a:pt x="2578" y="167"/>
                </a:lnTo>
                <a:lnTo>
                  <a:pt x="2586" y="165"/>
                </a:lnTo>
                <a:lnTo>
                  <a:pt x="2594" y="164"/>
                </a:lnTo>
                <a:lnTo>
                  <a:pt x="2603" y="162"/>
                </a:lnTo>
                <a:lnTo>
                  <a:pt x="2611" y="160"/>
                </a:lnTo>
                <a:lnTo>
                  <a:pt x="2620" y="158"/>
                </a:lnTo>
                <a:lnTo>
                  <a:pt x="2628" y="156"/>
                </a:lnTo>
                <a:lnTo>
                  <a:pt x="2636" y="155"/>
                </a:lnTo>
                <a:lnTo>
                  <a:pt x="2645" y="153"/>
                </a:lnTo>
                <a:lnTo>
                  <a:pt x="2653" y="151"/>
                </a:lnTo>
                <a:lnTo>
                  <a:pt x="2662" y="149"/>
                </a:lnTo>
                <a:lnTo>
                  <a:pt x="2670" y="147"/>
                </a:lnTo>
                <a:lnTo>
                  <a:pt x="2678" y="145"/>
                </a:lnTo>
                <a:lnTo>
                  <a:pt x="2687" y="144"/>
                </a:lnTo>
                <a:lnTo>
                  <a:pt x="2695" y="142"/>
                </a:lnTo>
                <a:lnTo>
                  <a:pt x="2704" y="140"/>
                </a:lnTo>
                <a:lnTo>
                  <a:pt x="2712" y="138"/>
                </a:lnTo>
                <a:lnTo>
                  <a:pt x="2720" y="136"/>
                </a:lnTo>
                <a:lnTo>
                  <a:pt x="2729" y="135"/>
                </a:lnTo>
                <a:lnTo>
                  <a:pt x="2737" y="133"/>
                </a:lnTo>
                <a:lnTo>
                  <a:pt x="2745" y="131"/>
                </a:lnTo>
                <a:lnTo>
                  <a:pt x="2754" y="129"/>
                </a:lnTo>
                <a:lnTo>
                  <a:pt x="2762" y="127"/>
                </a:lnTo>
                <a:lnTo>
                  <a:pt x="2771" y="126"/>
                </a:lnTo>
                <a:lnTo>
                  <a:pt x="2779" y="124"/>
                </a:lnTo>
                <a:lnTo>
                  <a:pt x="2787" y="122"/>
                </a:lnTo>
                <a:lnTo>
                  <a:pt x="2796" y="120"/>
                </a:lnTo>
                <a:lnTo>
                  <a:pt x="2804" y="118"/>
                </a:lnTo>
                <a:lnTo>
                  <a:pt x="2813" y="116"/>
                </a:lnTo>
                <a:lnTo>
                  <a:pt x="2821" y="115"/>
                </a:lnTo>
                <a:lnTo>
                  <a:pt x="2829" y="113"/>
                </a:lnTo>
                <a:lnTo>
                  <a:pt x="2838" y="111"/>
                </a:lnTo>
                <a:lnTo>
                  <a:pt x="2846" y="109"/>
                </a:lnTo>
                <a:lnTo>
                  <a:pt x="2855" y="107"/>
                </a:lnTo>
                <a:lnTo>
                  <a:pt x="2863" y="106"/>
                </a:lnTo>
                <a:lnTo>
                  <a:pt x="2871" y="104"/>
                </a:lnTo>
                <a:lnTo>
                  <a:pt x="2880" y="102"/>
                </a:lnTo>
                <a:lnTo>
                  <a:pt x="2888" y="100"/>
                </a:lnTo>
                <a:lnTo>
                  <a:pt x="2897" y="98"/>
                </a:lnTo>
                <a:lnTo>
                  <a:pt x="2905" y="96"/>
                </a:lnTo>
                <a:lnTo>
                  <a:pt x="2913" y="95"/>
                </a:lnTo>
                <a:lnTo>
                  <a:pt x="2922" y="93"/>
                </a:lnTo>
                <a:lnTo>
                  <a:pt x="2930" y="91"/>
                </a:lnTo>
                <a:lnTo>
                  <a:pt x="2939" y="89"/>
                </a:lnTo>
                <a:lnTo>
                  <a:pt x="2947" y="87"/>
                </a:lnTo>
                <a:lnTo>
                  <a:pt x="2955" y="86"/>
                </a:lnTo>
                <a:lnTo>
                  <a:pt x="2964" y="84"/>
                </a:lnTo>
                <a:lnTo>
                  <a:pt x="2972" y="82"/>
                </a:lnTo>
                <a:lnTo>
                  <a:pt x="2981" y="80"/>
                </a:lnTo>
                <a:lnTo>
                  <a:pt x="2989" y="78"/>
                </a:lnTo>
                <a:lnTo>
                  <a:pt x="2997" y="77"/>
                </a:lnTo>
                <a:lnTo>
                  <a:pt x="3006" y="75"/>
                </a:lnTo>
                <a:lnTo>
                  <a:pt x="3014" y="73"/>
                </a:lnTo>
                <a:lnTo>
                  <a:pt x="3023" y="71"/>
                </a:lnTo>
                <a:lnTo>
                  <a:pt x="3031" y="69"/>
                </a:lnTo>
                <a:lnTo>
                  <a:pt x="3039" y="67"/>
                </a:lnTo>
                <a:lnTo>
                  <a:pt x="3048" y="66"/>
                </a:lnTo>
                <a:lnTo>
                  <a:pt x="3056" y="64"/>
                </a:lnTo>
                <a:lnTo>
                  <a:pt x="3065" y="62"/>
                </a:lnTo>
                <a:lnTo>
                  <a:pt x="3073" y="60"/>
                </a:lnTo>
                <a:lnTo>
                  <a:pt x="3081" y="58"/>
                </a:lnTo>
                <a:lnTo>
                  <a:pt x="3090" y="57"/>
                </a:lnTo>
                <a:lnTo>
                  <a:pt x="3098" y="55"/>
                </a:lnTo>
                <a:lnTo>
                  <a:pt x="3107" y="53"/>
                </a:lnTo>
                <a:lnTo>
                  <a:pt x="3115" y="51"/>
                </a:lnTo>
                <a:lnTo>
                  <a:pt x="3123" y="49"/>
                </a:lnTo>
                <a:lnTo>
                  <a:pt x="3132" y="47"/>
                </a:lnTo>
                <a:lnTo>
                  <a:pt x="3140" y="46"/>
                </a:lnTo>
                <a:lnTo>
                  <a:pt x="3148" y="44"/>
                </a:lnTo>
                <a:lnTo>
                  <a:pt x="3157" y="42"/>
                </a:lnTo>
                <a:lnTo>
                  <a:pt x="3165" y="40"/>
                </a:lnTo>
                <a:lnTo>
                  <a:pt x="3174" y="38"/>
                </a:lnTo>
                <a:lnTo>
                  <a:pt x="3182" y="37"/>
                </a:lnTo>
                <a:lnTo>
                  <a:pt x="3190" y="35"/>
                </a:lnTo>
                <a:lnTo>
                  <a:pt x="3199" y="33"/>
                </a:lnTo>
                <a:lnTo>
                  <a:pt x="3207" y="31"/>
                </a:lnTo>
                <a:lnTo>
                  <a:pt x="3216" y="29"/>
                </a:lnTo>
                <a:lnTo>
                  <a:pt x="3224" y="28"/>
                </a:lnTo>
                <a:lnTo>
                  <a:pt x="3232" y="26"/>
                </a:lnTo>
                <a:lnTo>
                  <a:pt x="3241" y="24"/>
                </a:lnTo>
                <a:lnTo>
                  <a:pt x="3249" y="22"/>
                </a:lnTo>
                <a:lnTo>
                  <a:pt x="3258" y="20"/>
                </a:lnTo>
                <a:lnTo>
                  <a:pt x="3266" y="18"/>
                </a:lnTo>
                <a:lnTo>
                  <a:pt x="3274" y="17"/>
                </a:lnTo>
                <a:lnTo>
                  <a:pt x="3283" y="15"/>
                </a:lnTo>
                <a:lnTo>
                  <a:pt x="3291" y="13"/>
                </a:lnTo>
                <a:lnTo>
                  <a:pt x="3300" y="11"/>
                </a:lnTo>
                <a:lnTo>
                  <a:pt x="3308" y="9"/>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787445"/>
            <a:ext cx="3063240" cy="749808"/>
          </a:xfrm>
          <a:custGeom>
            <a:avLst/>
            <a:gdLst/>
            <a:ahLst/>
            <a:cxnLst/>
            <a:rect l="l" t="t" r="r" b="b"/>
            <a:pathLst>
              <a:path w="3350" h="820">
                <a:moveTo>
                  <a:pt x="0" y="820"/>
                </a:moveTo>
                <a:lnTo>
                  <a:pt x="8" y="818"/>
                </a:lnTo>
                <a:lnTo>
                  <a:pt x="17" y="816"/>
                </a:lnTo>
                <a:lnTo>
                  <a:pt x="25" y="814"/>
                </a:lnTo>
                <a:lnTo>
                  <a:pt x="34" y="812"/>
                </a:lnTo>
                <a:lnTo>
                  <a:pt x="42" y="810"/>
                </a:lnTo>
                <a:lnTo>
                  <a:pt x="50" y="808"/>
                </a:lnTo>
                <a:lnTo>
                  <a:pt x="59" y="806"/>
                </a:lnTo>
                <a:lnTo>
                  <a:pt x="67" y="804"/>
                </a:lnTo>
                <a:lnTo>
                  <a:pt x="76" y="802"/>
                </a:lnTo>
                <a:lnTo>
                  <a:pt x="84" y="800"/>
                </a:lnTo>
                <a:lnTo>
                  <a:pt x="92" y="798"/>
                </a:lnTo>
                <a:lnTo>
                  <a:pt x="101" y="796"/>
                </a:lnTo>
                <a:lnTo>
                  <a:pt x="109" y="794"/>
                </a:lnTo>
                <a:lnTo>
                  <a:pt x="118" y="791"/>
                </a:lnTo>
                <a:lnTo>
                  <a:pt x="126" y="789"/>
                </a:lnTo>
                <a:lnTo>
                  <a:pt x="134" y="787"/>
                </a:lnTo>
                <a:lnTo>
                  <a:pt x="143" y="785"/>
                </a:lnTo>
                <a:lnTo>
                  <a:pt x="151" y="783"/>
                </a:lnTo>
                <a:lnTo>
                  <a:pt x="160" y="781"/>
                </a:lnTo>
                <a:lnTo>
                  <a:pt x="168" y="779"/>
                </a:lnTo>
                <a:lnTo>
                  <a:pt x="176" y="777"/>
                </a:lnTo>
                <a:lnTo>
                  <a:pt x="185" y="775"/>
                </a:lnTo>
                <a:lnTo>
                  <a:pt x="193" y="773"/>
                </a:lnTo>
                <a:lnTo>
                  <a:pt x="202" y="771"/>
                </a:lnTo>
                <a:lnTo>
                  <a:pt x="210" y="769"/>
                </a:lnTo>
                <a:lnTo>
                  <a:pt x="218" y="767"/>
                </a:lnTo>
                <a:lnTo>
                  <a:pt x="227" y="765"/>
                </a:lnTo>
                <a:lnTo>
                  <a:pt x="235" y="763"/>
                </a:lnTo>
                <a:lnTo>
                  <a:pt x="243" y="761"/>
                </a:lnTo>
                <a:lnTo>
                  <a:pt x="252" y="759"/>
                </a:lnTo>
                <a:lnTo>
                  <a:pt x="260" y="757"/>
                </a:lnTo>
                <a:lnTo>
                  <a:pt x="269" y="754"/>
                </a:lnTo>
                <a:lnTo>
                  <a:pt x="277" y="752"/>
                </a:lnTo>
                <a:lnTo>
                  <a:pt x="285" y="750"/>
                </a:lnTo>
                <a:lnTo>
                  <a:pt x="294" y="748"/>
                </a:lnTo>
                <a:lnTo>
                  <a:pt x="302" y="746"/>
                </a:lnTo>
                <a:lnTo>
                  <a:pt x="311" y="744"/>
                </a:lnTo>
                <a:lnTo>
                  <a:pt x="319" y="742"/>
                </a:lnTo>
                <a:lnTo>
                  <a:pt x="327" y="740"/>
                </a:lnTo>
                <a:lnTo>
                  <a:pt x="336" y="738"/>
                </a:lnTo>
                <a:lnTo>
                  <a:pt x="344" y="736"/>
                </a:lnTo>
                <a:lnTo>
                  <a:pt x="353" y="734"/>
                </a:lnTo>
                <a:lnTo>
                  <a:pt x="361" y="732"/>
                </a:lnTo>
                <a:lnTo>
                  <a:pt x="369" y="730"/>
                </a:lnTo>
                <a:lnTo>
                  <a:pt x="378" y="728"/>
                </a:lnTo>
                <a:lnTo>
                  <a:pt x="386" y="726"/>
                </a:lnTo>
                <a:lnTo>
                  <a:pt x="395" y="724"/>
                </a:lnTo>
                <a:lnTo>
                  <a:pt x="403" y="722"/>
                </a:lnTo>
                <a:lnTo>
                  <a:pt x="411" y="719"/>
                </a:lnTo>
                <a:lnTo>
                  <a:pt x="420" y="717"/>
                </a:lnTo>
                <a:lnTo>
                  <a:pt x="428" y="715"/>
                </a:lnTo>
                <a:lnTo>
                  <a:pt x="437" y="713"/>
                </a:lnTo>
                <a:lnTo>
                  <a:pt x="445" y="711"/>
                </a:lnTo>
                <a:lnTo>
                  <a:pt x="453" y="709"/>
                </a:lnTo>
                <a:lnTo>
                  <a:pt x="462" y="707"/>
                </a:lnTo>
                <a:lnTo>
                  <a:pt x="470" y="705"/>
                </a:lnTo>
                <a:lnTo>
                  <a:pt x="479" y="703"/>
                </a:lnTo>
                <a:lnTo>
                  <a:pt x="487" y="701"/>
                </a:lnTo>
                <a:lnTo>
                  <a:pt x="495" y="699"/>
                </a:lnTo>
                <a:lnTo>
                  <a:pt x="504" y="697"/>
                </a:lnTo>
                <a:lnTo>
                  <a:pt x="512" y="695"/>
                </a:lnTo>
                <a:lnTo>
                  <a:pt x="521" y="693"/>
                </a:lnTo>
                <a:lnTo>
                  <a:pt x="529" y="691"/>
                </a:lnTo>
                <a:lnTo>
                  <a:pt x="537" y="689"/>
                </a:lnTo>
                <a:lnTo>
                  <a:pt x="546" y="687"/>
                </a:lnTo>
                <a:lnTo>
                  <a:pt x="554" y="685"/>
                </a:lnTo>
                <a:lnTo>
                  <a:pt x="563" y="682"/>
                </a:lnTo>
                <a:lnTo>
                  <a:pt x="571" y="680"/>
                </a:lnTo>
                <a:lnTo>
                  <a:pt x="579" y="678"/>
                </a:lnTo>
                <a:lnTo>
                  <a:pt x="588" y="676"/>
                </a:lnTo>
                <a:lnTo>
                  <a:pt x="596" y="674"/>
                </a:lnTo>
                <a:lnTo>
                  <a:pt x="605" y="672"/>
                </a:lnTo>
                <a:lnTo>
                  <a:pt x="613" y="670"/>
                </a:lnTo>
                <a:lnTo>
                  <a:pt x="621" y="668"/>
                </a:lnTo>
                <a:lnTo>
                  <a:pt x="630" y="666"/>
                </a:lnTo>
                <a:lnTo>
                  <a:pt x="638" y="664"/>
                </a:lnTo>
                <a:lnTo>
                  <a:pt x="646" y="662"/>
                </a:lnTo>
                <a:lnTo>
                  <a:pt x="655" y="660"/>
                </a:lnTo>
                <a:lnTo>
                  <a:pt x="663" y="658"/>
                </a:lnTo>
                <a:lnTo>
                  <a:pt x="672" y="656"/>
                </a:lnTo>
                <a:lnTo>
                  <a:pt x="680" y="654"/>
                </a:lnTo>
                <a:lnTo>
                  <a:pt x="688" y="652"/>
                </a:lnTo>
                <a:lnTo>
                  <a:pt x="697" y="650"/>
                </a:lnTo>
                <a:lnTo>
                  <a:pt x="705" y="648"/>
                </a:lnTo>
                <a:lnTo>
                  <a:pt x="714" y="645"/>
                </a:lnTo>
                <a:lnTo>
                  <a:pt x="722" y="643"/>
                </a:lnTo>
                <a:lnTo>
                  <a:pt x="730" y="641"/>
                </a:lnTo>
                <a:lnTo>
                  <a:pt x="739" y="639"/>
                </a:lnTo>
                <a:lnTo>
                  <a:pt x="747" y="637"/>
                </a:lnTo>
                <a:lnTo>
                  <a:pt x="756" y="635"/>
                </a:lnTo>
                <a:lnTo>
                  <a:pt x="764" y="633"/>
                </a:lnTo>
                <a:lnTo>
                  <a:pt x="772" y="631"/>
                </a:lnTo>
                <a:lnTo>
                  <a:pt x="781" y="629"/>
                </a:lnTo>
                <a:lnTo>
                  <a:pt x="789" y="627"/>
                </a:lnTo>
                <a:lnTo>
                  <a:pt x="798" y="625"/>
                </a:lnTo>
                <a:lnTo>
                  <a:pt x="806" y="623"/>
                </a:lnTo>
                <a:lnTo>
                  <a:pt x="814" y="621"/>
                </a:lnTo>
                <a:lnTo>
                  <a:pt x="823" y="619"/>
                </a:lnTo>
                <a:lnTo>
                  <a:pt x="831" y="617"/>
                </a:lnTo>
                <a:lnTo>
                  <a:pt x="840" y="615"/>
                </a:lnTo>
                <a:lnTo>
                  <a:pt x="848" y="613"/>
                </a:lnTo>
                <a:lnTo>
                  <a:pt x="856" y="610"/>
                </a:lnTo>
                <a:lnTo>
                  <a:pt x="865" y="608"/>
                </a:lnTo>
                <a:lnTo>
                  <a:pt x="873" y="606"/>
                </a:lnTo>
                <a:lnTo>
                  <a:pt x="882" y="604"/>
                </a:lnTo>
                <a:lnTo>
                  <a:pt x="890" y="602"/>
                </a:lnTo>
                <a:lnTo>
                  <a:pt x="898" y="600"/>
                </a:lnTo>
                <a:lnTo>
                  <a:pt x="907" y="598"/>
                </a:lnTo>
                <a:lnTo>
                  <a:pt x="915" y="596"/>
                </a:lnTo>
                <a:lnTo>
                  <a:pt x="924" y="594"/>
                </a:lnTo>
                <a:lnTo>
                  <a:pt x="932" y="592"/>
                </a:lnTo>
                <a:lnTo>
                  <a:pt x="940" y="590"/>
                </a:lnTo>
                <a:lnTo>
                  <a:pt x="949" y="588"/>
                </a:lnTo>
                <a:lnTo>
                  <a:pt x="957" y="586"/>
                </a:lnTo>
                <a:lnTo>
                  <a:pt x="966" y="584"/>
                </a:lnTo>
                <a:lnTo>
                  <a:pt x="974" y="582"/>
                </a:lnTo>
                <a:lnTo>
                  <a:pt x="982" y="580"/>
                </a:lnTo>
                <a:lnTo>
                  <a:pt x="991" y="578"/>
                </a:lnTo>
                <a:lnTo>
                  <a:pt x="999" y="576"/>
                </a:lnTo>
                <a:lnTo>
                  <a:pt x="1008" y="573"/>
                </a:lnTo>
                <a:lnTo>
                  <a:pt x="1016" y="571"/>
                </a:lnTo>
                <a:lnTo>
                  <a:pt x="1024" y="569"/>
                </a:lnTo>
                <a:lnTo>
                  <a:pt x="1033" y="567"/>
                </a:lnTo>
                <a:lnTo>
                  <a:pt x="1041" y="565"/>
                </a:lnTo>
                <a:lnTo>
                  <a:pt x="1049" y="563"/>
                </a:lnTo>
                <a:lnTo>
                  <a:pt x="1058" y="561"/>
                </a:lnTo>
                <a:lnTo>
                  <a:pt x="1066" y="559"/>
                </a:lnTo>
                <a:lnTo>
                  <a:pt x="1075" y="557"/>
                </a:lnTo>
                <a:lnTo>
                  <a:pt x="1083" y="555"/>
                </a:lnTo>
                <a:lnTo>
                  <a:pt x="1091" y="553"/>
                </a:lnTo>
                <a:lnTo>
                  <a:pt x="1100" y="551"/>
                </a:lnTo>
                <a:lnTo>
                  <a:pt x="1108" y="549"/>
                </a:lnTo>
                <a:lnTo>
                  <a:pt x="1117" y="547"/>
                </a:lnTo>
                <a:lnTo>
                  <a:pt x="1125" y="545"/>
                </a:lnTo>
                <a:lnTo>
                  <a:pt x="1133" y="543"/>
                </a:lnTo>
                <a:lnTo>
                  <a:pt x="1142" y="541"/>
                </a:lnTo>
                <a:lnTo>
                  <a:pt x="1150" y="538"/>
                </a:lnTo>
                <a:lnTo>
                  <a:pt x="1159" y="536"/>
                </a:lnTo>
                <a:lnTo>
                  <a:pt x="1167" y="534"/>
                </a:lnTo>
                <a:lnTo>
                  <a:pt x="1175" y="532"/>
                </a:lnTo>
                <a:lnTo>
                  <a:pt x="1184" y="530"/>
                </a:lnTo>
                <a:lnTo>
                  <a:pt x="1192" y="528"/>
                </a:lnTo>
                <a:lnTo>
                  <a:pt x="1201" y="526"/>
                </a:lnTo>
                <a:lnTo>
                  <a:pt x="1209" y="524"/>
                </a:lnTo>
                <a:lnTo>
                  <a:pt x="1217" y="522"/>
                </a:lnTo>
                <a:lnTo>
                  <a:pt x="1226" y="520"/>
                </a:lnTo>
                <a:lnTo>
                  <a:pt x="1234" y="518"/>
                </a:lnTo>
                <a:lnTo>
                  <a:pt x="1243" y="516"/>
                </a:lnTo>
                <a:lnTo>
                  <a:pt x="1251" y="514"/>
                </a:lnTo>
                <a:lnTo>
                  <a:pt x="1259" y="512"/>
                </a:lnTo>
                <a:lnTo>
                  <a:pt x="1268" y="510"/>
                </a:lnTo>
                <a:lnTo>
                  <a:pt x="1276" y="508"/>
                </a:lnTo>
                <a:lnTo>
                  <a:pt x="1285" y="506"/>
                </a:lnTo>
                <a:lnTo>
                  <a:pt x="1293" y="504"/>
                </a:lnTo>
                <a:lnTo>
                  <a:pt x="1301" y="501"/>
                </a:lnTo>
                <a:lnTo>
                  <a:pt x="1310" y="499"/>
                </a:lnTo>
                <a:lnTo>
                  <a:pt x="1318" y="497"/>
                </a:lnTo>
                <a:lnTo>
                  <a:pt x="1327" y="495"/>
                </a:lnTo>
                <a:lnTo>
                  <a:pt x="1335" y="493"/>
                </a:lnTo>
                <a:lnTo>
                  <a:pt x="1343" y="491"/>
                </a:lnTo>
                <a:lnTo>
                  <a:pt x="1352" y="489"/>
                </a:lnTo>
                <a:lnTo>
                  <a:pt x="1360" y="487"/>
                </a:lnTo>
                <a:lnTo>
                  <a:pt x="1369" y="485"/>
                </a:lnTo>
                <a:lnTo>
                  <a:pt x="1377" y="483"/>
                </a:lnTo>
                <a:lnTo>
                  <a:pt x="1385" y="481"/>
                </a:lnTo>
                <a:lnTo>
                  <a:pt x="1394" y="479"/>
                </a:lnTo>
                <a:lnTo>
                  <a:pt x="1402" y="477"/>
                </a:lnTo>
                <a:lnTo>
                  <a:pt x="1411" y="475"/>
                </a:lnTo>
                <a:lnTo>
                  <a:pt x="1419" y="473"/>
                </a:lnTo>
                <a:lnTo>
                  <a:pt x="1427" y="471"/>
                </a:lnTo>
                <a:lnTo>
                  <a:pt x="1436" y="469"/>
                </a:lnTo>
                <a:lnTo>
                  <a:pt x="1444" y="466"/>
                </a:lnTo>
                <a:lnTo>
                  <a:pt x="1453" y="464"/>
                </a:lnTo>
                <a:lnTo>
                  <a:pt x="1461" y="462"/>
                </a:lnTo>
                <a:lnTo>
                  <a:pt x="1469" y="460"/>
                </a:lnTo>
                <a:lnTo>
                  <a:pt x="1478" y="458"/>
                </a:lnTo>
                <a:lnTo>
                  <a:pt x="1486" y="456"/>
                </a:lnTo>
                <a:lnTo>
                  <a:pt x="1494" y="454"/>
                </a:lnTo>
                <a:lnTo>
                  <a:pt x="1503" y="452"/>
                </a:lnTo>
                <a:lnTo>
                  <a:pt x="1511" y="450"/>
                </a:lnTo>
                <a:lnTo>
                  <a:pt x="1520" y="448"/>
                </a:lnTo>
                <a:lnTo>
                  <a:pt x="1528" y="446"/>
                </a:lnTo>
                <a:lnTo>
                  <a:pt x="1536" y="444"/>
                </a:lnTo>
                <a:lnTo>
                  <a:pt x="1545" y="442"/>
                </a:lnTo>
                <a:lnTo>
                  <a:pt x="1553" y="440"/>
                </a:lnTo>
                <a:lnTo>
                  <a:pt x="1562" y="438"/>
                </a:lnTo>
                <a:lnTo>
                  <a:pt x="1570" y="436"/>
                </a:lnTo>
                <a:lnTo>
                  <a:pt x="1578" y="434"/>
                </a:lnTo>
                <a:lnTo>
                  <a:pt x="1587" y="432"/>
                </a:lnTo>
                <a:lnTo>
                  <a:pt x="1595" y="429"/>
                </a:lnTo>
                <a:lnTo>
                  <a:pt x="1604" y="427"/>
                </a:lnTo>
                <a:lnTo>
                  <a:pt x="1612" y="425"/>
                </a:lnTo>
                <a:lnTo>
                  <a:pt x="1620" y="423"/>
                </a:lnTo>
                <a:lnTo>
                  <a:pt x="1629" y="421"/>
                </a:lnTo>
                <a:lnTo>
                  <a:pt x="1637" y="419"/>
                </a:lnTo>
                <a:lnTo>
                  <a:pt x="1646" y="417"/>
                </a:lnTo>
                <a:lnTo>
                  <a:pt x="1654" y="415"/>
                </a:lnTo>
                <a:lnTo>
                  <a:pt x="1662" y="413"/>
                </a:lnTo>
                <a:lnTo>
                  <a:pt x="1671" y="411"/>
                </a:lnTo>
                <a:lnTo>
                  <a:pt x="1679" y="409"/>
                </a:lnTo>
                <a:lnTo>
                  <a:pt x="1688" y="407"/>
                </a:lnTo>
                <a:lnTo>
                  <a:pt x="1696" y="405"/>
                </a:lnTo>
                <a:lnTo>
                  <a:pt x="1704" y="403"/>
                </a:lnTo>
                <a:lnTo>
                  <a:pt x="1713" y="401"/>
                </a:lnTo>
                <a:lnTo>
                  <a:pt x="1721" y="399"/>
                </a:lnTo>
                <a:lnTo>
                  <a:pt x="1730" y="397"/>
                </a:lnTo>
                <a:lnTo>
                  <a:pt x="1738" y="395"/>
                </a:lnTo>
                <a:lnTo>
                  <a:pt x="1746" y="392"/>
                </a:lnTo>
                <a:lnTo>
                  <a:pt x="1755" y="390"/>
                </a:lnTo>
                <a:lnTo>
                  <a:pt x="1763" y="388"/>
                </a:lnTo>
                <a:lnTo>
                  <a:pt x="1772" y="386"/>
                </a:lnTo>
                <a:lnTo>
                  <a:pt x="1780" y="384"/>
                </a:lnTo>
                <a:lnTo>
                  <a:pt x="1788" y="382"/>
                </a:lnTo>
                <a:lnTo>
                  <a:pt x="1797" y="380"/>
                </a:lnTo>
                <a:lnTo>
                  <a:pt x="1805" y="378"/>
                </a:lnTo>
                <a:lnTo>
                  <a:pt x="1814" y="376"/>
                </a:lnTo>
                <a:lnTo>
                  <a:pt x="1822" y="374"/>
                </a:lnTo>
                <a:lnTo>
                  <a:pt x="1830" y="372"/>
                </a:lnTo>
                <a:lnTo>
                  <a:pt x="1839" y="370"/>
                </a:lnTo>
                <a:lnTo>
                  <a:pt x="1847" y="368"/>
                </a:lnTo>
                <a:lnTo>
                  <a:pt x="1856" y="366"/>
                </a:lnTo>
                <a:lnTo>
                  <a:pt x="1864" y="364"/>
                </a:lnTo>
                <a:lnTo>
                  <a:pt x="1872" y="362"/>
                </a:lnTo>
                <a:lnTo>
                  <a:pt x="1881" y="360"/>
                </a:lnTo>
                <a:lnTo>
                  <a:pt x="1889" y="357"/>
                </a:lnTo>
                <a:lnTo>
                  <a:pt x="1897" y="355"/>
                </a:lnTo>
                <a:lnTo>
                  <a:pt x="1906" y="353"/>
                </a:lnTo>
                <a:lnTo>
                  <a:pt x="1914" y="351"/>
                </a:lnTo>
                <a:lnTo>
                  <a:pt x="1923" y="349"/>
                </a:lnTo>
                <a:lnTo>
                  <a:pt x="1931" y="347"/>
                </a:lnTo>
                <a:lnTo>
                  <a:pt x="1939" y="345"/>
                </a:lnTo>
                <a:lnTo>
                  <a:pt x="1948" y="343"/>
                </a:lnTo>
                <a:lnTo>
                  <a:pt x="1956" y="341"/>
                </a:lnTo>
                <a:lnTo>
                  <a:pt x="1965" y="339"/>
                </a:lnTo>
                <a:lnTo>
                  <a:pt x="1973" y="337"/>
                </a:lnTo>
                <a:lnTo>
                  <a:pt x="1981" y="335"/>
                </a:lnTo>
                <a:lnTo>
                  <a:pt x="1990" y="333"/>
                </a:lnTo>
                <a:lnTo>
                  <a:pt x="1998" y="331"/>
                </a:lnTo>
                <a:lnTo>
                  <a:pt x="2007" y="329"/>
                </a:lnTo>
                <a:lnTo>
                  <a:pt x="2015" y="327"/>
                </a:lnTo>
                <a:lnTo>
                  <a:pt x="2023" y="325"/>
                </a:lnTo>
                <a:lnTo>
                  <a:pt x="2032" y="323"/>
                </a:lnTo>
                <a:lnTo>
                  <a:pt x="2040" y="320"/>
                </a:lnTo>
                <a:lnTo>
                  <a:pt x="2049" y="318"/>
                </a:lnTo>
                <a:lnTo>
                  <a:pt x="2057" y="316"/>
                </a:lnTo>
                <a:lnTo>
                  <a:pt x="2065" y="314"/>
                </a:lnTo>
                <a:lnTo>
                  <a:pt x="2074" y="312"/>
                </a:lnTo>
                <a:lnTo>
                  <a:pt x="2082" y="310"/>
                </a:lnTo>
                <a:lnTo>
                  <a:pt x="2091" y="308"/>
                </a:lnTo>
                <a:lnTo>
                  <a:pt x="2099" y="306"/>
                </a:lnTo>
                <a:lnTo>
                  <a:pt x="2107" y="304"/>
                </a:lnTo>
                <a:lnTo>
                  <a:pt x="2116" y="302"/>
                </a:lnTo>
                <a:lnTo>
                  <a:pt x="2124" y="300"/>
                </a:lnTo>
                <a:lnTo>
                  <a:pt x="2133" y="298"/>
                </a:lnTo>
                <a:lnTo>
                  <a:pt x="2141" y="296"/>
                </a:lnTo>
                <a:lnTo>
                  <a:pt x="2149" y="294"/>
                </a:lnTo>
                <a:lnTo>
                  <a:pt x="2158" y="292"/>
                </a:lnTo>
                <a:lnTo>
                  <a:pt x="2166" y="290"/>
                </a:lnTo>
                <a:lnTo>
                  <a:pt x="2175" y="288"/>
                </a:lnTo>
                <a:lnTo>
                  <a:pt x="2183" y="285"/>
                </a:lnTo>
                <a:lnTo>
                  <a:pt x="2191" y="283"/>
                </a:lnTo>
                <a:lnTo>
                  <a:pt x="2200" y="281"/>
                </a:lnTo>
                <a:lnTo>
                  <a:pt x="2208" y="279"/>
                </a:lnTo>
                <a:lnTo>
                  <a:pt x="2217" y="277"/>
                </a:lnTo>
                <a:lnTo>
                  <a:pt x="2225" y="275"/>
                </a:lnTo>
                <a:lnTo>
                  <a:pt x="2233" y="273"/>
                </a:lnTo>
                <a:lnTo>
                  <a:pt x="2242" y="271"/>
                </a:lnTo>
                <a:lnTo>
                  <a:pt x="2250" y="269"/>
                </a:lnTo>
                <a:lnTo>
                  <a:pt x="2259" y="267"/>
                </a:lnTo>
                <a:lnTo>
                  <a:pt x="2267" y="265"/>
                </a:lnTo>
                <a:lnTo>
                  <a:pt x="2275" y="263"/>
                </a:lnTo>
                <a:lnTo>
                  <a:pt x="2284" y="261"/>
                </a:lnTo>
                <a:lnTo>
                  <a:pt x="2292" y="259"/>
                </a:lnTo>
                <a:lnTo>
                  <a:pt x="2301" y="257"/>
                </a:lnTo>
                <a:lnTo>
                  <a:pt x="2309" y="255"/>
                </a:lnTo>
                <a:lnTo>
                  <a:pt x="2317" y="253"/>
                </a:lnTo>
                <a:lnTo>
                  <a:pt x="2326" y="251"/>
                </a:lnTo>
                <a:lnTo>
                  <a:pt x="2334" y="248"/>
                </a:lnTo>
                <a:lnTo>
                  <a:pt x="2342" y="246"/>
                </a:lnTo>
                <a:lnTo>
                  <a:pt x="2351" y="244"/>
                </a:lnTo>
                <a:lnTo>
                  <a:pt x="2359" y="242"/>
                </a:lnTo>
                <a:lnTo>
                  <a:pt x="2368" y="240"/>
                </a:lnTo>
                <a:lnTo>
                  <a:pt x="2376" y="238"/>
                </a:lnTo>
                <a:lnTo>
                  <a:pt x="2384" y="236"/>
                </a:lnTo>
                <a:lnTo>
                  <a:pt x="2393" y="234"/>
                </a:lnTo>
                <a:lnTo>
                  <a:pt x="2401" y="232"/>
                </a:lnTo>
                <a:lnTo>
                  <a:pt x="2410" y="230"/>
                </a:lnTo>
                <a:lnTo>
                  <a:pt x="2418" y="228"/>
                </a:lnTo>
                <a:lnTo>
                  <a:pt x="2426" y="226"/>
                </a:lnTo>
                <a:lnTo>
                  <a:pt x="2435" y="224"/>
                </a:lnTo>
                <a:lnTo>
                  <a:pt x="2443" y="222"/>
                </a:lnTo>
                <a:lnTo>
                  <a:pt x="2452" y="220"/>
                </a:lnTo>
                <a:lnTo>
                  <a:pt x="2460" y="218"/>
                </a:lnTo>
                <a:lnTo>
                  <a:pt x="2468" y="216"/>
                </a:lnTo>
                <a:lnTo>
                  <a:pt x="2477" y="213"/>
                </a:lnTo>
                <a:lnTo>
                  <a:pt x="2485" y="211"/>
                </a:lnTo>
                <a:lnTo>
                  <a:pt x="2494" y="209"/>
                </a:lnTo>
                <a:lnTo>
                  <a:pt x="2502" y="207"/>
                </a:lnTo>
                <a:lnTo>
                  <a:pt x="2510" y="205"/>
                </a:lnTo>
                <a:lnTo>
                  <a:pt x="2519" y="203"/>
                </a:lnTo>
                <a:lnTo>
                  <a:pt x="2527" y="201"/>
                </a:lnTo>
                <a:lnTo>
                  <a:pt x="2536" y="199"/>
                </a:lnTo>
                <a:lnTo>
                  <a:pt x="2544" y="197"/>
                </a:lnTo>
                <a:lnTo>
                  <a:pt x="2552" y="195"/>
                </a:lnTo>
                <a:lnTo>
                  <a:pt x="2561" y="193"/>
                </a:lnTo>
                <a:lnTo>
                  <a:pt x="2569" y="191"/>
                </a:lnTo>
                <a:lnTo>
                  <a:pt x="2578" y="189"/>
                </a:lnTo>
                <a:lnTo>
                  <a:pt x="2586" y="187"/>
                </a:lnTo>
                <a:lnTo>
                  <a:pt x="2594" y="185"/>
                </a:lnTo>
                <a:lnTo>
                  <a:pt x="2603" y="183"/>
                </a:lnTo>
                <a:lnTo>
                  <a:pt x="2611" y="181"/>
                </a:lnTo>
                <a:lnTo>
                  <a:pt x="2620" y="179"/>
                </a:lnTo>
                <a:lnTo>
                  <a:pt x="2628" y="176"/>
                </a:lnTo>
                <a:lnTo>
                  <a:pt x="2636" y="174"/>
                </a:lnTo>
                <a:lnTo>
                  <a:pt x="2645" y="172"/>
                </a:lnTo>
                <a:lnTo>
                  <a:pt x="2653" y="170"/>
                </a:lnTo>
                <a:lnTo>
                  <a:pt x="2662" y="168"/>
                </a:lnTo>
                <a:lnTo>
                  <a:pt x="2670" y="166"/>
                </a:lnTo>
                <a:lnTo>
                  <a:pt x="2678" y="164"/>
                </a:lnTo>
                <a:lnTo>
                  <a:pt x="2687" y="162"/>
                </a:lnTo>
                <a:lnTo>
                  <a:pt x="2695" y="160"/>
                </a:lnTo>
                <a:lnTo>
                  <a:pt x="2704" y="158"/>
                </a:lnTo>
                <a:lnTo>
                  <a:pt x="2712" y="156"/>
                </a:lnTo>
                <a:lnTo>
                  <a:pt x="2720" y="154"/>
                </a:lnTo>
                <a:lnTo>
                  <a:pt x="2729" y="152"/>
                </a:lnTo>
                <a:lnTo>
                  <a:pt x="2737" y="150"/>
                </a:lnTo>
                <a:lnTo>
                  <a:pt x="2745" y="148"/>
                </a:lnTo>
                <a:lnTo>
                  <a:pt x="2754" y="146"/>
                </a:lnTo>
                <a:lnTo>
                  <a:pt x="2762" y="144"/>
                </a:lnTo>
                <a:lnTo>
                  <a:pt x="2771" y="142"/>
                </a:lnTo>
                <a:lnTo>
                  <a:pt x="2779" y="139"/>
                </a:lnTo>
                <a:lnTo>
                  <a:pt x="2787" y="137"/>
                </a:lnTo>
                <a:lnTo>
                  <a:pt x="2796" y="135"/>
                </a:lnTo>
                <a:lnTo>
                  <a:pt x="2804" y="133"/>
                </a:lnTo>
                <a:lnTo>
                  <a:pt x="2813" y="131"/>
                </a:lnTo>
                <a:lnTo>
                  <a:pt x="2821" y="129"/>
                </a:lnTo>
                <a:lnTo>
                  <a:pt x="2829" y="127"/>
                </a:lnTo>
                <a:lnTo>
                  <a:pt x="2838" y="125"/>
                </a:lnTo>
                <a:lnTo>
                  <a:pt x="2846" y="123"/>
                </a:lnTo>
                <a:lnTo>
                  <a:pt x="2855" y="121"/>
                </a:lnTo>
                <a:lnTo>
                  <a:pt x="2863" y="119"/>
                </a:lnTo>
                <a:lnTo>
                  <a:pt x="2871" y="117"/>
                </a:lnTo>
                <a:lnTo>
                  <a:pt x="2880" y="115"/>
                </a:lnTo>
                <a:lnTo>
                  <a:pt x="2888" y="113"/>
                </a:lnTo>
                <a:lnTo>
                  <a:pt x="2897" y="111"/>
                </a:lnTo>
                <a:lnTo>
                  <a:pt x="2905" y="109"/>
                </a:lnTo>
                <a:lnTo>
                  <a:pt x="2913" y="107"/>
                </a:lnTo>
                <a:lnTo>
                  <a:pt x="2922" y="104"/>
                </a:lnTo>
                <a:lnTo>
                  <a:pt x="2930" y="102"/>
                </a:lnTo>
                <a:lnTo>
                  <a:pt x="2939" y="100"/>
                </a:lnTo>
                <a:lnTo>
                  <a:pt x="2947" y="98"/>
                </a:lnTo>
                <a:lnTo>
                  <a:pt x="2955" y="96"/>
                </a:lnTo>
                <a:lnTo>
                  <a:pt x="2964" y="94"/>
                </a:lnTo>
                <a:lnTo>
                  <a:pt x="2972" y="92"/>
                </a:lnTo>
                <a:lnTo>
                  <a:pt x="2981" y="90"/>
                </a:lnTo>
                <a:lnTo>
                  <a:pt x="2989" y="88"/>
                </a:lnTo>
                <a:lnTo>
                  <a:pt x="2997" y="86"/>
                </a:lnTo>
                <a:lnTo>
                  <a:pt x="3006" y="84"/>
                </a:lnTo>
                <a:lnTo>
                  <a:pt x="3014" y="82"/>
                </a:lnTo>
                <a:lnTo>
                  <a:pt x="3023" y="80"/>
                </a:lnTo>
                <a:lnTo>
                  <a:pt x="3031" y="78"/>
                </a:lnTo>
                <a:lnTo>
                  <a:pt x="3039" y="76"/>
                </a:lnTo>
                <a:lnTo>
                  <a:pt x="3048" y="74"/>
                </a:lnTo>
                <a:lnTo>
                  <a:pt x="3056" y="72"/>
                </a:lnTo>
                <a:lnTo>
                  <a:pt x="3065" y="70"/>
                </a:lnTo>
                <a:lnTo>
                  <a:pt x="3073" y="67"/>
                </a:lnTo>
                <a:lnTo>
                  <a:pt x="3081" y="65"/>
                </a:lnTo>
                <a:lnTo>
                  <a:pt x="3090" y="63"/>
                </a:lnTo>
                <a:lnTo>
                  <a:pt x="3098" y="61"/>
                </a:lnTo>
                <a:lnTo>
                  <a:pt x="3107" y="59"/>
                </a:lnTo>
                <a:lnTo>
                  <a:pt x="3115" y="57"/>
                </a:lnTo>
                <a:lnTo>
                  <a:pt x="3123" y="55"/>
                </a:lnTo>
                <a:lnTo>
                  <a:pt x="3132" y="53"/>
                </a:lnTo>
                <a:lnTo>
                  <a:pt x="3140" y="51"/>
                </a:lnTo>
                <a:lnTo>
                  <a:pt x="3148" y="49"/>
                </a:lnTo>
                <a:lnTo>
                  <a:pt x="3157" y="47"/>
                </a:lnTo>
                <a:lnTo>
                  <a:pt x="3165" y="45"/>
                </a:lnTo>
                <a:lnTo>
                  <a:pt x="3174" y="43"/>
                </a:lnTo>
                <a:lnTo>
                  <a:pt x="3182" y="41"/>
                </a:lnTo>
                <a:lnTo>
                  <a:pt x="3190" y="39"/>
                </a:lnTo>
                <a:lnTo>
                  <a:pt x="3199" y="37"/>
                </a:lnTo>
                <a:lnTo>
                  <a:pt x="3207" y="35"/>
                </a:lnTo>
                <a:lnTo>
                  <a:pt x="3216" y="32"/>
                </a:lnTo>
                <a:lnTo>
                  <a:pt x="3224" y="30"/>
                </a:lnTo>
                <a:lnTo>
                  <a:pt x="3232" y="28"/>
                </a:lnTo>
                <a:lnTo>
                  <a:pt x="3241" y="26"/>
                </a:lnTo>
                <a:lnTo>
                  <a:pt x="3249" y="24"/>
                </a:lnTo>
                <a:lnTo>
                  <a:pt x="3258" y="22"/>
                </a:lnTo>
                <a:lnTo>
                  <a:pt x="3266" y="20"/>
                </a:lnTo>
                <a:lnTo>
                  <a:pt x="3274" y="18"/>
                </a:lnTo>
                <a:lnTo>
                  <a:pt x="3283" y="16"/>
                </a:lnTo>
                <a:lnTo>
                  <a:pt x="3291" y="14"/>
                </a:lnTo>
                <a:lnTo>
                  <a:pt x="3300" y="12"/>
                </a:lnTo>
                <a:lnTo>
                  <a:pt x="3308" y="10"/>
                </a:lnTo>
                <a:lnTo>
                  <a:pt x="3316" y="8"/>
                </a:lnTo>
                <a:lnTo>
                  <a:pt x="3325" y="6"/>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94099"/>
            <a:ext cx="3063240" cy="558698"/>
          </a:xfrm>
          <a:custGeom>
            <a:avLst/>
            <a:gdLst/>
            <a:ahLst/>
            <a:cxnLst/>
            <a:rect l="l" t="t" r="r" b="b"/>
            <a:pathLst>
              <a:path w="3350" h="611">
                <a:moveTo>
                  <a:pt x="0" y="611"/>
                </a:moveTo>
                <a:lnTo>
                  <a:pt x="8" y="609"/>
                </a:lnTo>
                <a:lnTo>
                  <a:pt x="17" y="608"/>
                </a:lnTo>
                <a:lnTo>
                  <a:pt x="25" y="606"/>
                </a:lnTo>
                <a:lnTo>
                  <a:pt x="34" y="604"/>
                </a:lnTo>
                <a:lnTo>
                  <a:pt x="42" y="603"/>
                </a:lnTo>
                <a:lnTo>
                  <a:pt x="50" y="601"/>
                </a:lnTo>
                <a:lnTo>
                  <a:pt x="59" y="600"/>
                </a:lnTo>
                <a:lnTo>
                  <a:pt x="67" y="598"/>
                </a:lnTo>
                <a:lnTo>
                  <a:pt x="76" y="597"/>
                </a:lnTo>
                <a:lnTo>
                  <a:pt x="84" y="595"/>
                </a:lnTo>
                <a:lnTo>
                  <a:pt x="92" y="594"/>
                </a:lnTo>
                <a:lnTo>
                  <a:pt x="101" y="592"/>
                </a:lnTo>
                <a:lnTo>
                  <a:pt x="109" y="591"/>
                </a:lnTo>
                <a:lnTo>
                  <a:pt x="118" y="589"/>
                </a:lnTo>
                <a:lnTo>
                  <a:pt x="126" y="588"/>
                </a:lnTo>
                <a:lnTo>
                  <a:pt x="134" y="586"/>
                </a:lnTo>
                <a:lnTo>
                  <a:pt x="143" y="585"/>
                </a:lnTo>
                <a:lnTo>
                  <a:pt x="151" y="583"/>
                </a:lnTo>
                <a:lnTo>
                  <a:pt x="160" y="582"/>
                </a:lnTo>
                <a:lnTo>
                  <a:pt x="168" y="580"/>
                </a:lnTo>
                <a:lnTo>
                  <a:pt x="176" y="578"/>
                </a:lnTo>
                <a:lnTo>
                  <a:pt x="185" y="577"/>
                </a:lnTo>
                <a:lnTo>
                  <a:pt x="193" y="575"/>
                </a:lnTo>
                <a:lnTo>
                  <a:pt x="202" y="574"/>
                </a:lnTo>
                <a:lnTo>
                  <a:pt x="210" y="572"/>
                </a:lnTo>
                <a:lnTo>
                  <a:pt x="218" y="571"/>
                </a:lnTo>
                <a:lnTo>
                  <a:pt x="227" y="569"/>
                </a:lnTo>
                <a:lnTo>
                  <a:pt x="235" y="568"/>
                </a:lnTo>
                <a:lnTo>
                  <a:pt x="243" y="566"/>
                </a:lnTo>
                <a:lnTo>
                  <a:pt x="252" y="565"/>
                </a:lnTo>
                <a:lnTo>
                  <a:pt x="260" y="563"/>
                </a:lnTo>
                <a:lnTo>
                  <a:pt x="269" y="562"/>
                </a:lnTo>
                <a:lnTo>
                  <a:pt x="277" y="560"/>
                </a:lnTo>
                <a:lnTo>
                  <a:pt x="285" y="559"/>
                </a:lnTo>
                <a:lnTo>
                  <a:pt x="294" y="557"/>
                </a:lnTo>
                <a:lnTo>
                  <a:pt x="302" y="556"/>
                </a:lnTo>
                <a:lnTo>
                  <a:pt x="311" y="554"/>
                </a:lnTo>
                <a:lnTo>
                  <a:pt x="319" y="552"/>
                </a:lnTo>
                <a:lnTo>
                  <a:pt x="327" y="551"/>
                </a:lnTo>
                <a:lnTo>
                  <a:pt x="336" y="549"/>
                </a:lnTo>
                <a:lnTo>
                  <a:pt x="344" y="548"/>
                </a:lnTo>
                <a:lnTo>
                  <a:pt x="353" y="546"/>
                </a:lnTo>
                <a:lnTo>
                  <a:pt x="361" y="545"/>
                </a:lnTo>
                <a:lnTo>
                  <a:pt x="369" y="543"/>
                </a:lnTo>
                <a:lnTo>
                  <a:pt x="378" y="542"/>
                </a:lnTo>
                <a:lnTo>
                  <a:pt x="386" y="540"/>
                </a:lnTo>
                <a:lnTo>
                  <a:pt x="395" y="539"/>
                </a:lnTo>
                <a:lnTo>
                  <a:pt x="403" y="537"/>
                </a:lnTo>
                <a:lnTo>
                  <a:pt x="411" y="536"/>
                </a:lnTo>
                <a:lnTo>
                  <a:pt x="420" y="534"/>
                </a:lnTo>
                <a:lnTo>
                  <a:pt x="428" y="533"/>
                </a:lnTo>
                <a:lnTo>
                  <a:pt x="437" y="531"/>
                </a:lnTo>
                <a:lnTo>
                  <a:pt x="445" y="530"/>
                </a:lnTo>
                <a:lnTo>
                  <a:pt x="453" y="528"/>
                </a:lnTo>
                <a:lnTo>
                  <a:pt x="462" y="526"/>
                </a:lnTo>
                <a:lnTo>
                  <a:pt x="470" y="525"/>
                </a:lnTo>
                <a:lnTo>
                  <a:pt x="479" y="523"/>
                </a:lnTo>
                <a:lnTo>
                  <a:pt x="487" y="522"/>
                </a:lnTo>
                <a:lnTo>
                  <a:pt x="495" y="520"/>
                </a:lnTo>
                <a:lnTo>
                  <a:pt x="504" y="519"/>
                </a:lnTo>
                <a:lnTo>
                  <a:pt x="512" y="517"/>
                </a:lnTo>
                <a:lnTo>
                  <a:pt x="521" y="516"/>
                </a:lnTo>
                <a:lnTo>
                  <a:pt x="529" y="514"/>
                </a:lnTo>
                <a:lnTo>
                  <a:pt x="537" y="513"/>
                </a:lnTo>
                <a:lnTo>
                  <a:pt x="546" y="511"/>
                </a:lnTo>
                <a:lnTo>
                  <a:pt x="554" y="510"/>
                </a:lnTo>
                <a:lnTo>
                  <a:pt x="563" y="508"/>
                </a:lnTo>
                <a:lnTo>
                  <a:pt x="571" y="507"/>
                </a:lnTo>
                <a:lnTo>
                  <a:pt x="579" y="505"/>
                </a:lnTo>
                <a:lnTo>
                  <a:pt x="588" y="504"/>
                </a:lnTo>
                <a:lnTo>
                  <a:pt x="596" y="502"/>
                </a:lnTo>
                <a:lnTo>
                  <a:pt x="605" y="500"/>
                </a:lnTo>
                <a:lnTo>
                  <a:pt x="613" y="499"/>
                </a:lnTo>
                <a:lnTo>
                  <a:pt x="621" y="497"/>
                </a:lnTo>
                <a:lnTo>
                  <a:pt x="630" y="496"/>
                </a:lnTo>
                <a:lnTo>
                  <a:pt x="638" y="494"/>
                </a:lnTo>
                <a:lnTo>
                  <a:pt x="646" y="493"/>
                </a:lnTo>
                <a:lnTo>
                  <a:pt x="655" y="491"/>
                </a:lnTo>
                <a:lnTo>
                  <a:pt x="663" y="490"/>
                </a:lnTo>
                <a:lnTo>
                  <a:pt x="672" y="488"/>
                </a:lnTo>
                <a:lnTo>
                  <a:pt x="680" y="487"/>
                </a:lnTo>
                <a:lnTo>
                  <a:pt x="688" y="485"/>
                </a:lnTo>
                <a:lnTo>
                  <a:pt x="697" y="484"/>
                </a:lnTo>
                <a:lnTo>
                  <a:pt x="705" y="482"/>
                </a:lnTo>
                <a:lnTo>
                  <a:pt x="714" y="481"/>
                </a:lnTo>
                <a:lnTo>
                  <a:pt x="722" y="479"/>
                </a:lnTo>
                <a:lnTo>
                  <a:pt x="730" y="478"/>
                </a:lnTo>
                <a:lnTo>
                  <a:pt x="739" y="476"/>
                </a:lnTo>
                <a:lnTo>
                  <a:pt x="747" y="474"/>
                </a:lnTo>
                <a:lnTo>
                  <a:pt x="756" y="473"/>
                </a:lnTo>
                <a:lnTo>
                  <a:pt x="764" y="471"/>
                </a:lnTo>
                <a:lnTo>
                  <a:pt x="772" y="470"/>
                </a:lnTo>
                <a:lnTo>
                  <a:pt x="781" y="468"/>
                </a:lnTo>
                <a:lnTo>
                  <a:pt x="789" y="467"/>
                </a:lnTo>
                <a:lnTo>
                  <a:pt x="798" y="465"/>
                </a:lnTo>
                <a:lnTo>
                  <a:pt x="806" y="464"/>
                </a:lnTo>
                <a:lnTo>
                  <a:pt x="814" y="462"/>
                </a:lnTo>
                <a:lnTo>
                  <a:pt x="823" y="461"/>
                </a:lnTo>
                <a:lnTo>
                  <a:pt x="831" y="459"/>
                </a:lnTo>
                <a:lnTo>
                  <a:pt x="840" y="458"/>
                </a:lnTo>
                <a:lnTo>
                  <a:pt x="848" y="456"/>
                </a:lnTo>
                <a:lnTo>
                  <a:pt x="856" y="455"/>
                </a:lnTo>
                <a:lnTo>
                  <a:pt x="865" y="453"/>
                </a:lnTo>
                <a:lnTo>
                  <a:pt x="873" y="452"/>
                </a:lnTo>
                <a:lnTo>
                  <a:pt x="882" y="450"/>
                </a:lnTo>
                <a:lnTo>
                  <a:pt x="890" y="448"/>
                </a:lnTo>
                <a:lnTo>
                  <a:pt x="898" y="447"/>
                </a:lnTo>
                <a:lnTo>
                  <a:pt x="907" y="445"/>
                </a:lnTo>
                <a:lnTo>
                  <a:pt x="915" y="444"/>
                </a:lnTo>
                <a:lnTo>
                  <a:pt x="924" y="442"/>
                </a:lnTo>
                <a:lnTo>
                  <a:pt x="932" y="441"/>
                </a:lnTo>
                <a:lnTo>
                  <a:pt x="940" y="439"/>
                </a:lnTo>
                <a:lnTo>
                  <a:pt x="949" y="438"/>
                </a:lnTo>
                <a:lnTo>
                  <a:pt x="957" y="436"/>
                </a:lnTo>
                <a:lnTo>
                  <a:pt x="966" y="435"/>
                </a:lnTo>
                <a:lnTo>
                  <a:pt x="974" y="433"/>
                </a:lnTo>
                <a:lnTo>
                  <a:pt x="982" y="432"/>
                </a:lnTo>
                <a:lnTo>
                  <a:pt x="991" y="430"/>
                </a:lnTo>
                <a:lnTo>
                  <a:pt x="999" y="429"/>
                </a:lnTo>
                <a:lnTo>
                  <a:pt x="1008" y="427"/>
                </a:lnTo>
                <a:lnTo>
                  <a:pt x="1016" y="426"/>
                </a:lnTo>
                <a:lnTo>
                  <a:pt x="1024" y="424"/>
                </a:lnTo>
                <a:lnTo>
                  <a:pt x="1033" y="423"/>
                </a:lnTo>
                <a:lnTo>
                  <a:pt x="1041" y="421"/>
                </a:lnTo>
                <a:lnTo>
                  <a:pt x="1049" y="419"/>
                </a:lnTo>
                <a:lnTo>
                  <a:pt x="1058" y="418"/>
                </a:lnTo>
                <a:lnTo>
                  <a:pt x="1066" y="416"/>
                </a:lnTo>
                <a:lnTo>
                  <a:pt x="1075" y="415"/>
                </a:lnTo>
                <a:lnTo>
                  <a:pt x="1083" y="413"/>
                </a:lnTo>
                <a:lnTo>
                  <a:pt x="1091" y="412"/>
                </a:lnTo>
                <a:lnTo>
                  <a:pt x="1100" y="410"/>
                </a:lnTo>
                <a:lnTo>
                  <a:pt x="1108" y="409"/>
                </a:lnTo>
                <a:lnTo>
                  <a:pt x="1117" y="407"/>
                </a:lnTo>
                <a:lnTo>
                  <a:pt x="1125" y="406"/>
                </a:lnTo>
                <a:lnTo>
                  <a:pt x="1133" y="404"/>
                </a:lnTo>
                <a:lnTo>
                  <a:pt x="1142" y="403"/>
                </a:lnTo>
                <a:lnTo>
                  <a:pt x="1150" y="401"/>
                </a:lnTo>
                <a:lnTo>
                  <a:pt x="1159" y="400"/>
                </a:lnTo>
                <a:lnTo>
                  <a:pt x="1167" y="398"/>
                </a:lnTo>
                <a:lnTo>
                  <a:pt x="1175" y="397"/>
                </a:lnTo>
                <a:lnTo>
                  <a:pt x="1184" y="395"/>
                </a:lnTo>
                <a:lnTo>
                  <a:pt x="1192" y="393"/>
                </a:lnTo>
                <a:lnTo>
                  <a:pt x="1201" y="392"/>
                </a:lnTo>
                <a:lnTo>
                  <a:pt x="1209" y="390"/>
                </a:lnTo>
                <a:lnTo>
                  <a:pt x="1217" y="389"/>
                </a:lnTo>
                <a:lnTo>
                  <a:pt x="1226" y="387"/>
                </a:lnTo>
                <a:lnTo>
                  <a:pt x="1234" y="386"/>
                </a:lnTo>
                <a:lnTo>
                  <a:pt x="1243" y="384"/>
                </a:lnTo>
                <a:lnTo>
                  <a:pt x="1251" y="383"/>
                </a:lnTo>
                <a:lnTo>
                  <a:pt x="1259" y="381"/>
                </a:lnTo>
                <a:lnTo>
                  <a:pt x="1268" y="380"/>
                </a:lnTo>
                <a:lnTo>
                  <a:pt x="1276" y="378"/>
                </a:lnTo>
                <a:lnTo>
                  <a:pt x="1285" y="377"/>
                </a:lnTo>
                <a:lnTo>
                  <a:pt x="1293" y="375"/>
                </a:lnTo>
                <a:lnTo>
                  <a:pt x="1301" y="374"/>
                </a:lnTo>
                <a:lnTo>
                  <a:pt x="1310" y="372"/>
                </a:lnTo>
                <a:lnTo>
                  <a:pt x="1318" y="371"/>
                </a:lnTo>
                <a:lnTo>
                  <a:pt x="1327" y="369"/>
                </a:lnTo>
                <a:lnTo>
                  <a:pt x="1335" y="367"/>
                </a:lnTo>
                <a:lnTo>
                  <a:pt x="1343" y="366"/>
                </a:lnTo>
                <a:lnTo>
                  <a:pt x="1352" y="364"/>
                </a:lnTo>
                <a:lnTo>
                  <a:pt x="1360" y="363"/>
                </a:lnTo>
                <a:lnTo>
                  <a:pt x="1369" y="361"/>
                </a:lnTo>
                <a:lnTo>
                  <a:pt x="1377" y="360"/>
                </a:lnTo>
                <a:lnTo>
                  <a:pt x="1385" y="358"/>
                </a:lnTo>
                <a:lnTo>
                  <a:pt x="1394" y="357"/>
                </a:lnTo>
                <a:lnTo>
                  <a:pt x="1402" y="355"/>
                </a:lnTo>
                <a:lnTo>
                  <a:pt x="1411" y="354"/>
                </a:lnTo>
                <a:lnTo>
                  <a:pt x="1419" y="352"/>
                </a:lnTo>
                <a:lnTo>
                  <a:pt x="1427" y="351"/>
                </a:lnTo>
                <a:lnTo>
                  <a:pt x="1436" y="349"/>
                </a:lnTo>
                <a:lnTo>
                  <a:pt x="1444" y="348"/>
                </a:lnTo>
                <a:lnTo>
                  <a:pt x="1453" y="346"/>
                </a:lnTo>
                <a:lnTo>
                  <a:pt x="1461" y="345"/>
                </a:lnTo>
                <a:lnTo>
                  <a:pt x="1469" y="343"/>
                </a:lnTo>
                <a:lnTo>
                  <a:pt x="1478" y="341"/>
                </a:lnTo>
                <a:lnTo>
                  <a:pt x="1486" y="340"/>
                </a:lnTo>
                <a:lnTo>
                  <a:pt x="1494" y="338"/>
                </a:lnTo>
                <a:lnTo>
                  <a:pt x="1503" y="337"/>
                </a:lnTo>
                <a:lnTo>
                  <a:pt x="1511" y="335"/>
                </a:lnTo>
                <a:lnTo>
                  <a:pt x="1520" y="334"/>
                </a:lnTo>
                <a:lnTo>
                  <a:pt x="1528" y="332"/>
                </a:lnTo>
                <a:lnTo>
                  <a:pt x="1536" y="331"/>
                </a:lnTo>
                <a:lnTo>
                  <a:pt x="1545" y="329"/>
                </a:lnTo>
                <a:lnTo>
                  <a:pt x="1553" y="328"/>
                </a:lnTo>
                <a:lnTo>
                  <a:pt x="1562" y="326"/>
                </a:lnTo>
                <a:lnTo>
                  <a:pt x="1570" y="325"/>
                </a:lnTo>
                <a:lnTo>
                  <a:pt x="1578" y="323"/>
                </a:lnTo>
                <a:lnTo>
                  <a:pt x="1587" y="322"/>
                </a:lnTo>
                <a:lnTo>
                  <a:pt x="1595" y="320"/>
                </a:lnTo>
                <a:lnTo>
                  <a:pt x="1604" y="319"/>
                </a:lnTo>
                <a:lnTo>
                  <a:pt x="1612" y="317"/>
                </a:lnTo>
                <a:lnTo>
                  <a:pt x="1620" y="315"/>
                </a:lnTo>
                <a:lnTo>
                  <a:pt x="1629" y="314"/>
                </a:lnTo>
                <a:lnTo>
                  <a:pt x="1637" y="312"/>
                </a:lnTo>
                <a:lnTo>
                  <a:pt x="1646" y="311"/>
                </a:lnTo>
                <a:lnTo>
                  <a:pt x="1654" y="309"/>
                </a:lnTo>
                <a:lnTo>
                  <a:pt x="1662" y="308"/>
                </a:lnTo>
                <a:lnTo>
                  <a:pt x="1671" y="306"/>
                </a:lnTo>
                <a:lnTo>
                  <a:pt x="1679" y="305"/>
                </a:lnTo>
                <a:lnTo>
                  <a:pt x="1688" y="303"/>
                </a:lnTo>
                <a:lnTo>
                  <a:pt x="1696" y="302"/>
                </a:lnTo>
                <a:lnTo>
                  <a:pt x="1704" y="300"/>
                </a:lnTo>
                <a:lnTo>
                  <a:pt x="1713" y="299"/>
                </a:lnTo>
                <a:lnTo>
                  <a:pt x="1721" y="297"/>
                </a:lnTo>
                <a:lnTo>
                  <a:pt x="1730" y="296"/>
                </a:lnTo>
                <a:lnTo>
                  <a:pt x="1738" y="294"/>
                </a:lnTo>
                <a:lnTo>
                  <a:pt x="1746" y="293"/>
                </a:lnTo>
                <a:lnTo>
                  <a:pt x="1755" y="291"/>
                </a:lnTo>
                <a:lnTo>
                  <a:pt x="1763" y="289"/>
                </a:lnTo>
                <a:lnTo>
                  <a:pt x="1772" y="288"/>
                </a:lnTo>
                <a:lnTo>
                  <a:pt x="1780" y="286"/>
                </a:lnTo>
                <a:lnTo>
                  <a:pt x="1788" y="285"/>
                </a:lnTo>
                <a:lnTo>
                  <a:pt x="1797" y="283"/>
                </a:lnTo>
                <a:lnTo>
                  <a:pt x="1805" y="282"/>
                </a:lnTo>
                <a:lnTo>
                  <a:pt x="1814" y="280"/>
                </a:lnTo>
                <a:lnTo>
                  <a:pt x="1822" y="279"/>
                </a:lnTo>
                <a:lnTo>
                  <a:pt x="1830" y="277"/>
                </a:lnTo>
                <a:lnTo>
                  <a:pt x="1839" y="276"/>
                </a:lnTo>
                <a:lnTo>
                  <a:pt x="1847" y="274"/>
                </a:lnTo>
                <a:lnTo>
                  <a:pt x="1856" y="273"/>
                </a:lnTo>
                <a:lnTo>
                  <a:pt x="1864" y="271"/>
                </a:lnTo>
                <a:lnTo>
                  <a:pt x="1872" y="270"/>
                </a:lnTo>
                <a:lnTo>
                  <a:pt x="1881" y="268"/>
                </a:lnTo>
                <a:lnTo>
                  <a:pt x="1889" y="267"/>
                </a:lnTo>
                <a:lnTo>
                  <a:pt x="1897" y="265"/>
                </a:lnTo>
                <a:lnTo>
                  <a:pt x="1906" y="263"/>
                </a:lnTo>
                <a:lnTo>
                  <a:pt x="1914" y="262"/>
                </a:lnTo>
                <a:lnTo>
                  <a:pt x="1923" y="260"/>
                </a:lnTo>
                <a:lnTo>
                  <a:pt x="1931" y="259"/>
                </a:lnTo>
                <a:lnTo>
                  <a:pt x="1939" y="257"/>
                </a:lnTo>
                <a:lnTo>
                  <a:pt x="1948" y="256"/>
                </a:lnTo>
                <a:lnTo>
                  <a:pt x="1956" y="254"/>
                </a:lnTo>
                <a:lnTo>
                  <a:pt x="1965" y="253"/>
                </a:lnTo>
                <a:lnTo>
                  <a:pt x="1973" y="251"/>
                </a:lnTo>
                <a:lnTo>
                  <a:pt x="1981" y="250"/>
                </a:lnTo>
                <a:lnTo>
                  <a:pt x="1990" y="248"/>
                </a:lnTo>
                <a:lnTo>
                  <a:pt x="1998" y="247"/>
                </a:lnTo>
                <a:lnTo>
                  <a:pt x="2007" y="245"/>
                </a:lnTo>
                <a:lnTo>
                  <a:pt x="2015" y="244"/>
                </a:lnTo>
                <a:lnTo>
                  <a:pt x="2023" y="242"/>
                </a:lnTo>
                <a:lnTo>
                  <a:pt x="2032" y="241"/>
                </a:lnTo>
                <a:lnTo>
                  <a:pt x="2040" y="239"/>
                </a:lnTo>
                <a:lnTo>
                  <a:pt x="2049" y="237"/>
                </a:lnTo>
                <a:lnTo>
                  <a:pt x="2057" y="236"/>
                </a:lnTo>
                <a:lnTo>
                  <a:pt x="2065" y="234"/>
                </a:lnTo>
                <a:lnTo>
                  <a:pt x="2074" y="233"/>
                </a:lnTo>
                <a:lnTo>
                  <a:pt x="2082" y="231"/>
                </a:lnTo>
                <a:lnTo>
                  <a:pt x="2091" y="230"/>
                </a:lnTo>
                <a:lnTo>
                  <a:pt x="2099" y="228"/>
                </a:lnTo>
                <a:lnTo>
                  <a:pt x="2107" y="227"/>
                </a:lnTo>
                <a:lnTo>
                  <a:pt x="2116" y="225"/>
                </a:lnTo>
                <a:lnTo>
                  <a:pt x="2124" y="224"/>
                </a:lnTo>
                <a:lnTo>
                  <a:pt x="2133" y="222"/>
                </a:lnTo>
                <a:lnTo>
                  <a:pt x="2141" y="221"/>
                </a:lnTo>
                <a:lnTo>
                  <a:pt x="2149" y="219"/>
                </a:lnTo>
                <a:lnTo>
                  <a:pt x="2158" y="218"/>
                </a:lnTo>
                <a:lnTo>
                  <a:pt x="2166" y="216"/>
                </a:lnTo>
                <a:lnTo>
                  <a:pt x="2175" y="215"/>
                </a:lnTo>
                <a:lnTo>
                  <a:pt x="2183" y="213"/>
                </a:lnTo>
                <a:lnTo>
                  <a:pt x="2191" y="211"/>
                </a:lnTo>
                <a:lnTo>
                  <a:pt x="2200" y="210"/>
                </a:lnTo>
                <a:lnTo>
                  <a:pt x="2208" y="208"/>
                </a:lnTo>
                <a:lnTo>
                  <a:pt x="2217" y="207"/>
                </a:lnTo>
                <a:lnTo>
                  <a:pt x="2225" y="205"/>
                </a:lnTo>
                <a:lnTo>
                  <a:pt x="2233" y="204"/>
                </a:lnTo>
                <a:lnTo>
                  <a:pt x="2242" y="202"/>
                </a:lnTo>
                <a:lnTo>
                  <a:pt x="2250" y="201"/>
                </a:lnTo>
                <a:lnTo>
                  <a:pt x="2259" y="199"/>
                </a:lnTo>
                <a:lnTo>
                  <a:pt x="2267" y="198"/>
                </a:lnTo>
                <a:lnTo>
                  <a:pt x="2275" y="196"/>
                </a:lnTo>
                <a:lnTo>
                  <a:pt x="2284" y="195"/>
                </a:lnTo>
                <a:lnTo>
                  <a:pt x="2292" y="193"/>
                </a:lnTo>
                <a:lnTo>
                  <a:pt x="2301" y="192"/>
                </a:lnTo>
                <a:lnTo>
                  <a:pt x="2309" y="190"/>
                </a:lnTo>
                <a:lnTo>
                  <a:pt x="2317" y="189"/>
                </a:lnTo>
                <a:lnTo>
                  <a:pt x="2326" y="187"/>
                </a:lnTo>
                <a:lnTo>
                  <a:pt x="2334" y="186"/>
                </a:lnTo>
                <a:lnTo>
                  <a:pt x="2342" y="184"/>
                </a:lnTo>
                <a:lnTo>
                  <a:pt x="2351" y="182"/>
                </a:lnTo>
                <a:lnTo>
                  <a:pt x="2359" y="181"/>
                </a:lnTo>
                <a:lnTo>
                  <a:pt x="2368" y="179"/>
                </a:lnTo>
                <a:lnTo>
                  <a:pt x="2376" y="178"/>
                </a:lnTo>
                <a:lnTo>
                  <a:pt x="2384" y="176"/>
                </a:lnTo>
                <a:lnTo>
                  <a:pt x="2393" y="175"/>
                </a:lnTo>
                <a:lnTo>
                  <a:pt x="2401" y="173"/>
                </a:lnTo>
                <a:lnTo>
                  <a:pt x="2410" y="172"/>
                </a:lnTo>
                <a:lnTo>
                  <a:pt x="2418" y="170"/>
                </a:lnTo>
                <a:lnTo>
                  <a:pt x="2426" y="169"/>
                </a:lnTo>
                <a:lnTo>
                  <a:pt x="2435" y="167"/>
                </a:lnTo>
                <a:lnTo>
                  <a:pt x="2443" y="166"/>
                </a:lnTo>
                <a:lnTo>
                  <a:pt x="2452" y="164"/>
                </a:lnTo>
                <a:lnTo>
                  <a:pt x="2460" y="163"/>
                </a:lnTo>
                <a:lnTo>
                  <a:pt x="2468" y="161"/>
                </a:lnTo>
                <a:lnTo>
                  <a:pt x="2477" y="160"/>
                </a:lnTo>
                <a:lnTo>
                  <a:pt x="2485" y="158"/>
                </a:lnTo>
                <a:lnTo>
                  <a:pt x="2494" y="156"/>
                </a:lnTo>
                <a:lnTo>
                  <a:pt x="2502" y="155"/>
                </a:lnTo>
                <a:lnTo>
                  <a:pt x="2510" y="153"/>
                </a:lnTo>
                <a:lnTo>
                  <a:pt x="2519" y="152"/>
                </a:lnTo>
                <a:lnTo>
                  <a:pt x="2527" y="150"/>
                </a:lnTo>
                <a:lnTo>
                  <a:pt x="2536" y="149"/>
                </a:lnTo>
                <a:lnTo>
                  <a:pt x="2544" y="147"/>
                </a:lnTo>
                <a:lnTo>
                  <a:pt x="2552" y="146"/>
                </a:lnTo>
                <a:lnTo>
                  <a:pt x="2561" y="144"/>
                </a:lnTo>
                <a:lnTo>
                  <a:pt x="2569" y="143"/>
                </a:lnTo>
                <a:lnTo>
                  <a:pt x="2578" y="141"/>
                </a:lnTo>
                <a:lnTo>
                  <a:pt x="2586" y="140"/>
                </a:lnTo>
                <a:lnTo>
                  <a:pt x="2594" y="138"/>
                </a:lnTo>
                <a:lnTo>
                  <a:pt x="2603" y="137"/>
                </a:lnTo>
                <a:lnTo>
                  <a:pt x="2611" y="135"/>
                </a:lnTo>
                <a:lnTo>
                  <a:pt x="2620" y="134"/>
                </a:lnTo>
                <a:lnTo>
                  <a:pt x="2628" y="132"/>
                </a:lnTo>
                <a:lnTo>
                  <a:pt x="2636" y="130"/>
                </a:lnTo>
                <a:lnTo>
                  <a:pt x="2645" y="129"/>
                </a:lnTo>
                <a:lnTo>
                  <a:pt x="2653" y="127"/>
                </a:lnTo>
                <a:lnTo>
                  <a:pt x="2662" y="126"/>
                </a:lnTo>
                <a:lnTo>
                  <a:pt x="2670" y="124"/>
                </a:lnTo>
                <a:lnTo>
                  <a:pt x="2678" y="123"/>
                </a:lnTo>
                <a:lnTo>
                  <a:pt x="2687" y="121"/>
                </a:lnTo>
                <a:lnTo>
                  <a:pt x="2695" y="120"/>
                </a:lnTo>
                <a:lnTo>
                  <a:pt x="2704" y="118"/>
                </a:lnTo>
                <a:lnTo>
                  <a:pt x="2712" y="117"/>
                </a:lnTo>
                <a:lnTo>
                  <a:pt x="2720" y="115"/>
                </a:lnTo>
                <a:lnTo>
                  <a:pt x="2729" y="114"/>
                </a:lnTo>
                <a:lnTo>
                  <a:pt x="2737" y="112"/>
                </a:lnTo>
                <a:lnTo>
                  <a:pt x="2745" y="111"/>
                </a:lnTo>
                <a:lnTo>
                  <a:pt x="2754" y="109"/>
                </a:lnTo>
                <a:lnTo>
                  <a:pt x="2762" y="108"/>
                </a:lnTo>
                <a:lnTo>
                  <a:pt x="2771" y="106"/>
                </a:lnTo>
                <a:lnTo>
                  <a:pt x="2779" y="104"/>
                </a:lnTo>
                <a:lnTo>
                  <a:pt x="2787" y="103"/>
                </a:lnTo>
                <a:lnTo>
                  <a:pt x="2796" y="101"/>
                </a:lnTo>
                <a:lnTo>
                  <a:pt x="2804" y="100"/>
                </a:lnTo>
                <a:lnTo>
                  <a:pt x="2813" y="98"/>
                </a:lnTo>
                <a:lnTo>
                  <a:pt x="2821" y="97"/>
                </a:lnTo>
                <a:lnTo>
                  <a:pt x="2829" y="95"/>
                </a:lnTo>
                <a:lnTo>
                  <a:pt x="2838" y="94"/>
                </a:lnTo>
                <a:lnTo>
                  <a:pt x="2846" y="92"/>
                </a:lnTo>
                <a:lnTo>
                  <a:pt x="2855" y="91"/>
                </a:lnTo>
                <a:lnTo>
                  <a:pt x="2863" y="89"/>
                </a:lnTo>
                <a:lnTo>
                  <a:pt x="2871" y="88"/>
                </a:lnTo>
                <a:lnTo>
                  <a:pt x="2880" y="86"/>
                </a:lnTo>
                <a:lnTo>
                  <a:pt x="2888" y="85"/>
                </a:lnTo>
                <a:lnTo>
                  <a:pt x="2897" y="83"/>
                </a:lnTo>
                <a:lnTo>
                  <a:pt x="2905" y="82"/>
                </a:lnTo>
                <a:lnTo>
                  <a:pt x="2913" y="80"/>
                </a:lnTo>
                <a:lnTo>
                  <a:pt x="2922" y="78"/>
                </a:lnTo>
                <a:lnTo>
                  <a:pt x="2930" y="77"/>
                </a:lnTo>
                <a:lnTo>
                  <a:pt x="2939" y="75"/>
                </a:lnTo>
                <a:lnTo>
                  <a:pt x="2947" y="74"/>
                </a:lnTo>
                <a:lnTo>
                  <a:pt x="2955" y="72"/>
                </a:lnTo>
                <a:lnTo>
                  <a:pt x="2964" y="71"/>
                </a:lnTo>
                <a:lnTo>
                  <a:pt x="2972" y="69"/>
                </a:lnTo>
                <a:lnTo>
                  <a:pt x="2981" y="68"/>
                </a:lnTo>
                <a:lnTo>
                  <a:pt x="2989" y="66"/>
                </a:lnTo>
                <a:lnTo>
                  <a:pt x="2997" y="65"/>
                </a:lnTo>
                <a:lnTo>
                  <a:pt x="3006" y="63"/>
                </a:lnTo>
                <a:lnTo>
                  <a:pt x="3014" y="62"/>
                </a:lnTo>
                <a:lnTo>
                  <a:pt x="3023" y="60"/>
                </a:lnTo>
                <a:lnTo>
                  <a:pt x="3031" y="59"/>
                </a:lnTo>
                <a:lnTo>
                  <a:pt x="3039" y="57"/>
                </a:lnTo>
                <a:lnTo>
                  <a:pt x="3048" y="56"/>
                </a:lnTo>
                <a:lnTo>
                  <a:pt x="3056" y="54"/>
                </a:lnTo>
                <a:lnTo>
                  <a:pt x="3065" y="52"/>
                </a:lnTo>
                <a:lnTo>
                  <a:pt x="3073" y="51"/>
                </a:lnTo>
                <a:lnTo>
                  <a:pt x="3081" y="49"/>
                </a:lnTo>
                <a:lnTo>
                  <a:pt x="3090" y="48"/>
                </a:lnTo>
                <a:lnTo>
                  <a:pt x="3098" y="46"/>
                </a:lnTo>
                <a:lnTo>
                  <a:pt x="3107" y="45"/>
                </a:lnTo>
                <a:lnTo>
                  <a:pt x="3115" y="43"/>
                </a:lnTo>
                <a:lnTo>
                  <a:pt x="3123" y="42"/>
                </a:lnTo>
                <a:lnTo>
                  <a:pt x="3132" y="40"/>
                </a:lnTo>
                <a:lnTo>
                  <a:pt x="3140" y="39"/>
                </a:lnTo>
                <a:lnTo>
                  <a:pt x="3148" y="37"/>
                </a:lnTo>
                <a:lnTo>
                  <a:pt x="3157" y="36"/>
                </a:lnTo>
                <a:lnTo>
                  <a:pt x="3165" y="34"/>
                </a:lnTo>
                <a:lnTo>
                  <a:pt x="3174" y="33"/>
                </a:lnTo>
                <a:lnTo>
                  <a:pt x="3182" y="31"/>
                </a:lnTo>
                <a:lnTo>
                  <a:pt x="3190" y="30"/>
                </a:lnTo>
                <a:lnTo>
                  <a:pt x="3199" y="28"/>
                </a:lnTo>
                <a:lnTo>
                  <a:pt x="3207" y="26"/>
                </a:lnTo>
                <a:lnTo>
                  <a:pt x="3216" y="25"/>
                </a:lnTo>
                <a:lnTo>
                  <a:pt x="3224" y="23"/>
                </a:lnTo>
                <a:lnTo>
                  <a:pt x="3232" y="22"/>
                </a:lnTo>
                <a:lnTo>
                  <a:pt x="3241" y="20"/>
                </a:lnTo>
                <a:lnTo>
                  <a:pt x="3249" y="19"/>
                </a:lnTo>
                <a:lnTo>
                  <a:pt x="3258" y="17"/>
                </a:lnTo>
                <a:lnTo>
                  <a:pt x="3266" y="16"/>
                </a:lnTo>
                <a:lnTo>
                  <a:pt x="3274" y="14"/>
                </a:lnTo>
                <a:lnTo>
                  <a:pt x="3283" y="13"/>
                </a:lnTo>
                <a:lnTo>
                  <a:pt x="3291" y="11"/>
                </a:lnTo>
                <a:lnTo>
                  <a:pt x="3300" y="10"/>
                </a:lnTo>
                <a:lnTo>
                  <a:pt x="3308" y="8"/>
                </a:lnTo>
                <a:lnTo>
                  <a:pt x="3316" y="7"/>
                </a:lnTo>
                <a:lnTo>
                  <a:pt x="3325" y="5"/>
                </a:lnTo>
                <a:lnTo>
                  <a:pt x="3333" y="4"/>
                </a:lnTo>
                <a:lnTo>
                  <a:pt x="3342" y="2"/>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4214470"/>
            <a:ext cx="3063240" cy="198425"/>
          </a:xfrm>
          <a:custGeom>
            <a:avLst/>
            <a:gdLst/>
            <a:ahLst/>
            <a:cxnLst/>
            <a:rect l="l" t="t" r="r" b="b"/>
            <a:pathLst>
              <a:path w="3350" h="217">
                <a:moveTo>
                  <a:pt x="0" y="217"/>
                </a:moveTo>
                <a:lnTo>
                  <a:pt x="8" y="216"/>
                </a:lnTo>
                <a:lnTo>
                  <a:pt x="17" y="216"/>
                </a:lnTo>
                <a:lnTo>
                  <a:pt x="25" y="215"/>
                </a:lnTo>
                <a:lnTo>
                  <a:pt x="34" y="215"/>
                </a:lnTo>
                <a:lnTo>
                  <a:pt x="42" y="214"/>
                </a:lnTo>
                <a:lnTo>
                  <a:pt x="50" y="213"/>
                </a:lnTo>
                <a:lnTo>
                  <a:pt x="59" y="213"/>
                </a:lnTo>
                <a:lnTo>
                  <a:pt x="67" y="212"/>
                </a:lnTo>
                <a:lnTo>
                  <a:pt x="76" y="212"/>
                </a:lnTo>
                <a:lnTo>
                  <a:pt x="84" y="211"/>
                </a:lnTo>
                <a:lnTo>
                  <a:pt x="92" y="211"/>
                </a:lnTo>
                <a:lnTo>
                  <a:pt x="101" y="210"/>
                </a:lnTo>
                <a:lnTo>
                  <a:pt x="109" y="210"/>
                </a:lnTo>
                <a:lnTo>
                  <a:pt x="118" y="209"/>
                </a:lnTo>
                <a:lnTo>
                  <a:pt x="126" y="209"/>
                </a:lnTo>
                <a:lnTo>
                  <a:pt x="134" y="208"/>
                </a:lnTo>
                <a:lnTo>
                  <a:pt x="143" y="207"/>
                </a:lnTo>
                <a:lnTo>
                  <a:pt x="151" y="207"/>
                </a:lnTo>
                <a:lnTo>
                  <a:pt x="160" y="206"/>
                </a:lnTo>
                <a:lnTo>
                  <a:pt x="168" y="206"/>
                </a:lnTo>
                <a:lnTo>
                  <a:pt x="176" y="205"/>
                </a:lnTo>
                <a:lnTo>
                  <a:pt x="185" y="205"/>
                </a:lnTo>
                <a:lnTo>
                  <a:pt x="193" y="204"/>
                </a:lnTo>
                <a:lnTo>
                  <a:pt x="202" y="204"/>
                </a:lnTo>
                <a:lnTo>
                  <a:pt x="210" y="203"/>
                </a:lnTo>
                <a:lnTo>
                  <a:pt x="218" y="203"/>
                </a:lnTo>
                <a:lnTo>
                  <a:pt x="227" y="202"/>
                </a:lnTo>
                <a:lnTo>
                  <a:pt x="235" y="202"/>
                </a:lnTo>
                <a:lnTo>
                  <a:pt x="243" y="201"/>
                </a:lnTo>
                <a:lnTo>
                  <a:pt x="252" y="200"/>
                </a:lnTo>
                <a:lnTo>
                  <a:pt x="260" y="200"/>
                </a:lnTo>
                <a:lnTo>
                  <a:pt x="269" y="199"/>
                </a:lnTo>
                <a:lnTo>
                  <a:pt x="277" y="199"/>
                </a:lnTo>
                <a:lnTo>
                  <a:pt x="285" y="198"/>
                </a:lnTo>
                <a:lnTo>
                  <a:pt x="294" y="198"/>
                </a:lnTo>
                <a:lnTo>
                  <a:pt x="302" y="197"/>
                </a:lnTo>
                <a:lnTo>
                  <a:pt x="311" y="197"/>
                </a:lnTo>
                <a:lnTo>
                  <a:pt x="319" y="196"/>
                </a:lnTo>
                <a:lnTo>
                  <a:pt x="327" y="196"/>
                </a:lnTo>
                <a:lnTo>
                  <a:pt x="336" y="195"/>
                </a:lnTo>
                <a:lnTo>
                  <a:pt x="344" y="194"/>
                </a:lnTo>
                <a:lnTo>
                  <a:pt x="353" y="194"/>
                </a:lnTo>
                <a:lnTo>
                  <a:pt x="361" y="193"/>
                </a:lnTo>
                <a:lnTo>
                  <a:pt x="369" y="193"/>
                </a:lnTo>
                <a:lnTo>
                  <a:pt x="378" y="192"/>
                </a:lnTo>
                <a:lnTo>
                  <a:pt x="386" y="192"/>
                </a:lnTo>
                <a:lnTo>
                  <a:pt x="395" y="191"/>
                </a:lnTo>
                <a:lnTo>
                  <a:pt x="403" y="191"/>
                </a:lnTo>
                <a:lnTo>
                  <a:pt x="411" y="190"/>
                </a:lnTo>
                <a:lnTo>
                  <a:pt x="420" y="190"/>
                </a:lnTo>
                <a:lnTo>
                  <a:pt x="428" y="189"/>
                </a:lnTo>
                <a:lnTo>
                  <a:pt x="437" y="188"/>
                </a:lnTo>
                <a:lnTo>
                  <a:pt x="445" y="188"/>
                </a:lnTo>
                <a:lnTo>
                  <a:pt x="453" y="187"/>
                </a:lnTo>
                <a:lnTo>
                  <a:pt x="462" y="187"/>
                </a:lnTo>
                <a:lnTo>
                  <a:pt x="470" y="186"/>
                </a:lnTo>
                <a:lnTo>
                  <a:pt x="479" y="186"/>
                </a:lnTo>
                <a:lnTo>
                  <a:pt x="487" y="185"/>
                </a:lnTo>
                <a:lnTo>
                  <a:pt x="495" y="185"/>
                </a:lnTo>
                <a:lnTo>
                  <a:pt x="504" y="184"/>
                </a:lnTo>
                <a:lnTo>
                  <a:pt x="512" y="184"/>
                </a:lnTo>
                <a:lnTo>
                  <a:pt x="521" y="183"/>
                </a:lnTo>
                <a:lnTo>
                  <a:pt x="529" y="183"/>
                </a:lnTo>
                <a:lnTo>
                  <a:pt x="537" y="182"/>
                </a:lnTo>
                <a:lnTo>
                  <a:pt x="546" y="181"/>
                </a:lnTo>
                <a:lnTo>
                  <a:pt x="554" y="181"/>
                </a:lnTo>
                <a:lnTo>
                  <a:pt x="563" y="180"/>
                </a:lnTo>
                <a:lnTo>
                  <a:pt x="571" y="180"/>
                </a:lnTo>
                <a:lnTo>
                  <a:pt x="579" y="179"/>
                </a:lnTo>
                <a:lnTo>
                  <a:pt x="588" y="179"/>
                </a:lnTo>
                <a:lnTo>
                  <a:pt x="596" y="178"/>
                </a:lnTo>
                <a:lnTo>
                  <a:pt x="605" y="178"/>
                </a:lnTo>
                <a:lnTo>
                  <a:pt x="613" y="177"/>
                </a:lnTo>
                <a:lnTo>
                  <a:pt x="621" y="177"/>
                </a:lnTo>
                <a:lnTo>
                  <a:pt x="630" y="176"/>
                </a:lnTo>
                <a:lnTo>
                  <a:pt x="638" y="175"/>
                </a:lnTo>
                <a:lnTo>
                  <a:pt x="646" y="175"/>
                </a:lnTo>
                <a:lnTo>
                  <a:pt x="655" y="174"/>
                </a:lnTo>
                <a:lnTo>
                  <a:pt x="663" y="174"/>
                </a:lnTo>
                <a:lnTo>
                  <a:pt x="672" y="173"/>
                </a:lnTo>
                <a:lnTo>
                  <a:pt x="680" y="173"/>
                </a:lnTo>
                <a:lnTo>
                  <a:pt x="688" y="172"/>
                </a:lnTo>
                <a:lnTo>
                  <a:pt x="697" y="172"/>
                </a:lnTo>
                <a:lnTo>
                  <a:pt x="705" y="171"/>
                </a:lnTo>
                <a:lnTo>
                  <a:pt x="714" y="171"/>
                </a:lnTo>
                <a:lnTo>
                  <a:pt x="722" y="170"/>
                </a:lnTo>
                <a:lnTo>
                  <a:pt x="730" y="169"/>
                </a:lnTo>
                <a:lnTo>
                  <a:pt x="739" y="169"/>
                </a:lnTo>
                <a:lnTo>
                  <a:pt x="747" y="168"/>
                </a:lnTo>
                <a:lnTo>
                  <a:pt x="756" y="168"/>
                </a:lnTo>
                <a:lnTo>
                  <a:pt x="764" y="167"/>
                </a:lnTo>
                <a:lnTo>
                  <a:pt x="772" y="167"/>
                </a:lnTo>
                <a:lnTo>
                  <a:pt x="781" y="166"/>
                </a:lnTo>
                <a:lnTo>
                  <a:pt x="789" y="166"/>
                </a:lnTo>
                <a:lnTo>
                  <a:pt x="798" y="165"/>
                </a:lnTo>
                <a:lnTo>
                  <a:pt x="806" y="165"/>
                </a:lnTo>
                <a:lnTo>
                  <a:pt x="814" y="164"/>
                </a:lnTo>
                <a:lnTo>
                  <a:pt x="823" y="164"/>
                </a:lnTo>
                <a:lnTo>
                  <a:pt x="831" y="163"/>
                </a:lnTo>
                <a:lnTo>
                  <a:pt x="840" y="162"/>
                </a:lnTo>
                <a:lnTo>
                  <a:pt x="848" y="162"/>
                </a:lnTo>
                <a:lnTo>
                  <a:pt x="856" y="161"/>
                </a:lnTo>
                <a:lnTo>
                  <a:pt x="865" y="161"/>
                </a:lnTo>
                <a:lnTo>
                  <a:pt x="873" y="160"/>
                </a:lnTo>
                <a:lnTo>
                  <a:pt x="882" y="160"/>
                </a:lnTo>
                <a:lnTo>
                  <a:pt x="890" y="159"/>
                </a:lnTo>
                <a:lnTo>
                  <a:pt x="898" y="159"/>
                </a:lnTo>
                <a:lnTo>
                  <a:pt x="907" y="158"/>
                </a:lnTo>
                <a:lnTo>
                  <a:pt x="915" y="158"/>
                </a:lnTo>
                <a:lnTo>
                  <a:pt x="924" y="157"/>
                </a:lnTo>
                <a:lnTo>
                  <a:pt x="932" y="156"/>
                </a:lnTo>
                <a:lnTo>
                  <a:pt x="940" y="156"/>
                </a:lnTo>
                <a:lnTo>
                  <a:pt x="949" y="155"/>
                </a:lnTo>
                <a:lnTo>
                  <a:pt x="957" y="155"/>
                </a:lnTo>
                <a:lnTo>
                  <a:pt x="966" y="154"/>
                </a:lnTo>
                <a:lnTo>
                  <a:pt x="974" y="154"/>
                </a:lnTo>
                <a:lnTo>
                  <a:pt x="982" y="153"/>
                </a:lnTo>
                <a:lnTo>
                  <a:pt x="991" y="153"/>
                </a:lnTo>
                <a:lnTo>
                  <a:pt x="999" y="152"/>
                </a:lnTo>
                <a:lnTo>
                  <a:pt x="1008" y="152"/>
                </a:lnTo>
                <a:lnTo>
                  <a:pt x="1016" y="151"/>
                </a:lnTo>
                <a:lnTo>
                  <a:pt x="1024" y="151"/>
                </a:lnTo>
                <a:lnTo>
                  <a:pt x="1033" y="150"/>
                </a:lnTo>
                <a:lnTo>
                  <a:pt x="1041" y="149"/>
                </a:lnTo>
                <a:lnTo>
                  <a:pt x="1049" y="149"/>
                </a:lnTo>
                <a:lnTo>
                  <a:pt x="1058" y="148"/>
                </a:lnTo>
                <a:lnTo>
                  <a:pt x="1066" y="148"/>
                </a:lnTo>
                <a:lnTo>
                  <a:pt x="1075" y="147"/>
                </a:lnTo>
                <a:lnTo>
                  <a:pt x="1083" y="147"/>
                </a:lnTo>
                <a:lnTo>
                  <a:pt x="1091" y="146"/>
                </a:lnTo>
                <a:lnTo>
                  <a:pt x="1100" y="146"/>
                </a:lnTo>
                <a:lnTo>
                  <a:pt x="1108" y="145"/>
                </a:lnTo>
                <a:lnTo>
                  <a:pt x="1117" y="145"/>
                </a:lnTo>
                <a:lnTo>
                  <a:pt x="1125" y="144"/>
                </a:lnTo>
                <a:lnTo>
                  <a:pt x="1133" y="143"/>
                </a:lnTo>
                <a:lnTo>
                  <a:pt x="1142" y="143"/>
                </a:lnTo>
                <a:lnTo>
                  <a:pt x="1150" y="142"/>
                </a:lnTo>
                <a:lnTo>
                  <a:pt x="1159" y="142"/>
                </a:lnTo>
                <a:lnTo>
                  <a:pt x="1167" y="141"/>
                </a:lnTo>
                <a:lnTo>
                  <a:pt x="1175" y="141"/>
                </a:lnTo>
                <a:lnTo>
                  <a:pt x="1184" y="140"/>
                </a:lnTo>
                <a:lnTo>
                  <a:pt x="1192" y="140"/>
                </a:lnTo>
                <a:lnTo>
                  <a:pt x="1201" y="139"/>
                </a:lnTo>
                <a:lnTo>
                  <a:pt x="1209" y="139"/>
                </a:lnTo>
                <a:lnTo>
                  <a:pt x="1217" y="138"/>
                </a:lnTo>
                <a:lnTo>
                  <a:pt x="1226" y="137"/>
                </a:lnTo>
                <a:lnTo>
                  <a:pt x="1234" y="137"/>
                </a:lnTo>
                <a:lnTo>
                  <a:pt x="1243" y="136"/>
                </a:lnTo>
                <a:lnTo>
                  <a:pt x="1251" y="136"/>
                </a:lnTo>
                <a:lnTo>
                  <a:pt x="1259" y="135"/>
                </a:lnTo>
                <a:lnTo>
                  <a:pt x="1268" y="135"/>
                </a:lnTo>
                <a:lnTo>
                  <a:pt x="1276" y="134"/>
                </a:lnTo>
                <a:lnTo>
                  <a:pt x="1285" y="134"/>
                </a:lnTo>
                <a:lnTo>
                  <a:pt x="1293" y="133"/>
                </a:lnTo>
                <a:lnTo>
                  <a:pt x="1301" y="133"/>
                </a:lnTo>
                <a:lnTo>
                  <a:pt x="1310" y="132"/>
                </a:lnTo>
                <a:lnTo>
                  <a:pt x="1318" y="132"/>
                </a:lnTo>
                <a:lnTo>
                  <a:pt x="1327" y="131"/>
                </a:lnTo>
                <a:lnTo>
                  <a:pt x="1335" y="130"/>
                </a:lnTo>
                <a:lnTo>
                  <a:pt x="1343" y="130"/>
                </a:lnTo>
                <a:lnTo>
                  <a:pt x="1352" y="129"/>
                </a:lnTo>
                <a:lnTo>
                  <a:pt x="1360" y="129"/>
                </a:lnTo>
                <a:lnTo>
                  <a:pt x="1369" y="128"/>
                </a:lnTo>
                <a:lnTo>
                  <a:pt x="1377" y="128"/>
                </a:lnTo>
                <a:lnTo>
                  <a:pt x="1385" y="127"/>
                </a:lnTo>
                <a:lnTo>
                  <a:pt x="1394" y="127"/>
                </a:lnTo>
                <a:lnTo>
                  <a:pt x="1402" y="126"/>
                </a:lnTo>
                <a:lnTo>
                  <a:pt x="1411" y="126"/>
                </a:lnTo>
                <a:lnTo>
                  <a:pt x="1419" y="125"/>
                </a:lnTo>
                <a:lnTo>
                  <a:pt x="1427" y="124"/>
                </a:lnTo>
                <a:lnTo>
                  <a:pt x="1436" y="124"/>
                </a:lnTo>
                <a:lnTo>
                  <a:pt x="1444" y="123"/>
                </a:lnTo>
                <a:lnTo>
                  <a:pt x="1453" y="123"/>
                </a:lnTo>
                <a:lnTo>
                  <a:pt x="1461" y="122"/>
                </a:lnTo>
                <a:lnTo>
                  <a:pt x="1469" y="122"/>
                </a:lnTo>
                <a:lnTo>
                  <a:pt x="1478" y="121"/>
                </a:lnTo>
                <a:lnTo>
                  <a:pt x="1486" y="121"/>
                </a:lnTo>
                <a:lnTo>
                  <a:pt x="1494" y="120"/>
                </a:lnTo>
                <a:lnTo>
                  <a:pt x="1503" y="120"/>
                </a:lnTo>
                <a:lnTo>
                  <a:pt x="1511" y="119"/>
                </a:lnTo>
                <a:lnTo>
                  <a:pt x="1520" y="119"/>
                </a:lnTo>
                <a:lnTo>
                  <a:pt x="1528" y="118"/>
                </a:lnTo>
                <a:lnTo>
                  <a:pt x="1536" y="117"/>
                </a:lnTo>
                <a:lnTo>
                  <a:pt x="1545" y="117"/>
                </a:lnTo>
                <a:lnTo>
                  <a:pt x="1553" y="116"/>
                </a:lnTo>
                <a:lnTo>
                  <a:pt x="1562" y="116"/>
                </a:lnTo>
                <a:lnTo>
                  <a:pt x="1570" y="115"/>
                </a:lnTo>
                <a:lnTo>
                  <a:pt x="1578" y="115"/>
                </a:lnTo>
                <a:lnTo>
                  <a:pt x="1587" y="114"/>
                </a:lnTo>
                <a:lnTo>
                  <a:pt x="1595" y="114"/>
                </a:lnTo>
                <a:lnTo>
                  <a:pt x="1604" y="113"/>
                </a:lnTo>
                <a:lnTo>
                  <a:pt x="1612" y="113"/>
                </a:lnTo>
                <a:lnTo>
                  <a:pt x="1620" y="112"/>
                </a:lnTo>
                <a:lnTo>
                  <a:pt x="1629" y="111"/>
                </a:lnTo>
                <a:lnTo>
                  <a:pt x="1637" y="111"/>
                </a:lnTo>
                <a:lnTo>
                  <a:pt x="1646" y="110"/>
                </a:lnTo>
                <a:lnTo>
                  <a:pt x="1654" y="110"/>
                </a:lnTo>
                <a:lnTo>
                  <a:pt x="1662" y="109"/>
                </a:lnTo>
                <a:lnTo>
                  <a:pt x="1671" y="109"/>
                </a:lnTo>
                <a:lnTo>
                  <a:pt x="1679" y="108"/>
                </a:lnTo>
                <a:lnTo>
                  <a:pt x="1688" y="108"/>
                </a:lnTo>
                <a:lnTo>
                  <a:pt x="1696" y="107"/>
                </a:lnTo>
                <a:lnTo>
                  <a:pt x="1704" y="107"/>
                </a:lnTo>
                <a:lnTo>
                  <a:pt x="1713" y="106"/>
                </a:lnTo>
                <a:lnTo>
                  <a:pt x="1721" y="105"/>
                </a:lnTo>
                <a:lnTo>
                  <a:pt x="1730" y="105"/>
                </a:lnTo>
                <a:lnTo>
                  <a:pt x="1738" y="104"/>
                </a:lnTo>
                <a:lnTo>
                  <a:pt x="1746" y="104"/>
                </a:lnTo>
                <a:lnTo>
                  <a:pt x="1755" y="103"/>
                </a:lnTo>
                <a:lnTo>
                  <a:pt x="1763" y="103"/>
                </a:lnTo>
                <a:lnTo>
                  <a:pt x="1772" y="102"/>
                </a:lnTo>
                <a:lnTo>
                  <a:pt x="1780" y="102"/>
                </a:lnTo>
                <a:lnTo>
                  <a:pt x="1788" y="101"/>
                </a:lnTo>
                <a:lnTo>
                  <a:pt x="1797" y="101"/>
                </a:lnTo>
                <a:lnTo>
                  <a:pt x="1805" y="100"/>
                </a:lnTo>
                <a:lnTo>
                  <a:pt x="1814" y="100"/>
                </a:lnTo>
                <a:lnTo>
                  <a:pt x="1822" y="99"/>
                </a:lnTo>
                <a:lnTo>
                  <a:pt x="1830" y="98"/>
                </a:lnTo>
                <a:lnTo>
                  <a:pt x="1839" y="98"/>
                </a:lnTo>
                <a:lnTo>
                  <a:pt x="1847" y="97"/>
                </a:lnTo>
                <a:lnTo>
                  <a:pt x="1856" y="97"/>
                </a:lnTo>
                <a:lnTo>
                  <a:pt x="1864" y="96"/>
                </a:lnTo>
                <a:lnTo>
                  <a:pt x="1872" y="96"/>
                </a:lnTo>
                <a:lnTo>
                  <a:pt x="1881" y="95"/>
                </a:lnTo>
                <a:lnTo>
                  <a:pt x="1889" y="95"/>
                </a:lnTo>
                <a:lnTo>
                  <a:pt x="1897" y="94"/>
                </a:lnTo>
                <a:lnTo>
                  <a:pt x="1906" y="94"/>
                </a:lnTo>
                <a:lnTo>
                  <a:pt x="1914" y="93"/>
                </a:lnTo>
                <a:lnTo>
                  <a:pt x="1923" y="92"/>
                </a:lnTo>
                <a:lnTo>
                  <a:pt x="1931" y="92"/>
                </a:lnTo>
                <a:lnTo>
                  <a:pt x="1939" y="91"/>
                </a:lnTo>
                <a:lnTo>
                  <a:pt x="1948" y="91"/>
                </a:lnTo>
                <a:lnTo>
                  <a:pt x="1956" y="90"/>
                </a:lnTo>
                <a:lnTo>
                  <a:pt x="1965" y="90"/>
                </a:lnTo>
                <a:lnTo>
                  <a:pt x="1973" y="89"/>
                </a:lnTo>
                <a:lnTo>
                  <a:pt x="1981" y="89"/>
                </a:lnTo>
                <a:lnTo>
                  <a:pt x="1990" y="88"/>
                </a:lnTo>
                <a:lnTo>
                  <a:pt x="1998" y="88"/>
                </a:lnTo>
                <a:lnTo>
                  <a:pt x="2007" y="87"/>
                </a:lnTo>
                <a:lnTo>
                  <a:pt x="2015" y="87"/>
                </a:lnTo>
                <a:lnTo>
                  <a:pt x="2023" y="86"/>
                </a:lnTo>
                <a:lnTo>
                  <a:pt x="2032" y="85"/>
                </a:lnTo>
                <a:lnTo>
                  <a:pt x="2040" y="85"/>
                </a:lnTo>
                <a:lnTo>
                  <a:pt x="2049" y="84"/>
                </a:lnTo>
                <a:lnTo>
                  <a:pt x="2057" y="84"/>
                </a:lnTo>
                <a:lnTo>
                  <a:pt x="2065" y="83"/>
                </a:lnTo>
                <a:lnTo>
                  <a:pt x="2074" y="83"/>
                </a:lnTo>
                <a:lnTo>
                  <a:pt x="2082" y="82"/>
                </a:lnTo>
                <a:lnTo>
                  <a:pt x="2091" y="82"/>
                </a:lnTo>
                <a:lnTo>
                  <a:pt x="2099" y="81"/>
                </a:lnTo>
                <a:lnTo>
                  <a:pt x="2107" y="81"/>
                </a:lnTo>
                <a:lnTo>
                  <a:pt x="2116" y="80"/>
                </a:lnTo>
                <a:lnTo>
                  <a:pt x="2124" y="79"/>
                </a:lnTo>
                <a:lnTo>
                  <a:pt x="2133" y="79"/>
                </a:lnTo>
                <a:lnTo>
                  <a:pt x="2141" y="78"/>
                </a:lnTo>
                <a:lnTo>
                  <a:pt x="2149" y="78"/>
                </a:lnTo>
                <a:lnTo>
                  <a:pt x="2158" y="77"/>
                </a:lnTo>
                <a:lnTo>
                  <a:pt x="2166" y="77"/>
                </a:lnTo>
                <a:lnTo>
                  <a:pt x="2175" y="76"/>
                </a:lnTo>
                <a:lnTo>
                  <a:pt x="2183" y="76"/>
                </a:lnTo>
                <a:lnTo>
                  <a:pt x="2191" y="75"/>
                </a:lnTo>
                <a:lnTo>
                  <a:pt x="2200" y="75"/>
                </a:lnTo>
                <a:lnTo>
                  <a:pt x="2208" y="74"/>
                </a:lnTo>
                <a:lnTo>
                  <a:pt x="2217" y="73"/>
                </a:lnTo>
                <a:lnTo>
                  <a:pt x="2225" y="73"/>
                </a:lnTo>
                <a:lnTo>
                  <a:pt x="2233" y="72"/>
                </a:lnTo>
                <a:lnTo>
                  <a:pt x="2242" y="72"/>
                </a:lnTo>
                <a:lnTo>
                  <a:pt x="2250" y="71"/>
                </a:lnTo>
                <a:lnTo>
                  <a:pt x="2259" y="71"/>
                </a:lnTo>
                <a:lnTo>
                  <a:pt x="2267" y="70"/>
                </a:lnTo>
                <a:lnTo>
                  <a:pt x="2275" y="70"/>
                </a:lnTo>
                <a:lnTo>
                  <a:pt x="2284" y="69"/>
                </a:lnTo>
                <a:lnTo>
                  <a:pt x="2292" y="69"/>
                </a:lnTo>
                <a:lnTo>
                  <a:pt x="2301" y="68"/>
                </a:lnTo>
                <a:lnTo>
                  <a:pt x="2309" y="68"/>
                </a:lnTo>
                <a:lnTo>
                  <a:pt x="2317" y="67"/>
                </a:lnTo>
                <a:lnTo>
                  <a:pt x="2326" y="66"/>
                </a:lnTo>
                <a:lnTo>
                  <a:pt x="2334" y="66"/>
                </a:lnTo>
                <a:lnTo>
                  <a:pt x="2342" y="65"/>
                </a:lnTo>
                <a:lnTo>
                  <a:pt x="2351" y="65"/>
                </a:lnTo>
                <a:lnTo>
                  <a:pt x="2359" y="64"/>
                </a:lnTo>
                <a:lnTo>
                  <a:pt x="2368" y="64"/>
                </a:lnTo>
                <a:lnTo>
                  <a:pt x="2376" y="63"/>
                </a:lnTo>
                <a:lnTo>
                  <a:pt x="2384" y="63"/>
                </a:lnTo>
                <a:lnTo>
                  <a:pt x="2393" y="62"/>
                </a:lnTo>
                <a:lnTo>
                  <a:pt x="2401" y="62"/>
                </a:lnTo>
                <a:lnTo>
                  <a:pt x="2410" y="61"/>
                </a:lnTo>
                <a:lnTo>
                  <a:pt x="2418" y="60"/>
                </a:lnTo>
                <a:lnTo>
                  <a:pt x="2426" y="60"/>
                </a:lnTo>
                <a:lnTo>
                  <a:pt x="2435" y="59"/>
                </a:lnTo>
                <a:lnTo>
                  <a:pt x="2443" y="59"/>
                </a:lnTo>
                <a:lnTo>
                  <a:pt x="2452" y="58"/>
                </a:lnTo>
                <a:lnTo>
                  <a:pt x="2460" y="58"/>
                </a:lnTo>
                <a:lnTo>
                  <a:pt x="2468" y="57"/>
                </a:lnTo>
                <a:lnTo>
                  <a:pt x="2477" y="57"/>
                </a:lnTo>
                <a:lnTo>
                  <a:pt x="2485" y="56"/>
                </a:lnTo>
                <a:lnTo>
                  <a:pt x="2494" y="56"/>
                </a:lnTo>
                <a:lnTo>
                  <a:pt x="2502" y="55"/>
                </a:lnTo>
                <a:lnTo>
                  <a:pt x="2510" y="55"/>
                </a:lnTo>
                <a:lnTo>
                  <a:pt x="2519" y="54"/>
                </a:lnTo>
                <a:lnTo>
                  <a:pt x="2527" y="53"/>
                </a:lnTo>
                <a:lnTo>
                  <a:pt x="2536" y="53"/>
                </a:lnTo>
                <a:lnTo>
                  <a:pt x="2544" y="52"/>
                </a:lnTo>
                <a:lnTo>
                  <a:pt x="2552" y="52"/>
                </a:lnTo>
                <a:lnTo>
                  <a:pt x="2561" y="51"/>
                </a:lnTo>
                <a:lnTo>
                  <a:pt x="2569" y="51"/>
                </a:lnTo>
                <a:lnTo>
                  <a:pt x="2578" y="50"/>
                </a:lnTo>
                <a:lnTo>
                  <a:pt x="2586" y="50"/>
                </a:lnTo>
                <a:lnTo>
                  <a:pt x="2594" y="49"/>
                </a:lnTo>
                <a:lnTo>
                  <a:pt x="2603" y="49"/>
                </a:lnTo>
                <a:lnTo>
                  <a:pt x="2611" y="48"/>
                </a:lnTo>
                <a:lnTo>
                  <a:pt x="2620" y="47"/>
                </a:lnTo>
                <a:lnTo>
                  <a:pt x="2628" y="47"/>
                </a:lnTo>
                <a:lnTo>
                  <a:pt x="2636" y="46"/>
                </a:lnTo>
                <a:lnTo>
                  <a:pt x="2645" y="46"/>
                </a:lnTo>
                <a:lnTo>
                  <a:pt x="2653" y="45"/>
                </a:lnTo>
                <a:lnTo>
                  <a:pt x="2662" y="45"/>
                </a:lnTo>
                <a:lnTo>
                  <a:pt x="2670" y="44"/>
                </a:lnTo>
                <a:lnTo>
                  <a:pt x="2678" y="44"/>
                </a:lnTo>
                <a:lnTo>
                  <a:pt x="2687" y="43"/>
                </a:lnTo>
                <a:lnTo>
                  <a:pt x="2695" y="43"/>
                </a:lnTo>
                <a:lnTo>
                  <a:pt x="2704" y="42"/>
                </a:lnTo>
                <a:lnTo>
                  <a:pt x="2712" y="41"/>
                </a:lnTo>
                <a:lnTo>
                  <a:pt x="2720" y="41"/>
                </a:lnTo>
                <a:lnTo>
                  <a:pt x="2729" y="40"/>
                </a:lnTo>
                <a:lnTo>
                  <a:pt x="2737" y="40"/>
                </a:lnTo>
                <a:lnTo>
                  <a:pt x="2745" y="39"/>
                </a:lnTo>
                <a:lnTo>
                  <a:pt x="2754" y="39"/>
                </a:lnTo>
                <a:lnTo>
                  <a:pt x="2762" y="38"/>
                </a:lnTo>
                <a:lnTo>
                  <a:pt x="2771" y="38"/>
                </a:lnTo>
                <a:lnTo>
                  <a:pt x="2779" y="37"/>
                </a:lnTo>
                <a:lnTo>
                  <a:pt x="2787" y="37"/>
                </a:lnTo>
                <a:lnTo>
                  <a:pt x="2796" y="36"/>
                </a:lnTo>
                <a:lnTo>
                  <a:pt x="2804" y="36"/>
                </a:lnTo>
                <a:lnTo>
                  <a:pt x="2813" y="35"/>
                </a:lnTo>
                <a:lnTo>
                  <a:pt x="2821" y="34"/>
                </a:lnTo>
                <a:lnTo>
                  <a:pt x="2829" y="34"/>
                </a:lnTo>
                <a:lnTo>
                  <a:pt x="2838" y="33"/>
                </a:lnTo>
                <a:lnTo>
                  <a:pt x="2846" y="33"/>
                </a:lnTo>
                <a:lnTo>
                  <a:pt x="2855" y="32"/>
                </a:lnTo>
                <a:lnTo>
                  <a:pt x="2863" y="32"/>
                </a:lnTo>
                <a:lnTo>
                  <a:pt x="2871" y="31"/>
                </a:lnTo>
                <a:lnTo>
                  <a:pt x="2880" y="31"/>
                </a:lnTo>
                <a:lnTo>
                  <a:pt x="2888" y="30"/>
                </a:lnTo>
                <a:lnTo>
                  <a:pt x="2897" y="30"/>
                </a:lnTo>
                <a:lnTo>
                  <a:pt x="2905" y="29"/>
                </a:lnTo>
                <a:lnTo>
                  <a:pt x="2913" y="28"/>
                </a:lnTo>
                <a:lnTo>
                  <a:pt x="2922" y="28"/>
                </a:lnTo>
                <a:lnTo>
                  <a:pt x="2930" y="27"/>
                </a:lnTo>
                <a:lnTo>
                  <a:pt x="2939" y="27"/>
                </a:lnTo>
                <a:lnTo>
                  <a:pt x="2947" y="26"/>
                </a:lnTo>
                <a:lnTo>
                  <a:pt x="2955" y="26"/>
                </a:lnTo>
                <a:lnTo>
                  <a:pt x="2964" y="25"/>
                </a:lnTo>
                <a:lnTo>
                  <a:pt x="2972" y="25"/>
                </a:lnTo>
                <a:lnTo>
                  <a:pt x="2981" y="24"/>
                </a:lnTo>
                <a:lnTo>
                  <a:pt x="2989" y="24"/>
                </a:lnTo>
                <a:lnTo>
                  <a:pt x="2997" y="23"/>
                </a:lnTo>
                <a:lnTo>
                  <a:pt x="3006" y="23"/>
                </a:lnTo>
                <a:lnTo>
                  <a:pt x="3014" y="22"/>
                </a:lnTo>
                <a:lnTo>
                  <a:pt x="3023" y="21"/>
                </a:lnTo>
                <a:lnTo>
                  <a:pt x="3031" y="21"/>
                </a:lnTo>
                <a:lnTo>
                  <a:pt x="3039" y="20"/>
                </a:lnTo>
                <a:lnTo>
                  <a:pt x="3048" y="20"/>
                </a:lnTo>
                <a:lnTo>
                  <a:pt x="3056" y="19"/>
                </a:lnTo>
                <a:lnTo>
                  <a:pt x="3065" y="19"/>
                </a:lnTo>
                <a:lnTo>
                  <a:pt x="3073" y="18"/>
                </a:lnTo>
                <a:lnTo>
                  <a:pt x="3081" y="18"/>
                </a:lnTo>
                <a:lnTo>
                  <a:pt x="3090" y="17"/>
                </a:lnTo>
                <a:lnTo>
                  <a:pt x="3098" y="17"/>
                </a:lnTo>
                <a:lnTo>
                  <a:pt x="3107" y="16"/>
                </a:lnTo>
                <a:lnTo>
                  <a:pt x="3115" y="15"/>
                </a:lnTo>
                <a:lnTo>
                  <a:pt x="3123" y="15"/>
                </a:lnTo>
                <a:lnTo>
                  <a:pt x="3132" y="14"/>
                </a:lnTo>
                <a:lnTo>
                  <a:pt x="3140" y="14"/>
                </a:lnTo>
                <a:lnTo>
                  <a:pt x="3148" y="13"/>
                </a:lnTo>
                <a:lnTo>
                  <a:pt x="3157" y="13"/>
                </a:lnTo>
                <a:lnTo>
                  <a:pt x="3165" y="12"/>
                </a:lnTo>
                <a:lnTo>
                  <a:pt x="3174" y="12"/>
                </a:lnTo>
                <a:lnTo>
                  <a:pt x="3182" y="11"/>
                </a:lnTo>
                <a:lnTo>
                  <a:pt x="3190" y="11"/>
                </a:lnTo>
                <a:lnTo>
                  <a:pt x="3199" y="10"/>
                </a:lnTo>
                <a:lnTo>
                  <a:pt x="3207" y="9"/>
                </a:lnTo>
                <a:lnTo>
                  <a:pt x="3216" y="9"/>
                </a:lnTo>
                <a:lnTo>
                  <a:pt x="3224" y="8"/>
                </a:lnTo>
                <a:lnTo>
                  <a:pt x="3232" y="8"/>
                </a:lnTo>
                <a:lnTo>
                  <a:pt x="3241" y="7"/>
                </a:lnTo>
                <a:lnTo>
                  <a:pt x="3249" y="7"/>
                </a:lnTo>
                <a:lnTo>
                  <a:pt x="3258" y="6"/>
                </a:lnTo>
                <a:lnTo>
                  <a:pt x="3266" y="6"/>
                </a:lnTo>
                <a:lnTo>
                  <a:pt x="3274" y="5"/>
                </a:lnTo>
                <a:lnTo>
                  <a:pt x="3283" y="5"/>
                </a:lnTo>
                <a:lnTo>
                  <a:pt x="3291" y="4"/>
                </a:lnTo>
                <a:lnTo>
                  <a:pt x="3300" y="4"/>
                </a:lnTo>
                <a:lnTo>
                  <a:pt x="3308" y="3"/>
                </a:lnTo>
                <a:lnTo>
                  <a:pt x="3316" y="2"/>
                </a:lnTo>
                <a:lnTo>
                  <a:pt x="3325" y="2"/>
                </a:lnTo>
                <a:lnTo>
                  <a:pt x="3333" y="1"/>
                </a:lnTo>
                <a:lnTo>
                  <a:pt x="3342" y="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459028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Good fit</a:t>
            </a:r>
          </a:p>
        </p:txBody>
      </p:sp>
      <p:cxnSp>
        <p:nvCxnSpPr>
          <p:cNvPr id="20" name="Connector 19"/>
          <p:cNvCxnSpPr/>
          <p:nvPr/>
        </p:nvCxnSpPr>
        <p:spPr>
          <a:xfrm>
            <a:off x="4590288" y="5440680"/>
            <a:ext cx="306323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45902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7562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43159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4590288" y="3258007"/>
            <a:ext cx="3063240" cy="1534363"/>
          </a:xfrm>
          <a:custGeom>
            <a:avLst/>
            <a:gdLst/>
            <a:ahLst/>
            <a:cxnLst/>
            <a:rect l="l" t="t" r="r" b="b"/>
            <a:pathLst>
              <a:path w="3350" h="1678">
                <a:moveTo>
                  <a:pt x="0" y="417"/>
                </a:moveTo>
                <a:lnTo>
                  <a:pt x="8" y="431"/>
                </a:lnTo>
                <a:lnTo>
                  <a:pt x="17" y="444"/>
                </a:lnTo>
                <a:lnTo>
                  <a:pt x="25" y="458"/>
                </a:lnTo>
                <a:lnTo>
                  <a:pt x="34" y="471"/>
                </a:lnTo>
                <a:lnTo>
                  <a:pt x="42" y="484"/>
                </a:lnTo>
                <a:lnTo>
                  <a:pt x="50" y="497"/>
                </a:lnTo>
                <a:lnTo>
                  <a:pt x="59" y="510"/>
                </a:lnTo>
                <a:lnTo>
                  <a:pt x="67" y="524"/>
                </a:lnTo>
                <a:lnTo>
                  <a:pt x="76" y="537"/>
                </a:lnTo>
                <a:lnTo>
                  <a:pt x="84" y="549"/>
                </a:lnTo>
                <a:lnTo>
                  <a:pt x="92" y="562"/>
                </a:lnTo>
                <a:lnTo>
                  <a:pt x="101" y="575"/>
                </a:lnTo>
                <a:lnTo>
                  <a:pt x="109" y="588"/>
                </a:lnTo>
                <a:lnTo>
                  <a:pt x="118" y="600"/>
                </a:lnTo>
                <a:lnTo>
                  <a:pt x="126" y="613"/>
                </a:lnTo>
                <a:lnTo>
                  <a:pt x="134" y="625"/>
                </a:lnTo>
                <a:lnTo>
                  <a:pt x="143" y="638"/>
                </a:lnTo>
                <a:lnTo>
                  <a:pt x="151" y="650"/>
                </a:lnTo>
                <a:lnTo>
                  <a:pt x="160" y="662"/>
                </a:lnTo>
                <a:lnTo>
                  <a:pt x="168" y="674"/>
                </a:lnTo>
                <a:lnTo>
                  <a:pt x="176" y="687"/>
                </a:lnTo>
                <a:lnTo>
                  <a:pt x="185" y="699"/>
                </a:lnTo>
                <a:lnTo>
                  <a:pt x="193" y="711"/>
                </a:lnTo>
                <a:lnTo>
                  <a:pt x="202" y="722"/>
                </a:lnTo>
                <a:lnTo>
                  <a:pt x="210" y="734"/>
                </a:lnTo>
                <a:lnTo>
                  <a:pt x="218" y="746"/>
                </a:lnTo>
                <a:lnTo>
                  <a:pt x="227" y="758"/>
                </a:lnTo>
                <a:lnTo>
                  <a:pt x="235" y="769"/>
                </a:lnTo>
                <a:lnTo>
                  <a:pt x="243" y="781"/>
                </a:lnTo>
                <a:lnTo>
                  <a:pt x="252" y="792"/>
                </a:lnTo>
                <a:lnTo>
                  <a:pt x="260" y="804"/>
                </a:lnTo>
                <a:lnTo>
                  <a:pt x="269" y="815"/>
                </a:lnTo>
                <a:lnTo>
                  <a:pt x="277" y="826"/>
                </a:lnTo>
                <a:lnTo>
                  <a:pt x="285" y="837"/>
                </a:lnTo>
                <a:lnTo>
                  <a:pt x="294" y="848"/>
                </a:lnTo>
                <a:lnTo>
                  <a:pt x="302" y="859"/>
                </a:lnTo>
                <a:lnTo>
                  <a:pt x="311" y="870"/>
                </a:lnTo>
                <a:lnTo>
                  <a:pt x="319" y="881"/>
                </a:lnTo>
                <a:lnTo>
                  <a:pt x="327" y="892"/>
                </a:lnTo>
                <a:lnTo>
                  <a:pt x="336" y="903"/>
                </a:lnTo>
                <a:lnTo>
                  <a:pt x="344" y="913"/>
                </a:lnTo>
                <a:lnTo>
                  <a:pt x="353" y="924"/>
                </a:lnTo>
                <a:lnTo>
                  <a:pt x="361" y="934"/>
                </a:lnTo>
                <a:lnTo>
                  <a:pt x="369" y="945"/>
                </a:lnTo>
                <a:lnTo>
                  <a:pt x="378" y="955"/>
                </a:lnTo>
                <a:lnTo>
                  <a:pt x="386" y="965"/>
                </a:lnTo>
                <a:lnTo>
                  <a:pt x="395" y="975"/>
                </a:lnTo>
                <a:lnTo>
                  <a:pt x="403" y="986"/>
                </a:lnTo>
                <a:lnTo>
                  <a:pt x="411" y="996"/>
                </a:lnTo>
                <a:lnTo>
                  <a:pt x="420" y="1006"/>
                </a:lnTo>
                <a:lnTo>
                  <a:pt x="428" y="1015"/>
                </a:lnTo>
                <a:lnTo>
                  <a:pt x="437" y="1025"/>
                </a:lnTo>
                <a:lnTo>
                  <a:pt x="445" y="1035"/>
                </a:lnTo>
                <a:lnTo>
                  <a:pt x="453" y="1045"/>
                </a:lnTo>
                <a:lnTo>
                  <a:pt x="462" y="1054"/>
                </a:lnTo>
                <a:lnTo>
                  <a:pt x="470" y="1064"/>
                </a:lnTo>
                <a:lnTo>
                  <a:pt x="479" y="1073"/>
                </a:lnTo>
                <a:lnTo>
                  <a:pt x="487" y="1083"/>
                </a:lnTo>
                <a:lnTo>
                  <a:pt x="495" y="1092"/>
                </a:lnTo>
                <a:lnTo>
                  <a:pt x="504" y="1101"/>
                </a:lnTo>
                <a:lnTo>
                  <a:pt x="512" y="1110"/>
                </a:lnTo>
                <a:lnTo>
                  <a:pt x="521" y="1120"/>
                </a:lnTo>
                <a:lnTo>
                  <a:pt x="529" y="1129"/>
                </a:lnTo>
                <a:lnTo>
                  <a:pt x="537" y="1137"/>
                </a:lnTo>
                <a:lnTo>
                  <a:pt x="546" y="1146"/>
                </a:lnTo>
                <a:lnTo>
                  <a:pt x="554" y="1155"/>
                </a:lnTo>
                <a:lnTo>
                  <a:pt x="563" y="1164"/>
                </a:lnTo>
                <a:lnTo>
                  <a:pt x="571" y="1173"/>
                </a:lnTo>
                <a:lnTo>
                  <a:pt x="579" y="1181"/>
                </a:lnTo>
                <a:lnTo>
                  <a:pt x="588" y="1190"/>
                </a:lnTo>
                <a:lnTo>
                  <a:pt x="596" y="1198"/>
                </a:lnTo>
                <a:lnTo>
                  <a:pt x="605" y="1206"/>
                </a:lnTo>
                <a:lnTo>
                  <a:pt x="613" y="1215"/>
                </a:lnTo>
                <a:lnTo>
                  <a:pt x="621" y="1223"/>
                </a:lnTo>
                <a:lnTo>
                  <a:pt x="630" y="1231"/>
                </a:lnTo>
                <a:lnTo>
                  <a:pt x="638" y="1239"/>
                </a:lnTo>
                <a:lnTo>
                  <a:pt x="646" y="1247"/>
                </a:lnTo>
                <a:lnTo>
                  <a:pt x="655" y="1255"/>
                </a:lnTo>
                <a:lnTo>
                  <a:pt x="663" y="1263"/>
                </a:lnTo>
                <a:lnTo>
                  <a:pt x="672" y="1271"/>
                </a:lnTo>
                <a:lnTo>
                  <a:pt x="680" y="1278"/>
                </a:lnTo>
                <a:lnTo>
                  <a:pt x="688" y="1286"/>
                </a:lnTo>
                <a:lnTo>
                  <a:pt x="697" y="1293"/>
                </a:lnTo>
                <a:lnTo>
                  <a:pt x="705" y="1301"/>
                </a:lnTo>
                <a:lnTo>
                  <a:pt x="714" y="1308"/>
                </a:lnTo>
                <a:lnTo>
                  <a:pt x="722" y="1316"/>
                </a:lnTo>
                <a:lnTo>
                  <a:pt x="730" y="1323"/>
                </a:lnTo>
                <a:lnTo>
                  <a:pt x="739" y="1330"/>
                </a:lnTo>
                <a:lnTo>
                  <a:pt x="747" y="1337"/>
                </a:lnTo>
                <a:lnTo>
                  <a:pt x="756" y="1344"/>
                </a:lnTo>
                <a:lnTo>
                  <a:pt x="764" y="1351"/>
                </a:lnTo>
                <a:lnTo>
                  <a:pt x="772" y="1358"/>
                </a:lnTo>
                <a:lnTo>
                  <a:pt x="781" y="1365"/>
                </a:lnTo>
                <a:lnTo>
                  <a:pt x="789" y="1372"/>
                </a:lnTo>
                <a:lnTo>
                  <a:pt x="798" y="1378"/>
                </a:lnTo>
                <a:lnTo>
                  <a:pt x="806" y="1385"/>
                </a:lnTo>
                <a:lnTo>
                  <a:pt x="814" y="1391"/>
                </a:lnTo>
                <a:lnTo>
                  <a:pt x="823" y="1398"/>
                </a:lnTo>
                <a:lnTo>
                  <a:pt x="831" y="1404"/>
                </a:lnTo>
                <a:lnTo>
                  <a:pt x="840" y="1411"/>
                </a:lnTo>
                <a:lnTo>
                  <a:pt x="848" y="1417"/>
                </a:lnTo>
                <a:lnTo>
                  <a:pt x="856" y="1423"/>
                </a:lnTo>
                <a:lnTo>
                  <a:pt x="865" y="1429"/>
                </a:lnTo>
                <a:lnTo>
                  <a:pt x="873" y="1435"/>
                </a:lnTo>
                <a:lnTo>
                  <a:pt x="882" y="1441"/>
                </a:lnTo>
                <a:lnTo>
                  <a:pt x="890" y="1447"/>
                </a:lnTo>
                <a:lnTo>
                  <a:pt x="898" y="1453"/>
                </a:lnTo>
                <a:lnTo>
                  <a:pt x="907" y="1458"/>
                </a:lnTo>
                <a:lnTo>
                  <a:pt x="915" y="1464"/>
                </a:lnTo>
                <a:lnTo>
                  <a:pt x="924" y="1469"/>
                </a:lnTo>
                <a:lnTo>
                  <a:pt x="932" y="1475"/>
                </a:lnTo>
                <a:lnTo>
                  <a:pt x="940" y="1480"/>
                </a:lnTo>
                <a:lnTo>
                  <a:pt x="949" y="1486"/>
                </a:lnTo>
                <a:lnTo>
                  <a:pt x="957" y="1491"/>
                </a:lnTo>
                <a:lnTo>
                  <a:pt x="966" y="1496"/>
                </a:lnTo>
                <a:lnTo>
                  <a:pt x="974" y="1501"/>
                </a:lnTo>
                <a:lnTo>
                  <a:pt x="982" y="1506"/>
                </a:lnTo>
                <a:lnTo>
                  <a:pt x="991" y="1511"/>
                </a:lnTo>
                <a:lnTo>
                  <a:pt x="999" y="1516"/>
                </a:lnTo>
                <a:lnTo>
                  <a:pt x="1008" y="1521"/>
                </a:lnTo>
                <a:lnTo>
                  <a:pt x="1016" y="1526"/>
                </a:lnTo>
                <a:lnTo>
                  <a:pt x="1024" y="1531"/>
                </a:lnTo>
                <a:lnTo>
                  <a:pt x="1033" y="1535"/>
                </a:lnTo>
                <a:lnTo>
                  <a:pt x="1041" y="1540"/>
                </a:lnTo>
                <a:lnTo>
                  <a:pt x="1049" y="1544"/>
                </a:lnTo>
                <a:lnTo>
                  <a:pt x="1058" y="1549"/>
                </a:lnTo>
                <a:lnTo>
                  <a:pt x="1066" y="1553"/>
                </a:lnTo>
                <a:lnTo>
                  <a:pt x="1075" y="1557"/>
                </a:lnTo>
                <a:lnTo>
                  <a:pt x="1083" y="1561"/>
                </a:lnTo>
                <a:lnTo>
                  <a:pt x="1091" y="1565"/>
                </a:lnTo>
                <a:lnTo>
                  <a:pt x="1100" y="1569"/>
                </a:lnTo>
                <a:lnTo>
                  <a:pt x="1108" y="1573"/>
                </a:lnTo>
                <a:lnTo>
                  <a:pt x="1117" y="1577"/>
                </a:lnTo>
                <a:lnTo>
                  <a:pt x="1125" y="1581"/>
                </a:lnTo>
                <a:lnTo>
                  <a:pt x="1133" y="1585"/>
                </a:lnTo>
                <a:lnTo>
                  <a:pt x="1142" y="1588"/>
                </a:lnTo>
                <a:lnTo>
                  <a:pt x="1150" y="1592"/>
                </a:lnTo>
                <a:lnTo>
                  <a:pt x="1159" y="1596"/>
                </a:lnTo>
                <a:lnTo>
                  <a:pt x="1167" y="1599"/>
                </a:lnTo>
                <a:lnTo>
                  <a:pt x="1175" y="1602"/>
                </a:lnTo>
                <a:lnTo>
                  <a:pt x="1184" y="1606"/>
                </a:lnTo>
                <a:lnTo>
                  <a:pt x="1192" y="1609"/>
                </a:lnTo>
                <a:lnTo>
                  <a:pt x="1201" y="1612"/>
                </a:lnTo>
                <a:lnTo>
                  <a:pt x="1209" y="1615"/>
                </a:lnTo>
                <a:lnTo>
                  <a:pt x="1217" y="1618"/>
                </a:lnTo>
                <a:lnTo>
                  <a:pt x="1226" y="1621"/>
                </a:lnTo>
                <a:lnTo>
                  <a:pt x="1234" y="1624"/>
                </a:lnTo>
                <a:lnTo>
                  <a:pt x="1243" y="1627"/>
                </a:lnTo>
                <a:lnTo>
                  <a:pt x="1251" y="1629"/>
                </a:lnTo>
                <a:lnTo>
                  <a:pt x="1259" y="1632"/>
                </a:lnTo>
                <a:lnTo>
                  <a:pt x="1268" y="1634"/>
                </a:lnTo>
                <a:lnTo>
                  <a:pt x="1276" y="1637"/>
                </a:lnTo>
                <a:lnTo>
                  <a:pt x="1285" y="1639"/>
                </a:lnTo>
                <a:lnTo>
                  <a:pt x="1293" y="1642"/>
                </a:lnTo>
                <a:lnTo>
                  <a:pt x="1301" y="1644"/>
                </a:lnTo>
                <a:lnTo>
                  <a:pt x="1310" y="1646"/>
                </a:lnTo>
                <a:lnTo>
                  <a:pt x="1318" y="1648"/>
                </a:lnTo>
                <a:lnTo>
                  <a:pt x="1327" y="1650"/>
                </a:lnTo>
                <a:lnTo>
                  <a:pt x="1335" y="1652"/>
                </a:lnTo>
                <a:lnTo>
                  <a:pt x="1343" y="1654"/>
                </a:lnTo>
                <a:lnTo>
                  <a:pt x="1352" y="1656"/>
                </a:lnTo>
                <a:lnTo>
                  <a:pt x="1360" y="1658"/>
                </a:lnTo>
                <a:lnTo>
                  <a:pt x="1369" y="1659"/>
                </a:lnTo>
                <a:lnTo>
                  <a:pt x="1377" y="1661"/>
                </a:lnTo>
                <a:lnTo>
                  <a:pt x="1385" y="1662"/>
                </a:lnTo>
                <a:lnTo>
                  <a:pt x="1394" y="1664"/>
                </a:lnTo>
                <a:lnTo>
                  <a:pt x="1402" y="1665"/>
                </a:lnTo>
                <a:lnTo>
                  <a:pt x="1411" y="1667"/>
                </a:lnTo>
                <a:lnTo>
                  <a:pt x="1419" y="1668"/>
                </a:lnTo>
                <a:lnTo>
                  <a:pt x="1427" y="1669"/>
                </a:lnTo>
                <a:lnTo>
                  <a:pt x="1436" y="1670"/>
                </a:lnTo>
                <a:lnTo>
                  <a:pt x="1444" y="1671"/>
                </a:lnTo>
                <a:lnTo>
                  <a:pt x="1453" y="1672"/>
                </a:lnTo>
                <a:lnTo>
                  <a:pt x="1461" y="1673"/>
                </a:lnTo>
                <a:lnTo>
                  <a:pt x="1469" y="1674"/>
                </a:lnTo>
                <a:lnTo>
                  <a:pt x="1478" y="1674"/>
                </a:lnTo>
                <a:lnTo>
                  <a:pt x="1486" y="1675"/>
                </a:lnTo>
                <a:lnTo>
                  <a:pt x="1494" y="1676"/>
                </a:lnTo>
                <a:lnTo>
                  <a:pt x="1503" y="1676"/>
                </a:lnTo>
                <a:lnTo>
                  <a:pt x="1511" y="1677"/>
                </a:lnTo>
                <a:lnTo>
                  <a:pt x="1520" y="1677"/>
                </a:lnTo>
                <a:lnTo>
                  <a:pt x="1528" y="1677"/>
                </a:lnTo>
                <a:lnTo>
                  <a:pt x="1536" y="1677"/>
                </a:lnTo>
                <a:lnTo>
                  <a:pt x="1545" y="1678"/>
                </a:lnTo>
                <a:lnTo>
                  <a:pt x="1553" y="1678"/>
                </a:lnTo>
                <a:lnTo>
                  <a:pt x="1562" y="1678"/>
                </a:lnTo>
                <a:lnTo>
                  <a:pt x="1570" y="1677"/>
                </a:lnTo>
                <a:lnTo>
                  <a:pt x="1578" y="1677"/>
                </a:lnTo>
                <a:lnTo>
                  <a:pt x="1587" y="1677"/>
                </a:lnTo>
                <a:lnTo>
                  <a:pt x="1595" y="1677"/>
                </a:lnTo>
                <a:lnTo>
                  <a:pt x="1604" y="1676"/>
                </a:lnTo>
                <a:lnTo>
                  <a:pt x="1612" y="1676"/>
                </a:lnTo>
                <a:lnTo>
                  <a:pt x="1620" y="1675"/>
                </a:lnTo>
                <a:lnTo>
                  <a:pt x="1629" y="1675"/>
                </a:lnTo>
                <a:lnTo>
                  <a:pt x="1637" y="1674"/>
                </a:lnTo>
                <a:lnTo>
                  <a:pt x="1646" y="1673"/>
                </a:lnTo>
                <a:lnTo>
                  <a:pt x="1654" y="1673"/>
                </a:lnTo>
                <a:lnTo>
                  <a:pt x="1662" y="1672"/>
                </a:lnTo>
                <a:lnTo>
                  <a:pt x="1671" y="1671"/>
                </a:lnTo>
                <a:lnTo>
                  <a:pt x="1679" y="1670"/>
                </a:lnTo>
                <a:lnTo>
                  <a:pt x="1688" y="1669"/>
                </a:lnTo>
                <a:lnTo>
                  <a:pt x="1696" y="1667"/>
                </a:lnTo>
                <a:lnTo>
                  <a:pt x="1704" y="1666"/>
                </a:lnTo>
                <a:lnTo>
                  <a:pt x="1713" y="1665"/>
                </a:lnTo>
                <a:lnTo>
                  <a:pt x="1721" y="1663"/>
                </a:lnTo>
                <a:lnTo>
                  <a:pt x="1730" y="1662"/>
                </a:lnTo>
                <a:lnTo>
                  <a:pt x="1738" y="1660"/>
                </a:lnTo>
                <a:lnTo>
                  <a:pt x="1746" y="1659"/>
                </a:lnTo>
                <a:lnTo>
                  <a:pt x="1755" y="1657"/>
                </a:lnTo>
                <a:lnTo>
                  <a:pt x="1763" y="1655"/>
                </a:lnTo>
                <a:lnTo>
                  <a:pt x="1772" y="1653"/>
                </a:lnTo>
                <a:lnTo>
                  <a:pt x="1780" y="1651"/>
                </a:lnTo>
                <a:lnTo>
                  <a:pt x="1788" y="1649"/>
                </a:lnTo>
                <a:lnTo>
                  <a:pt x="1797" y="1647"/>
                </a:lnTo>
                <a:lnTo>
                  <a:pt x="1805" y="1645"/>
                </a:lnTo>
                <a:lnTo>
                  <a:pt x="1814" y="1643"/>
                </a:lnTo>
                <a:lnTo>
                  <a:pt x="1822" y="1641"/>
                </a:lnTo>
                <a:lnTo>
                  <a:pt x="1830" y="1638"/>
                </a:lnTo>
                <a:lnTo>
                  <a:pt x="1839" y="1636"/>
                </a:lnTo>
                <a:lnTo>
                  <a:pt x="1847" y="1633"/>
                </a:lnTo>
                <a:lnTo>
                  <a:pt x="1856" y="1631"/>
                </a:lnTo>
                <a:lnTo>
                  <a:pt x="1864" y="1628"/>
                </a:lnTo>
                <a:lnTo>
                  <a:pt x="1872" y="1625"/>
                </a:lnTo>
                <a:lnTo>
                  <a:pt x="1881" y="1623"/>
                </a:lnTo>
                <a:lnTo>
                  <a:pt x="1889" y="1620"/>
                </a:lnTo>
                <a:lnTo>
                  <a:pt x="1897" y="1617"/>
                </a:lnTo>
                <a:lnTo>
                  <a:pt x="1906" y="1614"/>
                </a:lnTo>
                <a:lnTo>
                  <a:pt x="1914" y="1611"/>
                </a:lnTo>
                <a:lnTo>
                  <a:pt x="1923" y="1607"/>
                </a:lnTo>
                <a:lnTo>
                  <a:pt x="1931" y="1604"/>
                </a:lnTo>
                <a:lnTo>
                  <a:pt x="1939" y="1601"/>
                </a:lnTo>
                <a:lnTo>
                  <a:pt x="1948" y="1597"/>
                </a:lnTo>
                <a:lnTo>
                  <a:pt x="1956" y="1594"/>
                </a:lnTo>
                <a:lnTo>
                  <a:pt x="1965" y="1590"/>
                </a:lnTo>
                <a:lnTo>
                  <a:pt x="1973" y="1587"/>
                </a:lnTo>
                <a:lnTo>
                  <a:pt x="1981" y="1583"/>
                </a:lnTo>
                <a:lnTo>
                  <a:pt x="1990" y="1579"/>
                </a:lnTo>
                <a:lnTo>
                  <a:pt x="1998" y="1576"/>
                </a:lnTo>
                <a:lnTo>
                  <a:pt x="2007" y="1572"/>
                </a:lnTo>
                <a:lnTo>
                  <a:pt x="2015" y="1568"/>
                </a:lnTo>
                <a:lnTo>
                  <a:pt x="2023" y="1564"/>
                </a:lnTo>
                <a:lnTo>
                  <a:pt x="2032" y="1559"/>
                </a:lnTo>
                <a:lnTo>
                  <a:pt x="2040" y="1555"/>
                </a:lnTo>
                <a:lnTo>
                  <a:pt x="2049" y="1551"/>
                </a:lnTo>
                <a:lnTo>
                  <a:pt x="2057" y="1547"/>
                </a:lnTo>
                <a:lnTo>
                  <a:pt x="2065" y="1542"/>
                </a:lnTo>
                <a:lnTo>
                  <a:pt x="2074" y="1538"/>
                </a:lnTo>
                <a:lnTo>
                  <a:pt x="2082" y="1533"/>
                </a:lnTo>
                <a:lnTo>
                  <a:pt x="2091" y="1529"/>
                </a:lnTo>
                <a:lnTo>
                  <a:pt x="2099" y="1524"/>
                </a:lnTo>
                <a:lnTo>
                  <a:pt x="2107" y="1519"/>
                </a:lnTo>
                <a:lnTo>
                  <a:pt x="2116" y="1514"/>
                </a:lnTo>
                <a:lnTo>
                  <a:pt x="2124" y="1509"/>
                </a:lnTo>
                <a:lnTo>
                  <a:pt x="2133" y="1504"/>
                </a:lnTo>
                <a:lnTo>
                  <a:pt x="2141" y="1499"/>
                </a:lnTo>
                <a:lnTo>
                  <a:pt x="2149" y="1494"/>
                </a:lnTo>
                <a:lnTo>
                  <a:pt x="2158" y="1489"/>
                </a:lnTo>
                <a:lnTo>
                  <a:pt x="2166" y="1483"/>
                </a:lnTo>
                <a:lnTo>
                  <a:pt x="2175" y="1478"/>
                </a:lnTo>
                <a:lnTo>
                  <a:pt x="2183" y="1473"/>
                </a:lnTo>
                <a:lnTo>
                  <a:pt x="2191" y="1467"/>
                </a:lnTo>
                <a:lnTo>
                  <a:pt x="2200" y="1461"/>
                </a:lnTo>
                <a:lnTo>
                  <a:pt x="2208" y="1456"/>
                </a:lnTo>
                <a:lnTo>
                  <a:pt x="2217" y="1450"/>
                </a:lnTo>
                <a:lnTo>
                  <a:pt x="2225" y="1444"/>
                </a:lnTo>
                <a:lnTo>
                  <a:pt x="2233" y="1438"/>
                </a:lnTo>
                <a:lnTo>
                  <a:pt x="2242" y="1432"/>
                </a:lnTo>
                <a:lnTo>
                  <a:pt x="2250" y="1426"/>
                </a:lnTo>
                <a:lnTo>
                  <a:pt x="2259" y="1420"/>
                </a:lnTo>
                <a:lnTo>
                  <a:pt x="2267" y="1414"/>
                </a:lnTo>
                <a:lnTo>
                  <a:pt x="2275" y="1408"/>
                </a:lnTo>
                <a:lnTo>
                  <a:pt x="2284" y="1401"/>
                </a:lnTo>
                <a:lnTo>
                  <a:pt x="2292" y="1395"/>
                </a:lnTo>
                <a:lnTo>
                  <a:pt x="2301" y="1389"/>
                </a:lnTo>
                <a:lnTo>
                  <a:pt x="2309" y="1382"/>
                </a:lnTo>
                <a:lnTo>
                  <a:pt x="2317" y="1375"/>
                </a:lnTo>
                <a:lnTo>
                  <a:pt x="2326" y="1369"/>
                </a:lnTo>
                <a:lnTo>
                  <a:pt x="2334" y="1362"/>
                </a:lnTo>
                <a:lnTo>
                  <a:pt x="2342" y="1355"/>
                </a:lnTo>
                <a:lnTo>
                  <a:pt x="2351" y="1348"/>
                </a:lnTo>
                <a:lnTo>
                  <a:pt x="2359" y="1341"/>
                </a:lnTo>
                <a:lnTo>
                  <a:pt x="2368" y="1334"/>
                </a:lnTo>
                <a:lnTo>
                  <a:pt x="2376" y="1327"/>
                </a:lnTo>
                <a:lnTo>
                  <a:pt x="2384" y="1320"/>
                </a:lnTo>
                <a:lnTo>
                  <a:pt x="2393" y="1312"/>
                </a:lnTo>
                <a:lnTo>
                  <a:pt x="2401" y="1305"/>
                </a:lnTo>
                <a:lnTo>
                  <a:pt x="2410" y="1298"/>
                </a:lnTo>
                <a:lnTo>
                  <a:pt x="2418" y="1290"/>
                </a:lnTo>
                <a:lnTo>
                  <a:pt x="2426" y="1283"/>
                </a:lnTo>
                <a:lnTo>
                  <a:pt x="2435" y="1275"/>
                </a:lnTo>
                <a:lnTo>
                  <a:pt x="2443" y="1267"/>
                </a:lnTo>
                <a:lnTo>
                  <a:pt x="2452" y="1259"/>
                </a:lnTo>
                <a:lnTo>
                  <a:pt x="2460" y="1252"/>
                </a:lnTo>
                <a:lnTo>
                  <a:pt x="2468" y="1244"/>
                </a:lnTo>
                <a:lnTo>
                  <a:pt x="2477" y="1236"/>
                </a:lnTo>
                <a:lnTo>
                  <a:pt x="2485" y="1227"/>
                </a:lnTo>
                <a:lnTo>
                  <a:pt x="2494" y="1219"/>
                </a:lnTo>
                <a:lnTo>
                  <a:pt x="2502" y="1211"/>
                </a:lnTo>
                <a:lnTo>
                  <a:pt x="2510" y="1203"/>
                </a:lnTo>
                <a:lnTo>
                  <a:pt x="2519" y="1194"/>
                </a:lnTo>
                <a:lnTo>
                  <a:pt x="2527" y="1186"/>
                </a:lnTo>
                <a:lnTo>
                  <a:pt x="2536" y="1177"/>
                </a:lnTo>
                <a:lnTo>
                  <a:pt x="2544" y="1169"/>
                </a:lnTo>
                <a:lnTo>
                  <a:pt x="2552" y="1160"/>
                </a:lnTo>
                <a:lnTo>
                  <a:pt x="2561" y="1151"/>
                </a:lnTo>
                <a:lnTo>
                  <a:pt x="2569" y="1142"/>
                </a:lnTo>
                <a:lnTo>
                  <a:pt x="2578" y="1134"/>
                </a:lnTo>
                <a:lnTo>
                  <a:pt x="2586" y="1125"/>
                </a:lnTo>
                <a:lnTo>
                  <a:pt x="2594" y="1116"/>
                </a:lnTo>
                <a:lnTo>
                  <a:pt x="2603" y="1106"/>
                </a:lnTo>
                <a:lnTo>
                  <a:pt x="2611" y="1097"/>
                </a:lnTo>
                <a:lnTo>
                  <a:pt x="2620" y="1088"/>
                </a:lnTo>
                <a:lnTo>
                  <a:pt x="2628" y="1079"/>
                </a:lnTo>
                <a:lnTo>
                  <a:pt x="2636" y="1069"/>
                </a:lnTo>
                <a:lnTo>
                  <a:pt x="2645" y="1060"/>
                </a:lnTo>
                <a:lnTo>
                  <a:pt x="2653" y="1050"/>
                </a:lnTo>
                <a:lnTo>
                  <a:pt x="2662" y="1041"/>
                </a:lnTo>
                <a:lnTo>
                  <a:pt x="2670" y="1031"/>
                </a:lnTo>
                <a:lnTo>
                  <a:pt x="2678" y="1021"/>
                </a:lnTo>
                <a:lnTo>
                  <a:pt x="2687" y="1011"/>
                </a:lnTo>
                <a:lnTo>
                  <a:pt x="2695" y="1001"/>
                </a:lnTo>
                <a:lnTo>
                  <a:pt x="2704" y="991"/>
                </a:lnTo>
                <a:lnTo>
                  <a:pt x="2712" y="981"/>
                </a:lnTo>
                <a:lnTo>
                  <a:pt x="2720" y="971"/>
                </a:lnTo>
                <a:lnTo>
                  <a:pt x="2729" y="961"/>
                </a:lnTo>
                <a:lnTo>
                  <a:pt x="2737" y="950"/>
                </a:lnTo>
                <a:lnTo>
                  <a:pt x="2745" y="940"/>
                </a:lnTo>
                <a:lnTo>
                  <a:pt x="2754" y="930"/>
                </a:lnTo>
                <a:lnTo>
                  <a:pt x="2762" y="919"/>
                </a:lnTo>
                <a:lnTo>
                  <a:pt x="2771" y="909"/>
                </a:lnTo>
                <a:lnTo>
                  <a:pt x="2779" y="898"/>
                </a:lnTo>
                <a:lnTo>
                  <a:pt x="2787" y="887"/>
                </a:lnTo>
                <a:lnTo>
                  <a:pt x="2796" y="876"/>
                </a:lnTo>
                <a:lnTo>
                  <a:pt x="2804" y="865"/>
                </a:lnTo>
                <a:lnTo>
                  <a:pt x="2813" y="855"/>
                </a:lnTo>
                <a:lnTo>
                  <a:pt x="2821" y="843"/>
                </a:lnTo>
                <a:lnTo>
                  <a:pt x="2829" y="832"/>
                </a:lnTo>
                <a:lnTo>
                  <a:pt x="2838" y="821"/>
                </a:lnTo>
                <a:lnTo>
                  <a:pt x="2846" y="810"/>
                </a:lnTo>
                <a:lnTo>
                  <a:pt x="2855" y="799"/>
                </a:lnTo>
                <a:lnTo>
                  <a:pt x="2863" y="787"/>
                </a:lnTo>
                <a:lnTo>
                  <a:pt x="2871" y="776"/>
                </a:lnTo>
                <a:lnTo>
                  <a:pt x="2880" y="764"/>
                </a:lnTo>
                <a:lnTo>
                  <a:pt x="2888" y="753"/>
                </a:lnTo>
                <a:lnTo>
                  <a:pt x="2897" y="741"/>
                </a:lnTo>
                <a:lnTo>
                  <a:pt x="2905" y="729"/>
                </a:lnTo>
                <a:lnTo>
                  <a:pt x="2913" y="717"/>
                </a:lnTo>
                <a:lnTo>
                  <a:pt x="2922" y="705"/>
                </a:lnTo>
                <a:lnTo>
                  <a:pt x="2930" y="693"/>
                </a:lnTo>
                <a:lnTo>
                  <a:pt x="2939" y="681"/>
                </a:lnTo>
                <a:lnTo>
                  <a:pt x="2947" y="669"/>
                </a:lnTo>
                <a:lnTo>
                  <a:pt x="2955" y="657"/>
                </a:lnTo>
                <a:lnTo>
                  <a:pt x="2964" y="645"/>
                </a:lnTo>
                <a:lnTo>
                  <a:pt x="2972" y="632"/>
                </a:lnTo>
                <a:lnTo>
                  <a:pt x="2981" y="620"/>
                </a:lnTo>
                <a:lnTo>
                  <a:pt x="2989" y="607"/>
                </a:lnTo>
                <a:lnTo>
                  <a:pt x="2997" y="595"/>
                </a:lnTo>
                <a:lnTo>
                  <a:pt x="3006" y="582"/>
                </a:lnTo>
                <a:lnTo>
                  <a:pt x="3014" y="569"/>
                </a:lnTo>
                <a:lnTo>
                  <a:pt x="3023" y="557"/>
                </a:lnTo>
                <a:lnTo>
                  <a:pt x="3031" y="544"/>
                </a:lnTo>
                <a:lnTo>
                  <a:pt x="3039" y="531"/>
                </a:lnTo>
                <a:lnTo>
                  <a:pt x="3048" y="518"/>
                </a:lnTo>
                <a:lnTo>
                  <a:pt x="3056" y="505"/>
                </a:lnTo>
                <a:lnTo>
                  <a:pt x="3065" y="492"/>
                </a:lnTo>
                <a:lnTo>
                  <a:pt x="3073" y="478"/>
                </a:lnTo>
                <a:lnTo>
                  <a:pt x="3081" y="465"/>
                </a:lnTo>
                <a:lnTo>
                  <a:pt x="3090" y="452"/>
                </a:lnTo>
                <a:lnTo>
                  <a:pt x="3098" y="438"/>
                </a:lnTo>
                <a:lnTo>
                  <a:pt x="3107" y="425"/>
                </a:lnTo>
                <a:lnTo>
                  <a:pt x="3115" y="411"/>
                </a:lnTo>
                <a:lnTo>
                  <a:pt x="3123" y="397"/>
                </a:lnTo>
                <a:lnTo>
                  <a:pt x="3132" y="384"/>
                </a:lnTo>
                <a:lnTo>
                  <a:pt x="3140" y="370"/>
                </a:lnTo>
                <a:lnTo>
                  <a:pt x="3148" y="356"/>
                </a:lnTo>
                <a:lnTo>
                  <a:pt x="3157" y="342"/>
                </a:lnTo>
                <a:lnTo>
                  <a:pt x="3165" y="328"/>
                </a:lnTo>
                <a:lnTo>
                  <a:pt x="3174" y="314"/>
                </a:lnTo>
                <a:lnTo>
                  <a:pt x="3182" y="300"/>
                </a:lnTo>
                <a:lnTo>
                  <a:pt x="3190" y="285"/>
                </a:lnTo>
                <a:lnTo>
                  <a:pt x="3199" y="271"/>
                </a:lnTo>
                <a:lnTo>
                  <a:pt x="3207" y="257"/>
                </a:lnTo>
                <a:lnTo>
                  <a:pt x="3216" y="242"/>
                </a:lnTo>
                <a:lnTo>
                  <a:pt x="3224" y="228"/>
                </a:lnTo>
                <a:lnTo>
                  <a:pt x="3232" y="213"/>
                </a:lnTo>
                <a:lnTo>
                  <a:pt x="3241" y="198"/>
                </a:lnTo>
                <a:lnTo>
                  <a:pt x="3249" y="183"/>
                </a:lnTo>
                <a:lnTo>
                  <a:pt x="3258" y="169"/>
                </a:lnTo>
                <a:lnTo>
                  <a:pt x="3266" y="154"/>
                </a:lnTo>
                <a:lnTo>
                  <a:pt x="3274" y="139"/>
                </a:lnTo>
                <a:lnTo>
                  <a:pt x="3283" y="124"/>
                </a:lnTo>
                <a:lnTo>
                  <a:pt x="3291" y="108"/>
                </a:lnTo>
                <a:lnTo>
                  <a:pt x="3300" y="93"/>
                </a:lnTo>
                <a:lnTo>
                  <a:pt x="3308" y="78"/>
                </a:lnTo>
                <a:lnTo>
                  <a:pt x="3316" y="63"/>
                </a:lnTo>
                <a:lnTo>
                  <a:pt x="3325" y="47"/>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4590288" y="2836469"/>
            <a:ext cx="3055925" cy="1898294"/>
          </a:xfrm>
          <a:custGeom>
            <a:avLst/>
            <a:gdLst/>
            <a:ahLst/>
            <a:cxnLst/>
            <a:rect l="l" t="t" r="r" b="b"/>
            <a:pathLst>
              <a:path w="3342" h="2076">
                <a:moveTo>
                  <a:pt x="0" y="992"/>
                </a:moveTo>
                <a:lnTo>
                  <a:pt x="8" y="1005"/>
                </a:lnTo>
                <a:lnTo>
                  <a:pt x="17" y="1017"/>
                </a:lnTo>
                <a:lnTo>
                  <a:pt x="25" y="1030"/>
                </a:lnTo>
                <a:lnTo>
                  <a:pt x="34" y="1043"/>
                </a:lnTo>
                <a:lnTo>
                  <a:pt x="42" y="1056"/>
                </a:lnTo>
                <a:lnTo>
                  <a:pt x="50" y="1068"/>
                </a:lnTo>
                <a:lnTo>
                  <a:pt x="59" y="1081"/>
                </a:lnTo>
                <a:lnTo>
                  <a:pt x="67" y="1093"/>
                </a:lnTo>
                <a:lnTo>
                  <a:pt x="76" y="1105"/>
                </a:lnTo>
                <a:lnTo>
                  <a:pt x="84" y="1118"/>
                </a:lnTo>
                <a:lnTo>
                  <a:pt x="92" y="1130"/>
                </a:lnTo>
                <a:lnTo>
                  <a:pt x="101" y="1142"/>
                </a:lnTo>
                <a:lnTo>
                  <a:pt x="109" y="1154"/>
                </a:lnTo>
                <a:lnTo>
                  <a:pt x="118" y="1166"/>
                </a:lnTo>
                <a:lnTo>
                  <a:pt x="126" y="1178"/>
                </a:lnTo>
                <a:lnTo>
                  <a:pt x="134" y="1190"/>
                </a:lnTo>
                <a:lnTo>
                  <a:pt x="143" y="1201"/>
                </a:lnTo>
                <a:lnTo>
                  <a:pt x="151" y="1213"/>
                </a:lnTo>
                <a:lnTo>
                  <a:pt x="160" y="1224"/>
                </a:lnTo>
                <a:lnTo>
                  <a:pt x="168" y="1236"/>
                </a:lnTo>
                <a:lnTo>
                  <a:pt x="176" y="1247"/>
                </a:lnTo>
                <a:lnTo>
                  <a:pt x="185" y="1259"/>
                </a:lnTo>
                <a:lnTo>
                  <a:pt x="193" y="1270"/>
                </a:lnTo>
                <a:lnTo>
                  <a:pt x="202" y="1281"/>
                </a:lnTo>
                <a:lnTo>
                  <a:pt x="210" y="1292"/>
                </a:lnTo>
                <a:lnTo>
                  <a:pt x="218" y="1303"/>
                </a:lnTo>
                <a:lnTo>
                  <a:pt x="227" y="1314"/>
                </a:lnTo>
                <a:lnTo>
                  <a:pt x="235" y="1325"/>
                </a:lnTo>
                <a:lnTo>
                  <a:pt x="243" y="1336"/>
                </a:lnTo>
                <a:lnTo>
                  <a:pt x="252" y="1346"/>
                </a:lnTo>
                <a:lnTo>
                  <a:pt x="260" y="1357"/>
                </a:lnTo>
                <a:lnTo>
                  <a:pt x="269" y="1368"/>
                </a:lnTo>
                <a:lnTo>
                  <a:pt x="277" y="1378"/>
                </a:lnTo>
                <a:lnTo>
                  <a:pt x="285" y="1388"/>
                </a:lnTo>
                <a:lnTo>
                  <a:pt x="294" y="1399"/>
                </a:lnTo>
                <a:lnTo>
                  <a:pt x="302" y="1409"/>
                </a:lnTo>
                <a:lnTo>
                  <a:pt x="311" y="1419"/>
                </a:lnTo>
                <a:lnTo>
                  <a:pt x="319" y="1429"/>
                </a:lnTo>
                <a:lnTo>
                  <a:pt x="327" y="1439"/>
                </a:lnTo>
                <a:lnTo>
                  <a:pt x="336" y="1449"/>
                </a:lnTo>
                <a:lnTo>
                  <a:pt x="344" y="1459"/>
                </a:lnTo>
                <a:lnTo>
                  <a:pt x="353" y="1469"/>
                </a:lnTo>
                <a:lnTo>
                  <a:pt x="361" y="1478"/>
                </a:lnTo>
                <a:lnTo>
                  <a:pt x="369" y="1488"/>
                </a:lnTo>
                <a:lnTo>
                  <a:pt x="378" y="1497"/>
                </a:lnTo>
                <a:lnTo>
                  <a:pt x="386" y="1507"/>
                </a:lnTo>
                <a:lnTo>
                  <a:pt x="395" y="1516"/>
                </a:lnTo>
                <a:lnTo>
                  <a:pt x="403" y="1526"/>
                </a:lnTo>
                <a:lnTo>
                  <a:pt x="411" y="1535"/>
                </a:lnTo>
                <a:lnTo>
                  <a:pt x="420" y="1544"/>
                </a:lnTo>
                <a:lnTo>
                  <a:pt x="428" y="1553"/>
                </a:lnTo>
                <a:lnTo>
                  <a:pt x="437" y="1562"/>
                </a:lnTo>
                <a:lnTo>
                  <a:pt x="445" y="1571"/>
                </a:lnTo>
                <a:lnTo>
                  <a:pt x="453" y="1580"/>
                </a:lnTo>
                <a:lnTo>
                  <a:pt x="462" y="1589"/>
                </a:lnTo>
                <a:lnTo>
                  <a:pt x="470" y="1597"/>
                </a:lnTo>
                <a:lnTo>
                  <a:pt x="479" y="1606"/>
                </a:lnTo>
                <a:lnTo>
                  <a:pt x="487" y="1614"/>
                </a:lnTo>
                <a:lnTo>
                  <a:pt x="495" y="1623"/>
                </a:lnTo>
                <a:lnTo>
                  <a:pt x="504" y="1631"/>
                </a:lnTo>
                <a:lnTo>
                  <a:pt x="512" y="1639"/>
                </a:lnTo>
                <a:lnTo>
                  <a:pt x="521" y="1648"/>
                </a:lnTo>
                <a:lnTo>
                  <a:pt x="529" y="1656"/>
                </a:lnTo>
                <a:lnTo>
                  <a:pt x="537" y="1664"/>
                </a:lnTo>
                <a:lnTo>
                  <a:pt x="546" y="1672"/>
                </a:lnTo>
                <a:lnTo>
                  <a:pt x="554" y="1680"/>
                </a:lnTo>
                <a:lnTo>
                  <a:pt x="563" y="1687"/>
                </a:lnTo>
                <a:lnTo>
                  <a:pt x="571" y="1695"/>
                </a:lnTo>
                <a:lnTo>
                  <a:pt x="579" y="1703"/>
                </a:lnTo>
                <a:lnTo>
                  <a:pt x="588" y="1710"/>
                </a:lnTo>
                <a:lnTo>
                  <a:pt x="596" y="1718"/>
                </a:lnTo>
                <a:lnTo>
                  <a:pt x="605" y="1725"/>
                </a:lnTo>
                <a:lnTo>
                  <a:pt x="613" y="1733"/>
                </a:lnTo>
                <a:lnTo>
                  <a:pt x="621" y="1740"/>
                </a:lnTo>
                <a:lnTo>
                  <a:pt x="630" y="1747"/>
                </a:lnTo>
                <a:lnTo>
                  <a:pt x="638" y="1754"/>
                </a:lnTo>
                <a:lnTo>
                  <a:pt x="646" y="1761"/>
                </a:lnTo>
                <a:lnTo>
                  <a:pt x="655" y="1768"/>
                </a:lnTo>
                <a:lnTo>
                  <a:pt x="663" y="1775"/>
                </a:lnTo>
                <a:lnTo>
                  <a:pt x="672" y="1782"/>
                </a:lnTo>
                <a:lnTo>
                  <a:pt x="680" y="1789"/>
                </a:lnTo>
                <a:lnTo>
                  <a:pt x="688" y="1795"/>
                </a:lnTo>
                <a:lnTo>
                  <a:pt x="697" y="1802"/>
                </a:lnTo>
                <a:lnTo>
                  <a:pt x="705" y="1808"/>
                </a:lnTo>
                <a:lnTo>
                  <a:pt x="714" y="1815"/>
                </a:lnTo>
                <a:lnTo>
                  <a:pt x="722" y="1821"/>
                </a:lnTo>
                <a:lnTo>
                  <a:pt x="730" y="1828"/>
                </a:lnTo>
                <a:lnTo>
                  <a:pt x="739" y="1834"/>
                </a:lnTo>
                <a:lnTo>
                  <a:pt x="747" y="1840"/>
                </a:lnTo>
                <a:lnTo>
                  <a:pt x="756" y="1846"/>
                </a:lnTo>
                <a:lnTo>
                  <a:pt x="764" y="1852"/>
                </a:lnTo>
                <a:lnTo>
                  <a:pt x="772" y="1858"/>
                </a:lnTo>
                <a:lnTo>
                  <a:pt x="781" y="1863"/>
                </a:lnTo>
                <a:lnTo>
                  <a:pt x="789" y="1869"/>
                </a:lnTo>
                <a:lnTo>
                  <a:pt x="798" y="1875"/>
                </a:lnTo>
                <a:lnTo>
                  <a:pt x="806" y="1880"/>
                </a:lnTo>
                <a:lnTo>
                  <a:pt x="814" y="1886"/>
                </a:lnTo>
                <a:lnTo>
                  <a:pt x="823" y="1891"/>
                </a:lnTo>
                <a:lnTo>
                  <a:pt x="831" y="1897"/>
                </a:lnTo>
                <a:lnTo>
                  <a:pt x="840" y="1902"/>
                </a:lnTo>
                <a:lnTo>
                  <a:pt x="848" y="1907"/>
                </a:lnTo>
                <a:lnTo>
                  <a:pt x="856" y="1912"/>
                </a:lnTo>
                <a:lnTo>
                  <a:pt x="865" y="1917"/>
                </a:lnTo>
                <a:lnTo>
                  <a:pt x="873" y="1922"/>
                </a:lnTo>
                <a:lnTo>
                  <a:pt x="882" y="1927"/>
                </a:lnTo>
                <a:lnTo>
                  <a:pt x="890" y="1932"/>
                </a:lnTo>
                <a:lnTo>
                  <a:pt x="898" y="1936"/>
                </a:lnTo>
                <a:lnTo>
                  <a:pt x="907" y="1941"/>
                </a:lnTo>
                <a:lnTo>
                  <a:pt x="915" y="1946"/>
                </a:lnTo>
                <a:lnTo>
                  <a:pt x="924" y="1950"/>
                </a:lnTo>
                <a:lnTo>
                  <a:pt x="932" y="1954"/>
                </a:lnTo>
                <a:lnTo>
                  <a:pt x="940" y="1959"/>
                </a:lnTo>
                <a:lnTo>
                  <a:pt x="949" y="1963"/>
                </a:lnTo>
                <a:lnTo>
                  <a:pt x="957" y="1967"/>
                </a:lnTo>
                <a:lnTo>
                  <a:pt x="966" y="1971"/>
                </a:lnTo>
                <a:lnTo>
                  <a:pt x="974" y="1975"/>
                </a:lnTo>
                <a:lnTo>
                  <a:pt x="982" y="1979"/>
                </a:lnTo>
                <a:lnTo>
                  <a:pt x="991" y="1983"/>
                </a:lnTo>
                <a:lnTo>
                  <a:pt x="999" y="1987"/>
                </a:lnTo>
                <a:lnTo>
                  <a:pt x="1008" y="1991"/>
                </a:lnTo>
                <a:lnTo>
                  <a:pt x="1016" y="1994"/>
                </a:lnTo>
                <a:lnTo>
                  <a:pt x="1024" y="1998"/>
                </a:lnTo>
                <a:lnTo>
                  <a:pt x="1033" y="2001"/>
                </a:lnTo>
                <a:lnTo>
                  <a:pt x="1041" y="2005"/>
                </a:lnTo>
                <a:lnTo>
                  <a:pt x="1049" y="2008"/>
                </a:lnTo>
                <a:lnTo>
                  <a:pt x="1058" y="2011"/>
                </a:lnTo>
                <a:lnTo>
                  <a:pt x="1066" y="2014"/>
                </a:lnTo>
                <a:lnTo>
                  <a:pt x="1075" y="2017"/>
                </a:lnTo>
                <a:lnTo>
                  <a:pt x="1083" y="2020"/>
                </a:lnTo>
                <a:lnTo>
                  <a:pt x="1091" y="2023"/>
                </a:lnTo>
                <a:lnTo>
                  <a:pt x="1100" y="2026"/>
                </a:lnTo>
                <a:lnTo>
                  <a:pt x="1108" y="2029"/>
                </a:lnTo>
                <a:lnTo>
                  <a:pt x="1117" y="2031"/>
                </a:lnTo>
                <a:lnTo>
                  <a:pt x="1125" y="2034"/>
                </a:lnTo>
                <a:lnTo>
                  <a:pt x="1133" y="2037"/>
                </a:lnTo>
                <a:lnTo>
                  <a:pt x="1142" y="2039"/>
                </a:lnTo>
                <a:lnTo>
                  <a:pt x="1150" y="2041"/>
                </a:lnTo>
                <a:lnTo>
                  <a:pt x="1159" y="2044"/>
                </a:lnTo>
                <a:lnTo>
                  <a:pt x="1167" y="2046"/>
                </a:lnTo>
                <a:lnTo>
                  <a:pt x="1175" y="2048"/>
                </a:lnTo>
                <a:lnTo>
                  <a:pt x="1184" y="2050"/>
                </a:lnTo>
                <a:lnTo>
                  <a:pt x="1192" y="2052"/>
                </a:lnTo>
                <a:lnTo>
                  <a:pt x="1201" y="2054"/>
                </a:lnTo>
                <a:lnTo>
                  <a:pt x="1209" y="2056"/>
                </a:lnTo>
                <a:lnTo>
                  <a:pt x="1217" y="2058"/>
                </a:lnTo>
                <a:lnTo>
                  <a:pt x="1226" y="2059"/>
                </a:lnTo>
                <a:lnTo>
                  <a:pt x="1234" y="2061"/>
                </a:lnTo>
                <a:lnTo>
                  <a:pt x="1243" y="2062"/>
                </a:lnTo>
                <a:lnTo>
                  <a:pt x="1251" y="2064"/>
                </a:lnTo>
                <a:lnTo>
                  <a:pt x="1259" y="2065"/>
                </a:lnTo>
                <a:lnTo>
                  <a:pt x="1268" y="2066"/>
                </a:lnTo>
                <a:lnTo>
                  <a:pt x="1276" y="2068"/>
                </a:lnTo>
                <a:lnTo>
                  <a:pt x="1285" y="2069"/>
                </a:lnTo>
                <a:lnTo>
                  <a:pt x="1293" y="2070"/>
                </a:lnTo>
                <a:lnTo>
                  <a:pt x="1301" y="2071"/>
                </a:lnTo>
                <a:lnTo>
                  <a:pt x="1310" y="2072"/>
                </a:lnTo>
                <a:lnTo>
                  <a:pt x="1318" y="2073"/>
                </a:lnTo>
                <a:lnTo>
                  <a:pt x="1327" y="2073"/>
                </a:lnTo>
                <a:lnTo>
                  <a:pt x="1335" y="2074"/>
                </a:lnTo>
                <a:lnTo>
                  <a:pt x="1343" y="2075"/>
                </a:lnTo>
                <a:lnTo>
                  <a:pt x="1352" y="2075"/>
                </a:lnTo>
                <a:lnTo>
                  <a:pt x="1360" y="2075"/>
                </a:lnTo>
                <a:lnTo>
                  <a:pt x="1369" y="2076"/>
                </a:lnTo>
                <a:lnTo>
                  <a:pt x="1377" y="2076"/>
                </a:lnTo>
                <a:lnTo>
                  <a:pt x="1385" y="2076"/>
                </a:lnTo>
                <a:lnTo>
                  <a:pt x="1394" y="2076"/>
                </a:lnTo>
                <a:lnTo>
                  <a:pt x="1402" y="2076"/>
                </a:lnTo>
                <a:lnTo>
                  <a:pt x="1411" y="2076"/>
                </a:lnTo>
                <a:lnTo>
                  <a:pt x="1419" y="2076"/>
                </a:lnTo>
                <a:lnTo>
                  <a:pt x="1427" y="2076"/>
                </a:lnTo>
                <a:lnTo>
                  <a:pt x="1436" y="2076"/>
                </a:lnTo>
                <a:lnTo>
                  <a:pt x="1444" y="2075"/>
                </a:lnTo>
                <a:lnTo>
                  <a:pt x="1453" y="2075"/>
                </a:lnTo>
                <a:lnTo>
                  <a:pt x="1461" y="2074"/>
                </a:lnTo>
                <a:lnTo>
                  <a:pt x="1469" y="2074"/>
                </a:lnTo>
                <a:lnTo>
                  <a:pt x="1478" y="2073"/>
                </a:lnTo>
                <a:lnTo>
                  <a:pt x="1486" y="2073"/>
                </a:lnTo>
                <a:lnTo>
                  <a:pt x="1494" y="2072"/>
                </a:lnTo>
                <a:lnTo>
                  <a:pt x="1503" y="2071"/>
                </a:lnTo>
                <a:lnTo>
                  <a:pt x="1511" y="2070"/>
                </a:lnTo>
                <a:lnTo>
                  <a:pt x="1520" y="2069"/>
                </a:lnTo>
                <a:lnTo>
                  <a:pt x="1528" y="2068"/>
                </a:lnTo>
                <a:lnTo>
                  <a:pt x="1536" y="2066"/>
                </a:lnTo>
                <a:lnTo>
                  <a:pt x="1545" y="2065"/>
                </a:lnTo>
                <a:lnTo>
                  <a:pt x="1553" y="2064"/>
                </a:lnTo>
                <a:lnTo>
                  <a:pt x="1562" y="2062"/>
                </a:lnTo>
                <a:lnTo>
                  <a:pt x="1570" y="2061"/>
                </a:lnTo>
                <a:lnTo>
                  <a:pt x="1578" y="2059"/>
                </a:lnTo>
                <a:lnTo>
                  <a:pt x="1587" y="2058"/>
                </a:lnTo>
                <a:lnTo>
                  <a:pt x="1595" y="2056"/>
                </a:lnTo>
                <a:lnTo>
                  <a:pt x="1604" y="2054"/>
                </a:lnTo>
                <a:lnTo>
                  <a:pt x="1612" y="2052"/>
                </a:lnTo>
                <a:lnTo>
                  <a:pt x="1620" y="2050"/>
                </a:lnTo>
                <a:lnTo>
                  <a:pt x="1629" y="2048"/>
                </a:lnTo>
                <a:lnTo>
                  <a:pt x="1637" y="2046"/>
                </a:lnTo>
                <a:lnTo>
                  <a:pt x="1646" y="2044"/>
                </a:lnTo>
                <a:lnTo>
                  <a:pt x="1654" y="2041"/>
                </a:lnTo>
                <a:lnTo>
                  <a:pt x="1662" y="2039"/>
                </a:lnTo>
                <a:lnTo>
                  <a:pt x="1671" y="2037"/>
                </a:lnTo>
                <a:lnTo>
                  <a:pt x="1679" y="2034"/>
                </a:lnTo>
                <a:lnTo>
                  <a:pt x="1688" y="2031"/>
                </a:lnTo>
                <a:lnTo>
                  <a:pt x="1696" y="2029"/>
                </a:lnTo>
                <a:lnTo>
                  <a:pt x="1704" y="2026"/>
                </a:lnTo>
                <a:lnTo>
                  <a:pt x="1713" y="2023"/>
                </a:lnTo>
                <a:lnTo>
                  <a:pt x="1721" y="2020"/>
                </a:lnTo>
                <a:lnTo>
                  <a:pt x="1730" y="2017"/>
                </a:lnTo>
                <a:lnTo>
                  <a:pt x="1738" y="2014"/>
                </a:lnTo>
                <a:lnTo>
                  <a:pt x="1746" y="2011"/>
                </a:lnTo>
                <a:lnTo>
                  <a:pt x="1755" y="2008"/>
                </a:lnTo>
                <a:lnTo>
                  <a:pt x="1763" y="2004"/>
                </a:lnTo>
                <a:lnTo>
                  <a:pt x="1772" y="2001"/>
                </a:lnTo>
                <a:lnTo>
                  <a:pt x="1780" y="1998"/>
                </a:lnTo>
                <a:lnTo>
                  <a:pt x="1788" y="1994"/>
                </a:lnTo>
                <a:lnTo>
                  <a:pt x="1797" y="1990"/>
                </a:lnTo>
                <a:lnTo>
                  <a:pt x="1805" y="1987"/>
                </a:lnTo>
                <a:lnTo>
                  <a:pt x="1814" y="1983"/>
                </a:lnTo>
                <a:lnTo>
                  <a:pt x="1822" y="1979"/>
                </a:lnTo>
                <a:lnTo>
                  <a:pt x="1830" y="1975"/>
                </a:lnTo>
                <a:lnTo>
                  <a:pt x="1839" y="1971"/>
                </a:lnTo>
                <a:lnTo>
                  <a:pt x="1847" y="1967"/>
                </a:lnTo>
                <a:lnTo>
                  <a:pt x="1856" y="1963"/>
                </a:lnTo>
                <a:lnTo>
                  <a:pt x="1864" y="1959"/>
                </a:lnTo>
                <a:lnTo>
                  <a:pt x="1872" y="1954"/>
                </a:lnTo>
                <a:lnTo>
                  <a:pt x="1881" y="1950"/>
                </a:lnTo>
                <a:lnTo>
                  <a:pt x="1889" y="1945"/>
                </a:lnTo>
                <a:lnTo>
                  <a:pt x="1897" y="1941"/>
                </a:lnTo>
                <a:lnTo>
                  <a:pt x="1906" y="1936"/>
                </a:lnTo>
                <a:lnTo>
                  <a:pt x="1914" y="1932"/>
                </a:lnTo>
                <a:lnTo>
                  <a:pt x="1923" y="1927"/>
                </a:lnTo>
                <a:lnTo>
                  <a:pt x="1931" y="1922"/>
                </a:lnTo>
                <a:lnTo>
                  <a:pt x="1939" y="1917"/>
                </a:lnTo>
                <a:lnTo>
                  <a:pt x="1948" y="1912"/>
                </a:lnTo>
                <a:lnTo>
                  <a:pt x="1956" y="1907"/>
                </a:lnTo>
                <a:lnTo>
                  <a:pt x="1965" y="1902"/>
                </a:lnTo>
                <a:lnTo>
                  <a:pt x="1973" y="1896"/>
                </a:lnTo>
                <a:lnTo>
                  <a:pt x="1981" y="1891"/>
                </a:lnTo>
                <a:lnTo>
                  <a:pt x="1990" y="1886"/>
                </a:lnTo>
                <a:lnTo>
                  <a:pt x="1998" y="1880"/>
                </a:lnTo>
                <a:lnTo>
                  <a:pt x="2007" y="1875"/>
                </a:lnTo>
                <a:lnTo>
                  <a:pt x="2015" y="1869"/>
                </a:lnTo>
                <a:lnTo>
                  <a:pt x="2023" y="1863"/>
                </a:lnTo>
                <a:lnTo>
                  <a:pt x="2032" y="1857"/>
                </a:lnTo>
                <a:lnTo>
                  <a:pt x="2040" y="1852"/>
                </a:lnTo>
                <a:lnTo>
                  <a:pt x="2049" y="1846"/>
                </a:lnTo>
                <a:lnTo>
                  <a:pt x="2057" y="1840"/>
                </a:lnTo>
                <a:lnTo>
                  <a:pt x="2065" y="1833"/>
                </a:lnTo>
                <a:lnTo>
                  <a:pt x="2074" y="1827"/>
                </a:lnTo>
                <a:lnTo>
                  <a:pt x="2082" y="1821"/>
                </a:lnTo>
                <a:lnTo>
                  <a:pt x="2091" y="1815"/>
                </a:lnTo>
                <a:lnTo>
                  <a:pt x="2099" y="1808"/>
                </a:lnTo>
                <a:lnTo>
                  <a:pt x="2107" y="1802"/>
                </a:lnTo>
                <a:lnTo>
                  <a:pt x="2116" y="1795"/>
                </a:lnTo>
                <a:lnTo>
                  <a:pt x="2124" y="1789"/>
                </a:lnTo>
                <a:lnTo>
                  <a:pt x="2133" y="1782"/>
                </a:lnTo>
                <a:lnTo>
                  <a:pt x="2141" y="1775"/>
                </a:lnTo>
                <a:lnTo>
                  <a:pt x="2149" y="1768"/>
                </a:lnTo>
                <a:lnTo>
                  <a:pt x="2158" y="1761"/>
                </a:lnTo>
                <a:lnTo>
                  <a:pt x="2166" y="1754"/>
                </a:lnTo>
                <a:lnTo>
                  <a:pt x="2175" y="1747"/>
                </a:lnTo>
                <a:lnTo>
                  <a:pt x="2183" y="1740"/>
                </a:lnTo>
                <a:lnTo>
                  <a:pt x="2191" y="1733"/>
                </a:lnTo>
                <a:lnTo>
                  <a:pt x="2200" y="1725"/>
                </a:lnTo>
                <a:lnTo>
                  <a:pt x="2208" y="1718"/>
                </a:lnTo>
                <a:lnTo>
                  <a:pt x="2217" y="1710"/>
                </a:lnTo>
                <a:lnTo>
                  <a:pt x="2225" y="1703"/>
                </a:lnTo>
                <a:lnTo>
                  <a:pt x="2233" y="1695"/>
                </a:lnTo>
                <a:lnTo>
                  <a:pt x="2242" y="1687"/>
                </a:lnTo>
                <a:lnTo>
                  <a:pt x="2250" y="1679"/>
                </a:lnTo>
                <a:lnTo>
                  <a:pt x="2259" y="1671"/>
                </a:lnTo>
                <a:lnTo>
                  <a:pt x="2267" y="1664"/>
                </a:lnTo>
                <a:lnTo>
                  <a:pt x="2275" y="1655"/>
                </a:lnTo>
                <a:lnTo>
                  <a:pt x="2284" y="1647"/>
                </a:lnTo>
                <a:lnTo>
                  <a:pt x="2292" y="1639"/>
                </a:lnTo>
                <a:lnTo>
                  <a:pt x="2301" y="1631"/>
                </a:lnTo>
                <a:lnTo>
                  <a:pt x="2309" y="1622"/>
                </a:lnTo>
                <a:lnTo>
                  <a:pt x="2317" y="1614"/>
                </a:lnTo>
                <a:lnTo>
                  <a:pt x="2326" y="1606"/>
                </a:lnTo>
                <a:lnTo>
                  <a:pt x="2334" y="1597"/>
                </a:lnTo>
                <a:lnTo>
                  <a:pt x="2342" y="1588"/>
                </a:lnTo>
                <a:lnTo>
                  <a:pt x="2351" y="1579"/>
                </a:lnTo>
                <a:lnTo>
                  <a:pt x="2359" y="1571"/>
                </a:lnTo>
                <a:lnTo>
                  <a:pt x="2368" y="1562"/>
                </a:lnTo>
                <a:lnTo>
                  <a:pt x="2376" y="1553"/>
                </a:lnTo>
                <a:lnTo>
                  <a:pt x="2384" y="1544"/>
                </a:lnTo>
                <a:lnTo>
                  <a:pt x="2393" y="1535"/>
                </a:lnTo>
                <a:lnTo>
                  <a:pt x="2401" y="1525"/>
                </a:lnTo>
                <a:lnTo>
                  <a:pt x="2410" y="1516"/>
                </a:lnTo>
                <a:lnTo>
                  <a:pt x="2418" y="1507"/>
                </a:lnTo>
                <a:lnTo>
                  <a:pt x="2426" y="1497"/>
                </a:lnTo>
                <a:lnTo>
                  <a:pt x="2435" y="1488"/>
                </a:lnTo>
                <a:lnTo>
                  <a:pt x="2443" y="1478"/>
                </a:lnTo>
                <a:lnTo>
                  <a:pt x="2452" y="1468"/>
                </a:lnTo>
                <a:lnTo>
                  <a:pt x="2460" y="1459"/>
                </a:lnTo>
                <a:lnTo>
                  <a:pt x="2468" y="1449"/>
                </a:lnTo>
                <a:lnTo>
                  <a:pt x="2477" y="1439"/>
                </a:lnTo>
                <a:lnTo>
                  <a:pt x="2485" y="1429"/>
                </a:lnTo>
                <a:lnTo>
                  <a:pt x="2494" y="1419"/>
                </a:lnTo>
                <a:lnTo>
                  <a:pt x="2502" y="1409"/>
                </a:lnTo>
                <a:lnTo>
                  <a:pt x="2510" y="1398"/>
                </a:lnTo>
                <a:lnTo>
                  <a:pt x="2519" y="1388"/>
                </a:lnTo>
                <a:lnTo>
                  <a:pt x="2527" y="1378"/>
                </a:lnTo>
                <a:lnTo>
                  <a:pt x="2536" y="1367"/>
                </a:lnTo>
                <a:lnTo>
                  <a:pt x="2544" y="1357"/>
                </a:lnTo>
                <a:lnTo>
                  <a:pt x="2552" y="1346"/>
                </a:lnTo>
                <a:lnTo>
                  <a:pt x="2561" y="1335"/>
                </a:lnTo>
                <a:lnTo>
                  <a:pt x="2569" y="1325"/>
                </a:lnTo>
                <a:lnTo>
                  <a:pt x="2578" y="1314"/>
                </a:lnTo>
                <a:lnTo>
                  <a:pt x="2586" y="1303"/>
                </a:lnTo>
                <a:lnTo>
                  <a:pt x="2594" y="1292"/>
                </a:lnTo>
                <a:lnTo>
                  <a:pt x="2603" y="1281"/>
                </a:lnTo>
                <a:lnTo>
                  <a:pt x="2611" y="1269"/>
                </a:lnTo>
                <a:lnTo>
                  <a:pt x="2620" y="1258"/>
                </a:lnTo>
                <a:lnTo>
                  <a:pt x="2628" y="1247"/>
                </a:lnTo>
                <a:lnTo>
                  <a:pt x="2636" y="1235"/>
                </a:lnTo>
                <a:lnTo>
                  <a:pt x="2645" y="1224"/>
                </a:lnTo>
                <a:lnTo>
                  <a:pt x="2653" y="1212"/>
                </a:lnTo>
                <a:lnTo>
                  <a:pt x="2662" y="1201"/>
                </a:lnTo>
                <a:lnTo>
                  <a:pt x="2670" y="1189"/>
                </a:lnTo>
                <a:lnTo>
                  <a:pt x="2678" y="1177"/>
                </a:lnTo>
                <a:lnTo>
                  <a:pt x="2687" y="1165"/>
                </a:lnTo>
                <a:lnTo>
                  <a:pt x="2695" y="1154"/>
                </a:lnTo>
                <a:lnTo>
                  <a:pt x="2704" y="1141"/>
                </a:lnTo>
                <a:lnTo>
                  <a:pt x="2712" y="1129"/>
                </a:lnTo>
                <a:lnTo>
                  <a:pt x="2720" y="1117"/>
                </a:lnTo>
                <a:lnTo>
                  <a:pt x="2729" y="1105"/>
                </a:lnTo>
                <a:lnTo>
                  <a:pt x="2737" y="1093"/>
                </a:lnTo>
                <a:lnTo>
                  <a:pt x="2745" y="1080"/>
                </a:lnTo>
                <a:lnTo>
                  <a:pt x="2754" y="1068"/>
                </a:lnTo>
                <a:lnTo>
                  <a:pt x="2762" y="1055"/>
                </a:lnTo>
                <a:lnTo>
                  <a:pt x="2771" y="1043"/>
                </a:lnTo>
                <a:lnTo>
                  <a:pt x="2779" y="1030"/>
                </a:lnTo>
                <a:lnTo>
                  <a:pt x="2787" y="1017"/>
                </a:lnTo>
                <a:lnTo>
                  <a:pt x="2796" y="1004"/>
                </a:lnTo>
                <a:lnTo>
                  <a:pt x="2804" y="991"/>
                </a:lnTo>
                <a:lnTo>
                  <a:pt x="2813" y="978"/>
                </a:lnTo>
                <a:lnTo>
                  <a:pt x="2821" y="965"/>
                </a:lnTo>
                <a:lnTo>
                  <a:pt x="2829" y="952"/>
                </a:lnTo>
                <a:lnTo>
                  <a:pt x="2838" y="939"/>
                </a:lnTo>
                <a:lnTo>
                  <a:pt x="2846" y="925"/>
                </a:lnTo>
                <a:lnTo>
                  <a:pt x="2855" y="912"/>
                </a:lnTo>
                <a:lnTo>
                  <a:pt x="2863" y="898"/>
                </a:lnTo>
                <a:lnTo>
                  <a:pt x="2871" y="885"/>
                </a:lnTo>
                <a:lnTo>
                  <a:pt x="2880" y="871"/>
                </a:lnTo>
                <a:lnTo>
                  <a:pt x="2888" y="857"/>
                </a:lnTo>
                <a:lnTo>
                  <a:pt x="2897" y="843"/>
                </a:lnTo>
                <a:lnTo>
                  <a:pt x="2905" y="830"/>
                </a:lnTo>
                <a:lnTo>
                  <a:pt x="2913" y="816"/>
                </a:lnTo>
                <a:lnTo>
                  <a:pt x="2922" y="802"/>
                </a:lnTo>
                <a:lnTo>
                  <a:pt x="2930" y="787"/>
                </a:lnTo>
                <a:lnTo>
                  <a:pt x="2939" y="773"/>
                </a:lnTo>
                <a:lnTo>
                  <a:pt x="2947" y="759"/>
                </a:lnTo>
                <a:lnTo>
                  <a:pt x="2955" y="745"/>
                </a:lnTo>
                <a:lnTo>
                  <a:pt x="2964" y="730"/>
                </a:lnTo>
                <a:lnTo>
                  <a:pt x="2972" y="716"/>
                </a:lnTo>
                <a:lnTo>
                  <a:pt x="2981" y="701"/>
                </a:lnTo>
                <a:lnTo>
                  <a:pt x="2989" y="686"/>
                </a:lnTo>
                <a:lnTo>
                  <a:pt x="2997" y="672"/>
                </a:lnTo>
                <a:lnTo>
                  <a:pt x="3006" y="657"/>
                </a:lnTo>
                <a:lnTo>
                  <a:pt x="3014" y="642"/>
                </a:lnTo>
                <a:lnTo>
                  <a:pt x="3023" y="627"/>
                </a:lnTo>
                <a:lnTo>
                  <a:pt x="3031" y="612"/>
                </a:lnTo>
                <a:lnTo>
                  <a:pt x="3039" y="597"/>
                </a:lnTo>
                <a:lnTo>
                  <a:pt x="3048" y="582"/>
                </a:lnTo>
                <a:lnTo>
                  <a:pt x="3056" y="566"/>
                </a:lnTo>
                <a:lnTo>
                  <a:pt x="3065" y="551"/>
                </a:lnTo>
                <a:lnTo>
                  <a:pt x="3073" y="535"/>
                </a:lnTo>
                <a:lnTo>
                  <a:pt x="3081" y="520"/>
                </a:lnTo>
                <a:lnTo>
                  <a:pt x="3090" y="504"/>
                </a:lnTo>
                <a:lnTo>
                  <a:pt x="3098" y="489"/>
                </a:lnTo>
                <a:lnTo>
                  <a:pt x="3107" y="473"/>
                </a:lnTo>
                <a:lnTo>
                  <a:pt x="3115" y="457"/>
                </a:lnTo>
                <a:lnTo>
                  <a:pt x="3123" y="441"/>
                </a:lnTo>
                <a:lnTo>
                  <a:pt x="3132" y="425"/>
                </a:lnTo>
                <a:lnTo>
                  <a:pt x="3140" y="409"/>
                </a:lnTo>
                <a:lnTo>
                  <a:pt x="3148" y="393"/>
                </a:lnTo>
                <a:lnTo>
                  <a:pt x="3157" y="377"/>
                </a:lnTo>
                <a:lnTo>
                  <a:pt x="3165" y="360"/>
                </a:lnTo>
                <a:lnTo>
                  <a:pt x="3174" y="344"/>
                </a:lnTo>
                <a:lnTo>
                  <a:pt x="3182" y="328"/>
                </a:lnTo>
                <a:lnTo>
                  <a:pt x="3190" y="311"/>
                </a:lnTo>
                <a:lnTo>
                  <a:pt x="3199" y="294"/>
                </a:lnTo>
                <a:lnTo>
                  <a:pt x="3207" y="278"/>
                </a:lnTo>
                <a:lnTo>
                  <a:pt x="3216" y="261"/>
                </a:lnTo>
                <a:lnTo>
                  <a:pt x="3224" y="244"/>
                </a:lnTo>
                <a:lnTo>
                  <a:pt x="3232" y="227"/>
                </a:lnTo>
                <a:lnTo>
                  <a:pt x="3241" y="210"/>
                </a:lnTo>
                <a:lnTo>
                  <a:pt x="3249" y="193"/>
                </a:lnTo>
                <a:lnTo>
                  <a:pt x="3258" y="176"/>
                </a:lnTo>
                <a:lnTo>
                  <a:pt x="3266" y="159"/>
                </a:lnTo>
                <a:lnTo>
                  <a:pt x="3274" y="141"/>
                </a:lnTo>
                <a:lnTo>
                  <a:pt x="3283" y="124"/>
                </a:lnTo>
                <a:lnTo>
                  <a:pt x="3291" y="107"/>
                </a:lnTo>
                <a:lnTo>
                  <a:pt x="3300" y="89"/>
                </a:lnTo>
                <a:lnTo>
                  <a:pt x="3308" y="71"/>
                </a:lnTo>
                <a:lnTo>
                  <a:pt x="3316" y="54"/>
                </a:lnTo>
                <a:lnTo>
                  <a:pt x="3325" y="36"/>
                </a:lnTo>
                <a:lnTo>
                  <a:pt x="3333" y="18"/>
                </a:lnTo>
                <a:lnTo>
                  <a:pt x="3342"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4590288" y="3641141"/>
            <a:ext cx="3063240" cy="874166"/>
          </a:xfrm>
          <a:custGeom>
            <a:avLst/>
            <a:gdLst/>
            <a:ahLst/>
            <a:cxnLst/>
            <a:rect l="l" t="t" r="r" b="b"/>
            <a:pathLst>
              <a:path w="3350" h="956">
                <a:moveTo>
                  <a:pt x="0" y="887"/>
                </a:moveTo>
                <a:lnTo>
                  <a:pt x="8" y="888"/>
                </a:lnTo>
                <a:lnTo>
                  <a:pt x="17" y="890"/>
                </a:lnTo>
                <a:lnTo>
                  <a:pt x="25" y="891"/>
                </a:lnTo>
                <a:lnTo>
                  <a:pt x="34" y="893"/>
                </a:lnTo>
                <a:lnTo>
                  <a:pt x="42" y="895"/>
                </a:lnTo>
                <a:lnTo>
                  <a:pt x="50" y="896"/>
                </a:lnTo>
                <a:lnTo>
                  <a:pt x="59" y="898"/>
                </a:lnTo>
                <a:lnTo>
                  <a:pt x="67" y="899"/>
                </a:lnTo>
                <a:lnTo>
                  <a:pt x="76" y="901"/>
                </a:lnTo>
                <a:lnTo>
                  <a:pt x="84" y="902"/>
                </a:lnTo>
                <a:lnTo>
                  <a:pt x="92" y="903"/>
                </a:lnTo>
                <a:lnTo>
                  <a:pt x="101" y="905"/>
                </a:lnTo>
                <a:lnTo>
                  <a:pt x="109" y="906"/>
                </a:lnTo>
                <a:lnTo>
                  <a:pt x="118" y="908"/>
                </a:lnTo>
                <a:lnTo>
                  <a:pt x="126" y="909"/>
                </a:lnTo>
                <a:lnTo>
                  <a:pt x="134" y="910"/>
                </a:lnTo>
                <a:lnTo>
                  <a:pt x="143" y="912"/>
                </a:lnTo>
                <a:lnTo>
                  <a:pt x="151" y="913"/>
                </a:lnTo>
                <a:lnTo>
                  <a:pt x="160" y="914"/>
                </a:lnTo>
                <a:lnTo>
                  <a:pt x="168" y="916"/>
                </a:lnTo>
                <a:lnTo>
                  <a:pt x="176" y="917"/>
                </a:lnTo>
                <a:lnTo>
                  <a:pt x="185" y="918"/>
                </a:lnTo>
                <a:lnTo>
                  <a:pt x="193" y="919"/>
                </a:lnTo>
                <a:lnTo>
                  <a:pt x="202" y="920"/>
                </a:lnTo>
                <a:lnTo>
                  <a:pt x="210" y="922"/>
                </a:lnTo>
                <a:lnTo>
                  <a:pt x="218" y="923"/>
                </a:lnTo>
                <a:lnTo>
                  <a:pt x="227" y="924"/>
                </a:lnTo>
                <a:lnTo>
                  <a:pt x="235" y="925"/>
                </a:lnTo>
                <a:lnTo>
                  <a:pt x="243" y="926"/>
                </a:lnTo>
                <a:lnTo>
                  <a:pt x="252" y="927"/>
                </a:lnTo>
                <a:lnTo>
                  <a:pt x="260" y="928"/>
                </a:lnTo>
                <a:lnTo>
                  <a:pt x="269" y="929"/>
                </a:lnTo>
                <a:lnTo>
                  <a:pt x="277" y="930"/>
                </a:lnTo>
                <a:lnTo>
                  <a:pt x="285" y="931"/>
                </a:lnTo>
                <a:lnTo>
                  <a:pt x="294" y="932"/>
                </a:lnTo>
                <a:lnTo>
                  <a:pt x="302" y="933"/>
                </a:lnTo>
                <a:lnTo>
                  <a:pt x="311" y="934"/>
                </a:lnTo>
                <a:lnTo>
                  <a:pt x="319" y="935"/>
                </a:lnTo>
                <a:lnTo>
                  <a:pt x="327" y="936"/>
                </a:lnTo>
                <a:lnTo>
                  <a:pt x="336" y="937"/>
                </a:lnTo>
                <a:lnTo>
                  <a:pt x="344" y="938"/>
                </a:lnTo>
                <a:lnTo>
                  <a:pt x="353" y="939"/>
                </a:lnTo>
                <a:lnTo>
                  <a:pt x="361" y="939"/>
                </a:lnTo>
                <a:lnTo>
                  <a:pt x="369" y="940"/>
                </a:lnTo>
                <a:lnTo>
                  <a:pt x="378" y="941"/>
                </a:lnTo>
                <a:lnTo>
                  <a:pt x="386" y="942"/>
                </a:lnTo>
                <a:lnTo>
                  <a:pt x="395" y="942"/>
                </a:lnTo>
                <a:lnTo>
                  <a:pt x="403" y="943"/>
                </a:lnTo>
                <a:lnTo>
                  <a:pt x="411" y="944"/>
                </a:lnTo>
                <a:lnTo>
                  <a:pt x="420" y="945"/>
                </a:lnTo>
                <a:lnTo>
                  <a:pt x="428" y="945"/>
                </a:lnTo>
                <a:lnTo>
                  <a:pt x="437" y="946"/>
                </a:lnTo>
                <a:lnTo>
                  <a:pt x="445" y="946"/>
                </a:lnTo>
                <a:lnTo>
                  <a:pt x="453" y="947"/>
                </a:lnTo>
                <a:lnTo>
                  <a:pt x="462" y="948"/>
                </a:lnTo>
                <a:lnTo>
                  <a:pt x="470" y="948"/>
                </a:lnTo>
                <a:lnTo>
                  <a:pt x="479" y="949"/>
                </a:lnTo>
                <a:lnTo>
                  <a:pt x="487" y="949"/>
                </a:lnTo>
                <a:lnTo>
                  <a:pt x="495" y="950"/>
                </a:lnTo>
                <a:lnTo>
                  <a:pt x="504" y="950"/>
                </a:lnTo>
                <a:lnTo>
                  <a:pt x="512" y="951"/>
                </a:lnTo>
                <a:lnTo>
                  <a:pt x="521" y="951"/>
                </a:lnTo>
                <a:lnTo>
                  <a:pt x="529" y="952"/>
                </a:lnTo>
                <a:lnTo>
                  <a:pt x="537" y="952"/>
                </a:lnTo>
                <a:lnTo>
                  <a:pt x="546" y="953"/>
                </a:lnTo>
                <a:lnTo>
                  <a:pt x="554" y="953"/>
                </a:lnTo>
                <a:lnTo>
                  <a:pt x="563" y="953"/>
                </a:lnTo>
                <a:lnTo>
                  <a:pt x="571" y="954"/>
                </a:lnTo>
                <a:lnTo>
                  <a:pt x="579" y="954"/>
                </a:lnTo>
                <a:lnTo>
                  <a:pt x="588" y="954"/>
                </a:lnTo>
                <a:lnTo>
                  <a:pt x="596" y="954"/>
                </a:lnTo>
                <a:lnTo>
                  <a:pt x="605" y="955"/>
                </a:lnTo>
                <a:lnTo>
                  <a:pt x="613" y="955"/>
                </a:lnTo>
                <a:lnTo>
                  <a:pt x="621" y="955"/>
                </a:lnTo>
                <a:lnTo>
                  <a:pt x="630" y="955"/>
                </a:lnTo>
                <a:lnTo>
                  <a:pt x="638" y="956"/>
                </a:lnTo>
                <a:lnTo>
                  <a:pt x="646" y="956"/>
                </a:lnTo>
                <a:lnTo>
                  <a:pt x="655" y="956"/>
                </a:lnTo>
                <a:lnTo>
                  <a:pt x="663" y="956"/>
                </a:lnTo>
                <a:lnTo>
                  <a:pt x="672" y="956"/>
                </a:lnTo>
                <a:lnTo>
                  <a:pt x="680" y="956"/>
                </a:lnTo>
                <a:lnTo>
                  <a:pt x="688" y="956"/>
                </a:lnTo>
                <a:lnTo>
                  <a:pt x="697" y="956"/>
                </a:lnTo>
                <a:lnTo>
                  <a:pt x="705" y="956"/>
                </a:lnTo>
                <a:lnTo>
                  <a:pt x="714" y="956"/>
                </a:lnTo>
                <a:lnTo>
                  <a:pt x="722" y="956"/>
                </a:lnTo>
                <a:lnTo>
                  <a:pt x="730" y="956"/>
                </a:lnTo>
                <a:lnTo>
                  <a:pt x="739" y="956"/>
                </a:lnTo>
                <a:lnTo>
                  <a:pt x="747" y="956"/>
                </a:lnTo>
                <a:lnTo>
                  <a:pt x="756" y="956"/>
                </a:lnTo>
                <a:lnTo>
                  <a:pt x="764" y="956"/>
                </a:lnTo>
                <a:lnTo>
                  <a:pt x="772" y="956"/>
                </a:lnTo>
                <a:lnTo>
                  <a:pt x="781" y="956"/>
                </a:lnTo>
                <a:lnTo>
                  <a:pt x="789" y="956"/>
                </a:lnTo>
                <a:lnTo>
                  <a:pt x="798" y="955"/>
                </a:lnTo>
                <a:lnTo>
                  <a:pt x="806" y="955"/>
                </a:lnTo>
                <a:lnTo>
                  <a:pt x="814" y="955"/>
                </a:lnTo>
                <a:lnTo>
                  <a:pt x="823" y="955"/>
                </a:lnTo>
                <a:lnTo>
                  <a:pt x="831" y="954"/>
                </a:lnTo>
                <a:lnTo>
                  <a:pt x="840" y="954"/>
                </a:lnTo>
                <a:lnTo>
                  <a:pt x="848" y="954"/>
                </a:lnTo>
                <a:lnTo>
                  <a:pt x="856" y="953"/>
                </a:lnTo>
                <a:lnTo>
                  <a:pt x="865" y="953"/>
                </a:lnTo>
                <a:lnTo>
                  <a:pt x="873" y="953"/>
                </a:lnTo>
                <a:lnTo>
                  <a:pt x="882" y="952"/>
                </a:lnTo>
                <a:lnTo>
                  <a:pt x="890" y="952"/>
                </a:lnTo>
                <a:lnTo>
                  <a:pt x="898" y="952"/>
                </a:lnTo>
                <a:lnTo>
                  <a:pt x="907" y="951"/>
                </a:lnTo>
                <a:lnTo>
                  <a:pt x="915" y="951"/>
                </a:lnTo>
                <a:lnTo>
                  <a:pt x="924" y="950"/>
                </a:lnTo>
                <a:lnTo>
                  <a:pt x="932" y="950"/>
                </a:lnTo>
                <a:lnTo>
                  <a:pt x="940" y="949"/>
                </a:lnTo>
                <a:lnTo>
                  <a:pt x="949" y="949"/>
                </a:lnTo>
                <a:lnTo>
                  <a:pt x="957" y="948"/>
                </a:lnTo>
                <a:lnTo>
                  <a:pt x="966" y="948"/>
                </a:lnTo>
                <a:lnTo>
                  <a:pt x="974" y="947"/>
                </a:lnTo>
                <a:lnTo>
                  <a:pt x="982" y="946"/>
                </a:lnTo>
                <a:lnTo>
                  <a:pt x="991" y="946"/>
                </a:lnTo>
                <a:lnTo>
                  <a:pt x="999" y="945"/>
                </a:lnTo>
                <a:lnTo>
                  <a:pt x="1008" y="944"/>
                </a:lnTo>
                <a:lnTo>
                  <a:pt x="1016" y="944"/>
                </a:lnTo>
                <a:lnTo>
                  <a:pt x="1024" y="943"/>
                </a:lnTo>
                <a:lnTo>
                  <a:pt x="1033" y="942"/>
                </a:lnTo>
                <a:lnTo>
                  <a:pt x="1041" y="941"/>
                </a:lnTo>
                <a:lnTo>
                  <a:pt x="1049" y="941"/>
                </a:lnTo>
                <a:lnTo>
                  <a:pt x="1058" y="940"/>
                </a:lnTo>
                <a:lnTo>
                  <a:pt x="1066" y="939"/>
                </a:lnTo>
                <a:lnTo>
                  <a:pt x="1075" y="938"/>
                </a:lnTo>
                <a:lnTo>
                  <a:pt x="1083" y="937"/>
                </a:lnTo>
                <a:lnTo>
                  <a:pt x="1091" y="937"/>
                </a:lnTo>
                <a:lnTo>
                  <a:pt x="1100" y="936"/>
                </a:lnTo>
                <a:lnTo>
                  <a:pt x="1108" y="935"/>
                </a:lnTo>
                <a:lnTo>
                  <a:pt x="1117" y="934"/>
                </a:lnTo>
                <a:lnTo>
                  <a:pt x="1125" y="933"/>
                </a:lnTo>
                <a:lnTo>
                  <a:pt x="1133" y="932"/>
                </a:lnTo>
                <a:lnTo>
                  <a:pt x="1142" y="931"/>
                </a:lnTo>
                <a:lnTo>
                  <a:pt x="1150" y="930"/>
                </a:lnTo>
                <a:lnTo>
                  <a:pt x="1159" y="929"/>
                </a:lnTo>
                <a:lnTo>
                  <a:pt x="1167" y="928"/>
                </a:lnTo>
                <a:lnTo>
                  <a:pt x="1175" y="927"/>
                </a:lnTo>
                <a:lnTo>
                  <a:pt x="1184" y="926"/>
                </a:lnTo>
                <a:lnTo>
                  <a:pt x="1192" y="925"/>
                </a:lnTo>
                <a:lnTo>
                  <a:pt x="1201" y="924"/>
                </a:lnTo>
                <a:lnTo>
                  <a:pt x="1209" y="922"/>
                </a:lnTo>
                <a:lnTo>
                  <a:pt x="1217" y="921"/>
                </a:lnTo>
                <a:lnTo>
                  <a:pt x="1226" y="920"/>
                </a:lnTo>
                <a:lnTo>
                  <a:pt x="1234" y="919"/>
                </a:lnTo>
                <a:lnTo>
                  <a:pt x="1243" y="918"/>
                </a:lnTo>
                <a:lnTo>
                  <a:pt x="1251" y="916"/>
                </a:lnTo>
                <a:lnTo>
                  <a:pt x="1259" y="915"/>
                </a:lnTo>
                <a:lnTo>
                  <a:pt x="1268" y="914"/>
                </a:lnTo>
                <a:lnTo>
                  <a:pt x="1276" y="913"/>
                </a:lnTo>
                <a:lnTo>
                  <a:pt x="1285" y="911"/>
                </a:lnTo>
                <a:lnTo>
                  <a:pt x="1293" y="910"/>
                </a:lnTo>
                <a:lnTo>
                  <a:pt x="1301" y="909"/>
                </a:lnTo>
                <a:lnTo>
                  <a:pt x="1310" y="907"/>
                </a:lnTo>
                <a:lnTo>
                  <a:pt x="1318" y="906"/>
                </a:lnTo>
                <a:lnTo>
                  <a:pt x="1327" y="904"/>
                </a:lnTo>
                <a:lnTo>
                  <a:pt x="1335" y="903"/>
                </a:lnTo>
                <a:lnTo>
                  <a:pt x="1343" y="902"/>
                </a:lnTo>
                <a:lnTo>
                  <a:pt x="1352" y="900"/>
                </a:lnTo>
                <a:lnTo>
                  <a:pt x="1360" y="899"/>
                </a:lnTo>
                <a:lnTo>
                  <a:pt x="1369" y="897"/>
                </a:lnTo>
                <a:lnTo>
                  <a:pt x="1377" y="896"/>
                </a:lnTo>
                <a:lnTo>
                  <a:pt x="1385" y="894"/>
                </a:lnTo>
                <a:lnTo>
                  <a:pt x="1394" y="892"/>
                </a:lnTo>
                <a:lnTo>
                  <a:pt x="1402" y="891"/>
                </a:lnTo>
                <a:lnTo>
                  <a:pt x="1411" y="889"/>
                </a:lnTo>
                <a:lnTo>
                  <a:pt x="1419" y="888"/>
                </a:lnTo>
                <a:lnTo>
                  <a:pt x="1427" y="886"/>
                </a:lnTo>
                <a:lnTo>
                  <a:pt x="1436" y="884"/>
                </a:lnTo>
                <a:lnTo>
                  <a:pt x="1444" y="883"/>
                </a:lnTo>
                <a:lnTo>
                  <a:pt x="1453" y="881"/>
                </a:lnTo>
                <a:lnTo>
                  <a:pt x="1461" y="879"/>
                </a:lnTo>
                <a:lnTo>
                  <a:pt x="1469" y="878"/>
                </a:lnTo>
                <a:lnTo>
                  <a:pt x="1478" y="876"/>
                </a:lnTo>
                <a:lnTo>
                  <a:pt x="1486" y="874"/>
                </a:lnTo>
                <a:lnTo>
                  <a:pt x="1494" y="872"/>
                </a:lnTo>
                <a:lnTo>
                  <a:pt x="1503" y="870"/>
                </a:lnTo>
                <a:lnTo>
                  <a:pt x="1511" y="869"/>
                </a:lnTo>
                <a:lnTo>
                  <a:pt x="1520" y="867"/>
                </a:lnTo>
                <a:lnTo>
                  <a:pt x="1528" y="865"/>
                </a:lnTo>
                <a:lnTo>
                  <a:pt x="1536" y="863"/>
                </a:lnTo>
                <a:lnTo>
                  <a:pt x="1545" y="861"/>
                </a:lnTo>
                <a:lnTo>
                  <a:pt x="1553" y="859"/>
                </a:lnTo>
                <a:lnTo>
                  <a:pt x="1562" y="857"/>
                </a:lnTo>
                <a:lnTo>
                  <a:pt x="1570" y="855"/>
                </a:lnTo>
                <a:lnTo>
                  <a:pt x="1578" y="853"/>
                </a:lnTo>
                <a:lnTo>
                  <a:pt x="1587" y="851"/>
                </a:lnTo>
                <a:lnTo>
                  <a:pt x="1595" y="849"/>
                </a:lnTo>
                <a:lnTo>
                  <a:pt x="1604" y="847"/>
                </a:lnTo>
                <a:lnTo>
                  <a:pt x="1612" y="845"/>
                </a:lnTo>
                <a:lnTo>
                  <a:pt x="1620" y="843"/>
                </a:lnTo>
                <a:lnTo>
                  <a:pt x="1629" y="841"/>
                </a:lnTo>
                <a:lnTo>
                  <a:pt x="1637" y="839"/>
                </a:lnTo>
                <a:lnTo>
                  <a:pt x="1646" y="837"/>
                </a:lnTo>
                <a:lnTo>
                  <a:pt x="1654" y="834"/>
                </a:lnTo>
                <a:lnTo>
                  <a:pt x="1662" y="832"/>
                </a:lnTo>
                <a:lnTo>
                  <a:pt x="1671" y="830"/>
                </a:lnTo>
                <a:lnTo>
                  <a:pt x="1679" y="828"/>
                </a:lnTo>
                <a:lnTo>
                  <a:pt x="1688" y="826"/>
                </a:lnTo>
                <a:lnTo>
                  <a:pt x="1696" y="823"/>
                </a:lnTo>
                <a:lnTo>
                  <a:pt x="1704" y="821"/>
                </a:lnTo>
                <a:lnTo>
                  <a:pt x="1713" y="819"/>
                </a:lnTo>
                <a:lnTo>
                  <a:pt x="1721" y="816"/>
                </a:lnTo>
                <a:lnTo>
                  <a:pt x="1730" y="814"/>
                </a:lnTo>
                <a:lnTo>
                  <a:pt x="1738" y="812"/>
                </a:lnTo>
                <a:lnTo>
                  <a:pt x="1746" y="809"/>
                </a:lnTo>
                <a:lnTo>
                  <a:pt x="1755" y="807"/>
                </a:lnTo>
                <a:lnTo>
                  <a:pt x="1763" y="804"/>
                </a:lnTo>
                <a:lnTo>
                  <a:pt x="1772" y="802"/>
                </a:lnTo>
                <a:lnTo>
                  <a:pt x="1780" y="800"/>
                </a:lnTo>
                <a:lnTo>
                  <a:pt x="1788" y="797"/>
                </a:lnTo>
                <a:lnTo>
                  <a:pt x="1797" y="795"/>
                </a:lnTo>
                <a:lnTo>
                  <a:pt x="1805" y="792"/>
                </a:lnTo>
                <a:lnTo>
                  <a:pt x="1814" y="790"/>
                </a:lnTo>
                <a:lnTo>
                  <a:pt x="1822" y="787"/>
                </a:lnTo>
                <a:lnTo>
                  <a:pt x="1830" y="784"/>
                </a:lnTo>
                <a:lnTo>
                  <a:pt x="1839" y="782"/>
                </a:lnTo>
                <a:lnTo>
                  <a:pt x="1847" y="779"/>
                </a:lnTo>
                <a:lnTo>
                  <a:pt x="1856" y="777"/>
                </a:lnTo>
                <a:lnTo>
                  <a:pt x="1864" y="774"/>
                </a:lnTo>
                <a:lnTo>
                  <a:pt x="1872" y="771"/>
                </a:lnTo>
                <a:lnTo>
                  <a:pt x="1881" y="769"/>
                </a:lnTo>
                <a:lnTo>
                  <a:pt x="1889" y="766"/>
                </a:lnTo>
                <a:lnTo>
                  <a:pt x="1897" y="763"/>
                </a:lnTo>
                <a:lnTo>
                  <a:pt x="1906" y="760"/>
                </a:lnTo>
                <a:lnTo>
                  <a:pt x="1914" y="758"/>
                </a:lnTo>
                <a:lnTo>
                  <a:pt x="1923" y="755"/>
                </a:lnTo>
                <a:lnTo>
                  <a:pt x="1931" y="752"/>
                </a:lnTo>
                <a:lnTo>
                  <a:pt x="1939" y="749"/>
                </a:lnTo>
                <a:lnTo>
                  <a:pt x="1948" y="746"/>
                </a:lnTo>
                <a:lnTo>
                  <a:pt x="1956" y="744"/>
                </a:lnTo>
                <a:lnTo>
                  <a:pt x="1965" y="741"/>
                </a:lnTo>
                <a:lnTo>
                  <a:pt x="1973" y="738"/>
                </a:lnTo>
                <a:lnTo>
                  <a:pt x="1981" y="735"/>
                </a:lnTo>
                <a:lnTo>
                  <a:pt x="1990" y="732"/>
                </a:lnTo>
                <a:lnTo>
                  <a:pt x="1998" y="729"/>
                </a:lnTo>
                <a:lnTo>
                  <a:pt x="2007" y="726"/>
                </a:lnTo>
                <a:lnTo>
                  <a:pt x="2015" y="723"/>
                </a:lnTo>
                <a:lnTo>
                  <a:pt x="2023" y="720"/>
                </a:lnTo>
                <a:lnTo>
                  <a:pt x="2032" y="717"/>
                </a:lnTo>
                <a:lnTo>
                  <a:pt x="2040" y="714"/>
                </a:lnTo>
                <a:lnTo>
                  <a:pt x="2049" y="711"/>
                </a:lnTo>
                <a:lnTo>
                  <a:pt x="2057" y="708"/>
                </a:lnTo>
                <a:lnTo>
                  <a:pt x="2065" y="705"/>
                </a:lnTo>
                <a:lnTo>
                  <a:pt x="2074" y="701"/>
                </a:lnTo>
                <a:lnTo>
                  <a:pt x="2082" y="698"/>
                </a:lnTo>
                <a:lnTo>
                  <a:pt x="2091" y="695"/>
                </a:lnTo>
                <a:lnTo>
                  <a:pt x="2099" y="692"/>
                </a:lnTo>
                <a:lnTo>
                  <a:pt x="2107" y="689"/>
                </a:lnTo>
                <a:lnTo>
                  <a:pt x="2116" y="685"/>
                </a:lnTo>
                <a:lnTo>
                  <a:pt x="2124" y="682"/>
                </a:lnTo>
                <a:lnTo>
                  <a:pt x="2133" y="679"/>
                </a:lnTo>
                <a:lnTo>
                  <a:pt x="2141" y="676"/>
                </a:lnTo>
                <a:lnTo>
                  <a:pt x="2149" y="672"/>
                </a:lnTo>
                <a:lnTo>
                  <a:pt x="2158" y="669"/>
                </a:lnTo>
                <a:lnTo>
                  <a:pt x="2166" y="666"/>
                </a:lnTo>
                <a:lnTo>
                  <a:pt x="2175" y="662"/>
                </a:lnTo>
                <a:lnTo>
                  <a:pt x="2183" y="659"/>
                </a:lnTo>
                <a:lnTo>
                  <a:pt x="2191" y="655"/>
                </a:lnTo>
                <a:lnTo>
                  <a:pt x="2200" y="652"/>
                </a:lnTo>
                <a:lnTo>
                  <a:pt x="2208" y="649"/>
                </a:lnTo>
                <a:lnTo>
                  <a:pt x="2217" y="645"/>
                </a:lnTo>
                <a:lnTo>
                  <a:pt x="2225" y="642"/>
                </a:lnTo>
                <a:lnTo>
                  <a:pt x="2233" y="638"/>
                </a:lnTo>
                <a:lnTo>
                  <a:pt x="2242" y="635"/>
                </a:lnTo>
                <a:lnTo>
                  <a:pt x="2250" y="631"/>
                </a:lnTo>
                <a:lnTo>
                  <a:pt x="2259" y="628"/>
                </a:lnTo>
                <a:lnTo>
                  <a:pt x="2267" y="624"/>
                </a:lnTo>
                <a:lnTo>
                  <a:pt x="2275" y="620"/>
                </a:lnTo>
                <a:lnTo>
                  <a:pt x="2284" y="617"/>
                </a:lnTo>
                <a:lnTo>
                  <a:pt x="2292" y="613"/>
                </a:lnTo>
                <a:lnTo>
                  <a:pt x="2301" y="609"/>
                </a:lnTo>
                <a:lnTo>
                  <a:pt x="2309" y="606"/>
                </a:lnTo>
                <a:lnTo>
                  <a:pt x="2317" y="602"/>
                </a:lnTo>
                <a:lnTo>
                  <a:pt x="2326" y="598"/>
                </a:lnTo>
                <a:lnTo>
                  <a:pt x="2334" y="595"/>
                </a:lnTo>
                <a:lnTo>
                  <a:pt x="2342" y="591"/>
                </a:lnTo>
                <a:lnTo>
                  <a:pt x="2351" y="587"/>
                </a:lnTo>
                <a:lnTo>
                  <a:pt x="2359" y="583"/>
                </a:lnTo>
                <a:lnTo>
                  <a:pt x="2368" y="579"/>
                </a:lnTo>
                <a:lnTo>
                  <a:pt x="2376" y="576"/>
                </a:lnTo>
                <a:lnTo>
                  <a:pt x="2384" y="572"/>
                </a:lnTo>
                <a:lnTo>
                  <a:pt x="2393" y="568"/>
                </a:lnTo>
                <a:lnTo>
                  <a:pt x="2401" y="564"/>
                </a:lnTo>
                <a:lnTo>
                  <a:pt x="2410" y="560"/>
                </a:lnTo>
                <a:lnTo>
                  <a:pt x="2418" y="556"/>
                </a:lnTo>
                <a:lnTo>
                  <a:pt x="2426" y="552"/>
                </a:lnTo>
                <a:lnTo>
                  <a:pt x="2435" y="548"/>
                </a:lnTo>
                <a:lnTo>
                  <a:pt x="2443" y="544"/>
                </a:lnTo>
                <a:lnTo>
                  <a:pt x="2452" y="540"/>
                </a:lnTo>
                <a:lnTo>
                  <a:pt x="2460" y="536"/>
                </a:lnTo>
                <a:lnTo>
                  <a:pt x="2468" y="532"/>
                </a:lnTo>
                <a:lnTo>
                  <a:pt x="2477" y="528"/>
                </a:lnTo>
                <a:lnTo>
                  <a:pt x="2485" y="524"/>
                </a:lnTo>
                <a:lnTo>
                  <a:pt x="2494" y="520"/>
                </a:lnTo>
                <a:lnTo>
                  <a:pt x="2502" y="516"/>
                </a:lnTo>
                <a:lnTo>
                  <a:pt x="2510" y="512"/>
                </a:lnTo>
                <a:lnTo>
                  <a:pt x="2519" y="508"/>
                </a:lnTo>
                <a:lnTo>
                  <a:pt x="2527" y="503"/>
                </a:lnTo>
                <a:lnTo>
                  <a:pt x="2536" y="499"/>
                </a:lnTo>
                <a:lnTo>
                  <a:pt x="2544" y="495"/>
                </a:lnTo>
                <a:lnTo>
                  <a:pt x="2552" y="491"/>
                </a:lnTo>
                <a:lnTo>
                  <a:pt x="2561" y="486"/>
                </a:lnTo>
                <a:lnTo>
                  <a:pt x="2569" y="482"/>
                </a:lnTo>
                <a:lnTo>
                  <a:pt x="2578" y="478"/>
                </a:lnTo>
                <a:lnTo>
                  <a:pt x="2586" y="474"/>
                </a:lnTo>
                <a:lnTo>
                  <a:pt x="2594" y="469"/>
                </a:lnTo>
                <a:lnTo>
                  <a:pt x="2603" y="465"/>
                </a:lnTo>
                <a:lnTo>
                  <a:pt x="2611" y="460"/>
                </a:lnTo>
                <a:lnTo>
                  <a:pt x="2620" y="456"/>
                </a:lnTo>
                <a:lnTo>
                  <a:pt x="2628" y="452"/>
                </a:lnTo>
                <a:lnTo>
                  <a:pt x="2636" y="447"/>
                </a:lnTo>
                <a:lnTo>
                  <a:pt x="2645" y="443"/>
                </a:lnTo>
                <a:lnTo>
                  <a:pt x="2653" y="438"/>
                </a:lnTo>
                <a:lnTo>
                  <a:pt x="2662" y="434"/>
                </a:lnTo>
                <a:lnTo>
                  <a:pt x="2670" y="429"/>
                </a:lnTo>
                <a:lnTo>
                  <a:pt x="2678" y="425"/>
                </a:lnTo>
                <a:lnTo>
                  <a:pt x="2687" y="420"/>
                </a:lnTo>
                <a:lnTo>
                  <a:pt x="2695" y="416"/>
                </a:lnTo>
                <a:lnTo>
                  <a:pt x="2704" y="411"/>
                </a:lnTo>
                <a:lnTo>
                  <a:pt x="2712" y="406"/>
                </a:lnTo>
                <a:lnTo>
                  <a:pt x="2720" y="402"/>
                </a:lnTo>
                <a:lnTo>
                  <a:pt x="2729" y="397"/>
                </a:lnTo>
                <a:lnTo>
                  <a:pt x="2737" y="393"/>
                </a:lnTo>
                <a:lnTo>
                  <a:pt x="2745" y="388"/>
                </a:lnTo>
                <a:lnTo>
                  <a:pt x="2754" y="383"/>
                </a:lnTo>
                <a:lnTo>
                  <a:pt x="2762" y="378"/>
                </a:lnTo>
                <a:lnTo>
                  <a:pt x="2771" y="374"/>
                </a:lnTo>
                <a:lnTo>
                  <a:pt x="2779" y="369"/>
                </a:lnTo>
                <a:lnTo>
                  <a:pt x="2787" y="364"/>
                </a:lnTo>
                <a:lnTo>
                  <a:pt x="2796" y="359"/>
                </a:lnTo>
                <a:lnTo>
                  <a:pt x="2804" y="355"/>
                </a:lnTo>
                <a:lnTo>
                  <a:pt x="2813" y="350"/>
                </a:lnTo>
                <a:lnTo>
                  <a:pt x="2821" y="345"/>
                </a:lnTo>
                <a:lnTo>
                  <a:pt x="2829" y="340"/>
                </a:lnTo>
                <a:lnTo>
                  <a:pt x="2838" y="335"/>
                </a:lnTo>
                <a:lnTo>
                  <a:pt x="2846" y="330"/>
                </a:lnTo>
                <a:lnTo>
                  <a:pt x="2855" y="325"/>
                </a:lnTo>
                <a:lnTo>
                  <a:pt x="2863" y="320"/>
                </a:lnTo>
                <a:lnTo>
                  <a:pt x="2871" y="315"/>
                </a:lnTo>
                <a:lnTo>
                  <a:pt x="2880" y="310"/>
                </a:lnTo>
                <a:lnTo>
                  <a:pt x="2888" y="305"/>
                </a:lnTo>
                <a:lnTo>
                  <a:pt x="2897" y="300"/>
                </a:lnTo>
                <a:lnTo>
                  <a:pt x="2905" y="295"/>
                </a:lnTo>
                <a:lnTo>
                  <a:pt x="2913" y="290"/>
                </a:lnTo>
                <a:lnTo>
                  <a:pt x="2922" y="285"/>
                </a:lnTo>
                <a:lnTo>
                  <a:pt x="2930" y="280"/>
                </a:lnTo>
                <a:lnTo>
                  <a:pt x="2939" y="275"/>
                </a:lnTo>
                <a:lnTo>
                  <a:pt x="2947" y="270"/>
                </a:lnTo>
                <a:lnTo>
                  <a:pt x="2955" y="264"/>
                </a:lnTo>
                <a:lnTo>
                  <a:pt x="2964" y="259"/>
                </a:lnTo>
                <a:lnTo>
                  <a:pt x="2972" y="254"/>
                </a:lnTo>
                <a:lnTo>
                  <a:pt x="2981" y="249"/>
                </a:lnTo>
                <a:lnTo>
                  <a:pt x="2989" y="244"/>
                </a:lnTo>
                <a:lnTo>
                  <a:pt x="2997" y="238"/>
                </a:lnTo>
                <a:lnTo>
                  <a:pt x="3006" y="233"/>
                </a:lnTo>
                <a:lnTo>
                  <a:pt x="3014" y="228"/>
                </a:lnTo>
                <a:lnTo>
                  <a:pt x="3023" y="222"/>
                </a:lnTo>
                <a:lnTo>
                  <a:pt x="3031" y="217"/>
                </a:lnTo>
                <a:lnTo>
                  <a:pt x="3039" y="212"/>
                </a:lnTo>
                <a:lnTo>
                  <a:pt x="3048" y="206"/>
                </a:lnTo>
                <a:lnTo>
                  <a:pt x="3056" y="201"/>
                </a:lnTo>
                <a:lnTo>
                  <a:pt x="3065" y="195"/>
                </a:lnTo>
                <a:lnTo>
                  <a:pt x="3073" y="190"/>
                </a:lnTo>
                <a:lnTo>
                  <a:pt x="3081" y="185"/>
                </a:lnTo>
                <a:lnTo>
                  <a:pt x="3090" y="179"/>
                </a:lnTo>
                <a:lnTo>
                  <a:pt x="3098" y="174"/>
                </a:lnTo>
                <a:lnTo>
                  <a:pt x="3107" y="168"/>
                </a:lnTo>
                <a:lnTo>
                  <a:pt x="3115" y="163"/>
                </a:lnTo>
                <a:lnTo>
                  <a:pt x="3123" y="157"/>
                </a:lnTo>
                <a:lnTo>
                  <a:pt x="3132" y="151"/>
                </a:lnTo>
                <a:lnTo>
                  <a:pt x="3140" y="146"/>
                </a:lnTo>
                <a:lnTo>
                  <a:pt x="3148" y="140"/>
                </a:lnTo>
                <a:lnTo>
                  <a:pt x="3157" y="135"/>
                </a:lnTo>
                <a:lnTo>
                  <a:pt x="3165" y="129"/>
                </a:lnTo>
                <a:lnTo>
                  <a:pt x="3174" y="123"/>
                </a:lnTo>
                <a:lnTo>
                  <a:pt x="3182" y="117"/>
                </a:lnTo>
                <a:lnTo>
                  <a:pt x="3190" y="112"/>
                </a:lnTo>
                <a:lnTo>
                  <a:pt x="3199" y="106"/>
                </a:lnTo>
                <a:lnTo>
                  <a:pt x="3207" y="100"/>
                </a:lnTo>
                <a:lnTo>
                  <a:pt x="3216" y="95"/>
                </a:lnTo>
                <a:lnTo>
                  <a:pt x="3224" y="89"/>
                </a:lnTo>
                <a:lnTo>
                  <a:pt x="3232" y="83"/>
                </a:lnTo>
                <a:lnTo>
                  <a:pt x="3241" y="77"/>
                </a:lnTo>
                <a:lnTo>
                  <a:pt x="3249" y="71"/>
                </a:lnTo>
                <a:lnTo>
                  <a:pt x="3258" y="65"/>
                </a:lnTo>
                <a:lnTo>
                  <a:pt x="3266" y="59"/>
                </a:lnTo>
                <a:lnTo>
                  <a:pt x="3274" y="54"/>
                </a:lnTo>
                <a:lnTo>
                  <a:pt x="3283" y="48"/>
                </a:lnTo>
                <a:lnTo>
                  <a:pt x="3291" y="42"/>
                </a:lnTo>
                <a:lnTo>
                  <a:pt x="3300" y="36"/>
                </a:lnTo>
                <a:lnTo>
                  <a:pt x="3308" y="30"/>
                </a:lnTo>
                <a:lnTo>
                  <a:pt x="3316" y="24"/>
                </a:lnTo>
                <a:lnTo>
                  <a:pt x="3325" y="18"/>
                </a:lnTo>
                <a:lnTo>
                  <a:pt x="3333" y="12"/>
                </a:lnTo>
                <a:lnTo>
                  <a:pt x="3342" y="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4590288" y="3306470"/>
            <a:ext cx="3063240" cy="1342339"/>
          </a:xfrm>
          <a:custGeom>
            <a:avLst/>
            <a:gdLst/>
            <a:ahLst/>
            <a:cxnLst/>
            <a:rect l="l" t="t" r="r" b="b"/>
            <a:pathLst>
              <a:path w="3350" h="1468">
                <a:moveTo>
                  <a:pt x="0" y="741"/>
                </a:moveTo>
                <a:lnTo>
                  <a:pt x="8" y="749"/>
                </a:lnTo>
                <a:lnTo>
                  <a:pt x="17" y="758"/>
                </a:lnTo>
                <a:lnTo>
                  <a:pt x="25" y="767"/>
                </a:lnTo>
                <a:lnTo>
                  <a:pt x="34" y="776"/>
                </a:lnTo>
                <a:lnTo>
                  <a:pt x="42" y="784"/>
                </a:lnTo>
                <a:lnTo>
                  <a:pt x="50" y="793"/>
                </a:lnTo>
                <a:lnTo>
                  <a:pt x="59" y="801"/>
                </a:lnTo>
                <a:lnTo>
                  <a:pt x="67" y="810"/>
                </a:lnTo>
                <a:lnTo>
                  <a:pt x="76" y="818"/>
                </a:lnTo>
                <a:lnTo>
                  <a:pt x="84" y="826"/>
                </a:lnTo>
                <a:lnTo>
                  <a:pt x="92" y="835"/>
                </a:lnTo>
                <a:lnTo>
                  <a:pt x="101" y="843"/>
                </a:lnTo>
                <a:lnTo>
                  <a:pt x="109" y="851"/>
                </a:lnTo>
                <a:lnTo>
                  <a:pt x="118" y="859"/>
                </a:lnTo>
                <a:lnTo>
                  <a:pt x="126" y="867"/>
                </a:lnTo>
                <a:lnTo>
                  <a:pt x="134" y="875"/>
                </a:lnTo>
                <a:lnTo>
                  <a:pt x="143" y="883"/>
                </a:lnTo>
                <a:lnTo>
                  <a:pt x="151" y="891"/>
                </a:lnTo>
                <a:lnTo>
                  <a:pt x="160" y="899"/>
                </a:lnTo>
                <a:lnTo>
                  <a:pt x="168" y="907"/>
                </a:lnTo>
                <a:lnTo>
                  <a:pt x="176" y="914"/>
                </a:lnTo>
                <a:lnTo>
                  <a:pt x="185" y="922"/>
                </a:lnTo>
                <a:lnTo>
                  <a:pt x="193" y="930"/>
                </a:lnTo>
                <a:lnTo>
                  <a:pt x="202" y="937"/>
                </a:lnTo>
                <a:lnTo>
                  <a:pt x="210" y="945"/>
                </a:lnTo>
                <a:lnTo>
                  <a:pt x="218" y="952"/>
                </a:lnTo>
                <a:lnTo>
                  <a:pt x="227" y="960"/>
                </a:lnTo>
                <a:lnTo>
                  <a:pt x="235" y="967"/>
                </a:lnTo>
                <a:lnTo>
                  <a:pt x="243" y="974"/>
                </a:lnTo>
                <a:lnTo>
                  <a:pt x="252" y="981"/>
                </a:lnTo>
                <a:lnTo>
                  <a:pt x="260" y="989"/>
                </a:lnTo>
                <a:lnTo>
                  <a:pt x="269" y="996"/>
                </a:lnTo>
                <a:lnTo>
                  <a:pt x="277" y="1003"/>
                </a:lnTo>
                <a:lnTo>
                  <a:pt x="285" y="1010"/>
                </a:lnTo>
                <a:lnTo>
                  <a:pt x="294" y="1017"/>
                </a:lnTo>
                <a:lnTo>
                  <a:pt x="302" y="1024"/>
                </a:lnTo>
                <a:lnTo>
                  <a:pt x="311" y="1031"/>
                </a:lnTo>
                <a:lnTo>
                  <a:pt x="319" y="1037"/>
                </a:lnTo>
                <a:lnTo>
                  <a:pt x="327" y="1044"/>
                </a:lnTo>
                <a:lnTo>
                  <a:pt x="336" y="1051"/>
                </a:lnTo>
                <a:lnTo>
                  <a:pt x="344" y="1058"/>
                </a:lnTo>
                <a:lnTo>
                  <a:pt x="353" y="1064"/>
                </a:lnTo>
                <a:lnTo>
                  <a:pt x="361" y="1071"/>
                </a:lnTo>
                <a:lnTo>
                  <a:pt x="369" y="1077"/>
                </a:lnTo>
                <a:lnTo>
                  <a:pt x="378" y="1084"/>
                </a:lnTo>
                <a:lnTo>
                  <a:pt x="386" y="1090"/>
                </a:lnTo>
                <a:lnTo>
                  <a:pt x="395" y="1096"/>
                </a:lnTo>
                <a:lnTo>
                  <a:pt x="403" y="1103"/>
                </a:lnTo>
                <a:lnTo>
                  <a:pt x="411" y="1109"/>
                </a:lnTo>
                <a:lnTo>
                  <a:pt x="420" y="1115"/>
                </a:lnTo>
                <a:lnTo>
                  <a:pt x="428" y="1121"/>
                </a:lnTo>
                <a:lnTo>
                  <a:pt x="437" y="1127"/>
                </a:lnTo>
                <a:lnTo>
                  <a:pt x="445" y="1133"/>
                </a:lnTo>
                <a:lnTo>
                  <a:pt x="453" y="1139"/>
                </a:lnTo>
                <a:lnTo>
                  <a:pt x="462" y="1145"/>
                </a:lnTo>
                <a:lnTo>
                  <a:pt x="470" y="1151"/>
                </a:lnTo>
                <a:lnTo>
                  <a:pt x="479" y="1157"/>
                </a:lnTo>
                <a:lnTo>
                  <a:pt x="487" y="1163"/>
                </a:lnTo>
                <a:lnTo>
                  <a:pt x="495" y="1168"/>
                </a:lnTo>
                <a:lnTo>
                  <a:pt x="504" y="1174"/>
                </a:lnTo>
                <a:lnTo>
                  <a:pt x="512" y="1180"/>
                </a:lnTo>
                <a:lnTo>
                  <a:pt x="521" y="1185"/>
                </a:lnTo>
                <a:lnTo>
                  <a:pt x="529" y="1191"/>
                </a:lnTo>
                <a:lnTo>
                  <a:pt x="537" y="1196"/>
                </a:lnTo>
                <a:lnTo>
                  <a:pt x="546" y="1201"/>
                </a:lnTo>
                <a:lnTo>
                  <a:pt x="554" y="1207"/>
                </a:lnTo>
                <a:lnTo>
                  <a:pt x="563" y="1212"/>
                </a:lnTo>
                <a:lnTo>
                  <a:pt x="571" y="1217"/>
                </a:lnTo>
                <a:lnTo>
                  <a:pt x="579" y="1222"/>
                </a:lnTo>
                <a:lnTo>
                  <a:pt x="588" y="1227"/>
                </a:lnTo>
                <a:lnTo>
                  <a:pt x="596" y="1232"/>
                </a:lnTo>
                <a:lnTo>
                  <a:pt x="605" y="1237"/>
                </a:lnTo>
                <a:lnTo>
                  <a:pt x="613" y="1242"/>
                </a:lnTo>
                <a:lnTo>
                  <a:pt x="621" y="1247"/>
                </a:lnTo>
                <a:lnTo>
                  <a:pt x="630" y="1252"/>
                </a:lnTo>
                <a:lnTo>
                  <a:pt x="638" y="1257"/>
                </a:lnTo>
                <a:lnTo>
                  <a:pt x="646" y="1262"/>
                </a:lnTo>
                <a:lnTo>
                  <a:pt x="655" y="1266"/>
                </a:lnTo>
                <a:lnTo>
                  <a:pt x="663" y="1271"/>
                </a:lnTo>
                <a:lnTo>
                  <a:pt x="672" y="1276"/>
                </a:lnTo>
                <a:lnTo>
                  <a:pt x="680" y="1280"/>
                </a:lnTo>
                <a:lnTo>
                  <a:pt x="688" y="1285"/>
                </a:lnTo>
                <a:lnTo>
                  <a:pt x="697" y="1289"/>
                </a:lnTo>
                <a:lnTo>
                  <a:pt x="705" y="1293"/>
                </a:lnTo>
                <a:lnTo>
                  <a:pt x="714" y="1298"/>
                </a:lnTo>
                <a:lnTo>
                  <a:pt x="722" y="1302"/>
                </a:lnTo>
                <a:lnTo>
                  <a:pt x="730" y="1306"/>
                </a:lnTo>
                <a:lnTo>
                  <a:pt x="739" y="1310"/>
                </a:lnTo>
                <a:lnTo>
                  <a:pt x="747" y="1314"/>
                </a:lnTo>
                <a:lnTo>
                  <a:pt x="756" y="1318"/>
                </a:lnTo>
                <a:lnTo>
                  <a:pt x="764" y="1322"/>
                </a:lnTo>
                <a:lnTo>
                  <a:pt x="772" y="1326"/>
                </a:lnTo>
                <a:lnTo>
                  <a:pt x="781" y="1330"/>
                </a:lnTo>
                <a:lnTo>
                  <a:pt x="789" y="1334"/>
                </a:lnTo>
                <a:lnTo>
                  <a:pt x="798" y="1338"/>
                </a:lnTo>
                <a:lnTo>
                  <a:pt x="806" y="1341"/>
                </a:lnTo>
                <a:lnTo>
                  <a:pt x="814" y="1345"/>
                </a:lnTo>
                <a:lnTo>
                  <a:pt x="823" y="1349"/>
                </a:lnTo>
                <a:lnTo>
                  <a:pt x="831" y="1352"/>
                </a:lnTo>
                <a:lnTo>
                  <a:pt x="840" y="1356"/>
                </a:lnTo>
                <a:lnTo>
                  <a:pt x="848" y="1359"/>
                </a:lnTo>
                <a:lnTo>
                  <a:pt x="856" y="1363"/>
                </a:lnTo>
                <a:lnTo>
                  <a:pt x="865" y="1366"/>
                </a:lnTo>
                <a:lnTo>
                  <a:pt x="873" y="1369"/>
                </a:lnTo>
                <a:lnTo>
                  <a:pt x="882" y="1372"/>
                </a:lnTo>
                <a:lnTo>
                  <a:pt x="890" y="1376"/>
                </a:lnTo>
                <a:lnTo>
                  <a:pt x="898" y="1379"/>
                </a:lnTo>
                <a:lnTo>
                  <a:pt x="907" y="1382"/>
                </a:lnTo>
                <a:lnTo>
                  <a:pt x="915" y="1385"/>
                </a:lnTo>
                <a:lnTo>
                  <a:pt x="924" y="1388"/>
                </a:lnTo>
                <a:lnTo>
                  <a:pt x="932" y="1391"/>
                </a:lnTo>
                <a:lnTo>
                  <a:pt x="940" y="1394"/>
                </a:lnTo>
                <a:lnTo>
                  <a:pt x="949" y="1396"/>
                </a:lnTo>
                <a:lnTo>
                  <a:pt x="957" y="1399"/>
                </a:lnTo>
                <a:lnTo>
                  <a:pt x="966" y="1402"/>
                </a:lnTo>
                <a:lnTo>
                  <a:pt x="974" y="1404"/>
                </a:lnTo>
                <a:lnTo>
                  <a:pt x="982" y="1407"/>
                </a:lnTo>
                <a:lnTo>
                  <a:pt x="991" y="1410"/>
                </a:lnTo>
                <a:lnTo>
                  <a:pt x="999" y="1412"/>
                </a:lnTo>
                <a:lnTo>
                  <a:pt x="1008" y="1414"/>
                </a:lnTo>
                <a:lnTo>
                  <a:pt x="1016" y="1417"/>
                </a:lnTo>
                <a:lnTo>
                  <a:pt x="1024" y="1419"/>
                </a:lnTo>
                <a:lnTo>
                  <a:pt x="1033" y="1421"/>
                </a:lnTo>
                <a:lnTo>
                  <a:pt x="1041" y="1424"/>
                </a:lnTo>
                <a:lnTo>
                  <a:pt x="1049" y="1426"/>
                </a:lnTo>
                <a:lnTo>
                  <a:pt x="1058" y="1428"/>
                </a:lnTo>
                <a:lnTo>
                  <a:pt x="1066" y="1430"/>
                </a:lnTo>
                <a:lnTo>
                  <a:pt x="1075" y="1432"/>
                </a:lnTo>
                <a:lnTo>
                  <a:pt x="1083" y="1434"/>
                </a:lnTo>
                <a:lnTo>
                  <a:pt x="1091" y="1436"/>
                </a:lnTo>
                <a:lnTo>
                  <a:pt x="1100" y="1438"/>
                </a:lnTo>
                <a:lnTo>
                  <a:pt x="1108" y="1439"/>
                </a:lnTo>
                <a:lnTo>
                  <a:pt x="1117" y="1441"/>
                </a:lnTo>
                <a:lnTo>
                  <a:pt x="1125" y="1443"/>
                </a:lnTo>
                <a:lnTo>
                  <a:pt x="1133" y="1444"/>
                </a:lnTo>
                <a:lnTo>
                  <a:pt x="1142" y="1446"/>
                </a:lnTo>
                <a:lnTo>
                  <a:pt x="1150" y="1448"/>
                </a:lnTo>
                <a:lnTo>
                  <a:pt x="1159" y="1449"/>
                </a:lnTo>
                <a:lnTo>
                  <a:pt x="1167" y="1450"/>
                </a:lnTo>
                <a:lnTo>
                  <a:pt x="1175" y="1452"/>
                </a:lnTo>
                <a:lnTo>
                  <a:pt x="1184" y="1453"/>
                </a:lnTo>
                <a:lnTo>
                  <a:pt x="1192" y="1454"/>
                </a:lnTo>
                <a:lnTo>
                  <a:pt x="1201" y="1456"/>
                </a:lnTo>
                <a:lnTo>
                  <a:pt x="1209" y="1457"/>
                </a:lnTo>
                <a:lnTo>
                  <a:pt x="1217" y="1458"/>
                </a:lnTo>
                <a:lnTo>
                  <a:pt x="1226" y="1459"/>
                </a:lnTo>
                <a:lnTo>
                  <a:pt x="1234" y="1460"/>
                </a:lnTo>
                <a:lnTo>
                  <a:pt x="1243" y="1461"/>
                </a:lnTo>
                <a:lnTo>
                  <a:pt x="1251" y="1462"/>
                </a:lnTo>
                <a:lnTo>
                  <a:pt x="1259" y="1462"/>
                </a:lnTo>
                <a:lnTo>
                  <a:pt x="1268" y="1463"/>
                </a:lnTo>
                <a:lnTo>
                  <a:pt x="1276" y="1464"/>
                </a:lnTo>
                <a:lnTo>
                  <a:pt x="1285" y="1465"/>
                </a:lnTo>
                <a:lnTo>
                  <a:pt x="1293" y="1465"/>
                </a:lnTo>
                <a:lnTo>
                  <a:pt x="1301" y="1466"/>
                </a:lnTo>
                <a:lnTo>
                  <a:pt x="1310" y="1466"/>
                </a:lnTo>
                <a:lnTo>
                  <a:pt x="1318" y="1467"/>
                </a:lnTo>
                <a:lnTo>
                  <a:pt x="1327" y="1467"/>
                </a:lnTo>
                <a:lnTo>
                  <a:pt x="1335" y="1467"/>
                </a:lnTo>
                <a:lnTo>
                  <a:pt x="1343" y="1468"/>
                </a:lnTo>
                <a:lnTo>
                  <a:pt x="1352" y="1468"/>
                </a:lnTo>
                <a:lnTo>
                  <a:pt x="1360" y="1468"/>
                </a:lnTo>
                <a:lnTo>
                  <a:pt x="1369" y="1468"/>
                </a:lnTo>
                <a:lnTo>
                  <a:pt x="1377" y="1468"/>
                </a:lnTo>
                <a:lnTo>
                  <a:pt x="1385" y="1468"/>
                </a:lnTo>
                <a:lnTo>
                  <a:pt x="1394" y="1468"/>
                </a:lnTo>
                <a:lnTo>
                  <a:pt x="1402" y="1468"/>
                </a:lnTo>
                <a:lnTo>
                  <a:pt x="1411" y="1468"/>
                </a:lnTo>
                <a:lnTo>
                  <a:pt x="1419" y="1468"/>
                </a:lnTo>
                <a:lnTo>
                  <a:pt x="1427" y="1468"/>
                </a:lnTo>
                <a:lnTo>
                  <a:pt x="1436" y="1467"/>
                </a:lnTo>
                <a:lnTo>
                  <a:pt x="1444" y="1467"/>
                </a:lnTo>
                <a:lnTo>
                  <a:pt x="1453" y="1467"/>
                </a:lnTo>
                <a:lnTo>
                  <a:pt x="1461" y="1466"/>
                </a:lnTo>
                <a:lnTo>
                  <a:pt x="1469" y="1466"/>
                </a:lnTo>
                <a:lnTo>
                  <a:pt x="1478" y="1465"/>
                </a:lnTo>
                <a:lnTo>
                  <a:pt x="1486" y="1464"/>
                </a:lnTo>
                <a:lnTo>
                  <a:pt x="1494" y="1464"/>
                </a:lnTo>
                <a:lnTo>
                  <a:pt x="1503" y="1463"/>
                </a:lnTo>
                <a:lnTo>
                  <a:pt x="1511" y="1462"/>
                </a:lnTo>
                <a:lnTo>
                  <a:pt x="1520" y="1461"/>
                </a:lnTo>
                <a:lnTo>
                  <a:pt x="1528" y="1460"/>
                </a:lnTo>
                <a:lnTo>
                  <a:pt x="1536" y="1459"/>
                </a:lnTo>
                <a:lnTo>
                  <a:pt x="1545" y="1458"/>
                </a:lnTo>
                <a:lnTo>
                  <a:pt x="1553" y="1457"/>
                </a:lnTo>
                <a:lnTo>
                  <a:pt x="1562" y="1456"/>
                </a:lnTo>
                <a:lnTo>
                  <a:pt x="1570" y="1455"/>
                </a:lnTo>
                <a:lnTo>
                  <a:pt x="1578" y="1454"/>
                </a:lnTo>
                <a:lnTo>
                  <a:pt x="1587" y="1453"/>
                </a:lnTo>
                <a:lnTo>
                  <a:pt x="1595" y="1451"/>
                </a:lnTo>
                <a:lnTo>
                  <a:pt x="1604" y="1450"/>
                </a:lnTo>
                <a:lnTo>
                  <a:pt x="1612" y="1449"/>
                </a:lnTo>
                <a:lnTo>
                  <a:pt x="1620" y="1447"/>
                </a:lnTo>
                <a:lnTo>
                  <a:pt x="1629" y="1446"/>
                </a:lnTo>
                <a:lnTo>
                  <a:pt x="1637" y="1444"/>
                </a:lnTo>
                <a:lnTo>
                  <a:pt x="1646" y="1442"/>
                </a:lnTo>
                <a:lnTo>
                  <a:pt x="1654" y="1441"/>
                </a:lnTo>
                <a:lnTo>
                  <a:pt x="1662" y="1439"/>
                </a:lnTo>
                <a:lnTo>
                  <a:pt x="1671" y="1437"/>
                </a:lnTo>
                <a:lnTo>
                  <a:pt x="1679" y="1435"/>
                </a:lnTo>
                <a:lnTo>
                  <a:pt x="1688" y="1433"/>
                </a:lnTo>
                <a:lnTo>
                  <a:pt x="1696" y="1431"/>
                </a:lnTo>
                <a:lnTo>
                  <a:pt x="1704" y="1429"/>
                </a:lnTo>
                <a:lnTo>
                  <a:pt x="1713" y="1427"/>
                </a:lnTo>
                <a:lnTo>
                  <a:pt x="1721" y="1425"/>
                </a:lnTo>
                <a:lnTo>
                  <a:pt x="1730" y="1423"/>
                </a:lnTo>
                <a:lnTo>
                  <a:pt x="1738" y="1421"/>
                </a:lnTo>
                <a:lnTo>
                  <a:pt x="1746" y="1418"/>
                </a:lnTo>
                <a:lnTo>
                  <a:pt x="1755" y="1416"/>
                </a:lnTo>
                <a:lnTo>
                  <a:pt x="1763" y="1414"/>
                </a:lnTo>
                <a:lnTo>
                  <a:pt x="1772" y="1411"/>
                </a:lnTo>
                <a:lnTo>
                  <a:pt x="1780" y="1409"/>
                </a:lnTo>
                <a:lnTo>
                  <a:pt x="1788" y="1406"/>
                </a:lnTo>
                <a:lnTo>
                  <a:pt x="1797" y="1404"/>
                </a:lnTo>
                <a:lnTo>
                  <a:pt x="1805" y="1401"/>
                </a:lnTo>
                <a:lnTo>
                  <a:pt x="1814" y="1398"/>
                </a:lnTo>
                <a:lnTo>
                  <a:pt x="1822" y="1395"/>
                </a:lnTo>
                <a:lnTo>
                  <a:pt x="1830" y="1393"/>
                </a:lnTo>
                <a:lnTo>
                  <a:pt x="1839" y="1390"/>
                </a:lnTo>
                <a:lnTo>
                  <a:pt x="1847" y="1387"/>
                </a:lnTo>
                <a:lnTo>
                  <a:pt x="1856" y="1384"/>
                </a:lnTo>
                <a:lnTo>
                  <a:pt x="1864" y="1381"/>
                </a:lnTo>
                <a:lnTo>
                  <a:pt x="1872" y="1378"/>
                </a:lnTo>
                <a:lnTo>
                  <a:pt x="1881" y="1375"/>
                </a:lnTo>
                <a:lnTo>
                  <a:pt x="1889" y="1371"/>
                </a:lnTo>
                <a:lnTo>
                  <a:pt x="1897" y="1368"/>
                </a:lnTo>
                <a:lnTo>
                  <a:pt x="1906" y="1365"/>
                </a:lnTo>
                <a:lnTo>
                  <a:pt x="1914" y="1362"/>
                </a:lnTo>
                <a:lnTo>
                  <a:pt x="1923" y="1358"/>
                </a:lnTo>
                <a:lnTo>
                  <a:pt x="1931" y="1355"/>
                </a:lnTo>
                <a:lnTo>
                  <a:pt x="1939" y="1351"/>
                </a:lnTo>
                <a:lnTo>
                  <a:pt x="1948" y="1348"/>
                </a:lnTo>
                <a:lnTo>
                  <a:pt x="1956" y="1344"/>
                </a:lnTo>
                <a:lnTo>
                  <a:pt x="1965" y="1340"/>
                </a:lnTo>
                <a:lnTo>
                  <a:pt x="1973" y="1337"/>
                </a:lnTo>
                <a:lnTo>
                  <a:pt x="1981" y="1333"/>
                </a:lnTo>
                <a:lnTo>
                  <a:pt x="1990" y="1329"/>
                </a:lnTo>
                <a:lnTo>
                  <a:pt x="1998" y="1325"/>
                </a:lnTo>
                <a:lnTo>
                  <a:pt x="2007" y="1321"/>
                </a:lnTo>
                <a:lnTo>
                  <a:pt x="2015" y="1317"/>
                </a:lnTo>
                <a:lnTo>
                  <a:pt x="2023" y="1313"/>
                </a:lnTo>
                <a:lnTo>
                  <a:pt x="2032" y="1309"/>
                </a:lnTo>
                <a:lnTo>
                  <a:pt x="2040" y="1305"/>
                </a:lnTo>
                <a:lnTo>
                  <a:pt x="2049" y="1301"/>
                </a:lnTo>
                <a:lnTo>
                  <a:pt x="2057" y="1296"/>
                </a:lnTo>
                <a:lnTo>
                  <a:pt x="2065" y="1292"/>
                </a:lnTo>
                <a:lnTo>
                  <a:pt x="2074" y="1288"/>
                </a:lnTo>
                <a:lnTo>
                  <a:pt x="2082" y="1283"/>
                </a:lnTo>
                <a:lnTo>
                  <a:pt x="2091" y="1279"/>
                </a:lnTo>
                <a:lnTo>
                  <a:pt x="2099" y="1274"/>
                </a:lnTo>
                <a:lnTo>
                  <a:pt x="2107" y="1270"/>
                </a:lnTo>
                <a:lnTo>
                  <a:pt x="2116" y="1265"/>
                </a:lnTo>
                <a:lnTo>
                  <a:pt x="2124" y="1260"/>
                </a:lnTo>
                <a:lnTo>
                  <a:pt x="2133" y="1256"/>
                </a:lnTo>
                <a:lnTo>
                  <a:pt x="2141" y="1251"/>
                </a:lnTo>
                <a:lnTo>
                  <a:pt x="2149" y="1246"/>
                </a:lnTo>
                <a:lnTo>
                  <a:pt x="2158" y="1241"/>
                </a:lnTo>
                <a:lnTo>
                  <a:pt x="2166" y="1236"/>
                </a:lnTo>
                <a:lnTo>
                  <a:pt x="2175" y="1231"/>
                </a:lnTo>
                <a:lnTo>
                  <a:pt x="2183" y="1226"/>
                </a:lnTo>
                <a:lnTo>
                  <a:pt x="2191" y="1221"/>
                </a:lnTo>
                <a:lnTo>
                  <a:pt x="2200" y="1216"/>
                </a:lnTo>
                <a:lnTo>
                  <a:pt x="2208" y="1210"/>
                </a:lnTo>
                <a:lnTo>
                  <a:pt x="2217" y="1205"/>
                </a:lnTo>
                <a:lnTo>
                  <a:pt x="2225" y="1200"/>
                </a:lnTo>
                <a:lnTo>
                  <a:pt x="2233" y="1194"/>
                </a:lnTo>
                <a:lnTo>
                  <a:pt x="2242" y="1189"/>
                </a:lnTo>
                <a:lnTo>
                  <a:pt x="2250" y="1183"/>
                </a:lnTo>
                <a:lnTo>
                  <a:pt x="2259" y="1178"/>
                </a:lnTo>
                <a:lnTo>
                  <a:pt x="2267" y="1172"/>
                </a:lnTo>
                <a:lnTo>
                  <a:pt x="2275" y="1167"/>
                </a:lnTo>
                <a:lnTo>
                  <a:pt x="2284" y="1161"/>
                </a:lnTo>
                <a:lnTo>
                  <a:pt x="2292" y="1155"/>
                </a:lnTo>
                <a:lnTo>
                  <a:pt x="2301" y="1149"/>
                </a:lnTo>
                <a:lnTo>
                  <a:pt x="2309" y="1143"/>
                </a:lnTo>
                <a:lnTo>
                  <a:pt x="2317" y="1138"/>
                </a:lnTo>
                <a:lnTo>
                  <a:pt x="2326" y="1132"/>
                </a:lnTo>
                <a:lnTo>
                  <a:pt x="2334" y="1126"/>
                </a:lnTo>
                <a:lnTo>
                  <a:pt x="2342" y="1119"/>
                </a:lnTo>
                <a:lnTo>
                  <a:pt x="2351" y="1113"/>
                </a:lnTo>
                <a:lnTo>
                  <a:pt x="2359" y="1107"/>
                </a:lnTo>
                <a:lnTo>
                  <a:pt x="2368" y="1101"/>
                </a:lnTo>
                <a:lnTo>
                  <a:pt x="2376" y="1095"/>
                </a:lnTo>
                <a:lnTo>
                  <a:pt x="2384" y="1088"/>
                </a:lnTo>
                <a:lnTo>
                  <a:pt x="2393" y="1082"/>
                </a:lnTo>
                <a:lnTo>
                  <a:pt x="2401" y="1075"/>
                </a:lnTo>
                <a:lnTo>
                  <a:pt x="2410" y="1069"/>
                </a:lnTo>
                <a:lnTo>
                  <a:pt x="2418" y="1062"/>
                </a:lnTo>
                <a:lnTo>
                  <a:pt x="2426" y="1056"/>
                </a:lnTo>
                <a:lnTo>
                  <a:pt x="2435" y="1049"/>
                </a:lnTo>
                <a:lnTo>
                  <a:pt x="2443" y="1042"/>
                </a:lnTo>
                <a:lnTo>
                  <a:pt x="2452" y="1035"/>
                </a:lnTo>
                <a:lnTo>
                  <a:pt x="2460" y="1029"/>
                </a:lnTo>
                <a:lnTo>
                  <a:pt x="2468" y="1022"/>
                </a:lnTo>
                <a:lnTo>
                  <a:pt x="2477" y="1015"/>
                </a:lnTo>
                <a:lnTo>
                  <a:pt x="2485" y="1008"/>
                </a:lnTo>
                <a:lnTo>
                  <a:pt x="2494" y="1001"/>
                </a:lnTo>
                <a:lnTo>
                  <a:pt x="2502" y="994"/>
                </a:lnTo>
                <a:lnTo>
                  <a:pt x="2510" y="986"/>
                </a:lnTo>
                <a:lnTo>
                  <a:pt x="2519" y="979"/>
                </a:lnTo>
                <a:lnTo>
                  <a:pt x="2527" y="972"/>
                </a:lnTo>
                <a:lnTo>
                  <a:pt x="2536" y="965"/>
                </a:lnTo>
                <a:lnTo>
                  <a:pt x="2544" y="957"/>
                </a:lnTo>
                <a:lnTo>
                  <a:pt x="2552" y="950"/>
                </a:lnTo>
                <a:lnTo>
                  <a:pt x="2561" y="942"/>
                </a:lnTo>
                <a:lnTo>
                  <a:pt x="2569" y="935"/>
                </a:lnTo>
                <a:lnTo>
                  <a:pt x="2578" y="927"/>
                </a:lnTo>
                <a:lnTo>
                  <a:pt x="2586" y="920"/>
                </a:lnTo>
                <a:lnTo>
                  <a:pt x="2594" y="912"/>
                </a:lnTo>
                <a:lnTo>
                  <a:pt x="2603" y="904"/>
                </a:lnTo>
                <a:lnTo>
                  <a:pt x="2611" y="896"/>
                </a:lnTo>
                <a:lnTo>
                  <a:pt x="2620" y="889"/>
                </a:lnTo>
                <a:lnTo>
                  <a:pt x="2628" y="881"/>
                </a:lnTo>
                <a:lnTo>
                  <a:pt x="2636" y="873"/>
                </a:lnTo>
                <a:lnTo>
                  <a:pt x="2645" y="865"/>
                </a:lnTo>
                <a:lnTo>
                  <a:pt x="2653" y="857"/>
                </a:lnTo>
                <a:lnTo>
                  <a:pt x="2662" y="848"/>
                </a:lnTo>
                <a:lnTo>
                  <a:pt x="2670" y="840"/>
                </a:lnTo>
                <a:lnTo>
                  <a:pt x="2678" y="832"/>
                </a:lnTo>
                <a:lnTo>
                  <a:pt x="2687" y="824"/>
                </a:lnTo>
                <a:lnTo>
                  <a:pt x="2695" y="815"/>
                </a:lnTo>
                <a:lnTo>
                  <a:pt x="2704" y="807"/>
                </a:lnTo>
                <a:lnTo>
                  <a:pt x="2712" y="799"/>
                </a:lnTo>
                <a:lnTo>
                  <a:pt x="2720" y="790"/>
                </a:lnTo>
                <a:lnTo>
                  <a:pt x="2729" y="782"/>
                </a:lnTo>
                <a:lnTo>
                  <a:pt x="2737" y="773"/>
                </a:lnTo>
                <a:lnTo>
                  <a:pt x="2745" y="764"/>
                </a:lnTo>
                <a:lnTo>
                  <a:pt x="2754" y="756"/>
                </a:lnTo>
                <a:lnTo>
                  <a:pt x="2762" y="747"/>
                </a:lnTo>
                <a:lnTo>
                  <a:pt x="2771" y="738"/>
                </a:lnTo>
                <a:lnTo>
                  <a:pt x="2779" y="729"/>
                </a:lnTo>
                <a:lnTo>
                  <a:pt x="2787" y="720"/>
                </a:lnTo>
                <a:lnTo>
                  <a:pt x="2796" y="711"/>
                </a:lnTo>
                <a:lnTo>
                  <a:pt x="2804" y="702"/>
                </a:lnTo>
                <a:lnTo>
                  <a:pt x="2813" y="693"/>
                </a:lnTo>
                <a:lnTo>
                  <a:pt x="2821" y="684"/>
                </a:lnTo>
                <a:lnTo>
                  <a:pt x="2829" y="675"/>
                </a:lnTo>
                <a:lnTo>
                  <a:pt x="2838" y="666"/>
                </a:lnTo>
                <a:lnTo>
                  <a:pt x="2846" y="656"/>
                </a:lnTo>
                <a:lnTo>
                  <a:pt x="2855" y="647"/>
                </a:lnTo>
                <a:lnTo>
                  <a:pt x="2863" y="637"/>
                </a:lnTo>
                <a:lnTo>
                  <a:pt x="2871" y="628"/>
                </a:lnTo>
                <a:lnTo>
                  <a:pt x="2880" y="619"/>
                </a:lnTo>
                <a:lnTo>
                  <a:pt x="2888" y="609"/>
                </a:lnTo>
                <a:lnTo>
                  <a:pt x="2897" y="599"/>
                </a:lnTo>
                <a:lnTo>
                  <a:pt x="2905" y="590"/>
                </a:lnTo>
                <a:lnTo>
                  <a:pt x="2913" y="580"/>
                </a:lnTo>
                <a:lnTo>
                  <a:pt x="2922" y="570"/>
                </a:lnTo>
                <a:lnTo>
                  <a:pt x="2930" y="560"/>
                </a:lnTo>
                <a:lnTo>
                  <a:pt x="2939" y="550"/>
                </a:lnTo>
                <a:lnTo>
                  <a:pt x="2947" y="540"/>
                </a:lnTo>
                <a:lnTo>
                  <a:pt x="2955" y="530"/>
                </a:lnTo>
                <a:lnTo>
                  <a:pt x="2964" y="520"/>
                </a:lnTo>
                <a:lnTo>
                  <a:pt x="2972" y="510"/>
                </a:lnTo>
                <a:lnTo>
                  <a:pt x="2981" y="500"/>
                </a:lnTo>
                <a:lnTo>
                  <a:pt x="2989" y="490"/>
                </a:lnTo>
                <a:lnTo>
                  <a:pt x="2997" y="480"/>
                </a:lnTo>
                <a:lnTo>
                  <a:pt x="3006" y="469"/>
                </a:lnTo>
                <a:lnTo>
                  <a:pt x="3014" y="459"/>
                </a:lnTo>
                <a:lnTo>
                  <a:pt x="3023" y="449"/>
                </a:lnTo>
                <a:lnTo>
                  <a:pt x="3031" y="438"/>
                </a:lnTo>
                <a:lnTo>
                  <a:pt x="3039" y="428"/>
                </a:lnTo>
                <a:lnTo>
                  <a:pt x="3048" y="417"/>
                </a:lnTo>
                <a:lnTo>
                  <a:pt x="3056" y="406"/>
                </a:lnTo>
                <a:lnTo>
                  <a:pt x="3065" y="396"/>
                </a:lnTo>
                <a:lnTo>
                  <a:pt x="3073" y="385"/>
                </a:lnTo>
                <a:lnTo>
                  <a:pt x="3081" y="374"/>
                </a:lnTo>
                <a:lnTo>
                  <a:pt x="3090" y="363"/>
                </a:lnTo>
                <a:lnTo>
                  <a:pt x="3098" y="352"/>
                </a:lnTo>
                <a:lnTo>
                  <a:pt x="3107" y="341"/>
                </a:lnTo>
                <a:lnTo>
                  <a:pt x="3115" y="330"/>
                </a:lnTo>
                <a:lnTo>
                  <a:pt x="3123" y="319"/>
                </a:lnTo>
                <a:lnTo>
                  <a:pt x="3132" y="308"/>
                </a:lnTo>
                <a:lnTo>
                  <a:pt x="3140" y="297"/>
                </a:lnTo>
                <a:lnTo>
                  <a:pt x="3148" y="286"/>
                </a:lnTo>
                <a:lnTo>
                  <a:pt x="3157" y="275"/>
                </a:lnTo>
                <a:lnTo>
                  <a:pt x="3165" y="263"/>
                </a:lnTo>
                <a:lnTo>
                  <a:pt x="3174" y="252"/>
                </a:lnTo>
                <a:lnTo>
                  <a:pt x="3182" y="240"/>
                </a:lnTo>
                <a:lnTo>
                  <a:pt x="3190" y="229"/>
                </a:lnTo>
                <a:lnTo>
                  <a:pt x="3199" y="217"/>
                </a:lnTo>
                <a:lnTo>
                  <a:pt x="3207" y="206"/>
                </a:lnTo>
                <a:lnTo>
                  <a:pt x="3216" y="194"/>
                </a:lnTo>
                <a:lnTo>
                  <a:pt x="3224" y="182"/>
                </a:lnTo>
                <a:lnTo>
                  <a:pt x="3232" y="171"/>
                </a:lnTo>
                <a:lnTo>
                  <a:pt x="3241" y="159"/>
                </a:lnTo>
                <a:lnTo>
                  <a:pt x="3249" y="147"/>
                </a:lnTo>
                <a:lnTo>
                  <a:pt x="3258" y="135"/>
                </a:lnTo>
                <a:lnTo>
                  <a:pt x="3266" y="123"/>
                </a:lnTo>
                <a:lnTo>
                  <a:pt x="3274" y="111"/>
                </a:lnTo>
                <a:lnTo>
                  <a:pt x="3283" y="99"/>
                </a:lnTo>
                <a:lnTo>
                  <a:pt x="3291" y="87"/>
                </a:lnTo>
                <a:lnTo>
                  <a:pt x="3300" y="75"/>
                </a:lnTo>
                <a:lnTo>
                  <a:pt x="3308" y="62"/>
                </a:lnTo>
                <a:lnTo>
                  <a:pt x="3316" y="50"/>
                </a:lnTo>
                <a:lnTo>
                  <a:pt x="3325" y="38"/>
                </a:lnTo>
                <a:lnTo>
                  <a:pt x="3333" y="25"/>
                </a:lnTo>
                <a:lnTo>
                  <a:pt x="3342" y="13"/>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4590288" y="3176626"/>
            <a:ext cx="3063240" cy="1502359"/>
          </a:xfrm>
          <a:custGeom>
            <a:avLst/>
            <a:gdLst/>
            <a:ahLst/>
            <a:cxnLst/>
            <a:rect l="l" t="t" r="r" b="b"/>
            <a:pathLst>
              <a:path w="3350" h="1643">
                <a:moveTo>
                  <a:pt x="0" y="724"/>
                </a:moveTo>
                <a:lnTo>
                  <a:pt x="8" y="735"/>
                </a:lnTo>
                <a:lnTo>
                  <a:pt x="17" y="746"/>
                </a:lnTo>
                <a:lnTo>
                  <a:pt x="25" y="756"/>
                </a:lnTo>
                <a:lnTo>
                  <a:pt x="34" y="767"/>
                </a:lnTo>
                <a:lnTo>
                  <a:pt x="42" y="777"/>
                </a:lnTo>
                <a:lnTo>
                  <a:pt x="50" y="788"/>
                </a:lnTo>
                <a:lnTo>
                  <a:pt x="59" y="798"/>
                </a:lnTo>
                <a:lnTo>
                  <a:pt x="67" y="809"/>
                </a:lnTo>
                <a:lnTo>
                  <a:pt x="76" y="819"/>
                </a:lnTo>
                <a:lnTo>
                  <a:pt x="84" y="829"/>
                </a:lnTo>
                <a:lnTo>
                  <a:pt x="92" y="839"/>
                </a:lnTo>
                <a:lnTo>
                  <a:pt x="101" y="849"/>
                </a:lnTo>
                <a:lnTo>
                  <a:pt x="109" y="859"/>
                </a:lnTo>
                <a:lnTo>
                  <a:pt x="118" y="869"/>
                </a:lnTo>
                <a:lnTo>
                  <a:pt x="126" y="879"/>
                </a:lnTo>
                <a:lnTo>
                  <a:pt x="134" y="889"/>
                </a:lnTo>
                <a:lnTo>
                  <a:pt x="143" y="898"/>
                </a:lnTo>
                <a:lnTo>
                  <a:pt x="151" y="908"/>
                </a:lnTo>
                <a:lnTo>
                  <a:pt x="160" y="917"/>
                </a:lnTo>
                <a:lnTo>
                  <a:pt x="168" y="927"/>
                </a:lnTo>
                <a:lnTo>
                  <a:pt x="176" y="936"/>
                </a:lnTo>
                <a:lnTo>
                  <a:pt x="185" y="946"/>
                </a:lnTo>
                <a:lnTo>
                  <a:pt x="193" y="955"/>
                </a:lnTo>
                <a:lnTo>
                  <a:pt x="202" y="964"/>
                </a:lnTo>
                <a:lnTo>
                  <a:pt x="210" y="974"/>
                </a:lnTo>
                <a:lnTo>
                  <a:pt x="218" y="983"/>
                </a:lnTo>
                <a:lnTo>
                  <a:pt x="227" y="992"/>
                </a:lnTo>
                <a:lnTo>
                  <a:pt x="235" y="1001"/>
                </a:lnTo>
                <a:lnTo>
                  <a:pt x="243" y="1010"/>
                </a:lnTo>
                <a:lnTo>
                  <a:pt x="252" y="1019"/>
                </a:lnTo>
                <a:lnTo>
                  <a:pt x="260" y="1028"/>
                </a:lnTo>
                <a:lnTo>
                  <a:pt x="269" y="1036"/>
                </a:lnTo>
                <a:lnTo>
                  <a:pt x="277" y="1045"/>
                </a:lnTo>
                <a:lnTo>
                  <a:pt x="285" y="1054"/>
                </a:lnTo>
                <a:lnTo>
                  <a:pt x="294" y="1062"/>
                </a:lnTo>
                <a:lnTo>
                  <a:pt x="302" y="1071"/>
                </a:lnTo>
                <a:lnTo>
                  <a:pt x="311" y="1079"/>
                </a:lnTo>
                <a:lnTo>
                  <a:pt x="319" y="1088"/>
                </a:lnTo>
                <a:lnTo>
                  <a:pt x="327" y="1096"/>
                </a:lnTo>
                <a:lnTo>
                  <a:pt x="336" y="1104"/>
                </a:lnTo>
                <a:lnTo>
                  <a:pt x="344" y="1113"/>
                </a:lnTo>
                <a:lnTo>
                  <a:pt x="353" y="1121"/>
                </a:lnTo>
                <a:lnTo>
                  <a:pt x="361" y="1129"/>
                </a:lnTo>
                <a:lnTo>
                  <a:pt x="369" y="1137"/>
                </a:lnTo>
                <a:lnTo>
                  <a:pt x="378" y="1145"/>
                </a:lnTo>
                <a:lnTo>
                  <a:pt x="386" y="1153"/>
                </a:lnTo>
                <a:lnTo>
                  <a:pt x="395" y="1160"/>
                </a:lnTo>
                <a:lnTo>
                  <a:pt x="403" y="1168"/>
                </a:lnTo>
                <a:lnTo>
                  <a:pt x="411" y="1176"/>
                </a:lnTo>
                <a:lnTo>
                  <a:pt x="420" y="1184"/>
                </a:lnTo>
                <a:lnTo>
                  <a:pt x="428" y="1191"/>
                </a:lnTo>
                <a:lnTo>
                  <a:pt x="437" y="1199"/>
                </a:lnTo>
                <a:lnTo>
                  <a:pt x="445" y="1206"/>
                </a:lnTo>
                <a:lnTo>
                  <a:pt x="453" y="1213"/>
                </a:lnTo>
                <a:lnTo>
                  <a:pt x="462" y="1221"/>
                </a:lnTo>
                <a:lnTo>
                  <a:pt x="470" y="1228"/>
                </a:lnTo>
                <a:lnTo>
                  <a:pt x="479" y="1235"/>
                </a:lnTo>
                <a:lnTo>
                  <a:pt x="487" y="1242"/>
                </a:lnTo>
                <a:lnTo>
                  <a:pt x="495" y="1249"/>
                </a:lnTo>
                <a:lnTo>
                  <a:pt x="504" y="1256"/>
                </a:lnTo>
                <a:lnTo>
                  <a:pt x="512" y="1263"/>
                </a:lnTo>
                <a:lnTo>
                  <a:pt x="521" y="1270"/>
                </a:lnTo>
                <a:lnTo>
                  <a:pt x="529" y="1277"/>
                </a:lnTo>
                <a:lnTo>
                  <a:pt x="537" y="1284"/>
                </a:lnTo>
                <a:lnTo>
                  <a:pt x="546" y="1291"/>
                </a:lnTo>
                <a:lnTo>
                  <a:pt x="554" y="1297"/>
                </a:lnTo>
                <a:lnTo>
                  <a:pt x="563" y="1304"/>
                </a:lnTo>
                <a:lnTo>
                  <a:pt x="571" y="1310"/>
                </a:lnTo>
                <a:lnTo>
                  <a:pt x="579" y="1317"/>
                </a:lnTo>
                <a:lnTo>
                  <a:pt x="588" y="1323"/>
                </a:lnTo>
                <a:lnTo>
                  <a:pt x="596" y="1329"/>
                </a:lnTo>
                <a:lnTo>
                  <a:pt x="605" y="1336"/>
                </a:lnTo>
                <a:lnTo>
                  <a:pt x="613" y="1342"/>
                </a:lnTo>
                <a:lnTo>
                  <a:pt x="621" y="1348"/>
                </a:lnTo>
                <a:lnTo>
                  <a:pt x="630" y="1354"/>
                </a:lnTo>
                <a:lnTo>
                  <a:pt x="638" y="1360"/>
                </a:lnTo>
                <a:lnTo>
                  <a:pt x="646" y="1366"/>
                </a:lnTo>
                <a:lnTo>
                  <a:pt x="655" y="1372"/>
                </a:lnTo>
                <a:lnTo>
                  <a:pt x="663" y="1378"/>
                </a:lnTo>
                <a:lnTo>
                  <a:pt x="672" y="1383"/>
                </a:lnTo>
                <a:lnTo>
                  <a:pt x="680" y="1389"/>
                </a:lnTo>
                <a:lnTo>
                  <a:pt x="688" y="1395"/>
                </a:lnTo>
                <a:lnTo>
                  <a:pt x="697" y="1400"/>
                </a:lnTo>
                <a:lnTo>
                  <a:pt x="705" y="1406"/>
                </a:lnTo>
                <a:lnTo>
                  <a:pt x="714" y="1411"/>
                </a:lnTo>
                <a:lnTo>
                  <a:pt x="722" y="1417"/>
                </a:lnTo>
                <a:lnTo>
                  <a:pt x="730" y="1422"/>
                </a:lnTo>
                <a:lnTo>
                  <a:pt x="739" y="1427"/>
                </a:lnTo>
                <a:lnTo>
                  <a:pt x="747" y="1432"/>
                </a:lnTo>
                <a:lnTo>
                  <a:pt x="756" y="1437"/>
                </a:lnTo>
                <a:lnTo>
                  <a:pt x="764" y="1442"/>
                </a:lnTo>
                <a:lnTo>
                  <a:pt x="772" y="1447"/>
                </a:lnTo>
                <a:lnTo>
                  <a:pt x="781" y="1452"/>
                </a:lnTo>
                <a:lnTo>
                  <a:pt x="789" y="1457"/>
                </a:lnTo>
                <a:lnTo>
                  <a:pt x="798" y="1462"/>
                </a:lnTo>
                <a:lnTo>
                  <a:pt x="806" y="1467"/>
                </a:lnTo>
                <a:lnTo>
                  <a:pt x="814" y="1471"/>
                </a:lnTo>
                <a:lnTo>
                  <a:pt x="823" y="1476"/>
                </a:lnTo>
                <a:lnTo>
                  <a:pt x="831" y="1481"/>
                </a:lnTo>
                <a:lnTo>
                  <a:pt x="840" y="1485"/>
                </a:lnTo>
                <a:lnTo>
                  <a:pt x="848" y="1489"/>
                </a:lnTo>
                <a:lnTo>
                  <a:pt x="856" y="1494"/>
                </a:lnTo>
                <a:lnTo>
                  <a:pt x="865" y="1498"/>
                </a:lnTo>
                <a:lnTo>
                  <a:pt x="873" y="1502"/>
                </a:lnTo>
                <a:lnTo>
                  <a:pt x="882" y="1507"/>
                </a:lnTo>
                <a:lnTo>
                  <a:pt x="890" y="1511"/>
                </a:lnTo>
                <a:lnTo>
                  <a:pt x="898" y="1515"/>
                </a:lnTo>
                <a:lnTo>
                  <a:pt x="907" y="1519"/>
                </a:lnTo>
                <a:lnTo>
                  <a:pt x="915" y="1523"/>
                </a:lnTo>
                <a:lnTo>
                  <a:pt x="924" y="1526"/>
                </a:lnTo>
                <a:lnTo>
                  <a:pt x="932" y="1530"/>
                </a:lnTo>
                <a:lnTo>
                  <a:pt x="940" y="1534"/>
                </a:lnTo>
                <a:lnTo>
                  <a:pt x="949" y="1538"/>
                </a:lnTo>
                <a:lnTo>
                  <a:pt x="957" y="1541"/>
                </a:lnTo>
                <a:lnTo>
                  <a:pt x="966" y="1545"/>
                </a:lnTo>
                <a:lnTo>
                  <a:pt x="974" y="1548"/>
                </a:lnTo>
                <a:lnTo>
                  <a:pt x="982" y="1552"/>
                </a:lnTo>
                <a:lnTo>
                  <a:pt x="991" y="1555"/>
                </a:lnTo>
                <a:lnTo>
                  <a:pt x="999" y="1558"/>
                </a:lnTo>
                <a:lnTo>
                  <a:pt x="1008" y="1562"/>
                </a:lnTo>
                <a:lnTo>
                  <a:pt x="1016" y="1565"/>
                </a:lnTo>
                <a:lnTo>
                  <a:pt x="1024" y="1568"/>
                </a:lnTo>
                <a:lnTo>
                  <a:pt x="1033" y="1571"/>
                </a:lnTo>
                <a:lnTo>
                  <a:pt x="1041" y="1574"/>
                </a:lnTo>
                <a:lnTo>
                  <a:pt x="1049" y="1577"/>
                </a:lnTo>
                <a:lnTo>
                  <a:pt x="1058" y="1580"/>
                </a:lnTo>
                <a:lnTo>
                  <a:pt x="1066" y="1582"/>
                </a:lnTo>
                <a:lnTo>
                  <a:pt x="1075" y="1585"/>
                </a:lnTo>
                <a:lnTo>
                  <a:pt x="1083" y="1588"/>
                </a:lnTo>
                <a:lnTo>
                  <a:pt x="1091" y="1590"/>
                </a:lnTo>
                <a:lnTo>
                  <a:pt x="1100" y="1593"/>
                </a:lnTo>
                <a:lnTo>
                  <a:pt x="1108" y="1595"/>
                </a:lnTo>
                <a:lnTo>
                  <a:pt x="1117" y="1598"/>
                </a:lnTo>
                <a:lnTo>
                  <a:pt x="1125" y="1600"/>
                </a:lnTo>
                <a:lnTo>
                  <a:pt x="1133" y="1602"/>
                </a:lnTo>
                <a:lnTo>
                  <a:pt x="1142" y="1605"/>
                </a:lnTo>
                <a:lnTo>
                  <a:pt x="1150" y="1607"/>
                </a:lnTo>
                <a:lnTo>
                  <a:pt x="1159" y="1609"/>
                </a:lnTo>
                <a:lnTo>
                  <a:pt x="1167" y="1611"/>
                </a:lnTo>
                <a:lnTo>
                  <a:pt x="1175" y="1613"/>
                </a:lnTo>
                <a:lnTo>
                  <a:pt x="1184" y="1615"/>
                </a:lnTo>
                <a:lnTo>
                  <a:pt x="1192" y="1617"/>
                </a:lnTo>
                <a:lnTo>
                  <a:pt x="1201" y="1618"/>
                </a:lnTo>
                <a:lnTo>
                  <a:pt x="1209" y="1620"/>
                </a:lnTo>
                <a:lnTo>
                  <a:pt x="1217" y="1622"/>
                </a:lnTo>
                <a:lnTo>
                  <a:pt x="1226" y="1623"/>
                </a:lnTo>
                <a:lnTo>
                  <a:pt x="1234" y="1625"/>
                </a:lnTo>
                <a:lnTo>
                  <a:pt x="1243" y="1626"/>
                </a:lnTo>
                <a:lnTo>
                  <a:pt x="1251" y="1628"/>
                </a:lnTo>
                <a:lnTo>
                  <a:pt x="1259" y="1629"/>
                </a:lnTo>
                <a:lnTo>
                  <a:pt x="1268" y="1630"/>
                </a:lnTo>
                <a:lnTo>
                  <a:pt x="1276" y="1632"/>
                </a:lnTo>
                <a:lnTo>
                  <a:pt x="1285" y="1633"/>
                </a:lnTo>
                <a:lnTo>
                  <a:pt x="1293" y="1634"/>
                </a:lnTo>
                <a:lnTo>
                  <a:pt x="1301" y="1635"/>
                </a:lnTo>
                <a:lnTo>
                  <a:pt x="1310" y="1636"/>
                </a:lnTo>
                <a:lnTo>
                  <a:pt x="1318" y="1637"/>
                </a:lnTo>
                <a:lnTo>
                  <a:pt x="1327" y="1637"/>
                </a:lnTo>
                <a:lnTo>
                  <a:pt x="1335" y="1638"/>
                </a:lnTo>
                <a:lnTo>
                  <a:pt x="1343" y="1639"/>
                </a:lnTo>
                <a:lnTo>
                  <a:pt x="1352" y="1640"/>
                </a:lnTo>
                <a:lnTo>
                  <a:pt x="1360" y="1640"/>
                </a:lnTo>
                <a:lnTo>
                  <a:pt x="1369" y="1641"/>
                </a:lnTo>
                <a:lnTo>
                  <a:pt x="1377" y="1641"/>
                </a:lnTo>
                <a:lnTo>
                  <a:pt x="1385" y="1642"/>
                </a:lnTo>
                <a:lnTo>
                  <a:pt x="1394" y="1642"/>
                </a:lnTo>
                <a:lnTo>
                  <a:pt x="1402" y="1642"/>
                </a:lnTo>
                <a:lnTo>
                  <a:pt x="1411" y="1642"/>
                </a:lnTo>
                <a:lnTo>
                  <a:pt x="1419" y="1642"/>
                </a:lnTo>
                <a:lnTo>
                  <a:pt x="1427" y="1643"/>
                </a:lnTo>
                <a:lnTo>
                  <a:pt x="1436" y="1643"/>
                </a:lnTo>
                <a:lnTo>
                  <a:pt x="1444" y="1642"/>
                </a:lnTo>
                <a:lnTo>
                  <a:pt x="1453" y="1642"/>
                </a:lnTo>
                <a:lnTo>
                  <a:pt x="1461" y="1642"/>
                </a:lnTo>
                <a:lnTo>
                  <a:pt x="1469" y="1642"/>
                </a:lnTo>
                <a:lnTo>
                  <a:pt x="1478" y="1642"/>
                </a:lnTo>
                <a:lnTo>
                  <a:pt x="1486" y="1641"/>
                </a:lnTo>
                <a:lnTo>
                  <a:pt x="1494" y="1641"/>
                </a:lnTo>
                <a:lnTo>
                  <a:pt x="1503" y="1640"/>
                </a:lnTo>
                <a:lnTo>
                  <a:pt x="1511" y="1640"/>
                </a:lnTo>
                <a:lnTo>
                  <a:pt x="1520" y="1639"/>
                </a:lnTo>
                <a:lnTo>
                  <a:pt x="1528" y="1638"/>
                </a:lnTo>
                <a:lnTo>
                  <a:pt x="1536" y="1638"/>
                </a:lnTo>
                <a:lnTo>
                  <a:pt x="1545" y="1637"/>
                </a:lnTo>
                <a:lnTo>
                  <a:pt x="1553" y="1636"/>
                </a:lnTo>
                <a:lnTo>
                  <a:pt x="1562" y="1635"/>
                </a:lnTo>
                <a:lnTo>
                  <a:pt x="1570" y="1634"/>
                </a:lnTo>
                <a:lnTo>
                  <a:pt x="1578" y="1633"/>
                </a:lnTo>
                <a:lnTo>
                  <a:pt x="1587" y="1632"/>
                </a:lnTo>
                <a:lnTo>
                  <a:pt x="1595" y="1631"/>
                </a:lnTo>
                <a:lnTo>
                  <a:pt x="1604" y="1630"/>
                </a:lnTo>
                <a:lnTo>
                  <a:pt x="1612" y="1628"/>
                </a:lnTo>
                <a:lnTo>
                  <a:pt x="1620" y="1627"/>
                </a:lnTo>
                <a:lnTo>
                  <a:pt x="1629" y="1625"/>
                </a:lnTo>
                <a:lnTo>
                  <a:pt x="1637" y="1624"/>
                </a:lnTo>
                <a:lnTo>
                  <a:pt x="1646" y="1622"/>
                </a:lnTo>
                <a:lnTo>
                  <a:pt x="1654" y="1621"/>
                </a:lnTo>
                <a:lnTo>
                  <a:pt x="1662" y="1619"/>
                </a:lnTo>
                <a:lnTo>
                  <a:pt x="1671" y="1617"/>
                </a:lnTo>
                <a:lnTo>
                  <a:pt x="1679" y="1615"/>
                </a:lnTo>
                <a:lnTo>
                  <a:pt x="1688" y="1614"/>
                </a:lnTo>
                <a:lnTo>
                  <a:pt x="1696" y="1612"/>
                </a:lnTo>
                <a:lnTo>
                  <a:pt x="1704" y="1610"/>
                </a:lnTo>
                <a:lnTo>
                  <a:pt x="1713" y="1608"/>
                </a:lnTo>
                <a:lnTo>
                  <a:pt x="1721" y="1605"/>
                </a:lnTo>
                <a:lnTo>
                  <a:pt x="1730" y="1603"/>
                </a:lnTo>
                <a:lnTo>
                  <a:pt x="1738" y="1601"/>
                </a:lnTo>
                <a:lnTo>
                  <a:pt x="1746" y="1599"/>
                </a:lnTo>
                <a:lnTo>
                  <a:pt x="1755" y="1596"/>
                </a:lnTo>
                <a:lnTo>
                  <a:pt x="1763" y="1594"/>
                </a:lnTo>
                <a:lnTo>
                  <a:pt x="1772" y="1591"/>
                </a:lnTo>
                <a:lnTo>
                  <a:pt x="1780" y="1589"/>
                </a:lnTo>
                <a:lnTo>
                  <a:pt x="1788" y="1586"/>
                </a:lnTo>
                <a:lnTo>
                  <a:pt x="1797" y="1583"/>
                </a:lnTo>
                <a:lnTo>
                  <a:pt x="1805" y="1581"/>
                </a:lnTo>
                <a:lnTo>
                  <a:pt x="1814" y="1578"/>
                </a:lnTo>
                <a:lnTo>
                  <a:pt x="1822" y="1575"/>
                </a:lnTo>
                <a:lnTo>
                  <a:pt x="1830" y="1572"/>
                </a:lnTo>
                <a:lnTo>
                  <a:pt x="1839" y="1569"/>
                </a:lnTo>
                <a:lnTo>
                  <a:pt x="1847" y="1566"/>
                </a:lnTo>
                <a:lnTo>
                  <a:pt x="1856" y="1563"/>
                </a:lnTo>
                <a:lnTo>
                  <a:pt x="1864" y="1560"/>
                </a:lnTo>
                <a:lnTo>
                  <a:pt x="1872" y="1556"/>
                </a:lnTo>
                <a:lnTo>
                  <a:pt x="1881" y="1553"/>
                </a:lnTo>
                <a:lnTo>
                  <a:pt x="1889" y="1550"/>
                </a:lnTo>
                <a:lnTo>
                  <a:pt x="1897" y="1546"/>
                </a:lnTo>
                <a:lnTo>
                  <a:pt x="1906" y="1543"/>
                </a:lnTo>
                <a:lnTo>
                  <a:pt x="1914" y="1539"/>
                </a:lnTo>
                <a:lnTo>
                  <a:pt x="1923" y="1535"/>
                </a:lnTo>
                <a:lnTo>
                  <a:pt x="1931" y="1532"/>
                </a:lnTo>
                <a:lnTo>
                  <a:pt x="1939" y="1528"/>
                </a:lnTo>
                <a:lnTo>
                  <a:pt x="1948" y="1524"/>
                </a:lnTo>
                <a:lnTo>
                  <a:pt x="1956" y="1520"/>
                </a:lnTo>
                <a:lnTo>
                  <a:pt x="1965" y="1516"/>
                </a:lnTo>
                <a:lnTo>
                  <a:pt x="1973" y="1512"/>
                </a:lnTo>
                <a:lnTo>
                  <a:pt x="1981" y="1508"/>
                </a:lnTo>
                <a:lnTo>
                  <a:pt x="1990" y="1504"/>
                </a:lnTo>
                <a:lnTo>
                  <a:pt x="1998" y="1500"/>
                </a:lnTo>
                <a:lnTo>
                  <a:pt x="2007" y="1496"/>
                </a:lnTo>
                <a:lnTo>
                  <a:pt x="2015" y="1491"/>
                </a:lnTo>
                <a:lnTo>
                  <a:pt x="2023" y="1487"/>
                </a:lnTo>
                <a:lnTo>
                  <a:pt x="2032" y="1482"/>
                </a:lnTo>
                <a:lnTo>
                  <a:pt x="2040" y="1478"/>
                </a:lnTo>
                <a:lnTo>
                  <a:pt x="2049" y="1473"/>
                </a:lnTo>
                <a:lnTo>
                  <a:pt x="2057" y="1469"/>
                </a:lnTo>
                <a:lnTo>
                  <a:pt x="2065" y="1464"/>
                </a:lnTo>
                <a:lnTo>
                  <a:pt x="2074" y="1459"/>
                </a:lnTo>
                <a:lnTo>
                  <a:pt x="2082" y="1454"/>
                </a:lnTo>
                <a:lnTo>
                  <a:pt x="2091" y="1449"/>
                </a:lnTo>
                <a:lnTo>
                  <a:pt x="2099" y="1444"/>
                </a:lnTo>
                <a:lnTo>
                  <a:pt x="2107" y="1439"/>
                </a:lnTo>
                <a:lnTo>
                  <a:pt x="2116" y="1434"/>
                </a:lnTo>
                <a:lnTo>
                  <a:pt x="2124" y="1429"/>
                </a:lnTo>
                <a:lnTo>
                  <a:pt x="2133" y="1424"/>
                </a:lnTo>
                <a:lnTo>
                  <a:pt x="2141" y="1419"/>
                </a:lnTo>
                <a:lnTo>
                  <a:pt x="2149" y="1413"/>
                </a:lnTo>
                <a:lnTo>
                  <a:pt x="2158" y="1408"/>
                </a:lnTo>
                <a:lnTo>
                  <a:pt x="2166" y="1402"/>
                </a:lnTo>
                <a:lnTo>
                  <a:pt x="2175" y="1397"/>
                </a:lnTo>
                <a:lnTo>
                  <a:pt x="2183" y="1391"/>
                </a:lnTo>
                <a:lnTo>
                  <a:pt x="2191" y="1386"/>
                </a:lnTo>
                <a:lnTo>
                  <a:pt x="2200" y="1380"/>
                </a:lnTo>
                <a:lnTo>
                  <a:pt x="2208" y="1374"/>
                </a:lnTo>
                <a:lnTo>
                  <a:pt x="2217" y="1368"/>
                </a:lnTo>
                <a:lnTo>
                  <a:pt x="2225" y="1362"/>
                </a:lnTo>
                <a:lnTo>
                  <a:pt x="2233" y="1356"/>
                </a:lnTo>
                <a:lnTo>
                  <a:pt x="2242" y="1350"/>
                </a:lnTo>
                <a:lnTo>
                  <a:pt x="2250" y="1344"/>
                </a:lnTo>
                <a:lnTo>
                  <a:pt x="2259" y="1338"/>
                </a:lnTo>
                <a:lnTo>
                  <a:pt x="2267" y="1332"/>
                </a:lnTo>
                <a:lnTo>
                  <a:pt x="2275" y="1326"/>
                </a:lnTo>
                <a:lnTo>
                  <a:pt x="2284" y="1319"/>
                </a:lnTo>
                <a:lnTo>
                  <a:pt x="2292" y="1313"/>
                </a:lnTo>
                <a:lnTo>
                  <a:pt x="2301" y="1306"/>
                </a:lnTo>
                <a:lnTo>
                  <a:pt x="2309" y="1300"/>
                </a:lnTo>
                <a:lnTo>
                  <a:pt x="2317" y="1293"/>
                </a:lnTo>
                <a:lnTo>
                  <a:pt x="2326" y="1286"/>
                </a:lnTo>
                <a:lnTo>
                  <a:pt x="2334" y="1280"/>
                </a:lnTo>
                <a:lnTo>
                  <a:pt x="2342" y="1273"/>
                </a:lnTo>
                <a:lnTo>
                  <a:pt x="2351" y="1266"/>
                </a:lnTo>
                <a:lnTo>
                  <a:pt x="2359" y="1259"/>
                </a:lnTo>
                <a:lnTo>
                  <a:pt x="2368" y="1252"/>
                </a:lnTo>
                <a:lnTo>
                  <a:pt x="2376" y="1245"/>
                </a:lnTo>
                <a:lnTo>
                  <a:pt x="2384" y="1238"/>
                </a:lnTo>
                <a:lnTo>
                  <a:pt x="2393" y="1231"/>
                </a:lnTo>
                <a:lnTo>
                  <a:pt x="2401" y="1224"/>
                </a:lnTo>
                <a:lnTo>
                  <a:pt x="2410" y="1216"/>
                </a:lnTo>
                <a:lnTo>
                  <a:pt x="2418" y="1209"/>
                </a:lnTo>
                <a:lnTo>
                  <a:pt x="2426" y="1202"/>
                </a:lnTo>
                <a:lnTo>
                  <a:pt x="2435" y="1194"/>
                </a:lnTo>
                <a:lnTo>
                  <a:pt x="2443" y="1187"/>
                </a:lnTo>
                <a:lnTo>
                  <a:pt x="2452" y="1179"/>
                </a:lnTo>
                <a:lnTo>
                  <a:pt x="2460" y="1171"/>
                </a:lnTo>
                <a:lnTo>
                  <a:pt x="2468" y="1163"/>
                </a:lnTo>
                <a:lnTo>
                  <a:pt x="2477" y="1156"/>
                </a:lnTo>
                <a:lnTo>
                  <a:pt x="2485" y="1148"/>
                </a:lnTo>
                <a:lnTo>
                  <a:pt x="2494" y="1140"/>
                </a:lnTo>
                <a:lnTo>
                  <a:pt x="2502" y="1132"/>
                </a:lnTo>
                <a:lnTo>
                  <a:pt x="2510" y="1124"/>
                </a:lnTo>
                <a:lnTo>
                  <a:pt x="2519" y="1116"/>
                </a:lnTo>
                <a:lnTo>
                  <a:pt x="2527" y="1108"/>
                </a:lnTo>
                <a:lnTo>
                  <a:pt x="2536" y="1099"/>
                </a:lnTo>
                <a:lnTo>
                  <a:pt x="2544" y="1091"/>
                </a:lnTo>
                <a:lnTo>
                  <a:pt x="2552" y="1083"/>
                </a:lnTo>
                <a:lnTo>
                  <a:pt x="2561" y="1074"/>
                </a:lnTo>
                <a:lnTo>
                  <a:pt x="2569" y="1066"/>
                </a:lnTo>
                <a:lnTo>
                  <a:pt x="2578" y="1057"/>
                </a:lnTo>
                <a:lnTo>
                  <a:pt x="2586" y="1049"/>
                </a:lnTo>
                <a:lnTo>
                  <a:pt x="2594" y="1040"/>
                </a:lnTo>
                <a:lnTo>
                  <a:pt x="2603" y="1031"/>
                </a:lnTo>
                <a:lnTo>
                  <a:pt x="2611" y="1022"/>
                </a:lnTo>
                <a:lnTo>
                  <a:pt x="2620" y="1013"/>
                </a:lnTo>
                <a:lnTo>
                  <a:pt x="2628" y="1004"/>
                </a:lnTo>
                <a:lnTo>
                  <a:pt x="2636" y="995"/>
                </a:lnTo>
                <a:lnTo>
                  <a:pt x="2645" y="986"/>
                </a:lnTo>
                <a:lnTo>
                  <a:pt x="2653" y="977"/>
                </a:lnTo>
                <a:lnTo>
                  <a:pt x="2662" y="968"/>
                </a:lnTo>
                <a:lnTo>
                  <a:pt x="2670" y="959"/>
                </a:lnTo>
                <a:lnTo>
                  <a:pt x="2678" y="950"/>
                </a:lnTo>
                <a:lnTo>
                  <a:pt x="2687" y="940"/>
                </a:lnTo>
                <a:lnTo>
                  <a:pt x="2695" y="931"/>
                </a:lnTo>
                <a:lnTo>
                  <a:pt x="2704" y="921"/>
                </a:lnTo>
                <a:lnTo>
                  <a:pt x="2712" y="912"/>
                </a:lnTo>
                <a:lnTo>
                  <a:pt x="2720" y="902"/>
                </a:lnTo>
                <a:lnTo>
                  <a:pt x="2729" y="892"/>
                </a:lnTo>
                <a:lnTo>
                  <a:pt x="2737" y="883"/>
                </a:lnTo>
                <a:lnTo>
                  <a:pt x="2745" y="873"/>
                </a:lnTo>
                <a:lnTo>
                  <a:pt x="2754" y="863"/>
                </a:lnTo>
                <a:lnTo>
                  <a:pt x="2762" y="853"/>
                </a:lnTo>
                <a:lnTo>
                  <a:pt x="2771" y="843"/>
                </a:lnTo>
                <a:lnTo>
                  <a:pt x="2779" y="833"/>
                </a:lnTo>
                <a:lnTo>
                  <a:pt x="2787" y="823"/>
                </a:lnTo>
                <a:lnTo>
                  <a:pt x="2796" y="813"/>
                </a:lnTo>
                <a:lnTo>
                  <a:pt x="2804" y="802"/>
                </a:lnTo>
                <a:lnTo>
                  <a:pt x="2813" y="792"/>
                </a:lnTo>
                <a:lnTo>
                  <a:pt x="2821" y="782"/>
                </a:lnTo>
                <a:lnTo>
                  <a:pt x="2829" y="771"/>
                </a:lnTo>
                <a:lnTo>
                  <a:pt x="2838" y="761"/>
                </a:lnTo>
                <a:lnTo>
                  <a:pt x="2846" y="750"/>
                </a:lnTo>
                <a:lnTo>
                  <a:pt x="2855" y="739"/>
                </a:lnTo>
                <a:lnTo>
                  <a:pt x="2863" y="729"/>
                </a:lnTo>
                <a:lnTo>
                  <a:pt x="2871" y="718"/>
                </a:lnTo>
                <a:lnTo>
                  <a:pt x="2880" y="707"/>
                </a:lnTo>
                <a:lnTo>
                  <a:pt x="2888" y="696"/>
                </a:lnTo>
                <a:lnTo>
                  <a:pt x="2897" y="685"/>
                </a:lnTo>
                <a:lnTo>
                  <a:pt x="2905" y="674"/>
                </a:lnTo>
                <a:lnTo>
                  <a:pt x="2913" y="663"/>
                </a:lnTo>
                <a:lnTo>
                  <a:pt x="2922" y="652"/>
                </a:lnTo>
                <a:lnTo>
                  <a:pt x="2930" y="641"/>
                </a:lnTo>
                <a:lnTo>
                  <a:pt x="2939" y="630"/>
                </a:lnTo>
                <a:lnTo>
                  <a:pt x="2947" y="618"/>
                </a:lnTo>
                <a:lnTo>
                  <a:pt x="2955" y="607"/>
                </a:lnTo>
                <a:lnTo>
                  <a:pt x="2964" y="595"/>
                </a:lnTo>
                <a:lnTo>
                  <a:pt x="2972" y="584"/>
                </a:lnTo>
                <a:lnTo>
                  <a:pt x="2981" y="572"/>
                </a:lnTo>
                <a:lnTo>
                  <a:pt x="2989" y="561"/>
                </a:lnTo>
                <a:lnTo>
                  <a:pt x="2997" y="549"/>
                </a:lnTo>
                <a:lnTo>
                  <a:pt x="3006" y="537"/>
                </a:lnTo>
                <a:lnTo>
                  <a:pt x="3014" y="525"/>
                </a:lnTo>
                <a:lnTo>
                  <a:pt x="3023" y="513"/>
                </a:lnTo>
                <a:lnTo>
                  <a:pt x="3031" y="501"/>
                </a:lnTo>
                <a:lnTo>
                  <a:pt x="3039" y="489"/>
                </a:lnTo>
                <a:lnTo>
                  <a:pt x="3048" y="477"/>
                </a:lnTo>
                <a:lnTo>
                  <a:pt x="3056" y="465"/>
                </a:lnTo>
                <a:lnTo>
                  <a:pt x="3065" y="453"/>
                </a:lnTo>
                <a:lnTo>
                  <a:pt x="3073" y="441"/>
                </a:lnTo>
                <a:lnTo>
                  <a:pt x="3081" y="428"/>
                </a:lnTo>
                <a:lnTo>
                  <a:pt x="3090" y="416"/>
                </a:lnTo>
                <a:lnTo>
                  <a:pt x="3098" y="404"/>
                </a:lnTo>
                <a:lnTo>
                  <a:pt x="3107" y="391"/>
                </a:lnTo>
                <a:lnTo>
                  <a:pt x="3115" y="378"/>
                </a:lnTo>
                <a:lnTo>
                  <a:pt x="3123" y="366"/>
                </a:lnTo>
                <a:lnTo>
                  <a:pt x="3132" y="353"/>
                </a:lnTo>
                <a:lnTo>
                  <a:pt x="3140" y="340"/>
                </a:lnTo>
                <a:lnTo>
                  <a:pt x="3148" y="327"/>
                </a:lnTo>
                <a:lnTo>
                  <a:pt x="3157" y="315"/>
                </a:lnTo>
                <a:lnTo>
                  <a:pt x="3165" y="302"/>
                </a:lnTo>
                <a:lnTo>
                  <a:pt x="3174" y="289"/>
                </a:lnTo>
                <a:lnTo>
                  <a:pt x="3182" y="275"/>
                </a:lnTo>
                <a:lnTo>
                  <a:pt x="3190" y="262"/>
                </a:lnTo>
                <a:lnTo>
                  <a:pt x="3199" y="249"/>
                </a:lnTo>
                <a:lnTo>
                  <a:pt x="3207" y="236"/>
                </a:lnTo>
                <a:lnTo>
                  <a:pt x="3216" y="222"/>
                </a:lnTo>
                <a:lnTo>
                  <a:pt x="3224" y="209"/>
                </a:lnTo>
                <a:lnTo>
                  <a:pt x="3232" y="196"/>
                </a:lnTo>
                <a:lnTo>
                  <a:pt x="3241" y="182"/>
                </a:lnTo>
                <a:lnTo>
                  <a:pt x="3249" y="168"/>
                </a:lnTo>
                <a:lnTo>
                  <a:pt x="3258" y="155"/>
                </a:lnTo>
                <a:lnTo>
                  <a:pt x="3266" y="141"/>
                </a:lnTo>
                <a:lnTo>
                  <a:pt x="3274" y="127"/>
                </a:lnTo>
                <a:lnTo>
                  <a:pt x="3283" y="113"/>
                </a:lnTo>
                <a:lnTo>
                  <a:pt x="3291" y="99"/>
                </a:lnTo>
                <a:lnTo>
                  <a:pt x="3300" y="85"/>
                </a:lnTo>
                <a:lnTo>
                  <a:pt x="3308" y="71"/>
                </a:lnTo>
                <a:lnTo>
                  <a:pt x="3316" y="57"/>
                </a:lnTo>
                <a:lnTo>
                  <a:pt x="3325" y="43"/>
                </a:lnTo>
                <a:lnTo>
                  <a:pt x="3333" y="29"/>
                </a:lnTo>
                <a:lnTo>
                  <a:pt x="3342" y="1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4590288" y="3348533"/>
            <a:ext cx="3063240" cy="1120140"/>
          </a:xfrm>
          <a:custGeom>
            <a:avLst/>
            <a:gdLst/>
            <a:ahLst/>
            <a:cxnLst/>
            <a:rect l="l" t="t" r="r" b="b"/>
            <a:pathLst>
              <a:path w="3350" h="1225">
                <a:moveTo>
                  <a:pt x="0" y="821"/>
                </a:moveTo>
                <a:lnTo>
                  <a:pt x="8" y="827"/>
                </a:lnTo>
                <a:lnTo>
                  <a:pt x="17" y="832"/>
                </a:lnTo>
                <a:lnTo>
                  <a:pt x="25" y="838"/>
                </a:lnTo>
                <a:lnTo>
                  <a:pt x="34" y="843"/>
                </a:lnTo>
                <a:lnTo>
                  <a:pt x="42" y="848"/>
                </a:lnTo>
                <a:lnTo>
                  <a:pt x="50" y="854"/>
                </a:lnTo>
                <a:lnTo>
                  <a:pt x="59" y="859"/>
                </a:lnTo>
                <a:lnTo>
                  <a:pt x="67" y="864"/>
                </a:lnTo>
                <a:lnTo>
                  <a:pt x="76" y="869"/>
                </a:lnTo>
                <a:lnTo>
                  <a:pt x="84" y="875"/>
                </a:lnTo>
                <a:lnTo>
                  <a:pt x="92" y="880"/>
                </a:lnTo>
                <a:lnTo>
                  <a:pt x="101" y="885"/>
                </a:lnTo>
                <a:lnTo>
                  <a:pt x="109" y="890"/>
                </a:lnTo>
                <a:lnTo>
                  <a:pt x="118" y="895"/>
                </a:lnTo>
                <a:lnTo>
                  <a:pt x="126" y="900"/>
                </a:lnTo>
                <a:lnTo>
                  <a:pt x="134" y="905"/>
                </a:lnTo>
                <a:lnTo>
                  <a:pt x="143" y="910"/>
                </a:lnTo>
                <a:lnTo>
                  <a:pt x="151" y="915"/>
                </a:lnTo>
                <a:lnTo>
                  <a:pt x="160" y="920"/>
                </a:lnTo>
                <a:lnTo>
                  <a:pt x="168" y="924"/>
                </a:lnTo>
                <a:lnTo>
                  <a:pt x="176" y="929"/>
                </a:lnTo>
                <a:lnTo>
                  <a:pt x="185" y="934"/>
                </a:lnTo>
                <a:lnTo>
                  <a:pt x="193" y="939"/>
                </a:lnTo>
                <a:lnTo>
                  <a:pt x="202" y="943"/>
                </a:lnTo>
                <a:lnTo>
                  <a:pt x="210" y="948"/>
                </a:lnTo>
                <a:lnTo>
                  <a:pt x="218" y="952"/>
                </a:lnTo>
                <a:lnTo>
                  <a:pt x="227" y="957"/>
                </a:lnTo>
                <a:lnTo>
                  <a:pt x="235" y="962"/>
                </a:lnTo>
                <a:lnTo>
                  <a:pt x="243" y="966"/>
                </a:lnTo>
                <a:lnTo>
                  <a:pt x="252" y="970"/>
                </a:lnTo>
                <a:lnTo>
                  <a:pt x="260" y="975"/>
                </a:lnTo>
                <a:lnTo>
                  <a:pt x="269" y="979"/>
                </a:lnTo>
                <a:lnTo>
                  <a:pt x="277" y="983"/>
                </a:lnTo>
                <a:lnTo>
                  <a:pt x="285" y="988"/>
                </a:lnTo>
                <a:lnTo>
                  <a:pt x="294" y="992"/>
                </a:lnTo>
                <a:lnTo>
                  <a:pt x="302" y="996"/>
                </a:lnTo>
                <a:lnTo>
                  <a:pt x="311" y="1000"/>
                </a:lnTo>
                <a:lnTo>
                  <a:pt x="319" y="1004"/>
                </a:lnTo>
                <a:lnTo>
                  <a:pt x="327" y="1009"/>
                </a:lnTo>
                <a:lnTo>
                  <a:pt x="336" y="1013"/>
                </a:lnTo>
                <a:lnTo>
                  <a:pt x="344" y="1017"/>
                </a:lnTo>
                <a:lnTo>
                  <a:pt x="353" y="1021"/>
                </a:lnTo>
                <a:lnTo>
                  <a:pt x="361" y="1024"/>
                </a:lnTo>
                <a:lnTo>
                  <a:pt x="369" y="1028"/>
                </a:lnTo>
                <a:lnTo>
                  <a:pt x="378" y="1032"/>
                </a:lnTo>
                <a:lnTo>
                  <a:pt x="386" y="1036"/>
                </a:lnTo>
                <a:lnTo>
                  <a:pt x="395" y="1040"/>
                </a:lnTo>
                <a:lnTo>
                  <a:pt x="403" y="1044"/>
                </a:lnTo>
                <a:lnTo>
                  <a:pt x="411" y="1047"/>
                </a:lnTo>
                <a:lnTo>
                  <a:pt x="420" y="1051"/>
                </a:lnTo>
                <a:lnTo>
                  <a:pt x="428" y="1055"/>
                </a:lnTo>
                <a:lnTo>
                  <a:pt x="437" y="1058"/>
                </a:lnTo>
                <a:lnTo>
                  <a:pt x="445" y="1062"/>
                </a:lnTo>
                <a:lnTo>
                  <a:pt x="453" y="1065"/>
                </a:lnTo>
                <a:lnTo>
                  <a:pt x="462" y="1069"/>
                </a:lnTo>
                <a:lnTo>
                  <a:pt x="470" y="1072"/>
                </a:lnTo>
                <a:lnTo>
                  <a:pt x="479" y="1075"/>
                </a:lnTo>
                <a:lnTo>
                  <a:pt x="487" y="1079"/>
                </a:lnTo>
                <a:lnTo>
                  <a:pt x="495" y="1082"/>
                </a:lnTo>
                <a:lnTo>
                  <a:pt x="504" y="1085"/>
                </a:lnTo>
                <a:lnTo>
                  <a:pt x="512" y="1089"/>
                </a:lnTo>
                <a:lnTo>
                  <a:pt x="521" y="1092"/>
                </a:lnTo>
                <a:lnTo>
                  <a:pt x="529" y="1095"/>
                </a:lnTo>
                <a:lnTo>
                  <a:pt x="537" y="1098"/>
                </a:lnTo>
                <a:lnTo>
                  <a:pt x="546" y="1101"/>
                </a:lnTo>
                <a:lnTo>
                  <a:pt x="554" y="1104"/>
                </a:lnTo>
                <a:lnTo>
                  <a:pt x="563" y="1107"/>
                </a:lnTo>
                <a:lnTo>
                  <a:pt x="571" y="1110"/>
                </a:lnTo>
                <a:lnTo>
                  <a:pt x="579" y="1113"/>
                </a:lnTo>
                <a:lnTo>
                  <a:pt x="588" y="1116"/>
                </a:lnTo>
                <a:lnTo>
                  <a:pt x="596" y="1119"/>
                </a:lnTo>
                <a:lnTo>
                  <a:pt x="605" y="1122"/>
                </a:lnTo>
                <a:lnTo>
                  <a:pt x="613" y="1125"/>
                </a:lnTo>
                <a:lnTo>
                  <a:pt x="621" y="1127"/>
                </a:lnTo>
                <a:lnTo>
                  <a:pt x="630" y="1130"/>
                </a:lnTo>
                <a:lnTo>
                  <a:pt x="638" y="1133"/>
                </a:lnTo>
                <a:lnTo>
                  <a:pt x="646" y="1135"/>
                </a:lnTo>
                <a:lnTo>
                  <a:pt x="655" y="1138"/>
                </a:lnTo>
                <a:lnTo>
                  <a:pt x="663" y="1141"/>
                </a:lnTo>
                <a:lnTo>
                  <a:pt x="672" y="1143"/>
                </a:lnTo>
                <a:lnTo>
                  <a:pt x="680" y="1146"/>
                </a:lnTo>
                <a:lnTo>
                  <a:pt x="688" y="1148"/>
                </a:lnTo>
                <a:lnTo>
                  <a:pt x="697" y="1150"/>
                </a:lnTo>
                <a:lnTo>
                  <a:pt x="705" y="1153"/>
                </a:lnTo>
                <a:lnTo>
                  <a:pt x="714" y="1155"/>
                </a:lnTo>
                <a:lnTo>
                  <a:pt x="722" y="1157"/>
                </a:lnTo>
                <a:lnTo>
                  <a:pt x="730" y="1160"/>
                </a:lnTo>
                <a:lnTo>
                  <a:pt x="739" y="1162"/>
                </a:lnTo>
                <a:lnTo>
                  <a:pt x="747" y="1164"/>
                </a:lnTo>
                <a:lnTo>
                  <a:pt x="756" y="1166"/>
                </a:lnTo>
                <a:lnTo>
                  <a:pt x="764" y="1168"/>
                </a:lnTo>
                <a:lnTo>
                  <a:pt x="772" y="1170"/>
                </a:lnTo>
                <a:lnTo>
                  <a:pt x="781" y="1172"/>
                </a:lnTo>
                <a:lnTo>
                  <a:pt x="789" y="1174"/>
                </a:lnTo>
                <a:lnTo>
                  <a:pt x="798" y="1176"/>
                </a:lnTo>
                <a:lnTo>
                  <a:pt x="806" y="1178"/>
                </a:lnTo>
                <a:lnTo>
                  <a:pt x="814" y="1180"/>
                </a:lnTo>
                <a:lnTo>
                  <a:pt x="823" y="1182"/>
                </a:lnTo>
                <a:lnTo>
                  <a:pt x="831" y="1184"/>
                </a:lnTo>
                <a:lnTo>
                  <a:pt x="840" y="1185"/>
                </a:lnTo>
                <a:lnTo>
                  <a:pt x="848" y="1187"/>
                </a:lnTo>
                <a:lnTo>
                  <a:pt x="856" y="1189"/>
                </a:lnTo>
                <a:lnTo>
                  <a:pt x="865" y="1190"/>
                </a:lnTo>
                <a:lnTo>
                  <a:pt x="873" y="1192"/>
                </a:lnTo>
                <a:lnTo>
                  <a:pt x="882" y="1194"/>
                </a:lnTo>
                <a:lnTo>
                  <a:pt x="890" y="1195"/>
                </a:lnTo>
                <a:lnTo>
                  <a:pt x="898" y="1197"/>
                </a:lnTo>
                <a:lnTo>
                  <a:pt x="907" y="1198"/>
                </a:lnTo>
                <a:lnTo>
                  <a:pt x="915" y="1199"/>
                </a:lnTo>
                <a:lnTo>
                  <a:pt x="924" y="1201"/>
                </a:lnTo>
                <a:lnTo>
                  <a:pt x="932" y="1202"/>
                </a:lnTo>
                <a:lnTo>
                  <a:pt x="940" y="1203"/>
                </a:lnTo>
                <a:lnTo>
                  <a:pt x="949" y="1205"/>
                </a:lnTo>
                <a:lnTo>
                  <a:pt x="957" y="1206"/>
                </a:lnTo>
                <a:lnTo>
                  <a:pt x="966" y="1207"/>
                </a:lnTo>
                <a:lnTo>
                  <a:pt x="974" y="1208"/>
                </a:lnTo>
                <a:lnTo>
                  <a:pt x="982" y="1209"/>
                </a:lnTo>
                <a:lnTo>
                  <a:pt x="991" y="1210"/>
                </a:lnTo>
                <a:lnTo>
                  <a:pt x="999" y="1212"/>
                </a:lnTo>
                <a:lnTo>
                  <a:pt x="1008" y="1213"/>
                </a:lnTo>
                <a:lnTo>
                  <a:pt x="1016" y="1213"/>
                </a:lnTo>
                <a:lnTo>
                  <a:pt x="1024" y="1214"/>
                </a:lnTo>
                <a:lnTo>
                  <a:pt x="1033" y="1215"/>
                </a:lnTo>
                <a:lnTo>
                  <a:pt x="1041" y="1216"/>
                </a:lnTo>
                <a:lnTo>
                  <a:pt x="1049" y="1217"/>
                </a:lnTo>
                <a:lnTo>
                  <a:pt x="1058" y="1218"/>
                </a:lnTo>
                <a:lnTo>
                  <a:pt x="1066" y="1218"/>
                </a:lnTo>
                <a:lnTo>
                  <a:pt x="1075" y="1219"/>
                </a:lnTo>
                <a:lnTo>
                  <a:pt x="1083" y="1220"/>
                </a:lnTo>
                <a:lnTo>
                  <a:pt x="1091" y="1220"/>
                </a:lnTo>
                <a:lnTo>
                  <a:pt x="1100" y="1221"/>
                </a:lnTo>
                <a:lnTo>
                  <a:pt x="1108" y="1221"/>
                </a:lnTo>
                <a:lnTo>
                  <a:pt x="1117" y="1222"/>
                </a:lnTo>
                <a:lnTo>
                  <a:pt x="1125" y="1222"/>
                </a:lnTo>
                <a:lnTo>
                  <a:pt x="1133" y="1223"/>
                </a:lnTo>
                <a:lnTo>
                  <a:pt x="1142" y="1223"/>
                </a:lnTo>
                <a:lnTo>
                  <a:pt x="1150" y="1224"/>
                </a:lnTo>
                <a:lnTo>
                  <a:pt x="1159" y="1224"/>
                </a:lnTo>
                <a:lnTo>
                  <a:pt x="1167" y="1224"/>
                </a:lnTo>
                <a:lnTo>
                  <a:pt x="1175" y="1224"/>
                </a:lnTo>
                <a:lnTo>
                  <a:pt x="1184" y="1225"/>
                </a:lnTo>
                <a:lnTo>
                  <a:pt x="1192" y="1225"/>
                </a:lnTo>
                <a:lnTo>
                  <a:pt x="1201" y="1225"/>
                </a:lnTo>
                <a:lnTo>
                  <a:pt x="1209" y="1225"/>
                </a:lnTo>
                <a:lnTo>
                  <a:pt x="1217" y="1225"/>
                </a:lnTo>
                <a:lnTo>
                  <a:pt x="1226" y="1225"/>
                </a:lnTo>
                <a:lnTo>
                  <a:pt x="1234" y="1225"/>
                </a:lnTo>
                <a:lnTo>
                  <a:pt x="1243" y="1225"/>
                </a:lnTo>
                <a:lnTo>
                  <a:pt x="1251" y="1225"/>
                </a:lnTo>
                <a:lnTo>
                  <a:pt x="1259" y="1225"/>
                </a:lnTo>
                <a:lnTo>
                  <a:pt x="1268" y="1224"/>
                </a:lnTo>
                <a:lnTo>
                  <a:pt x="1276" y="1224"/>
                </a:lnTo>
                <a:lnTo>
                  <a:pt x="1285" y="1224"/>
                </a:lnTo>
                <a:lnTo>
                  <a:pt x="1293" y="1224"/>
                </a:lnTo>
                <a:lnTo>
                  <a:pt x="1301" y="1223"/>
                </a:lnTo>
                <a:lnTo>
                  <a:pt x="1310" y="1223"/>
                </a:lnTo>
                <a:lnTo>
                  <a:pt x="1318" y="1222"/>
                </a:lnTo>
                <a:lnTo>
                  <a:pt x="1327" y="1222"/>
                </a:lnTo>
                <a:lnTo>
                  <a:pt x="1335" y="1222"/>
                </a:lnTo>
                <a:lnTo>
                  <a:pt x="1343" y="1221"/>
                </a:lnTo>
                <a:lnTo>
                  <a:pt x="1352" y="1220"/>
                </a:lnTo>
                <a:lnTo>
                  <a:pt x="1360" y="1220"/>
                </a:lnTo>
                <a:lnTo>
                  <a:pt x="1369" y="1219"/>
                </a:lnTo>
                <a:lnTo>
                  <a:pt x="1377" y="1218"/>
                </a:lnTo>
                <a:lnTo>
                  <a:pt x="1385" y="1218"/>
                </a:lnTo>
                <a:lnTo>
                  <a:pt x="1394" y="1217"/>
                </a:lnTo>
                <a:lnTo>
                  <a:pt x="1402" y="1216"/>
                </a:lnTo>
                <a:lnTo>
                  <a:pt x="1411" y="1215"/>
                </a:lnTo>
                <a:lnTo>
                  <a:pt x="1419" y="1214"/>
                </a:lnTo>
                <a:lnTo>
                  <a:pt x="1427" y="1214"/>
                </a:lnTo>
                <a:lnTo>
                  <a:pt x="1436" y="1213"/>
                </a:lnTo>
                <a:lnTo>
                  <a:pt x="1444" y="1212"/>
                </a:lnTo>
                <a:lnTo>
                  <a:pt x="1453" y="1211"/>
                </a:lnTo>
                <a:lnTo>
                  <a:pt x="1461" y="1210"/>
                </a:lnTo>
                <a:lnTo>
                  <a:pt x="1469" y="1208"/>
                </a:lnTo>
                <a:lnTo>
                  <a:pt x="1478" y="1207"/>
                </a:lnTo>
                <a:lnTo>
                  <a:pt x="1486" y="1206"/>
                </a:lnTo>
                <a:lnTo>
                  <a:pt x="1494" y="1205"/>
                </a:lnTo>
                <a:lnTo>
                  <a:pt x="1503" y="1204"/>
                </a:lnTo>
                <a:lnTo>
                  <a:pt x="1511" y="1202"/>
                </a:lnTo>
                <a:lnTo>
                  <a:pt x="1520" y="1201"/>
                </a:lnTo>
                <a:lnTo>
                  <a:pt x="1528" y="1200"/>
                </a:lnTo>
                <a:lnTo>
                  <a:pt x="1536" y="1198"/>
                </a:lnTo>
                <a:lnTo>
                  <a:pt x="1545" y="1197"/>
                </a:lnTo>
                <a:lnTo>
                  <a:pt x="1553" y="1195"/>
                </a:lnTo>
                <a:lnTo>
                  <a:pt x="1562" y="1194"/>
                </a:lnTo>
                <a:lnTo>
                  <a:pt x="1570" y="1192"/>
                </a:lnTo>
                <a:lnTo>
                  <a:pt x="1578" y="1191"/>
                </a:lnTo>
                <a:lnTo>
                  <a:pt x="1587" y="1189"/>
                </a:lnTo>
                <a:lnTo>
                  <a:pt x="1595" y="1187"/>
                </a:lnTo>
                <a:lnTo>
                  <a:pt x="1604" y="1186"/>
                </a:lnTo>
                <a:lnTo>
                  <a:pt x="1612" y="1184"/>
                </a:lnTo>
                <a:lnTo>
                  <a:pt x="1620" y="1182"/>
                </a:lnTo>
                <a:lnTo>
                  <a:pt x="1629" y="1180"/>
                </a:lnTo>
                <a:lnTo>
                  <a:pt x="1637" y="1178"/>
                </a:lnTo>
                <a:lnTo>
                  <a:pt x="1646" y="1176"/>
                </a:lnTo>
                <a:lnTo>
                  <a:pt x="1654" y="1174"/>
                </a:lnTo>
                <a:lnTo>
                  <a:pt x="1662" y="1173"/>
                </a:lnTo>
                <a:lnTo>
                  <a:pt x="1671" y="1170"/>
                </a:lnTo>
                <a:lnTo>
                  <a:pt x="1679" y="1168"/>
                </a:lnTo>
                <a:lnTo>
                  <a:pt x="1688" y="1166"/>
                </a:lnTo>
                <a:lnTo>
                  <a:pt x="1696" y="1164"/>
                </a:lnTo>
                <a:lnTo>
                  <a:pt x="1704" y="1162"/>
                </a:lnTo>
                <a:lnTo>
                  <a:pt x="1713" y="1160"/>
                </a:lnTo>
                <a:lnTo>
                  <a:pt x="1721" y="1158"/>
                </a:lnTo>
                <a:lnTo>
                  <a:pt x="1730" y="1155"/>
                </a:lnTo>
                <a:lnTo>
                  <a:pt x="1738" y="1153"/>
                </a:lnTo>
                <a:lnTo>
                  <a:pt x="1746" y="1151"/>
                </a:lnTo>
                <a:lnTo>
                  <a:pt x="1755" y="1148"/>
                </a:lnTo>
                <a:lnTo>
                  <a:pt x="1763" y="1146"/>
                </a:lnTo>
                <a:lnTo>
                  <a:pt x="1772" y="1143"/>
                </a:lnTo>
                <a:lnTo>
                  <a:pt x="1780" y="1141"/>
                </a:lnTo>
                <a:lnTo>
                  <a:pt x="1788" y="1138"/>
                </a:lnTo>
                <a:lnTo>
                  <a:pt x="1797" y="1136"/>
                </a:lnTo>
                <a:lnTo>
                  <a:pt x="1805" y="1133"/>
                </a:lnTo>
                <a:lnTo>
                  <a:pt x="1814" y="1130"/>
                </a:lnTo>
                <a:lnTo>
                  <a:pt x="1822" y="1128"/>
                </a:lnTo>
                <a:lnTo>
                  <a:pt x="1830" y="1125"/>
                </a:lnTo>
                <a:lnTo>
                  <a:pt x="1839" y="1122"/>
                </a:lnTo>
                <a:lnTo>
                  <a:pt x="1847" y="1119"/>
                </a:lnTo>
                <a:lnTo>
                  <a:pt x="1856" y="1116"/>
                </a:lnTo>
                <a:lnTo>
                  <a:pt x="1864" y="1114"/>
                </a:lnTo>
                <a:lnTo>
                  <a:pt x="1872" y="1111"/>
                </a:lnTo>
                <a:lnTo>
                  <a:pt x="1881" y="1108"/>
                </a:lnTo>
                <a:lnTo>
                  <a:pt x="1889" y="1105"/>
                </a:lnTo>
                <a:lnTo>
                  <a:pt x="1897" y="1102"/>
                </a:lnTo>
                <a:lnTo>
                  <a:pt x="1906" y="1098"/>
                </a:lnTo>
                <a:lnTo>
                  <a:pt x="1914" y="1095"/>
                </a:lnTo>
                <a:lnTo>
                  <a:pt x="1923" y="1092"/>
                </a:lnTo>
                <a:lnTo>
                  <a:pt x="1931" y="1089"/>
                </a:lnTo>
                <a:lnTo>
                  <a:pt x="1939" y="1086"/>
                </a:lnTo>
                <a:lnTo>
                  <a:pt x="1948" y="1082"/>
                </a:lnTo>
                <a:lnTo>
                  <a:pt x="1956" y="1079"/>
                </a:lnTo>
                <a:lnTo>
                  <a:pt x="1965" y="1076"/>
                </a:lnTo>
                <a:lnTo>
                  <a:pt x="1973" y="1072"/>
                </a:lnTo>
                <a:lnTo>
                  <a:pt x="1981" y="1069"/>
                </a:lnTo>
                <a:lnTo>
                  <a:pt x="1990" y="1066"/>
                </a:lnTo>
                <a:lnTo>
                  <a:pt x="1998" y="1062"/>
                </a:lnTo>
                <a:lnTo>
                  <a:pt x="2007" y="1058"/>
                </a:lnTo>
                <a:lnTo>
                  <a:pt x="2015" y="1055"/>
                </a:lnTo>
                <a:lnTo>
                  <a:pt x="2023" y="1051"/>
                </a:lnTo>
                <a:lnTo>
                  <a:pt x="2032" y="1048"/>
                </a:lnTo>
                <a:lnTo>
                  <a:pt x="2040" y="1044"/>
                </a:lnTo>
                <a:lnTo>
                  <a:pt x="2049" y="1040"/>
                </a:lnTo>
                <a:lnTo>
                  <a:pt x="2057" y="1036"/>
                </a:lnTo>
                <a:lnTo>
                  <a:pt x="2065" y="1033"/>
                </a:lnTo>
                <a:lnTo>
                  <a:pt x="2074" y="1029"/>
                </a:lnTo>
                <a:lnTo>
                  <a:pt x="2082" y="1025"/>
                </a:lnTo>
                <a:lnTo>
                  <a:pt x="2091" y="1021"/>
                </a:lnTo>
                <a:lnTo>
                  <a:pt x="2099" y="1017"/>
                </a:lnTo>
                <a:lnTo>
                  <a:pt x="2107" y="1013"/>
                </a:lnTo>
                <a:lnTo>
                  <a:pt x="2116" y="1009"/>
                </a:lnTo>
                <a:lnTo>
                  <a:pt x="2124" y="1005"/>
                </a:lnTo>
                <a:lnTo>
                  <a:pt x="2133" y="1001"/>
                </a:lnTo>
                <a:lnTo>
                  <a:pt x="2141" y="997"/>
                </a:lnTo>
                <a:lnTo>
                  <a:pt x="2149" y="992"/>
                </a:lnTo>
                <a:lnTo>
                  <a:pt x="2158" y="988"/>
                </a:lnTo>
                <a:lnTo>
                  <a:pt x="2166" y="984"/>
                </a:lnTo>
                <a:lnTo>
                  <a:pt x="2175" y="980"/>
                </a:lnTo>
                <a:lnTo>
                  <a:pt x="2183" y="975"/>
                </a:lnTo>
                <a:lnTo>
                  <a:pt x="2191" y="971"/>
                </a:lnTo>
                <a:lnTo>
                  <a:pt x="2200" y="966"/>
                </a:lnTo>
                <a:lnTo>
                  <a:pt x="2208" y="962"/>
                </a:lnTo>
                <a:lnTo>
                  <a:pt x="2217" y="957"/>
                </a:lnTo>
                <a:lnTo>
                  <a:pt x="2225" y="953"/>
                </a:lnTo>
                <a:lnTo>
                  <a:pt x="2233" y="948"/>
                </a:lnTo>
                <a:lnTo>
                  <a:pt x="2242" y="944"/>
                </a:lnTo>
                <a:lnTo>
                  <a:pt x="2250" y="939"/>
                </a:lnTo>
                <a:lnTo>
                  <a:pt x="2259" y="934"/>
                </a:lnTo>
                <a:lnTo>
                  <a:pt x="2267" y="930"/>
                </a:lnTo>
                <a:lnTo>
                  <a:pt x="2275" y="925"/>
                </a:lnTo>
                <a:lnTo>
                  <a:pt x="2284" y="920"/>
                </a:lnTo>
                <a:lnTo>
                  <a:pt x="2292" y="915"/>
                </a:lnTo>
                <a:lnTo>
                  <a:pt x="2301" y="910"/>
                </a:lnTo>
                <a:lnTo>
                  <a:pt x="2309" y="906"/>
                </a:lnTo>
                <a:lnTo>
                  <a:pt x="2317" y="901"/>
                </a:lnTo>
                <a:lnTo>
                  <a:pt x="2326" y="896"/>
                </a:lnTo>
                <a:lnTo>
                  <a:pt x="2334" y="891"/>
                </a:lnTo>
                <a:lnTo>
                  <a:pt x="2342" y="885"/>
                </a:lnTo>
                <a:lnTo>
                  <a:pt x="2351" y="880"/>
                </a:lnTo>
                <a:lnTo>
                  <a:pt x="2359" y="875"/>
                </a:lnTo>
                <a:lnTo>
                  <a:pt x="2368" y="870"/>
                </a:lnTo>
                <a:lnTo>
                  <a:pt x="2376" y="865"/>
                </a:lnTo>
                <a:lnTo>
                  <a:pt x="2384" y="860"/>
                </a:lnTo>
                <a:lnTo>
                  <a:pt x="2393" y="854"/>
                </a:lnTo>
                <a:lnTo>
                  <a:pt x="2401" y="849"/>
                </a:lnTo>
                <a:lnTo>
                  <a:pt x="2410" y="844"/>
                </a:lnTo>
                <a:lnTo>
                  <a:pt x="2418" y="838"/>
                </a:lnTo>
                <a:lnTo>
                  <a:pt x="2426" y="833"/>
                </a:lnTo>
                <a:lnTo>
                  <a:pt x="2435" y="827"/>
                </a:lnTo>
                <a:lnTo>
                  <a:pt x="2443" y="822"/>
                </a:lnTo>
                <a:lnTo>
                  <a:pt x="2452" y="816"/>
                </a:lnTo>
                <a:lnTo>
                  <a:pt x="2460" y="810"/>
                </a:lnTo>
                <a:lnTo>
                  <a:pt x="2468" y="805"/>
                </a:lnTo>
                <a:lnTo>
                  <a:pt x="2477" y="799"/>
                </a:lnTo>
                <a:lnTo>
                  <a:pt x="2485" y="793"/>
                </a:lnTo>
                <a:lnTo>
                  <a:pt x="2494" y="788"/>
                </a:lnTo>
                <a:lnTo>
                  <a:pt x="2502" y="782"/>
                </a:lnTo>
                <a:lnTo>
                  <a:pt x="2510" y="776"/>
                </a:lnTo>
                <a:lnTo>
                  <a:pt x="2519" y="770"/>
                </a:lnTo>
                <a:lnTo>
                  <a:pt x="2527" y="764"/>
                </a:lnTo>
                <a:lnTo>
                  <a:pt x="2536" y="758"/>
                </a:lnTo>
                <a:lnTo>
                  <a:pt x="2544" y="752"/>
                </a:lnTo>
                <a:lnTo>
                  <a:pt x="2552" y="746"/>
                </a:lnTo>
                <a:lnTo>
                  <a:pt x="2561" y="740"/>
                </a:lnTo>
                <a:lnTo>
                  <a:pt x="2569" y="734"/>
                </a:lnTo>
                <a:lnTo>
                  <a:pt x="2578" y="728"/>
                </a:lnTo>
                <a:lnTo>
                  <a:pt x="2586" y="722"/>
                </a:lnTo>
                <a:lnTo>
                  <a:pt x="2594" y="716"/>
                </a:lnTo>
                <a:lnTo>
                  <a:pt x="2603" y="709"/>
                </a:lnTo>
                <a:lnTo>
                  <a:pt x="2611" y="703"/>
                </a:lnTo>
                <a:lnTo>
                  <a:pt x="2620" y="697"/>
                </a:lnTo>
                <a:lnTo>
                  <a:pt x="2628" y="690"/>
                </a:lnTo>
                <a:lnTo>
                  <a:pt x="2636" y="684"/>
                </a:lnTo>
                <a:lnTo>
                  <a:pt x="2645" y="678"/>
                </a:lnTo>
                <a:lnTo>
                  <a:pt x="2653" y="671"/>
                </a:lnTo>
                <a:lnTo>
                  <a:pt x="2662" y="665"/>
                </a:lnTo>
                <a:lnTo>
                  <a:pt x="2670" y="658"/>
                </a:lnTo>
                <a:lnTo>
                  <a:pt x="2678" y="651"/>
                </a:lnTo>
                <a:lnTo>
                  <a:pt x="2687" y="645"/>
                </a:lnTo>
                <a:lnTo>
                  <a:pt x="2695" y="638"/>
                </a:lnTo>
                <a:lnTo>
                  <a:pt x="2704" y="631"/>
                </a:lnTo>
                <a:lnTo>
                  <a:pt x="2712" y="625"/>
                </a:lnTo>
                <a:lnTo>
                  <a:pt x="2720" y="618"/>
                </a:lnTo>
                <a:lnTo>
                  <a:pt x="2729" y="611"/>
                </a:lnTo>
                <a:lnTo>
                  <a:pt x="2737" y="604"/>
                </a:lnTo>
                <a:lnTo>
                  <a:pt x="2745" y="597"/>
                </a:lnTo>
                <a:lnTo>
                  <a:pt x="2754" y="590"/>
                </a:lnTo>
                <a:lnTo>
                  <a:pt x="2762" y="583"/>
                </a:lnTo>
                <a:lnTo>
                  <a:pt x="2771" y="576"/>
                </a:lnTo>
                <a:lnTo>
                  <a:pt x="2779" y="569"/>
                </a:lnTo>
                <a:lnTo>
                  <a:pt x="2787" y="562"/>
                </a:lnTo>
                <a:lnTo>
                  <a:pt x="2796" y="555"/>
                </a:lnTo>
                <a:lnTo>
                  <a:pt x="2804" y="548"/>
                </a:lnTo>
                <a:lnTo>
                  <a:pt x="2813" y="541"/>
                </a:lnTo>
                <a:lnTo>
                  <a:pt x="2821" y="534"/>
                </a:lnTo>
                <a:lnTo>
                  <a:pt x="2829" y="526"/>
                </a:lnTo>
                <a:lnTo>
                  <a:pt x="2838" y="519"/>
                </a:lnTo>
                <a:lnTo>
                  <a:pt x="2846" y="512"/>
                </a:lnTo>
                <a:lnTo>
                  <a:pt x="2855" y="504"/>
                </a:lnTo>
                <a:lnTo>
                  <a:pt x="2863" y="497"/>
                </a:lnTo>
                <a:lnTo>
                  <a:pt x="2871" y="489"/>
                </a:lnTo>
                <a:lnTo>
                  <a:pt x="2880" y="482"/>
                </a:lnTo>
                <a:lnTo>
                  <a:pt x="2888" y="474"/>
                </a:lnTo>
                <a:lnTo>
                  <a:pt x="2897" y="467"/>
                </a:lnTo>
                <a:lnTo>
                  <a:pt x="2905" y="459"/>
                </a:lnTo>
                <a:lnTo>
                  <a:pt x="2913" y="451"/>
                </a:lnTo>
                <a:lnTo>
                  <a:pt x="2922" y="444"/>
                </a:lnTo>
                <a:lnTo>
                  <a:pt x="2930" y="436"/>
                </a:lnTo>
                <a:lnTo>
                  <a:pt x="2939" y="428"/>
                </a:lnTo>
                <a:lnTo>
                  <a:pt x="2947" y="420"/>
                </a:lnTo>
                <a:lnTo>
                  <a:pt x="2955" y="412"/>
                </a:lnTo>
                <a:lnTo>
                  <a:pt x="2964" y="405"/>
                </a:lnTo>
                <a:lnTo>
                  <a:pt x="2972" y="397"/>
                </a:lnTo>
                <a:lnTo>
                  <a:pt x="2981" y="389"/>
                </a:lnTo>
                <a:lnTo>
                  <a:pt x="2989" y="381"/>
                </a:lnTo>
                <a:lnTo>
                  <a:pt x="2997" y="373"/>
                </a:lnTo>
                <a:lnTo>
                  <a:pt x="3006" y="365"/>
                </a:lnTo>
                <a:lnTo>
                  <a:pt x="3014" y="356"/>
                </a:lnTo>
                <a:lnTo>
                  <a:pt x="3023" y="348"/>
                </a:lnTo>
                <a:lnTo>
                  <a:pt x="3031" y="340"/>
                </a:lnTo>
                <a:lnTo>
                  <a:pt x="3039" y="332"/>
                </a:lnTo>
                <a:lnTo>
                  <a:pt x="3048" y="324"/>
                </a:lnTo>
                <a:lnTo>
                  <a:pt x="3056" y="315"/>
                </a:lnTo>
                <a:lnTo>
                  <a:pt x="3065" y="307"/>
                </a:lnTo>
                <a:lnTo>
                  <a:pt x="3073" y="299"/>
                </a:lnTo>
                <a:lnTo>
                  <a:pt x="3081" y="290"/>
                </a:lnTo>
                <a:lnTo>
                  <a:pt x="3090" y="282"/>
                </a:lnTo>
                <a:lnTo>
                  <a:pt x="3098" y="273"/>
                </a:lnTo>
                <a:lnTo>
                  <a:pt x="3107" y="265"/>
                </a:lnTo>
                <a:lnTo>
                  <a:pt x="3115" y="256"/>
                </a:lnTo>
                <a:lnTo>
                  <a:pt x="3123" y="247"/>
                </a:lnTo>
                <a:lnTo>
                  <a:pt x="3132" y="239"/>
                </a:lnTo>
                <a:lnTo>
                  <a:pt x="3140" y="230"/>
                </a:lnTo>
                <a:lnTo>
                  <a:pt x="3148" y="221"/>
                </a:lnTo>
                <a:lnTo>
                  <a:pt x="3157" y="213"/>
                </a:lnTo>
                <a:lnTo>
                  <a:pt x="3165" y="204"/>
                </a:lnTo>
                <a:lnTo>
                  <a:pt x="3174" y="195"/>
                </a:lnTo>
                <a:lnTo>
                  <a:pt x="3182" y="186"/>
                </a:lnTo>
                <a:lnTo>
                  <a:pt x="3190" y="177"/>
                </a:lnTo>
                <a:lnTo>
                  <a:pt x="3199" y="168"/>
                </a:lnTo>
                <a:lnTo>
                  <a:pt x="3207" y="159"/>
                </a:lnTo>
                <a:lnTo>
                  <a:pt x="3216" y="150"/>
                </a:lnTo>
                <a:lnTo>
                  <a:pt x="3224" y="141"/>
                </a:lnTo>
                <a:lnTo>
                  <a:pt x="3232" y="132"/>
                </a:lnTo>
                <a:lnTo>
                  <a:pt x="3241" y="123"/>
                </a:lnTo>
                <a:lnTo>
                  <a:pt x="3249" y="114"/>
                </a:lnTo>
                <a:lnTo>
                  <a:pt x="3258" y="104"/>
                </a:lnTo>
                <a:lnTo>
                  <a:pt x="3266" y="95"/>
                </a:lnTo>
                <a:lnTo>
                  <a:pt x="3274" y="86"/>
                </a:lnTo>
                <a:lnTo>
                  <a:pt x="3283" y="76"/>
                </a:lnTo>
                <a:lnTo>
                  <a:pt x="3291" y="67"/>
                </a:lnTo>
                <a:lnTo>
                  <a:pt x="3300" y="58"/>
                </a:lnTo>
                <a:lnTo>
                  <a:pt x="3308" y="48"/>
                </a:lnTo>
                <a:lnTo>
                  <a:pt x="3316" y="39"/>
                </a:lnTo>
                <a:lnTo>
                  <a:pt x="3325" y="29"/>
                </a:lnTo>
                <a:lnTo>
                  <a:pt x="3333" y="20"/>
                </a:lnTo>
                <a:lnTo>
                  <a:pt x="3342" y="10"/>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4590288" y="3755441"/>
            <a:ext cx="3063240" cy="708660"/>
          </a:xfrm>
          <a:custGeom>
            <a:avLst/>
            <a:gdLst/>
            <a:ahLst/>
            <a:cxnLst/>
            <a:rect l="l" t="t" r="r" b="b"/>
            <a:pathLst>
              <a:path w="3350" h="775">
                <a:moveTo>
                  <a:pt x="0" y="610"/>
                </a:moveTo>
                <a:lnTo>
                  <a:pt x="8" y="612"/>
                </a:lnTo>
                <a:lnTo>
                  <a:pt x="17" y="615"/>
                </a:lnTo>
                <a:lnTo>
                  <a:pt x="25" y="618"/>
                </a:lnTo>
                <a:lnTo>
                  <a:pt x="34" y="620"/>
                </a:lnTo>
                <a:lnTo>
                  <a:pt x="42" y="623"/>
                </a:lnTo>
                <a:lnTo>
                  <a:pt x="50" y="625"/>
                </a:lnTo>
                <a:lnTo>
                  <a:pt x="59" y="628"/>
                </a:lnTo>
                <a:lnTo>
                  <a:pt x="67" y="630"/>
                </a:lnTo>
                <a:lnTo>
                  <a:pt x="76" y="633"/>
                </a:lnTo>
                <a:lnTo>
                  <a:pt x="84" y="635"/>
                </a:lnTo>
                <a:lnTo>
                  <a:pt x="92" y="637"/>
                </a:lnTo>
                <a:lnTo>
                  <a:pt x="101" y="640"/>
                </a:lnTo>
                <a:lnTo>
                  <a:pt x="109" y="642"/>
                </a:lnTo>
                <a:lnTo>
                  <a:pt x="118" y="645"/>
                </a:lnTo>
                <a:lnTo>
                  <a:pt x="126" y="647"/>
                </a:lnTo>
                <a:lnTo>
                  <a:pt x="134" y="649"/>
                </a:lnTo>
                <a:lnTo>
                  <a:pt x="143" y="651"/>
                </a:lnTo>
                <a:lnTo>
                  <a:pt x="151" y="654"/>
                </a:lnTo>
                <a:lnTo>
                  <a:pt x="160" y="656"/>
                </a:lnTo>
                <a:lnTo>
                  <a:pt x="168" y="658"/>
                </a:lnTo>
                <a:lnTo>
                  <a:pt x="176" y="660"/>
                </a:lnTo>
                <a:lnTo>
                  <a:pt x="185" y="663"/>
                </a:lnTo>
                <a:lnTo>
                  <a:pt x="193" y="665"/>
                </a:lnTo>
                <a:lnTo>
                  <a:pt x="202" y="667"/>
                </a:lnTo>
                <a:lnTo>
                  <a:pt x="210" y="669"/>
                </a:lnTo>
                <a:lnTo>
                  <a:pt x="218" y="671"/>
                </a:lnTo>
                <a:lnTo>
                  <a:pt x="227" y="673"/>
                </a:lnTo>
                <a:lnTo>
                  <a:pt x="235" y="675"/>
                </a:lnTo>
                <a:lnTo>
                  <a:pt x="243" y="677"/>
                </a:lnTo>
                <a:lnTo>
                  <a:pt x="252" y="679"/>
                </a:lnTo>
                <a:lnTo>
                  <a:pt x="260" y="681"/>
                </a:lnTo>
                <a:lnTo>
                  <a:pt x="269" y="683"/>
                </a:lnTo>
                <a:lnTo>
                  <a:pt x="277" y="685"/>
                </a:lnTo>
                <a:lnTo>
                  <a:pt x="285" y="687"/>
                </a:lnTo>
                <a:lnTo>
                  <a:pt x="294" y="689"/>
                </a:lnTo>
                <a:lnTo>
                  <a:pt x="302" y="691"/>
                </a:lnTo>
                <a:lnTo>
                  <a:pt x="311" y="693"/>
                </a:lnTo>
                <a:lnTo>
                  <a:pt x="319" y="695"/>
                </a:lnTo>
                <a:lnTo>
                  <a:pt x="327" y="696"/>
                </a:lnTo>
                <a:lnTo>
                  <a:pt x="336" y="698"/>
                </a:lnTo>
                <a:lnTo>
                  <a:pt x="344" y="700"/>
                </a:lnTo>
                <a:lnTo>
                  <a:pt x="353" y="702"/>
                </a:lnTo>
                <a:lnTo>
                  <a:pt x="361" y="703"/>
                </a:lnTo>
                <a:lnTo>
                  <a:pt x="369" y="705"/>
                </a:lnTo>
                <a:lnTo>
                  <a:pt x="378" y="707"/>
                </a:lnTo>
                <a:lnTo>
                  <a:pt x="386" y="709"/>
                </a:lnTo>
                <a:lnTo>
                  <a:pt x="395" y="710"/>
                </a:lnTo>
                <a:lnTo>
                  <a:pt x="403" y="712"/>
                </a:lnTo>
                <a:lnTo>
                  <a:pt x="411" y="713"/>
                </a:lnTo>
                <a:lnTo>
                  <a:pt x="420" y="715"/>
                </a:lnTo>
                <a:lnTo>
                  <a:pt x="428" y="717"/>
                </a:lnTo>
                <a:lnTo>
                  <a:pt x="437" y="718"/>
                </a:lnTo>
                <a:lnTo>
                  <a:pt x="445" y="720"/>
                </a:lnTo>
                <a:lnTo>
                  <a:pt x="453" y="721"/>
                </a:lnTo>
                <a:lnTo>
                  <a:pt x="462" y="723"/>
                </a:lnTo>
                <a:lnTo>
                  <a:pt x="470" y="724"/>
                </a:lnTo>
                <a:lnTo>
                  <a:pt x="479" y="726"/>
                </a:lnTo>
                <a:lnTo>
                  <a:pt x="487" y="727"/>
                </a:lnTo>
                <a:lnTo>
                  <a:pt x="495" y="728"/>
                </a:lnTo>
                <a:lnTo>
                  <a:pt x="504" y="730"/>
                </a:lnTo>
                <a:lnTo>
                  <a:pt x="512" y="731"/>
                </a:lnTo>
                <a:lnTo>
                  <a:pt x="521" y="733"/>
                </a:lnTo>
                <a:lnTo>
                  <a:pt x="529" y="734"/>
                </a:lnTo>
                <a:lnTo>
                  <a:pt x="537" y="735"/>
                </a:lnTo>
                <a:lnTo>
                  <a:pt x="546" y="736"/>
                </a:lnTo>
                <a:lnTo>
                  <a:pt x="554" y="738"/>
                </a:lnTo>
                <a:lnTo>
                  <a:pt x="563" y="739"/>
                </a:lnTo>
                <a:lnTo>
                  <a:pt x="571" y="740"/>
                </a:lnTo>
                <a:lnTo>
                  <a:pt x="579" y="741"/>
                </a:lnTo>
                <a:lnTo>
                  <a:pt x="588" y="743"/>
                </a:lnTo>
                <a:lnTo>
                  <a:pt x="596" y="744"/>
                </a:lnTo>
                <a:lnTo>
                  <a:pt x="605" y="745"/>
                </a:lnTo>
                <a:lnTo>
                  <a:pt x="613" y="746"/>
                </a:lnTo>
                <a:lnTo>
                  <a:pt x="621" y="747"/>
                </a:lnTo>
                <a:lnTo>
                  <a:pt x="630" y="748"/>
                </a:lnTo>
                <a:lnTo>
                  <a:pt x="638" y="749"/>
                </a:lnTo>
                <a:lnTo>
                  <a:pt x="646" y="750"/>
                </a:lnTo>
                <a:lnTo>
                  <a:pt x="655" y="751"/>
                </a:lnTo>
                <a:lnTo>
                  <a:pt x="663" y="752"/>
                </a:lnTo>
                <a:lnTo>
                  <a:pt x="672" y="753"/>
                </a:lnTo>
                <a:lnTo>
                  <a:pt x="680" y="754"/>
                </a:lnTo>
                <a:lnTo>
                  <a:pt x="688" y="755"/>
                </a:lnTo>
                <a:lnTo>
                  <a:pt x="697" y="756"/>
                </a:lnTo>
                <a:lnTo>
                  <a:pt x="705" y="757"/>
                </a:lnTo>
                <a:lnTo>
                  <a:pt x="714" y="758"/>
                </a:lnTo>
                <a:lnTo>
                  <a:pt x="722" y="759"/>
                </a:lnTo>
                <a:lnTo>
                  <a:pt x="730" y="759"/>
                </a:lnTo>
                <a:lnTo>
                  <a:pt x="739" y="760"/>
                </a:lnTo>
                <a:lnTo>
                  <a:pt x="747" y="761"/>
                </a:lnTo>
                <a:lnTo>
                  <a:pt x="756" y="762"/>
                </a:lnTo>
                <a:lnTo>
                  <a:pt x="764" y="763"/>
                </a:lnTo>
                <a:lnTo>
                  <a:pt x="772" y="763"/>
                </a:lnTo>
                <a:lnTo>
                  <a:pt x="781" y="764"/>
                </a:lnTo>
                <a:lnTo>
                  <a:pt x="789" y="765"/>
                </a:lnTo>
                <a:lnTo>
                  <a:pt x="798" y="765"/>
                </a:lnTo>
                <a:lnTo>
                  <a:pt x="806" y="766"/>
                </a:lnTo>
                <a:lnTo>
                  <a:pt x="814" y="767"/>
                </a:lnTo>
                <a:lnTo>
                  <a:pt x="823" y="767"/>
                </a:lnTo>
                <a:lnTo>
                  <a:pt x="831" y="768"/>
                </a:lnTo>
                <a:lnTo>
                  <a:pt x="840" y="768"/>
                </a:lnTo>
                <a:lnTo>
                  <a:pt x="848" y="769"/>
                </a:lnTo>
                <a:lnTo>
                  <a:pt x="856" y="769"/>
                </a:lnTo>
                <a:lnTo>
                  <a:pt x="865" y="770"/>
                </a:lnTo>
                <a:lnTo>
                  <a:pt x="873" y="770"/>
                </a:lnTo>
                <a:lnTo>
                  <a:pt x="882" y="771"/>
                </a:lnTo>
                <a:lnTo>
                  <a:pt x="890" y="771"/>
                </a:lnTo>
                <a:lnTo>
                  <a:pt x="898" y="772"/>
                </a:lnTo>
                <a:lnTo>
                  <a:pt x="907" y="772"/>
                </a:lnTo>
                <a:lnTo>
                  <a:pt x="915" y="772"/>
                </a:lnTo>
                <a:lnTo>
                  <a:pt x="924" y="773"/>
                </a:lnTo>
                <a:lnTo>
                  <a:pt x="932" y="773"/>
                </a:lnTo>
                <a:lnTo>
                  <a:pt x="940" y="773"/>
                </a:lnTo>
                <a:lnTo>
                  <a:pt x="949" y="774"/>
                </a:lnTo>
                <a:lnTo>
                  <a:pt x="957" y="774"/>
                </a:lnTo>
                <a:lnTo>
                  <a:pt x="966" y="774"/>
                </a:lnTo>
                <a:lnTo>
                  <a:pt x="974" y="774"/>
                </a:lnTo>
                <a:lnTo>
                  <a:pt x="982" y="775"/>
                </a:lnTo>
                <a:lnTo>
                  <a:pt x="991" y="775"/>
                </a:lnTo>
                <a:lnTo>
                  <a:pt x="999" y="775"/>
                </a:lnTo>
                <a:lnTo>
                  <a:pt x="1008" y="775"/>
                </a:lnTo>
                <a:lnTo>
                  <a:pt x="1016" y="775"/>
                </a:lnTo>
                <a:lnTo>
                  <a:pt x="1024" y="775"/>
                </a:lnTo>
                <a:lnTo>
                  <a:pt x="1033" y="775"/>
                </a:lnTo>
                <a:lnTo>
                  <a:pt x="1041" y="775"/>
                </a:lnTo>
                <a:lnTo>
                  <a:pt x="1049" y="775"/>
                </a:lnTo>
                <a:lnTo>
                  <a:pt x="1058" y="775"/>
                </a:lnTo>
                <a:lnTo>
                  <a:pt x="1066" y="775"/>
                </a:lnTo>
                <a:lnTo>
                  <a:pt x="1075" y="775"/>
                </a:lnTo>
                <a:lnTo>
                  <a:pt x="1083" y="775"/>
                </a:lnTo>
                <a:lnTo>
                  <a:pt x="1091" y="775"/>
                </a:lnTo>
                <a:lnTo>
                  <a:pt x="1100" y="775"/>
                </a:lnTo>
                <a:lnTo>
                  <a:pt x="1108" y="775"/>
                </a:lnTo>
                <a:lnTo>
                  <a:pt x="1117" y="775"/>
                </a:lnTo>
                <a:lnTo>
                  <a:pt x="1125" y="775"/>
                </a:lnTo>
                <a:lnTo>
                  <a:pt x="1133" y="775"/>
                </a:lnTo>
                <a:lnTo>
                  <a:pt x="1142" y="774"/>
                </a:lnTo>
                <a:lnTo>
                  <a:pt x="1150" y="774"/>
                </a:lnTo>
                <a:lnTo>
                  <a:pt x="1159" y="774"/>
                </a:lnTo>
                <a:lnTo>
                  <a:pt x="1167" y="774"/>
                </a:lnTo>
                <a:lnTo>
                  <a:pt x="1175" y="773"/>
                </a:lnTo>
                <a:lnTo>
                  <a:pt x="1184" y="773"/>
                </a:lnTo>
                <a:lnTo>
                  <a:pt x="1192" y="773"/>
                </a:lnTo>
                <a:lnTo>
                  <a:pt x="1201" y="772"/>
                </a:lnTo>
                <a:lnTo>
                  <a:pt x="1209" y="772"/>
                </a:lnTo>
                <a:lnTo>
                  <a:pt x="1217" y="772"/>
                </a:lnTo>
                <a:lnTo>
                  <a:pt x="1226" y="771"/>
                </a:lnTo>
                <a:lnTo>
                  <a:pt x="1234" y="771"/>
                </a:lnTo>
                <a:lnTo>
                  <a:pt x="1243" y="770"/>
                </a:lnTo>
                <a:lnTo>
                  <a:pt x="1251" y="770"/>
                </a:lnTo>
                <a:lnTo>
                  <a:pt x="1259" y="769"/>
                </a:lnTo>
                <a:lnTo>
                  <a:pt x="1268" y="769"/>
                </a:lnTo>
                <a:lnTo>
                  <a:pt x="1276" y="768"/>
                </a:lnTo>
                <a:lnTo>
                  <a:pt x="1285" y="768"/>
                </a:lnTo>
                <a:lnTo>
                  <a:pt x="1293" y="767"/>
                </a:lnTo>
                <a:lnTo>
                  <a:pt x="1301" y="767"/>
                </a:lnTo>
                <a:lnTo>
                  <a:pt x="1310" y="766"/>
                </a:lnTo>
                <a:lnTo>
                  <a:pt x="1318" y="765"/>
                </a:lnTo>
                <a:lnTo>
                  <a:pt x="1327" y="765"/>
                </a:lnTo>
                <a:lnTo>
                  <a:pt x="1335" y="764"/>
                </a:lnTo>
                <a:lnTo>
                  <a:pt x="1343" y="763"/>
                </a:lnTo>
                <a:lnTo>
                  <a:pt x="1352" y="763"/>
                </a:lnTo>
                <a:lnTo>
                  <a:pt x="1360" y="762"/>
                </a:lnTo>
                <a:lnTo>
                  <a:pt x="1369" y="761"/>
                </a:lnTo>
                <a:lnTo>
                  <a:pt x="1377" y="760"/>
                </a:lnTo>
                <a:lnTo>
                  <a:pt x="1385" y="760"/>
                </a:lnTo>
                <a:lnTo>
                  <a:pt x="1394" y="759"/>
                </a:lnTo>
                <a:lnTo>
                  <a:pt x="1402" y="758"/>
                </a:lnTo>
                <a:lnTo>
                  <a:pt x="1411" y="757"/>
                </a:lnTo>
                <a:lnTo>
                  <a:pt x="1419" y="756"/>
                </a:lnTo>
                <a:lnTo>
                  <a:pt x="1427" y="755"/>
                </a:lnTo>
                <a:lnTo>
                  <a:pt x="1436" y="754"/>
                </a:lnTo>
                <a:lnTo>
                  <a:pt x="1444" y="753"/>
                </a:lnTo>
                <a:lnTo>
                  <a:pt x="1453" y="752"/>
                </a:lnTo>
                <a:lnTo>
                  <a:pt x="1461" y="751"/>
                </a:lnTo>
                <a:lnTo>
                  <a:pt x="1469" y="750"/>
                </a:lnTo>
                <a:lnTo>
                  <a:pt x="1478" y="749"/>
                </a:lnTo>
                <a:lnTo>
                  <a:pt x="1486" y="748"/>
                </a:lnTo>
                <a:lnTo>
                  <a:pt x="1494" y="747"/>
                </a:lnTo>
                <a:lnTo>
                  <a:pt x="1503" y="746"/>
                </a:lnTo>
                <a:lnTo>
                  <a:pt x="1511" y="745"/>
                </a:lnTo>
                <a:lnTo>
                  <a:pt x="1520" y="744"/>
                </a:lnTo>
                <a:lnTo>
                  <a:pt x="1528" y="743"/>
                </a:lnTo>
                <a:lnTo>
                  <a:pt x="1536" y="742"/>
                </a:lnTo>
                <a:lnTo>
                  <a:pt x="1545" y="740"/>
                </a:lnTo>
                <a:lnTo>
                  <a:pt x="1553" y="739"/>
                </a:lnTo>
                <a:lnTo>
                  <a:pt x="1562" y="738"/>
                </a:lnTo>
                <a:lnTo>
                  <a:pt x="1570" y="737"/>
                </a:lnTo>
                <a:lnTo>
                  <a:pt x="1578" y="735"/>
                </a:lnTo>
                <a:lnTo>
                  <a:pt x="1587" y="734"/>
                </a:lnTo>
                <a:lnTo>
                  <a:pt x="1595" y="733"/>
                </a:lnTo>
                <a:lnTo>
                  <a:pt x="1604" y="731"/>
                </a:lnTo>
                <a:lnTo>
                  <a:pt x="1612" y="730"/>
                </a:lnTo>
                <a:lnTo>
                  <a:pt x="1620" y="729"/>
                </a:lnTo>
                <a:lnTo>
                  <a:pt x="1629" y="727"/>
                </a:lnTo>
                <a:lnTo>
                  <a:pt x="1637" y="726"/>
                </a:lnTo>
                <a:lnTo>
                  <a:pt x="1646" y="724"/>
                </a:lnTo>
                <a:lnTo>
                  <a:pt x="1654" y="723"/>
                </a:lnTo>
                <a:lnTo>
                  <a:pt x="1662" y="722"/>
                </a:lnTo>
                <a:lnTo>
                  <a:pt x="1671" y="720"/>
                </a:lnTo>
                <a:lnTo>
                  <a:pt x="1679" y="718"/>
                </a:lnTo>
                <a:lnTo>
                  <a:pt x="1688" y="717"/>
                </a:lnTo>
                <a:lnTo>
                  <a:pt x="1696" y="715"/>
                </a:lnTo>
                <a:lnTo>
                  <a:pt x="1704" y="714"/>
                </a:lnTo>
                <a:lnTo>
                  <a:pt x="1713" y="712"/>
                </a:lnTo>
                <a:lnTo>
                  <a:pt x="1721" y="711"/>
                </a:lnTo>
                <a:lnTo>
                  <a:pt x="1730" y="709"/>
                </a:lnTo>
                <a:lnTo>
                  <a:pt x="1738" y="707"/>
                </a:lnTo>
                <a:lnTo>
                  <a:pt x="1746" y="706"/>
                </a:lnTo>
                <a:lnTo>
                  <a:pt x="1755" y="704"/>
                </a:lnTo>
                <a:lnTo>
                  <a:pt x="1763" y="702"/>
                </a:lnTo>
                <a:lnTo>
                  <a:pt x="1772" y="700"/>
                </a:lnTo>
                <a:lnTo>
                  <a:pt x="1780" y="699"/>
                </a:lnTo>
                <a:lnTo>
                  <a:pt x="1788" y="697"/>
                </a:lnTo>
                <a:lnTo>
                  <a:pt x="1797" y="695"/>
                </a:lnTo>
                <a:lnTo>
                  <a:pt x="1805" y="693"/>
                </a:lnTo>
                <a:lnTo>
                  <a:pt x="1814" y="691"/>
                </a:lnTo>
                <a:lnTo>
                  <a:pt x="1822" y="689"/>
                </a:lnTo>
                <a:lnTo>
                  <a:pt x="1830" y="687"/>
                </a:lnTo>
                <a:lnTo>
                  <a:pt x="1839" y="685"/>
                </a:lnTo>
                <a:lnTo>
                  <a:pt x="1847" y="684"/>
                </a:lnTo>
                <a:lnTo>
                  <a:pt x="1856" y="682"/>
                </a:lnTo>
                <a:lnTo>
                  <a:pt x="1864" y="680"/>
                </a:lnTo>
                <a:lnTo>
                  <a:pt x="1872" y="678"/>
                </a:lnTo>
                <a:lnTo>
                  <a:pt x="1881" y="676"/>
                </a:lnTo>
                <a:lnTo>
                  <a:pt x="1889" y="673"/>
                </a:lnTo>
                <a:lnTo>
                  <a:pt x="1897" y="671"/>
                </a:lnTo>
                <a:lnTo>
                  <a:pt x="1906" y="669"/>
                </a:lnTo>
                <a:lnTo>
                  <a:pt x="1914" y="667"/>
                </a:lnTo>
                <a:lnTo>
                  <a:pt x="1923" y="665"/>
                </a:lnTo>
                <a:lnTo>
                  <a:pt x="1931" y="663"/>
                </a:lnTo>
                <a:lnTo>
                  <a:pt x="1939" y="661"/>
                </a:lnTo>
                <a:lnTo>
                  <a:pt x="1948" y="659"/>
                </a:lnTo>
                <a:lnTo>
                  <a:pt x="1956" y="656"/>
                </a:lnTo>
                <a:lnTo>
                  <a:pt x="1965" y="654"/>
                </a:lnTo>
                <a:lnTo>
                  <a:pt x="1973" y="652"/>
                </a:lnTo>
                <a:lnTo>
                  <a:pt x="1981" y="650"/>
                </a:lnTo>
                <a:lnTo>
                  <a:pt x="1990" y="647"/>
                </a:lnTo>
                <a:lnTo>
                  <a:pt x="1998" y="645"/>
                </a:lnTo>
                <a:lnTo>
                  <a:pt x="2007" y="643"/>
                </a:lnTo>
                <a:lnTo>
                  <a:pt x="2015" y="640"/>
                </a:lnTo>
                <a:lnTo>
                  <a:pt x="2023" y="638"/>
                </a:lnTo>
                <a:lnTo>
                  <a:pt x="2032" y="635"/>
                </a:lnTo>
                <a:lnTo>
                  <a:pt x="2040" y="633"/>
                </a:lnTo>
                <a:lnTo>
                  <a:pt x="2049" y="631"/>
                </a:lnTo>
                <a:lnTo>
                  <a:pt x="2057" y="628"/>
                </a:lnTo>
                <a:lnTo>
                  <a:pt x="2065" y="626"/>
                </a:lnTo>
                <a:lnTo>
                  <a:pt x="2074" y="623"/>
                </a:lnTo>
                <a:lnTo>
                  <a:pt x="2082" y="621"/>
                </a:lnTo>
                <a:lnTo>
                  <a:pt x="2091" y="618"/>
                </a:lnTo>
                <a:lnTo>
                  <a:pt x="2099" y="615"/>
                </a:lnTo>
                <a:lnTo>
                  <a:pt x="2107" y="613"/>
                </a:lnTo>
                <a:lnTo>
                  <a:pt x="2116" y="610"/>
                </a:lnTo>
                <a:lnTo>
                  <a:pt x="2124" y="608"/>
                </a:lnTo>
                <a:lnTo>
                  <a:pt x="2133" y="605"/>
                </a:lnTo>
                <a:lnTo>
                  <a:pt x="2141" y="602"/>
                </a:lnTo>
                <a:lnTo>
                  <a:pt x="2149" y="600"/>
                </a:lnTo>
                <a:lnTo>
                  <a:pt x="2158" y="597"/>
                </a:lnTo>
                <a:lnTo>
                  <a:pt x="2166" y="594"/>
                </a:lnTo>
                <a:lnTo>
                  <a:pt x="2175" y="591"/>
                </a:lnTo>
                <a:lnTo>
                  <a:pt x="2183" y="589"/>
                </a:lnTo>
                <a:lnTo>
                  <a:pt x="2191" y="586"/>
                </a:lnTo>
                <a:lnTo>
                  <a:pt x="2200" y="583"/>
                </a:lnTo>
                <a:lnTo>
                  <a:pt x="2208" y="580"/>
                </a:lnTo>
                <a:lnTo>
                  <a:pt x="2217" y="577"/>
                </a:lnTo>
                <a:lnTo>
                  <a:pt x="2225" y="574"/>
                </a:lnTo>
                <a:lnTo>
                  <a:pt x="2233" y="572"/>
                </a:lnTo>
                <a:lnTo>
                  <a:pt x="2242" y="569"/>
                </a:lnTo>
                <a:lnTo>
                  <a:pt x="2250" y="566"/>
                </a:lnTo>
                <a:lnTo>
                  <a:pt x="2259" y="563"/>
                </a:lnTo>
                <a:lnTo>
                  <a:pt x="2267" y="560"/>
                </a:lnTo>
                <a:lnTo>
                  <a:pt x="2275" y="557"/>
                </a:lnTo>
                <a:lnTo>
                  <a:pt x="2284" y="554"/>
                </a:lnTo>
                <a:lnTo>
                  <a:pt x="2292" y="551"/>
                </a:lnTo>
                <a:lnTo>
                  <a:pt x="2301" y="548"/>
                </a:lnTo>
                <a:lnTo>
                  <a:pt x="2309" y="544"/>
                </a:lnTo>
                <a:lnTo>
                  <a:pt x="2317" y="541"/>
                </a:lnTo>
                <a:lnTo>
                  <a:pt x="2326" y="538"/>
                </a:lnTo>
                <a:lnTo>
                  <a:pt x="2334" y="535"/>
                </a:lnTo>
                <a:lnTo>
                  <a:pt x="2342" y="532"/>
                </a:lnTo>
                <a:lnTo>
                  <a:pt x="2351" y="529"/>
                </a:lnTo>
                <a:lnTo>
                  <a:pt x="2359" y="525"/>
                </a:lnTo>
                <a:lnTo>
                  <a:pt x="2368" y="522"/>
                </a:lnTo>
                <a:lnTo>
                  <a:pt x="2376" y="519"/>
                </a:lnTo>
                <a:lnTo>
                  <a:pt x="2384" y="516"/>
                </a:lnTo>
                <a:lnTo>
                  <a:pt x="2393" y="512"/>
                </a:lnTo>
                <a:lnTo>
                  <a:pt x="2401" y="509"/>
                </a:lnTo>
                <a:lnTo>
                  <a:pt x="2410" y="506"/>
                </a:lnTo>
                <a:lnTo>
                  <a:pt x="2418" y="502"/>
                </a:lnTo>
                <a:lnTo>
                  <a:pt x="2426" y="499"/>
                </a:lnTo>
                <a:lnTo>
                  <a:pt x="2435" y="496"/>
                </a:lnTo>
                <a:lnTo>
                  <a:pt x="2443" y="492"/>
                </a:lnTo>
                <a:lnTo>
                  <a:pt x="2452" y="489"/>
                </a:lnTo>
                <a:lnTo>
                  <a:pt x="2460" y="485"/>
                </a:lnTo>
                <a:lnTo>
                  <a:pt x="2468" y="482"/>
                </a:lnTo>
                <a:lnTo>
                  <a:pt x="2477" y="478"/>
                </a:lnTo>
                <a:lnTo>
                  <a:pt x="2485" y="475"/>
                </a:lnTo>
                <a:lnTo>
                  <a:pt x="2494" y="471"/>
                </a:lnTo>
                <a:lnTo>
                  <a:pt x="2502" y="468"/>
                </a:lnTo>
                <a:lnTo>
                  <a:pt x="2510" y="464"/>
                </a:lnTo>
                <a:lnTo>
                  <a:pt x="2519" y="460"/>
                </a:lnTo>
                <a:lnTo>
                  <a:pt x="2527" y="457"/>
                </a:lnTo>
                <a:lnTo>
                  <a:pt x="2536" y="453"/>
                </a:lnTo>
                <a:lnTo>
                  <a:pt x="2544" y="449"/>
                </a:lnTo>
                <a:lnTo>
                  <a:pt x="2552" y="446"/>
                </a:lnTo>
                <a:lnTo>
                  <a:pt x="2561" y="442"/>
                </a:lnTo>
                <a:lnTo>
                  <a:pt x="2569" y="438"/>
                </a:lnTo>
                <a:lnTo>
                  <a:pt x="2578" y="435"/>
                </a:lnTo>
                <a:lnTo>
                  <a:pt x="2586" y="431"/>
                </a:lnTo>
                <a:lnTo>
                  <a:pt x="2594" y="427"/>
                </a:lnTo>
                <a:lnTo>
                  <a:pt x="2603" y="423"/>
                </a:lnTo>
                <a:lnTo>
                  <a:pt x="2611" y="419"/>
                </a:lnTo>
                <a:lnTo>
                  <a:pt x="2620" y="415"/>
                </a:lnTo>
                <a:lnTo>
                  <a:pt x="2628" y="412"/>
                </a:lnTo>
                <a:lnTo>
                  <a:pt x="2636" y="408"/>
                </a:lnTo>
                <a:lnTo>
                  <a:pt x="2645" y="404"/>
                </a:lnTo>
                <a:lnTo>
                  <a:pt x="2653" y="400"/>
                </a:lnTo>
                <a:lnTo>
                  <a:pt x="2662" y="396"/>
                </a:lnTo>
                <a:lnTo>
                  <a:pt x="2670" y="392"/>
                </a:lnTo>
                <a:lnTo>
                  <a:pt x="2678" y="388"/>
                </a:lnTo>
                <a:lnTo>
                  <a:pt x="2687" y="384"/>
                </a:lnTo>
                <a:lnTo>
                  <a:pt x="2695" y="380"/>
                </a:lnTo>
                <a:lnTo>
                  <a:pt x="2704" y="376"/>
                </a:lnTo>
                <a:lnTo>
                  <a:pt x="2712" y="372"/>
                </a:lnTo>
                <a:lnTo>
                  <a:pt x="2720" y="367"/>
                </a:lnTo>
                <a:lnTo>
                  <a:pt x="2729" y="363"/>
                </a:lnTo>
                <a:lnTo>
                  <a:pt x="2737" y="359"/>
                </a:lnTo>
                <a:lnTo>
                  <a:pt x="2745" y="355"/>
                </a:lnTo>
                <a:lnTo>
                  <a:pt x="2754" y="351"/>
                </a:lnTo>
                <a:lnTo>
                  <a:pt x="2762" y="347"/>
                </a:lnTo>
                <a:lnTo>
                  <a:pt x="2771" y="342"/>
                </a:lnTo>
                <a:lnTo>
                  <a:pt x="2779" y="338"/>
                </a:lnTo>
                <a:lnTo>
                  <a:pt x="2787" y="334"/>
                </a:lnTo>
                <a:lnTo>
                  <a:pt x="2796" y="330"/>
                </a:lnTo>
                <a:lnTo>
                  <a:pt x="2804" y="325"/>
                </a:lnTo>
                <a:lnTo>
                  <a:pt x="2813" y="321"/>
                </a:lnTo>
                <a:lnTo>
                  <a:pt x="2821" y="316"/>
                </a:lnTo>
                <a:lnTo>
                  <a:pt x="2829" y="312"/>
                </a:lnTo>
                <a:lnTo>
                  <a:pt x="2838" y="308"/>
                </a:lnTo>
                <a:lnTo>
                  <a:pt x="2846" y="303"/>
                </a:lnTo>
                <a:lnTo>
                  <a:pt x="2855" y="299"/>
                </a:lnTo>
                <a:lnTo>
                  <a:pt x="2863" y="294"/>
                </a:lnTo>
                <a:lnTo>
                  <a:pt x="2871" y="290"/>
                </a:lnTo>
                <a:lnTo>
                  <a:pt x="2880" y="285"/>
                </a:lnTo>
                <a:lnTo>
                  <a:pt x="2888" y="281"/>
                </a:lnTo>
                <a:lnTo>
                  <a:pt x="2897" y="276"/>
                </a:lnTo>
                <a:lnTo>
                  <a:pt x="2905" y="272"/>
                </a:lnTo>
                <a:lnTo>
                  <a:pt x="2913" y="267"/>
                </a:lnTo>
                <a:lnTo>
                  <a:pt x="2922" y="263"/>
                </a:lnTo>
                <a:lnTo>
                  <a:pt x="2930" y="258"/>
                </a:lnTo>
                <a:lnTo>
                  <a:pt x="2939" y="253"/>
                </a:lnTo>
                <a:lnTo>
                  <a:pt x="2947" y="249"/>
                </a:lnTo>
                <a:lnTo>
                  <a:pt x="2955" y="244"/>
                </a:lnTo>
                <a:lnTo>
                  <a:pt x="2964" y="239"/>
                </a:lnTo>
                <a:lnTo>
                  <a:pt x="2972" y="234"/>
                </a:lnTo>
                <a:lnTo>
                  <a:pt x="2981" y="230"/>
                </a:lnTo>
                <a:lnTo>
                  <a:pt x="2989" y="225"/>
                </a:lnTo>
                <a:lnTo>
                  <a:pt x="2997" y="220"/>
                </a:lnTo>
                <a:lnTo>
                  <a:pt x="3006" y="215"/>
                </a:lnTo>
                <a:lnTo>
                  <a:pt x="3014" y="210"/>
                </a:lnTo>
                <a:lnTo>
                  <a:pt x="3023" y="206"/>
                </a:lnTo>
                <a:lnTo>
                  <a:pt x="3031" y="201"/>
                </a:lnTo>
                <a:lnTo>
                  <a:pt x="3039" y="196"/>
                </a:lnTo>
                <a:lnTo>
                  <a:pt x="3048" y="191"/>
                </a:lnTo>
                <a:lnTo>
                  <a:pt x="3056" y="186"/>
                </a:lnTo>
                <a:lnTo>
                  <a:pt x="3065" y="181"/>
                </a:lnTo>
                <a:lnTo>
                  <a:pt x="3073" y="176"/>
                </a:lnTo>
                <a:lnTo>
                  <a:pt x="3081" y="171"/>
                </a:lnTo>
                <a:lnTo>
                  <a:pt x="3090" y="166"/>
                </a:lnTo>
                <a:lnTo>
                  <a:pt x="3098" y="161"/>
                </a:lnTo>
                <a:lnTo>
                  <a:pt x="3107" y="156"/>
                </a:lnTo>
                <a:lnTo>
                  <a:pt x="3115" y="151"/>
                </a:lnTo>
                <a:lnTo>
                  <a:pt x="3123" y="146"/>
                </a:lnTo>
                <a:lnTo>
                  <a:pt x="3132" y="140"/>
                </a:lnTo>
                <a:lnTo>
                  <a:pt x="3140" y="135"/>
                </a:lnTo>
                <a:lnTo>
                  <a:pt x="3148" y="130"/>
                </a:lnTo>
                <a:lnTo>
                  <a:pt x="3157" y="125"/>
                </a:lnTo>
                <a:lnTo>
                  <a:pt x="3165" y="120"/>
                </a:lnTo>
                <a:lnTo>
                  <a:pt x="3174" y="114"/>
                </a:lnTo>
                <a:lnTo>
                  <a:pt x="3182" y="109"/>
                </a:lnTo>
                <a:lnTo>
                  <a:pt x="3190" y="104"/>
                </a:lnTo>
                <a:lnTo>
                  <a:pt x="3199" y="99"/>
                </a:lnTo>
                <a:lnTo>
                  <a:pt x="3207" y="93"/>
                </a:lnTo>
                <a:lnTo>
                  <a:pt x="3216" y="88"/>
                </a:lnTo>
                <a:lnTo>
                  <a:pt x="3224" y="83"/>
                </a:lnTo>
                <a:lnTo>
                  <a:pt x="3232" y="77"/>
                </a:lnTo>
                <a:lnTo>
                  <a:pt x="3241" y="72"/>
                </a:lnTo>
                <a:lnTo>
                  <a:pt x="3249" y="66"/>
                </a:lnTo>
                <a:lnTo>
                  <a:pt x="3258" y="61"/>
                </a:lnTo>
                <a:lnTo>
                  <a:pt x="3266" y="55"/>
                </a:lnTo>
                <a:lnTo>
                  <a:pt x="3274" y="50"/>
                </a:lnTo>
                <a:lnTo>
                  <a:pt x="3283" y="44"/>
                </a:lnTo>
                <a:lnTo>
                  <a:pt x="3291" y="39"/>
                </a:lnTo>
                <a:lnTo>
                  <a:pt x="3300" y="33"/>
                </a:lnTo>
                <a:lnTo>
                  <a:pt x="3308" y="28"/>
                </a:lnTo>
                <a:lnTo>
                  <a:pt x="3316" y="22"/>
                </a:lnTo>
                <a:lnTo>
                  <a:pt x="3325" y="17"/>
                </a:lnTo>
                <a:lnTo>
                  <a:pt x="3333" y="11"/>
                </a:lnTo>
                <a:lnTo>
                  <a:pt x="3342" y="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4590288" y="3316529"/>
            <a:ext cx="3063240" cy="1522476"/>
          </a:xfrm>
          <a:custGeom>
            <a:avLst/>
            <a:gdLst/>
            <a:ahLst/>
            <a:cxnLst/>
            <a:rect l="l" t="t" r="r" b="b"/>
            <a:pathLst>
              <a:path w="3350" h="1665">
                <a:moveTo>
                  <a:pt x="0" y="217"/>
                </a:moveTo>
                <a:lnTo>
                  <a:pt x="8" y="232"/>
                </a:lnTo>
                <a:lnTo>
                  <a:pt x="17" y="247"/>
                </a:lnTo>
                <a:lnTo>
                  <a:pt x="25" y="261"/>
                </a:lnTo>
                <a:lnTo>
                  <a:pt x="34" y="276"/>
                </a:lnTo>
                <a:lnTo>
                  <a:pt x="42" y="291"/>
                </a:lnTo>
                <a:lnTo>
                  <a:pt x="50" y="305"/>
                </a:lnTo>
                <a:lnTo>
                  <a:pt x="59" y="320"/>
                </a:lnTo>
                <a:lnTo>
                  <a:pt x="67" y="334"/>
                </a:lnTo>
                <a:lnTo>
                  <a:pt x="76" y="349"/>
                </a:lnTo>
                <a:lnTo>
                  <a:pt x="84" y="363"/>
                </a:lnTo>
                <a:lnTo>
                  <a:pt x="92" y="377"/>
                </a:lnTo>
                <a:lnTo>
                  <a:pt x="101" y="392"/>
                </a:lnTo>
                <a:lnTo>
                  <a:pt x="109" y="406"/>
                </a:lnTo>
                <a:lnTo>
                  <a:pt x="118" y="420"/>
                </a:lnTo>
                <a:lnTo>
                  <a:pt x="126" y="434"/>
                </a:lnTo>
                <a:lnTo>
                  <a:pt x="134" y="447"/>
                </a:lnTo>
                <a:lnTo>
                  <a:pt x="143" y="461"/>
                </a:lnTo>
                <a:lnTo>
                  <a:pt x="151" y="475"/>
                </a:lnTo>
                <a:lnTo>
                  <a:pt x="160" y="488"/>
                </a:lnTo>
                <a:lnTo>
                  <a:pt x="168" y="502"/>
                </a:lnTo>
                <a:lnTo>
                  <a:pt x="176" y="515"/>
                </a:lnTo>
                <a:lnTo>
                  <a:pt x="185" y="529"/>
                </a:lnTo>
                <a:lnTo>
                  <a:pt x="193" y="542"/>
                </a:lnTo>
                <a:lnTo>
                  <a:pt x="202" y="555"/>
                </a:lnTo>
                <a:lnTo>
                  <a:pt x="210" y="568"/>
                </a:lnTo>
                <a:lnTo>
                  <a:pt x="218" y="581"/>
                </a:lnTo>
                <a:lnTo>
                  <a:pt x="227" y="594"/>
                </a:lnTo>
                <a:lnTo>
                  <a:pt x="235" y="607"/>
                </a:lnTo>
                <a:lnTo>
                  <a:pt x="243" y="620"/>
                </a:lnTo>
                <a:lnTo>
                  <a:pt x="252" y="633"/>
                </a:lnTo>
                <a:lnTo>
                  <a:pt x="260" y="645"/>
                </a:lnTo>
                <a:lnTo>
                  <a:pt x="269" y="658"/>
                </a:lnTo>
                <a:lnTo>
                  <a:pt x="277" y="671"/>
                </a:lnTo>
                <a:lnTo>
                  <a:pt x="285" y="683"/>
                </a:lnTo>
                <a:lnTo>
                  <a:pt x="294" y="695"/>
                </a:lnTo>
                <a:lnTo>
                  <a:pt x="302" y="708"/>
                </a:lnTo>
                <a:lnTo>
                  <a:pt x="311" y="720"/>
                </a:lnTo>
                <a:lnTo>
                  <a:pt x="319" y="732"/>
                </a:lnTo>
                <a:lnTo>
                  <a:pt x="327" y="744"/>
                </a:lnTo>
                <a:lnTo>
                  <a:pt x="336" y="756"/>
                </a:lnTo>
                <a:lnTo>
                  <a:pt x="344" y="768"/>
                </a:lnTo>
                <a:lnTo>
                  <a:pt x="353" y="780"/>
                </a:lnTo>
                <a:lnTo>
                  <a:pt x="361" y="791"/>
                </a:lnTo>
                <a:lnTo>
                  <a:pt x="369" y="803"/>
                </a:lnTo>
                <a:lnTo>
                  <a:pt x="378" y="815"/>
                </a:lnTo>
                <a:lnTo>
                  <a:pt x="386" y="826"/>
                </a:lnTo>
                <a:lnTo>
                  <a:pt x="395" y="837"/>
                </a:lnTo>
                <a:lnTo>
                  <a:pt x="403" y="849"/>
                </a:lnTo>
                <a:lnTo>
                  <a:pt x="411" y="860"/>
                </a:lnTo>
                <a:lnTo>
                  <a:pt x="420" y="871"/>
                </a:lnTo>
                <a:lnTo>
                  <a:pt x="428" y="882"/>
                </a:lnTo>
                <a:lnTo>
                  <a:pt x="437" y="893"/>
                </a:lnTo>
                <a:lnTo>
                  <a:pt x="445" y="904"/>
                </a:lnTo>
                <a:lnTo>
                  <a:pt x="453" y="915"/>
                </a:lnTo>
                <a:lnTo>
                  <a:pt x="462" y="926"/>
                </a:lnTo>
                <a:lnTo>
                  <a:pt x="470" y="937"/>
                </a:lnTo>
                <a:lnTo>
                  <a:pt x="479" y="947"/>
                </a:lnTo>
                <a:lnTo>
                  <a:pt x="487" y="958"/>
                </a:lnTo>
                <a:lnTo>
                  <a:pt x="495" y="968"/>
                </a:lnTo>
                <a:lnTo>
                  <a:pt x="504" y="979"/>
                </a:lnTo>
                <a:lnTo>
                  <a:pt x="512" y="989"/>
                </a:lnTo>
                <a:lnTo>
                  <a:pt x="521" y="999"/>
                </a:lnTo>
                <a:lnTo>
                  <a:pt x="529" y="1009"/>
                </a:lnTo>
                <a:lnTo>
                  <a:pt x="537" y="1020"/>
                </a:lnTo>
                <a:lnTo>
                  <a:pt x="546" y="1030"/>
                </a:lnTo>
                <a:lnTo>
                  <a:pt x="554" y="1039"/>
                </a:lnTo>
                <a:lnTo>
                  <a:pt x="563" y="1049"/>
                </a:lnTo>
                <a:lnTo>
                  <a:pt x="571" y="1059"/>
                </a:lnTo>
                <a:lnTo>
                  <a:pt x="579" y="1069"/>
                </a:lnTo>
                <a:lnTo>
                  <a:pt x="588" y="1078"/>
                </a:lnTo>
                <a:lnTo>
                  <a:pt x="596" y="1088"/>
                </a:lnTo>
                <a:lnTo>
                  <a:pt x="605" y="1097"/>
                </a:lnTo>
                <a:lnTo>
                  <a:pt x="613" y="1107"/>
                </a:lnTo>
                <a:lnTo>
                  <a:pt x="621" y="1116"/>
                </a:lnTo>
                <a:lnTo>
                  <a:pt x="630" y="1125"/>
                </a:lnTo>
                <a:lnTo>
                  <a:pt x="638" y="1134"/>
                </a:lnTo>
                <a:lnTo>
                  <a:pt x="646" y="1144"/>
                </a:lnTo>
                <a:lnTo>
                  <a:pt x="655" y="1153"/>
                </a:lnTo>
                <a:lnTo>
                  <a:pt x="663" y="1161"/>
                </a:lnTo>
                <a:lnTo>
                  <a:pt x="672" y="1170"/>
                </a:lnTo>
                <a:lnTo>
                  <a:pt x="680" y="1179"/>
                </a:lnTo>
                <a:lnTo>
                  <a:pt x="688" y="1188"/>
                </a:lnTo>
                <a:lnTo>
                  <a:pt x="697" y="1196"/>
                </a:lnTo>
                <a:lnTo>
                  <a:pt x="705" y="1205"/>
                </a:lnTo>
                <a:lnTo>
                  <a:pt x="714" y="1213"/>
                </a:lnTo>
                <a:lnTo>
                  <a:pt x="722" y="1222"/>
                </a:lnTo>
                <a:lnTo>
                  <a:pt x="730" y="1230"/>
                </a:lnTo>
                <a:lnTo>
                  <a:pt x="739" y="1238"/>
                </a:lnTo>
                <a:lnTo>
                  <a:pt x="747" y="1246"/>
                </a:lnTo>
                <a:lnTo>
                  <a:pt x="756" y="1254"/>
                </a:lnTo>
                <a:lnTo>
                  <a:pt x="764" y="1262"/>
                </a:lnTo>
                <a:lnTo>
                  <a:pt x="772" y="1270"/>
                </a:lnTo>
                <a:lnTo>
                  <a:pt x="781" y="1278"/>
                </a:lnTo>
                <a:lnTo>
                  <a:pt x="789" y="1286"/>
                </a:lnTo>
                <a:lnTo>
                  <a:pt x="798" y="1293"/>
                </a:lnTo>
                <a:lnTo>
                  <a:pt x="806" y="1301"/>
                </a:lnTo>
                <a:lnTo>
                  <a:pt x="814" y="1308"/>
                </a:lnTo>
                <a:lnTo>
                  <a:pt x="823" y="1316"/>
                </a:lnTo>
                <a:lnTo>
                  <a:pt x="831" y="1323"/>
                </a:lnTo>
                <a:lnTo>
                  <a:pt x="840" y="1331"/>
                </a:lnTo>
                <a:lnTo>
                  <a:pt x="848" y="1338"/>
                </a:lnTo>
                <a:lnTo>
                  <a:pt x="856" y="1345"/>
                </a:lnTo>
                <a:lnTo>
                  <a:pt x="865" y="1352"/>
                </a:lnTo>
                <a:lnTo>
                  <a:pt x="873" y="1359"/>
                </a:lnTo>
                <a:lnTo>
                  <a:pt x="882" y="1366"/>
                </a:lnTo>
                <a:lnTo>
                  <a:pt x="890" y="1373"/>
                </a:lnTo>
                <a:lnTo>
                  <a:pt x="898" y="1379"/>
                </a:lnTo>
                <a:lnTo>
                  <a:pt x="907" y="1386"/>
                </a:lnTo>
                <a:lnTo>
                  <a:pt x="915" y="1392"/>
                </a:lnTo>
                <a:lnTo>
                  <a:pt x="924" y="1399"/>
                </a:lnTo>
                <a:lnTo>
                  <a:pt x="932" y="1405"/>
                </a:lnTo>
                <a:lnTo>
                  <a:pt x="940" y="1412"/>
                </a:lnTo>
                <a:lnTo>
                  <a:pt x="949" y="1418"/>
                </a:lnTo>
                <a:lnTo>
                  <a:pt x="957" y="1424"/>
                </a:lnTo>
                <a:lnTo>
                  <a:pt x="966" y="1430"/>
                </a:lnTo>
                <a:lnTo>
                  <a:pt x="974" y="1436"/>
                </a:lnTo>
                <a:lnTo>
                  <a:pt x="982" y="1442"/>
                </a:lnTo>
                <a:lnTo>
                  <a:pt x="991" y="1448"/>
                </a:lnTo>
                <a:lnTo>
                  <a:pt x="999" y="1454"/>
                </a:lnTo>
                <a:lnTo>
                  <a:pt x="1008" y="1460"/>
                </a:lnTo>
                <a:lnTo>
                  <a:pt x="1016" y="1465"/>
                </a:lnTo>
                <a:lnTo>
                  <a:pt x="1024" y="1471"/>
                </a:lnTo>
                <a:lnTo>
                  <a:pt x="1033" y="1476"/>
                </a:lnTo>
                <a:lnTo>
                  <a:pt x="1041" y="1482"/>
                </a:lnTo>
                <a:lnTo>
                  <a:pt x="1049" y="1487"/>
                </a:lnTo>
                <a:lnTo>
                  <a:pt x="1058" y="1492"/>
                </a:lnTo>
                <a:lnTo>
                  <a:pt x="1066" y="1497"/>
                </a:lnTo>
                <a:lnTo>
                  <a:pt x="1075" y="1502"/>
                </a:lnTo>
                <a:lnTo>
                  <a:pt x="1083" y="1507"/>
                </a:lnTo>
                <a:lnTo>
                  <a:pt x="1091" y="1512"/>
                </a:lnTo>
                <a:lnTo>
                  <a:pt x="1100" y="1517"/>
                </a:lnTo>
                <a:lnTo>
                  <a:pt x="1108" y="1522"/>
                </a:lnTo>
                <a:lnTo>
                  <a:pt x="1117" y="1527"/>
                </a:lnTo>
                <a:lnTo>
                  <a:pt x="1125" y="1531"/>
                </a:lnTo>
                <a:lnTo>
                  <a:pt x="1133" y="1536"/>
                </a:lnTo>
                <a:lnTo>
                  <a:pt x="1142" y="1540"/>
                </a:lnTo>
                <a:lnTo>
                  <a:pt x="1150" y="1545"/>
                </a:lnTo>
                <a:lnTo>
                  <a:pt x="1159" y="1549"/>
                </a:lnTo>
                <a:lnTo>
                  <a:pt x="1167" y="1553"/>
                </a:lnTo>
                <a:lnTo>
                  <a:pt x="1175" y="1557"/>
                </a:lnTo>
                <a:lnTo>
                  <a:pt x="1184" y="1561"/>
                </a:lnTo>
                <a:lnTo>
                  <a:pt x="1192" y="1565"/>
                </a:lnTo>
                <a:lnTo>
                  <a:pt x="1201" y="1569"/>
                </a:lnTo>
                <a:lnTo>
                  <a:pt x="1209" y="1573"/>
                </a:lnTo>
                <a:lnTo>
                  <a:pt x="1217" y="1577"/>
                </a:lnTo>
                <a:lnTo>
                  <a:pt x="1226" y="1581"/>
                </a:lnTo>
                <a:lnTo>
                  <a:pt x="1234" y="1584"/>
                </a:lnTo>
                <a:lnTo>
                  <a:pt x="1243" y="1588"/>
                </a:lnTo>
                <a:lnTo>
                  <a:pt x="1251" y="1591"/>
                </a:lnTo>
                <a:lnTo>
                  <a:pt x="1259" y="1594"/>
                </a:lnTo>
                <a:lnTo>
                  <a:pt x="1268" y="1598"/>
                </a:lnTo>
                <a:lnTo>
                  <a:pt x="1276" y="1601"/>
                </a:lnTo>
                <a:lnTo>
                  <a:pt x="1285" y="1604"/>
                </a:lnTo>
                <a:lnTo>
                  <a:pt x="1293" y="1607"/>
                </a:lnTo>
                <a:lnTo>
                  <a:pt x="1301" y="1610"/>
                </a:lnTo>
                <a:lnTo>
                  <a:pt x="1310" y="1613"/>
                </a:lnTo>
                <a:lnTo>
                  <a:pt x="1318" y="1616"/>
                </a:lnTo>
                <a:lnTo>
                  <a:pt x="1327" y="1619"/>
                </a:lnTo>
                <a:lnTo>
                  <a:pt x="1335" y="1621"/>
                </a:lnTo>
                <a:lnTo>
                  <a:pt x="1343" y="1624"/>
                </a:lnTo>
                <a:lnTo>
                  <a:pt x="1352" y="1626"/>
                </a:lnTo>
                <a:lnTo>
                  <a:pt x="1360" y="1629"/>
                </a:lnTo>
                <a:lnTo>
                  <a:pt x="1369" y="1631"/>
                </a:lnTo>
                <a:lnTo>
                  <a:pt x="1377" y="1633"/>
                </a:lnTo>
                <a:lnTo>
                  <a:pt x="1385" y="1636"/>
                </a:lnTo>
                <a:lnTo>
                  <a:pt x="1394" y="1638"/>
                </a:lnTo>
                <a:lnTo>
                  <a:pt x="1402" y="1640"/>
                </a:lnTo>
                <a:lnTo>
                  <a:pt x="1411" y="1642"/>
                </a:lnTo>
                <a:lnTo>
                  <a:pt x="1419" y="1644"/>
                </a:lnTo>
                <a:lnTo>
                  <a:pt x="1427" y="1645"/>
                </a:lnTo>
                <a:lnTo>
                  <a:pt x="1436" y="1647"/>
                </a:lnTo>
                <a:lnTo>
                  <a:pt x="1444" y="1649"/>
                </a:lnTo>
                <a:lnTo>
                  <a:pt x="1453" y="1650"/>
                </a:lnTo>
                <a:lnTo>
                  <a:pt x="1461" y="1652"/>
                </a:lnTo>
                <a:lnTo>
                  <a:pt x="1469" y="1653"/>
                </a:lnTo>
                <a:lnTo>
                  <a:pt x="1478" y="1655"/>
                </a:lnTo>
                <a:lnTo>
                  <a:pt x="1486" y="1656"/>
                </a:lnTo>
                <a:lnTo>
                  <a:pt x="1494" y="1657"/>
                </a:lnTo>
                <a:lnTo>
                  <a:pt x="1503" y="1658"/>
                </a:lnTo>
                <a:lnTo>
                  <a:pt x="1511" y="1659"/>
                </a:lnTo>
                <a:lnTo>
                  <a:pt x="1520" y="1660"/>
                </a:lnTo>
                <a:lnTo>
                  <a:pt x="1528" y="1661"/>
                </a:lnTo>
                <a:lnTo>
                  <a:pt x="1536" y="1662"/>
                </a:lnTo>
                <a:lnTo>
                  <a:pt x="1545" y="1662"/>
                </a:lnTo>
                <a:lnTo>
                  <a:pt x="1553" y="1663"/>
                </a:lnTo>
                <a:lnTo>
                  <a:pt x="1562" y="1664"/>
                </a:lnTo>
                <a:lnTo>
                  <a:pt x="1570" y="1664"/>
                </a:lnTo>
                <a:lnTo>
                  <a:pt x="1578" y="1664"/>
                </a:lnTo>
                <a:lnTo>
                  <a:pt x="1587" y="1665"/>
                </a:lnTo>
                <a:lnTo>
                  <a:pt x="1595" y="1665"/>
                </a:lnTo>
                <a:lnTo>
                  <a:pt x="1604" y="1665"/>
                </a:lnTo>
                <a:lnTo>
                  <a:pt x="1612" y="1665"/>
                </a:lnTo>
                <a:lnTo>
                  <a:pt x="1620" y="1665"/>
                </a:lnTo>
                <a:lnTo>
                  <a:pt x="1629" y="1665"/>
                </a:lnTo>
                <a:lnTo>
                  <a:pt x="1637" y="1665"/>
                </a:lnTo>
                <a:lnTo>
                  <a:pt x="1646" y="1665"/>
                </a:lnTo>
                <a:lnTo>
                  <a:pt x="1654" y="1664"/>
                </a:lnTo>
                <a:lnTo>
                  <a:pt x="1662" y="1664"/>
                </a:lnTo>
                <a:lnTo>
                  <a:pt x="1671" y="1664"/>
                </a:lnTo>
                <a:lnTo>
                  <a:pt x="1679" y="1663"/>
                </a:lnTo>
                <a:lnTo>
                  <a:pt x="1688" y="1662"/>
                </a:lnTo>
                <a:lnTo>
                  <a:pt x="1696" y="1662"/>
                </a:lnTo>
                <a:lnTo>
                  <a:pt x="1704" y="1661"/>
                </a:lnTo>
                <a:lnTo>
                  <a:pt x="1713" y="1660"/>
                </a:lnTo>
                <a:lnTo>
                  <a:pt x="1721" y="1659"/>
                </a:lnTo>
                <a:lnTo>
                  <a:pt x="1730" y="1658"/>
                </a:lnTo>
                <a:lnTo>
                  <a:pt x="1738" y="1657"/>
                </a:lnTo>
                <a:lnTo>
                  <a:pt x="1746" y="1656"/>
                </a:lnTo>
                <a:lnTo>
                  <a:pt x="1755" y="1655"/>
                </a:lnTo>
                <a:lnTo>
                  <a:pt x="1763" y="1653"/>
                </a:lnTo>
                <a:lnTo>
                  <a:pt x="1772" y="1652"/>
                </a:lnTo>
                <a:lnTo>
                  <a:pt x="1780" y="1650"/>
                </a:lnTo>
                <a:lnTo>
                  <a:pt x="1788" y="1649"/>
                </a:lnTo>
                <a:lnTo>
                  <a:pt x="1797" y="1647"/>
                </a:lnTo>
                <a:lnTo>
                  <a:pt x="1805" y="1646"/>
                </a:lnTo>
                <a:lnTo>
                  <a:pt x="1814" y="1644"/>
                </a:lnTo>
                <a:lnTo>
                  <a:pt x="1822" y="1642"/>
                </a:lnTo>
                <a:lnTo>
                  <a:pt x="1830" y="1640"/>
                </a:lnTo>
                <a:lnTo>
                  <a:pt x="1839" y="1638"/>
                </a:lnTo>
                <a:lnTo>
                  <a:pt x="1847" y="1636"/>
                </a:lnTo>
                <a:lnTo>
                  <a:pt x="1856" y="1634"/>
                </a:lnTo>
                <a:lnTo>
                  <a:pt x="1864" y="1631"/>
                </a:lnTo>
                <a:lnTo>
                  <a:pt x="1872" y="1629"/>
                </a:lnTo>
                <a:lnTo>
                  <a:pt x="1881" y="1627"/>
                </a:lnTo>
                <a:lnTo>
                  <a:pt x="1889" y="1624"/>
                </a:lnTo>
                <a:lnTo>
                  <a:pt x="1897" y="1622"/>
                </a:lnTo>
                <a:lnTo>
                  <a:pt x="1906" y="1619"/>
                </a:lnTo>
                <a:lnTo>
                  <a:pt x="1914" y="1616"/>
                </a:lnTo>
                <a:lnTo>
                  <a:pt x="1923" y="1613"/>
                </a:lnTo>
                <a:lnTo>
                  <a:pt x="1931" y="1610"/>
                </a:lnTo>
                <a:lnTo>
                  <a:pt x="1939" y="1608"/>
                </a:lnTo>
                <a:lnTo>
                  <a:pt x="1948" y="1604"/>
                </a:lnTo>
                <a:lnTo>
                  <a:pt x="1956" y="1601"/>
                </a:lnTo>
                <a:lnTo>
                  <a:pt x="1965" y="1598"/>
                </a:lnTo>
                <a:lnTo>
                  <a:pt x="1973" y="1595"/>
                </a:lnTo>
                <a:lnTo>
                  <a:pt x="1981" y="1592"/>
                </a:lnTo>
                <a:lnTo>
                  <a:pt x="1990" y="1588"/>
                </a:lnTo>
                <a:lnTo>
                  <a:pt x="1998" y="1585"/>
                </a:lnTo>
                <a:lnTo>
                  <a:pt x="2007" y="1581"/>
                </a:lnTo>
                <a:lnTo>
                  <a:pt x="2015" y="1577"/>
                </a:lnTo>
                <a:lnTo>
                  <a:pt x="2023" y="1574"/>
                </a:lnTo>
                <a:lnTo>
                  <a:pt x="2032" y="1570"/>
                </a:lnTo>
                <a:lnTo>
                  <a:pt x="2040" y="1566"/>
                </a:lnTo>
                <a:lnTo>
                  <a:pt x="2049" y="1562"/>
                </a:lnTo>
                <a:lnTo>
                  <a:pt x="2057" y="1558"/>
                </a:lnTo>
                <a:lnTo>
                  <a:pt x="2065" y="1554"/>
                </a:lnTo>
                <a:lnTo>
                  <a:pt x="2074" y="1549"/>
                </a:lnTo>
                <a:lnTo>
                  <a:pt x="2082" y="1545"/>
                </a:lnTo>
                <a:lnTo>
                  <a:pt x="2091" y="1541"/>
                </a:lnTo>
                <a:lnTo>
                  <a:pt x="2099" y="1536"/>
                </a:lnTo>
                <a:lnTo>
                  <a:pt x="2107" y="1532"/>
                </a:lnTo>
                <a:lnTo>
                  <a:pt x="2116" y="1527"/>
                </a:lnTo>
                <a:lnTo>
                  <a:pt x="2124" y="1523"/>
                </a:lnTo>
                <a:lnTo>
                  <a:pt x="2133" y="1518"/>
                </a:lnTo>
                <a:lnTo>
                  <a:pt x="2141" y="1513"/>
                </a:lnTo>
                <a:lnTo>
                  <a:pt x="2149" y="1508"/>
                </a:lnTo>
                <a:lnTo>
                  <a:pt x="2158" y="1503"/>
                </a:lnTo>
                <a:lnTo>
                  <a:pt x="2166" y="1498"/>
                </a:lnTo>
                <a:lnTo>
                  <a:pt x="2175" y="1493"/>
                </a:lnTo>
                <a:lnTo>
                  <a:pt x="2183" y="1488"/>
                </a:lnTo>
                <a:lnTo>
                  <a:pt x="2191" y="1482"/>
                </a:lnTo>
                <a:lnTo>
                  <a:pt x="2200" y="1477"/>
                </a:lnTo>
                <a:lnTo>
                  <a:pt x="2208" y="1471"/>
                </a:lnTo>
                <a:lnTo>
                  <a:pt x="2217" y="1466"/>
                </a:lnTo>
                <a:lnTo>
                  <a:pt x="2225" y="1460"/>
                </a:lnTo>
                <a:lnTo>
                  <a:pt x="2233" y="1455"/>
                </a:lnTo>
                <a:lnTo>
                  <a:pt x="2242" y="1449"/>
                </a:lnTo>
                <a:lnTo>
                  <a:pt x="2250" y="1443"/>
                </a:lnTo>
                <a:lnTo>
                  <a:pt x="2259" y="1437"/>
                </a:lnTo>
                <a:lnTo>
                  <a:pt x="2267" y="1431"/>
                </a:lnTo>
                <a:lnTo>
                  <a:pt x="2275" y="1425"/>
                </a:lnTo>
                <a:lnTo>
                  <a:pt x="2284" y="1419"/>
                </a:lnTo>
                <a:lnTo>
                  <a:pt x="2292" y="1412"/>
                </a:lnTo>
                <a:lnTo>
                  <a:pt x="2301" y="1406"/>
                </a:lnTo>
                <a:lnTo>
                  <a:pt x="2309" y="1400"/>
                </a:lnTo>
                <a:lnTo>
                  <a:pt x="2317" y="1393"/>
                </a:lnTo>
                <a:lnTo>
                  <a:pt x="2326" y="1387"/>
                </a:lnTo>
                <a:lnTo>
                  <a:pt x="2334" y="1380"/>
                </a:lnTo>
                <a:lnTo>
                  <a:pt x="2342" y="1373"/>
                </a:lnTo>
                <a:lnTo>
                  <a:pt x="2351" y="1367"/>
                </a:lnTo>
                <a:lnTo>
                  <a:pt x="2359" y="1360"/>
                </a:lnTo>
                <a:lnTo>
                  <a:pt x="2368" y="1353"/>
                </a:lnTo>
                <a:lnTo>
                  <a:pt x="2376" y="1346"/>
                </a:lnTo>
                <a:lnTo>
                  <a:pt x="2384" y="1339"/>
                </a:lnTo>
                <a:lnTo>
                  <a:pt x="2393" y="1331"/>
                </a:lnTo>
                <a:lnTo>
                  <a:pt x="2401" y="1324"/>
                </a:lnTo>
                <a:lnTo>
                  <a:pt x="2410" y="1317"/>
                </a:lnTo>
                <a:lnTo>
                  <a:pt x="2418" y="1309"/>
                </a:lnTo>
                <a:lnTo>
                  <a:pt x="2426" y="1302"/>
                </a:lnTo>
                <a:lnTo>
                  <a:pt x="2435" y="1294"/>
                </a:lnTo>
                <a:lnTo>
                  <a:pt x="2443" y="1287"/>
                </a:lnTo>
                <a:lnTo>
                  <a:pt x="2452" y="1279"/>
                </a:lnTo>
                <a:lnTo>
                  <a:pt x="2460" y="1271"/>
                </a:lnTo>
                <a:lnTo>
                  <a:pt x="2468" y="1263"/>
                </a:lnTo>
                <a:lnTo>
                  <a:pt x="2477" y="1255"/>
                </a:lnTo>
                <a:lnTo>
                  <a:pt x="2485" y="1247"/>
                </a:lnTo>
                <a:lnTo>
                  <a:pt x="2494" y="1239"/>
                </a:lnTo>
                <a:lnTo>
                  <a:pt x="2502" y="1231"/>
                </a:lnTo>
                <a:lnTo>
                  <a:pt x="2510" y="1223"/>
                </a:lnTo>
                <a:lnTo>
                  <a:pt x="2519" y="1214"/>
                </a:lnTo>
                <a:lnTo>
                  <a:pt x="2527" y="1206"/>
                </a:lnTo>
                <a:lnTo>
                  <a:pt x="2536" y="1197"/>
                </a:lnTo>
                <a:lnTo>
                  <a:pt x="2544" y="1189"/>
                </a:lnTo>
                <a:lnTo>
                  <a:pt x="2552" y="1180"/>
                </a:lnTo>
                <a:lnTo>
                  <a:pt x="2561" y="1171"/>
                </a:lnTo>
                <a:lnTo>
                  <a:pt x="2569" y="1162"/>
                </a:lnTo>
                <a:lnTo>
                  <a:pt x="2578" y="1154"/>
                </a:lnTo>
                <a:lnTo>
                  <a:pt x="2586" y="1145"/>
                </a:lnTo>
                <a:lnTo>
                  <a:pt x="2594" y="1136"/>
                </a:lnTo>
                <a:lnTo>
                  <a:pt x="2603" y="1126"/>
                </a:lnTo>
                <a:lnTo>
                  <a:pt x="2611" y="1117"/>
                </a:lnTo>
                <a:lnTo>
                  <a:pt x="2620" y="1108"/>
                </a:lnTo>
                <a:lnTo>
                  <a:pt x="2628" y="1098"/>
                </a:lnTo>
                <a:lnTo>
                  <a:pt x="2636" y="1089"/>
                </a:lnTo>
                <a:lnTo>
                  <a:pt x="2645" y="1080"/>
                </a:lnTo>
                <a:lnTo>
                  <a:pt x="2653" y="1070"/>
                </a:lnTo>
                <a:lnTo>
                  <a:pt x="2662" y="1060"/>
                </a:lnTo>
                <a:lnTo>
                  <a:pt x="2670" y="1050"/>
                </a:lnTo>
                <a:lnTo>
                  <a:pt x="2678" y="1041"/>
                </a:lnTo>
                <a:lnTo>
                  <a:pt x="2687" y="1031"/>
                </a:lnTo>
                <a:lnTo>
                  <a:pt x="2695" y="1021"/>
                </a:lnTo>
                <a:lnTo>
                  <a:pt x="2704" y="1011"/>
                </a:lnTo>
                <a:lnTo>
                  <a:pt x="2712" y="1000"/>
                </a:lnTo>
                <a:lnTo>
                  <a:pt x="2720" y="990"/>
                </a:lnTo>
                <a:lnTo>
                  <a:pt x="2729" y="980"/>
                </a:lnTo>
                <a:lnTo>
                  <a:pt x="2737" y="970"/>
                </a:lnTo>
                <a:lnTo>
                  <a:pt x="2745" y="959"/>
                </a:lnTo>
                <a:lnTo>
                  <a:pt x="2754" y="949"/>
                </a:lnTo>
                <a:lnTo>
                  <a:pt x="2762" y="938"/>
                </a:lnTo>
                <a:lnTo>
                  <a:pt x="2771" y="927"/>
                </a:lnTo>
                <a:lnTo>
                  <a:pt x="2779" y="916"/>
                </a:lnTo>
                <a:lnTo>
                  <a:pt x="2787" y="906"/>
                </a:lnTo>
                <a:lnTo>
                  <a:pt x="2796" y="895"/>
                </a:lnTo>
                <a:lnTo>
                  <a:pt x="2804" y="884"/>
                </a:lnTo>
                <a:lnTo>
                  <a:pt x="2813" y="873"/>
                </a:lnTo>
                <a:lnTo>
                  <a:pt x="2821" y="861"/>
                </a:lnTo>
                <a:lnTo>
                  <a:pt x="2829" y="850"/>
                </a:lnTo>
                <a:lnTo>
                  <a:pt x="2838" y="839"/>
                </a:lnTo>
                <a:lnTo>
                  <a:pt x="2846" y="827"/>
                </a:lnTo>
                <a:lnTo>
                  <a:pt x="2855" y="816"/>
                </a:lnTo>
                <a:lnTo>
                  <a:pt x="2863" y="804"/>
                </a:lnTo>
                <a:lnTo>
                  <a:pt x="2871" y="793"/>
                </a:lnTo>
                <a:lnTo>
                  <a:pt x="2880" y="781"/>
                </a:lnTo>
                <a:lnTo>
                  <a:pt x="2888" y="769"/>
                </a:lnTo>
                <a:lnTo>
                  <a:pt x="2897" y="757"/>
                </a:lnTo>
                <a:lnTo>
                  <a:pt x="2905" y="745"/>
                </a:lnTo>
                <a:lnTo>
                  <a:pt x="2913" y="733"/>
                </a:lnTo>
                <a:lnTo>
                  <a:pt x="2922" y="721"/>
                </a:lnTo>
                <a:lnTo>
                  <a:pt x="2930" y="709"/>
                </a:lnTo>
                <a:lnTo>
                  <a:pt x="2939" y="697"/>
                </a:lnTo>
                <a:lnTo>
                  <a:pt x="2947" y="684"/>
                </a:lnTo>
                <a:lnTo>
                  <a:pt x="2955" y="672"/>
                </a:lnTo>
                <a:lnTo>
                  <a:pt x="2964" y="660"/>
                </a:lnTo>
                <a:lnTo>
                  <a:pt x="2972" y="647"/>
                </a:lnTo>
                <a:lnTo>
                  <a:pt x="2981" y="634"/>
                </a:lnTo>
                <a:lnTo>
                  <a:pt x="2989" y="622"/>
                </a:lnTo>
                <a:lnTo>
                  <a:pt x="2997" y="609"/>
                </a:lnTo>
                <a:lnTo>
                  <a:pt x="3006" y="596"/>
                </a:lnTo>
                <a:lnTo>
                  <a:pt x="3014" y="583"/>
                </a:lnTo>
                <a:lnTo>
                  <a:pt x="3023" y="570"/>
                </a:lnTo>
                <a:lnTo>
                  <a:pt x="3031" y="557"/>
                </a:lnTo>
                <a:lnTo>
                  <a:pt x="3039" y="544"/>
                </a:lnTo>
                <a:lnTo>
                  <a:pt x="3048" y="530"/>
                </a:lnTo>
                <a:lnTo>
                  <a:pt x="3056" y="517"/>
                </a:lnTo>
                <a:lnTo>
                  <a:pt x="3065" y="503"/>
                </a:lnTo>
                <a:lnTo>
                  <a:pt x="3073" y="490"/>
                </a:lnTo>
                <a:lnTo>
                  <a:pt x="3081" y="476"/>
                </a:lnTo>
                <a:lnTo>
                  <a:pt x="3090" y="463"/>
                </a:lnTo>
                <a:lnTo>
                  <a:pt x="3098" y="449"/>
                </a:lnTo>
                <a:lnTo>
                  <a:pt x="3107" y="435"/>
                </a:lnTo>
                <a:lnTo>
                  <a:pt x="3115" y="421"/>
                </a:lnTo>
                <a:lnTo>
                  <a:pt x="3123" y="407"/>
                </a:lnTo>
                <a:lnTo>
                  <a:pt x="3132" y="393"/>
                </a:lnTo>
                <a:lnTo>
                  <a:pt x="3140" y="379"/>
                </a:lnTo>
                <a:lnTo>
                  <a:pt x="3148" y="365"/>
                </a:lnTo>
                <a:lnTo>
                  <a:pt x="3157" y="351"/>
                </a:lnTo>
                <a:lnTo>
                  <a:pt x="3165" y="336"/>
                </a:lnTo>
                <a:lnTo>
                  <a:pt x="3174" y="322"/>
                </a:lnTo>
                <a:lnTo>
                  <a:pt x="3182" y="307"/>
                </a:lnTo>
                <a:lnTo>
                  <a:pt x="3190" y="293"/>
                </a:lnTo>
                <a:lnTo>
                  <a:pt x="3199" y="278"/>
                </a:lnTo>
                <a:lnTo>
                  <a:pt x="3207" y="263"/>
                </a:lnTo>
                <a:lnTo>
                  <a:pt x="3216" y="248"/>
                </a:lnTo>
                <a:lnTo>
                  <a:pt x="3224" y="233"/>
                </a:lnTo>
                <a:lnTo>
                  <a:pt x="3232" y="218"/>
                </a:lnTo>
                <a:lnTo>
                  <a:pt x="3241" y="203"/>
                </a:lnTo>
                <a:lnTo>
                  <a:pt x="3249" y="188"/>
                </a:lnTo>
                <a:lnTo>
                  <a:pt x="3258" y="173"/>
                </a:lnTo>
                <a:lnTo>
                  <a:pt x="3266" y="158"/>
                </a:lnTo>
                <a:lnTo>
                  <a:pt x="3274" y="142"/>
                </a:lnTo>
                <a:lnTo>
                  <a:pt x="3283" y="127"/>
                </a:lnTo>
                <a:lnTo>
                  <a:pt x="3291" y="111"/>
                </a:lnTo>
                <a:lnTo>
                  <a:pt x="3300" y="96"/>
                </a:lnTo>
                <a:lnTo>
                  <a:pt x="3308" y="80"/>
                </a:lnTo>
                <a:lnTo>
                  <a:pt x="3316" y="64"/>
                </a:lnTo>
                <a:lnTo>
                  <a:pt x="3325" y="48"/>
                </a:lnTo>
                <a:lnTo>
                  <a:pt x="3333" y="32"/>
                </a:lnTo>
                <a:lnTo>
                  <a:pt x="3342" y="16"/>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4590288"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8284464"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Overfit</a:t>
            </a:r>
          </a:p>
        </p:txBody>
      </p:sp>
      <p:cxnSp>
        <p:nvCxnSpPr>
          <p:cNvPr id="34" name="Connector 33"/>
          <p:cNvCxnSpPr/>
          <p:nvPr/>
        </p:nvCxnSpPr>
        <p:spPr>
          <a:xfrm>
            <a:off x="8284464" y="5440680"/>
            <a:ext cx="306324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5" name="Connector 34"/>
          <p:cNvCxnSpPr/>
          <p:nvPr/>
        </p:nvCxnSpPr>
        <p:spPr>
          <a:xfrm>
            <a:off x="8284464"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11256264"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7" name="TextBox 36"/>
          <p:cNvSpPr txBox="1"/>
          <p:nvPr/>
        </p:nvSpPr>
        <p:spPr>
          <a:xfrm>
            <a:off x="8010144"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8" name="Freeform 37"/>
          <p:cNvSpPr/>
          <p:nvPr/>
        </p:nvSpPr>
        <p:spPr>
          <a:xfrm>
            <a:off x="8284464" y="3290926"/>
            <a:ext cx="3063240" cy="1703527"/>
          </a:xfrm>
          <a:custGeom>
            <a:avLst/>
            <a:gdLst/>
            <a:ahLst/>
            <a:cxnLst/>
            <a:rect l="l" t="t" r="r" b="b"/>
            <a:pathLst>
              <a:path w="3350" h="1863">
                <a:moveTo>
                  <a:pt x="0" y="784"/>
                </a:moveTo>
                <a:lnTo>
                  <a:pt x="8" y="773"/>
                </a:lnTo>
                <a:lnTo>
                  <a:pt x="17" y="758"/>
                </a:lnTo>
                <a:lnTo>
                  <a:pt x="25" y="739"/>
                </a:lnTo>
                <a:lnTo>
                  <a:pt x="34" y="718"/>
                </a:lnTo>
                <a:lnTo>
                  <a:pt x="42" y="695"/>
                </a:lnTo>
                <a:lnTo>
                  <a:pt x="50" y="671"/>
                </a:lnTo>
                <a:lnTo>
                  <a:pt x="59" y="646"/>
                </a:lnTo>
                <a:lnTo>
                  <a:pt x="67" y="620"/>
                </a:lnTo>
                <a:lnTo>
                  <a:pt x="76" y="595"/>
                </a:lnTo>
                <a:lnTo>
                  <a:pt x="84" y="570"/>
                </a:lnTo>
                <a:lnTo>
                  <a:pt x="92" y="547"/>
                </a:lnTo>
                <a:lnTo>
                  <a:pt x="101" y="524"/>
                </a:lnTo>
                <a:lnTo>
                  <a:pt x="109" y="502"/>
                </a:lnTo>
                <a:lnTo>
                  <a:pt x="118" y="482"/>
                </a:lnTo>
                <a:lnTo>
                  <a:pt x="126" y="464"/>
                </a:lnTo>
                <a:lnTo>
                  <a:pt x="134" y="447"/>
                </a:lnTo>
                <a:lnTo>
                  <a:pt x="143" y="432"/>
                </a:lnTo>
                <a:lnTo>
                  <a:pt x="151" y="419"/>
                </a:lnTo>
                <a:lnTo>
                  <a:pt x="160" y="408"/>
                </a:lnTo>
                <a:lnTo>
                  <a:pt x="168" y="398"/>
                </a:lnTo>
                <a:lnTo>
                  <a:pt x="176" y="391"/>
                </a:lnTo>
                <a:lnTo>
                  <a:pt x="185" y="385"/>
                </a:lnTo>
                <a:lnTo>
                  <a:pt x="193" y="381"/>
                </a:lnTo>
                <a:lnTo>
                  <a:pt x="202" y="379"/>
                </a:lnTo>
                <a:lnTo>
                  <a:pt x="210" y="379"/>
                </a:lnTo>
                <a:lnTo>
                  <a:pt x="218" y="381"/>
                </a:lnTo>
                <a:lnTo>
                  <a:pt x="227" y="384"/>
                </a:lnTo>
                <a:lnTo>
                  <a:pt x="235" y="388"/>
                </a:lnTo>
                <a:lnTo>
                  <a:pt x="243" y="395"/>
                </a:lnTo>
                <a:lnTo>
                  <a:pt x="252" y="402"/>
                </a:lnTo>
                <a:lnTo>
                  <a:pt x="260" y="411"/>
                </a:lnTo>
                <a:lnTo>
                  <a:pt x="269" y="421"/>
                </a:lnTo>
                <a:lnTo>
                  <a:pt x="277" y="432"/>
                </a:lnTo>
                <a:lnTo>
                  <a:pt x="285" y="444"/>
                </a:lnTo>
                <a:lnTo>
                  <a:pt x="294" y="457"/>
                </a:lnTo>
                <a:lnTo>
                  <a:pt x="302" y="471"/>
                </a:lnTo>
                <a:lnTo>
                  <a:pt x="311" y="486"/>
                </a:lnTo>
                <a:lnTo>
                  <a:pt x="319" y="502"/>
                </a:lnTo>
                <a:lnTo>
                  <a:pt x="327" y="518"/>
                </a:lnTo>
                <a:lnTo>
                  <a:pt x="336" y="534"/>
                </a:lnTo>
                <a:lnTo>
                  <a:pt x="344" y="551"/>
                </a:lnTo>
                <a:lnTo>
                  <a:pt x="353" y="569"/>
                </a:lnTo>
                <a:lnTo>
                  <a:pt x="361" y="587"/>
                </a:lnTo>
                <a:lnTo>
                  <a:pt x="369" y="605"/>
                </a:lnTo>
                <a:lnTo>
                  <a:pt x="378" y="623"/>
                </a:lnTo>
                <a:lnTo>
                  <a:pt x="386" y="641"/>
                </a:lnTo>
                <a:lnTo>
                  <a:pt x="395" y="660"/>
                </a:lnTo>
                <a:lnTo>
                  <a:pt x="403" y="678"/>
                </a:lnTo>
                <a:lnTo>
                  <a:pt x="411" y="697"/>
                </a:lnTo>
                <a:lnTo>
                  <a:pt x="420" y="716"/>
                </a:lnTo>
                <a:lnTo>
                  <a:pt x="428" y="734"/>
                </a:lnTo>
                <a:lnTo>
                  <a:pt x="437" y="752"/>
                </a:lnTo>
                <a:lnTo>
                  <a:pt x="445" y="771"/>
                </a:lnTo>
                <a:lnTo>
                  <a:pt x="453" y="789"/>
                </a:lnTo>
                <a:lnTo>
                  <a:pt x="462" y="807"/>
                </a:lnTo>
                <a:lnTo>
                  <a:pt x="470" y="825"/>
                </a:lnTo>
                <a:lnTo>
                  <a:pt x="479" y="842"/>
                </a:lnTo>
                <a:lnTo>
                  <a:pt x="487" y="859"/>
                </a:lnTo>
                <a:lnTo>
                  <a:pt x="495" y="876"/>
                </a:lnTo>
                <a:lnTo>
                  <a:pt x="504" y="893"/>
                </a:lnTo>
                <a:lnTo>
                  <a:pt x="512" y="910"/>
                </a:lnTo>
                <a:lnTo>
                  <a:pt x="521" y="926"/>
                </a:lnTo>
                <a:lnTo>
                  <a:pt x="529" y="942"/>
                </a:lnTo>
                <a:lnTo>
                  <a:pt x="537" y="958"/>
                </a:lnTo>
                <a:lnTo>
                  <a:pt x="546" y="974"/>
                </a:lnTo>
                <a:lnTo>
                  <a:pt x="554" y="989"/>
                </a:lnTo>
                <a:lnTo>
                  <a:pt x="563" y="1005"/>
                </a:lnTo>
                <a:lnTo>
                  <a:pt x="571" y="1020"/>
                </a:lnTo>
                <a:lnTo>
                  <a:pt x="579" y="1035"/>
                </a:lnTo>
                <a:lnTo>
                  <a:pt x="588" y="1049"/>
                </a:lnTo>
                <a:lnTo>
                  <a:pt x="596" y="1064"/>
                </a:lnTo>
                <a:lnTo>
                  <a:pt x="605" y="1078"/>
                </a:lnTo>
                <a:lnTo>
                  <a:pt x="613" y="1092"/>
                </a:lnTo>
                <a:lnTo>
                  <a:pt x="621" y="1106"/>
                </a:lnTo>
                <a:lnTo>
                  <a:pt x="630" y="1120"/>
                </a:lnTo>
                <a:lnTo>
                  <a:pt x="638" y="1134"/>
                </a:lnTo>
                <a:lnTo>
                  <a:pt x="646" y="1148"/>
                </a:lnTo>
                <a:lnTo>
                  <a:pt x="655" y="1161"/>
                </a:lnTo>
                <a:lnTo>
                  <a:pt x="663" y="1175"/>
                </a:lnTo>
                <a:lnTo>
                  <a:pt x="672" y="1188"/>
                </a:lnTo>
                <a:lnTo>
                  <a:pt x="680" y="1202"/>
                </a:lnTo>
                <a:lnTo>
                  <a:pt x="688" y="1215"/>
                </a:lnTo>
                <a:lnTo>
                  <a:pt x="697" y="1228"/>
                </a:lnTo>
                <a:lnTo>
                  <a:pt x="705" y="1242"/>
                </a:lnTo>
                <a:lnTo>
                  <a:pt x="714" y="1255"/>
                </a:lnTo>
                <a:lnTo>
                  <a:pt x="722" y="1269"/>
                </a:lnTo>
                <a:lnTo>
                  <a:pt x="730" y="1282"/>
                </a:lnTo>
                <a:lnTo>
                  <a:pt x="739" y="1295"/>
                </a:lnTo>
                <a:lnTo>
                  <a:pt x="747" y="1309"/>
                </a:lnTo>
                <a:lnTo>
                  <a:pt x="756" y="1322"/>
                </a:lnTo>
                <a:lnTo>
                  <a:pt x="764" y="1336"/>
                </a:lnTo>
                <a:lnTo>
                  <a:pt x="772" y="1350"/>
                </a:lnTo>
                <a:lnTo>
                  <a:pt x="781" y="1363"/>
                </a:lnTo>
                <a:lnTo>
                  <a:pt x="789" y="1377"/>
                </a:lnTo>
                <a:lnTo>
                  <a:pt x="798" y="1390"/>
                </a:lnTo>
                <a:lnTo>
                  <a:pt x="806" y="1404"/>
                </a:lnTo>
                <a:lnTo>
                  <a:pt x="814" y="1418"/>
                </a:lnTo>
                <a:lnTo>
                  <a:pt x="823" y="1432"/>
                </a:lnTo>
                <a:lnTo>
                  <a:pt x="831" y="1445"/>
                </a:lnTo>
                <a:lnTo>
                  <a:pt x="840" y="1459"/>
                </a:lnTo>
                <a:lnTo>
                  <a:pt x="848" y="1473"/>
                </a:lnTo>
                <a:lnTo>
                  <a:pt x="856" y="1487"/>
                </a:lnTo>
                <a:lnTo>
                  <a:pt x="865" y="1501"/>
                </a:lnTo>
                <a:lnTo>
                  <a:pt x="873" y="1514"/>
                </a:lnTo>
                <a:lnTo>
                  <a:pt x="882" y="1528"/>
                </a:lnTo>
                <a:lnTo>
                  <a:pt x="890" y="1542"/>
                </a:lnTo>
                <a:lnTo>
                  <a:pt x="898" y="1555"/>
                </a:lnTo>
                <a:lnTo>
                  <a:pt x="907" y="1569"/>
                </a:lnTo>
                <a:lnTo>
                  <a:pt x="915" y="1582"/>
                </a:lnTo>
                <a:lnTo>
                  <a:pt x="924" y="1596"/>
                </a:lnTo>
                <a:lnTo>
                  <a:pt x="932" y="1609"/>
                </a:lnTo>
                <a:lnTo>
                  <a:pt x="940" y="1622"/>
                </a:lnTo>
                <a:lnTo>
                  <a:pt x="949" y="1635"/>
                </a:lnTo>
                <a:lnTo>
                  <a:pt x="957" y="1648"/>
                </a:lnTo>
                <a:lnTo>
                  <a:pt x="966" y="1660"/>
                </a:lnTo>
                <a:lnTo>
                  <a:pt x="974" y="1672"/>
                </a:lnTo>
                <a:lnTo>
                  <a:pt x="982" y="1684"/>
                </a:lnTo>
                <a:lnTo>
                  <a:pt x="991" y="1696"/>
                </a:lnTo>
                <a:lnTo>
                  <a:pt x="999" y="1708"/>
                </a:lnTo>
                <a:lnTo>
                  <a:pt x="1008" y="1719"/>
                </a:lnTo>
                <a:lnTo>
                  <a:pt x="1016" y="1730"/>
                </a:lnTo>
                <a:lnTo>
                  <a:pt x="1024" y="1741"/>
                </a:lnTo>
                <a:lnTo>
                  <a:pt x="1033" y="1751"/>
                </a:lnTo>
                <a:lnTo>
                  <a:pt x="1041" y="1761"/>
                </a:lnTo>
                <a:lnTo>
                  <a:pt x="1049" y="1771"/>
                </a:lnTo>
                <a:lnTo>
                  <a:pt x="1058" y="1780"/>
                </a:lnTo>
                <a:lnTo>
                  <a:pt x="1066" y="1789"/>
                </a:lnTo>
                <a:lnTo>
                  <a:pt x="1075" y="1797"/>
                </a:lnTo>
                <a:lnTo>
                  <a:pt x="1083" y="1805"/>
                </a:lnTo>
                <a:lnTo>
                  <a:pt x="1091" y="1813"/>
                </a:lnTo>
                <a:lnTo>
                  <a:pt x="1100" y="1820"/>
                </a:lnTo>
                <a:lnTo>
                  <a:pt x="1108" y="1826"/>
                </a:lnTo>
                <a:lnTo>
                  <a:pt x="1117" y="1832"/>
                </a:lnTo>
                <a:lnTo>
                  <a:pt x="1125" y="1838"/>
                </a:lnTo>
                <a:lnTo>
                  <a:pt x="1133" y="1843"/>
                </a:lnTo>
                <a:lnTo>
                  <a:pt x="1142" y="1847"/>
                </a:lnTo>
                <a:lnTo>
                  <a:pt x="1150" y="1851"/>
                </a:lnTo>
                <a:lnTo>
                  <a:pt x="1159" y="1855"/>
                </a:lnTo>
                <a:lnTo>
                  <a:pt x="1167" y="1857"/>
                </a:lnTo>
                <a:lnTo>
                  <a:pt x="1175" y="1860"/>
                </a:lnTo>
                <a:lnTo>
                  <a:pt x="1184" y="1861"/>
                </a:lnTo>
                <a:lnTo>
                  <a:pt x="1192" y="1863"/>
                </a:lnTo>
                <a:lnTo>
                  <a:pt x="1201" y="1863"/>
                </a:lnTo>
                <a:lnTo>
                  <a:pt x="1209" y="1863"/>
                </a:lnTo>
                <a:lnTo>
                  <a:pt x="1217" y="1863"/>
                </a:lnTo>
                <a:lnTo>
                  <a:pt x="1226" y="1861"/>
                </a:lnTo>
                <a:lnTo>
                  <a:pt x="1234" y="1860"/>
                </a:lnTo>
                <a:lnTo>
                  <a:pt x="1243" y="1857"/>
                </a:lnTo>
                <a:lnTo>
                  <a:pt x="1251" y="1855"/>
                </a:lnTo>
                <a:lnTo>
                  <a:pt x="1259" y="1851"/>
                </a:lnTo>
                <a:lnTo>
                  <a:pt x="1268" y="1847"/>
                </a:lnTo>
                <a:lnTo>
                  <a:pt x="1276" y="1843"/>
                </a:lnTo>
                <a:lnTo>
                  <a:pt x="1285" y="1838"/>
                </a:lnTo>
                <a:lnTo>
                  <a:pt x="1293" y="1832"/>
                </a:lnTo>
                <a:lnTo>
                  <a:pt x="1301" y="1826"/>
                </a:lnTo>
                <a:lnTo>
                  <a:pt x="1310" y="1819"/>
                </a:lnTo>
                <a:lnTo>
                  <a:pt x="1318" y="1812"/>
                </a:lnTo>
                <a:lnTo>
                  <a:pt x="1327" y="1805"/>
                </a:lnTo>
                <a:lnTo>
                  <a:pt x="1335" y="1797"/>
                </a:lnTo>
                <a:lnTo>
                  <a:pt x="1343" y="1788"/>
                </a:lnTo>
                <a:lnTo>
                  <a:pt x="1352" y="1779"/>
                </a:lnTo>
                <a:lnTo>
                  <a:pt x="1360" y="1770"/>
                </a:lnTo>
                <a:lnTo>
                  <a:pt x="1369" y="1760"/>
                </a:lnTo>
                <a:lnTo>
                  <a:pt x="1377" y="1750"/>
                </a:lnTo>
                <a:lnTo>
                  <a:pt x="1385" y="1740"/>
                </a:lnTo>
                <a:lnTo>
                  <a:pt x="1394" y="1729"/>
                </a:lnTo>
                <a:lnTo>
                  <a:pt x="1402" y="1718"/>
                </a:lnTo>
                <a:lnTo>
                  <a:pt x="1411" y="1706"/>
                </a:lnTo>
                <a:lnTo>
                  <a:pt x="1419" y="1695"/>
                </a:lnTo>
                <a:lnTo>
                  <a:pt x="1427" y="1683"/>
                </a:lnTo>
                <a:lnTo>
                  <a:pt x="1436" y="1671"/>
                </a:lnTo>
                <a:lnTo>
                  <a:pt x="1444" y="1658"/>
                </a:lnTo>
                <a:lnTo>
                  <a:pt x="1453" y="1646"/>
                </a:lnTo>
                <a:lnTo>
                  <a:pt x="1461" y="1633"/>
                </a:lnTo>
                <a:lnTo>
                  <a:pt x="1469" y="1620"/>
                </a:lnTo>
                <a:lnTo>
                  <a:pt x="1478" y="1607"/>
                </a:lnTo>
                <a:lnTo>
                  <a:pt x="1486" y="1594"/>
                </a:lnTo>
                <a:lnTo>
                  <a:pt x="1494" y="1581"/>
                </a:lnTo>
                <a:lnTo>
                  <a:pt x="1503" y="1568"/>
                </a:lnTo>
                <a:lnTo>
                  <a:pt x="1511" y="1555"/>
                </a:lnTo>
                <a:lnTo>
                  <a:pt x="1520" y="1542"/>
                </a:lnTo>
                <a:lnTo>
                  <a:pt x="1528" y="1529"/>
                </a:lnTo>
                <a:lnTo>
                  <a:pt x="1536" y="1516"/>
                </a:lnTo>
                <a:lnTo>
                  <a:pt x="1545" y="1504"/>
                </a:lnTo>
                <a:lnTo>
                  <a:pt x="1553" y="1491"/>
                </a:lnTo>
                <a:lnTo>
                  <a:pt x="1562" y="1479"/>
                </a:lnTo>
                <a:lnTo>
                  <a:pt x="1570" y="1466"/>
                </a:lnTo>
                <a:lnTo>
                  <a:pt x="1578" y="1454"/>
                </a:lnTo>
                <a:lnTo>
                  <a:pt x="1587" y="1442"/>
                </a:lnTo>
                <a:lnTo>
                  <a:pt x="1595" y="1431"/>
                </a:lnTo>
                <a:lnTo>
                  <a:pt x="1604" y="1420"/>
                </a:lnTo>
                <a:lnTo>
                  <a:pt x="1612" y="1409"/>
                </a:lnTo>
                <a:lnTo>
                  <a:pt x="1620" y="1398"/>
                </a:lnTo>
                <a:lnTo>
                  <a:pt x="1629" y="1388"/>
                </a:lnTo>
                <a:lnTo>
                  <a:pt x="1637" y="1378"/>
                </a:lnTo>
                <a:lnTo>
                  <a:pt x="1646" y="1368"/>
                </a:lnTo>
                <a:lnTo>
                  <a:pt x="1654" y="1359"/>
                </a:lnTo>
                <a:lnTo>
                  <a:pt x="1662" y="1350"/>
                </a:lnTo>
                <a:lnTo>
                  <a:pt x="1671" y="1342"/>
                </a:lnTo>
                <a:lnTo>
                  <a:pt x="1679" y="1334"/>
                </a:lnTo>
                <a:lnTo>
                  <a:pt x="1688" y="1327"/>
                </a:lnTo>
                <a:lnTo>
                  <a:pt x="1696" y="1320"/>
                </a:lnTo>
                <a:lnTo>
                  <a:pt x="1704" y="1313"/>
                </a:lnTo>
                <a:lnTo>
                  <a:pt x="1713" y="1307"/>
                </a:lnTo>
                <a:lnTo>
                  <a:pt x="1721" y="1302"/>
                </a:lnTo>
                <a:lnTo>
                  <a:pt x="1730" y="1297"/>
                </a:lnTo>
                <a:lnTo>
                  <a:pt x="1738" y="1293"/>
                </a:lnTo>
                <a:lnTo>
                  <a:pt x="1746" y="1289"/>
                </a:lnTo>
                <a:lnTo>
                  <a:pt x="1755" y="1285"/>
                </a:lnTo>
                <a:lnTo>
                  <a:pt x="1763" y="1283"/>
                </a:lnTo>
                <a:lnTo>
                  <a:pt x="1772" y="1281"/>
                </a:lnTo>
                <a:lnTo>
                  <a:pt x="1780" y="1279"/>
                </a:lnTo>
                <a:lnTo>
                  <a:pt x="1788" y="1278"/>
                </a:lnTo>
                <a:lnTo>
                  <a:pt x="1797" y="1277"/>
                </a:lnTo>
                <a:lnTo>
                  <a:pt x="1805" y="1277"/>
                </a:lnTo>
                <a:lnTo>
                  <a:pt x="1814" y="1278"/>
                </a:lnTo>
                <a:lnTo>
                  <a:pt x="1822" y="1279"/>
                </a:lnTo>
                <a:lnTo>
                  <a:pt x="1830" y="1280"/>
                </a:lnTo>
                <a:lnTo>
                  <a:pt x="1839" y="1283"/>
                </a:lnTo>
                <a:lnTo>
                  <a:pt x="1847" y="1285"/>
                </a:lnTo>
                <a:lnTo>
                  <a:pt x="1856" y="1288"/>
                </a:lnTo>
                <a:lnTo>
                  <a:pt x="1864" y="1292"/>
                </a:lnTo>
                <a:lnTo>
                  <a:pt x="1872" y="1296"/>
                </a:lnTo>
                <a:lnTo>
                  <a:pt x="1881" y="1301"/>
                </a:lnTo>
                <a:lnTo>
                  <a:pt x="1889" y="1306"/>
                </a:lnTo>
                <a:lnTo>
                  <a:pt x="1897" y="1312"/>
                </a:lnTo>
                <a:lnTo>
                  <a:pt x="1906" y="1317"/>
                </a:lnTo>
                <a:lnTo>
                  <a:pt x="1914" y="1324"/>
                </a:lnTo>
                <a:lnTo>
                  <a:pt x="1923" y="1331"/>
                </a:lnTo>
                <a:lnTo>
                  <a:pt x="1931" y="1338"/>
                </a:lnTo>
                <a:lnTo>
                  <a:pt x="1939" y="1345"/>
                </a:lnTo>
                <a:lnTo>
                  <a:pt x="1948" y="1353"/>
                </a:lnTo>
                <a:lnTo>
                  <a:pt x="1956" y="1361"/>
                </a:lnTo>
                <a:lnTo>
                  <a:pt x="1965" y="1370"/>
                </a:lnTo>
                <a:lnTo>
                  <a:pt x="1973" y="1379"/>
                </a:lnTo>
                <a:lnTo>
                  <a:pt x="1981" y="1388"/>
                </a:lnTo>
                <a:lnTo>
                  <a:pt x="1990" y="1397"/>
                </a:lnTo>
                <a:lnTo>
                  <a:pt x="1998" y="1406"/>
                </a:lnTo>
                <a:lnTo>
                  <a:pt x="2007" y="1416"/>
                </a:lnTo>
                <a:lnTo>
                  <a:pt x="2015" y="1425"/>
                </a:lnTo>
                <a:lnTo>
                  <a:pt x="2023" y="1435"/>
                </a:lnTo>
                <a:lnTo>
                  <a:pt x="2032" y="1445"/>
                </a:lnTo>
                <a:lnTo>
                  <a:pt x="2040" y="1455"/>
                </a:lnTo>
                <a:lnTo>
                  <a:pt x="2049" y="1465"/>
                </a:lnTo>
                <a:lnTo>
                  <a:pt x="2057" y="1475"/>
                </a:lnTo>
                <a:lnTo>
                  <a:pt x="2065" y="1485"/>
                </a:lnTo>
                <a:lnTo>
                  <a:pt x="2074" y="1495"/>
                </a:lnTo>
                <a:lnTo>
                  <a:pt x="2082" y="1505"/>
                </a:lnTo>
                <a:lnTo>
                  <a:pt x="2091" y="1514"/>
                </a:lnTo>
                <a:lnTo>
                  <a:pt x="2099" y="1524"/>
                </a:lnTo>
                <a:lnTo>
                  <a:pt x="2107" y="1533"/>
                </a:lnTo>
                <a:lnTo>
                  <a:pt x="2116" y="1543"/>
                </a:lnTo>
                <a:lnTo>
                  <a:pt x="2124" y="1552"/>
                </a:lnTo>
                <a:lnTo>
                  <a:pt x="2133" y="1560"/>
                </a:lnTo>
                <a:lnTo>
                  <a:pt x="2141" y="1569"/>
                </a:lnTo>
                <a:lnTo>
                  <a:pt x="2149" y="1577"/>
                </a:lnTo>
                <a:lnTo>
                  <a:pt x="2158" y="1585"/>
                </a:lnTo>
                <a:lnTo>
                  <a:pt x="2166" y="1592"/>
                </a:lnTo>
                <a:lnTo>
                  <a:pt x="2175" y="1599"/>
                </a:lnTo>
                <a:lnTo>
                  <a:pt x="2183" y="1606"/>
                </a:lnTo>
                <a:lnTo>
                  <a:pt x="2191" y="1612"/>
                </a:lnTo>
                <a:lnTo>
                  <a:pt x="2200" y="1618"/>
                </a:lnTo>
                <a:lnTo>
                  <a:pt x="2208" y="1623"/>
                </a:lnTo>
                <a:lnTo>
                  <a:pt x="2217" y="1628"/>
                </a:lnTo>
                <a:lnTo>
                  <a:pt x="2225" y="1633"/>
                </a:lnTo>
                <a:lnTo>
                  <a:pt x="2233" y="1636"/>
                </a:lnTo>
                <a:lnTo>
                  <a:pt x="2242" y="1639"/>
                </a:lnTo>
                <a:lnTo>
                  <a:pt x="2250" y="1642"/>
                </a:lnTo>
                <a:lnTo>
                  <a:pt x="2259" y="1644"/>
                </a:lnTo>
                <a:lnTo>
                  <a:pt x="2267" y="1645"/>
                </a:lnTo>
                <a:lnTo>
                  <a:pt x="2275" y="1646"/>
                </a:lnTo>
                <a:lnTo>
                  <a:pt x="2284" y="1646"/>
                </a:lnTo>
                <a:lnTo>
                  <a:pt x="2292" y="1646"/>
                </a:lnTo>
                <a:lnTo>
                  <a:pt x="2301" y="1645"/>
                </a:lnTo>
                <a:lnTo>
                  <a:pt x="2309" y="1643"/>
                </a:lnTo>
                <a:lnTo>
                  <a:pt x="2317" y="1640"/>
                </a:lnTo>
                <a:lnTo>
                  <a:pt x="2326" y="1637"/>
                </a:lnTo>
                <a:lnTo>
                  <a:pt x="2334" y="1633"/>
                </a:lnTo>
                <a:lnTo>
                  <a:pt x="2342" y="1628"/>
                </a:lnTo>
                <a:lnTo>
                  <a:pt x="2351" y="1623"/>
                </a:lnTo>
                <a:lnTo>
                  <a:pt x="2359" y="1617"/>
                </a:lnTo>
                <a:lnTo>
                  <a:pt x="2368" y="1610"/>
                </a:lnTo>
                <a:lnTo>
                  <a:pt x="2376" y="1602"/>
                </a:lnTo>
                <a:lnTo>
                  <a:pt x="2384" y="1594"/>
                </a:lnTo>
                <a:lnTo>
                  <a:pt x="2393" y="1585"/>
                </a:lnTo>
                <a:lnTo>
                  <a:pt x="2401" y="1575"/>
                </a:lnTo>
                <a:lnTo>
                  <a:pt x="2410" y="1565"/>
                </a:lnTo>
                <a:lnTo>
                  <a:pt x="2418" y="1554"/>
                </a:lnTo>
                <a:lnTo>
                  <a:pt x="2426" y="1542"/>
                </a:lnTo>
                <a:lnTo>
                  <a:pt x="2435" y="1530"/>
                </a:lnTo>
                <a:lnTo>
                  <a:pt x="2443" y="1517"/>
                </a:lnTo>
                <a:lnTo>
                  <a:pt x="2452" y="1503"/>
                </a:lnTo>
                <a:lnTo>
                  <a:pt x="2460" y="1488"/>
                </a:lnTo>
                <a:lnTo>
                  <a:pt x="2468" y="1473"/>
                </a:lnTo>
                <a:lnTo>
                  <a:pt x="2477" y="1458"/>
                </a:lnTo>
                <a:lnTo>
                  <a:pt x="2485" y="1441"/>
                </a:lnTo>
                <a:lnTo>
                  <a:pt x="2494" y="1425"/>
                </a:lnTo>
                <a:lnTo>
                  <a:pt x="2502" y="1407"/>
                </a:lnTo>
                <a:lnTo>
                  <a:pt x="2510" y="1389"/>
                </a:lnTo>
                <a:lnTo>
                  <a:pt x="2519" y="1371"/>
                </a:lnTo>
                <a:lnTo>
                  <a:pt x="2527" y="1352"/>
                </a:lnTo>
                <a:lnTo>
                  <a:pt x="2536" y="1332"/>
                </a:lnTo>
                <a:lnTo>
                  <a:pt x="2544" y="1313"/>
                </a:lnTo>
                <a:lnTo>
                  <a:pt x="2552" y="1292"/>
                </a:lnTo>
                <a:lnTo>
                  <a:pt x="2561" y="1272"/>
                </a:lnTo>
                <a:lnTo>
                  <a:pt x="2569" y="1250"/>
                </a:lnTo>
                <a:lnTo>
                  <a:pt x="2578" y="1229"/>
                </a:lnTo>
                <a:lnTo>
                  <a:pt x="2586" y="1207"/>
                </a:lnTo>
                <a:lnTo>
                  <a:pt x="2594" y="1185"/>
                </a:lnTo>
                <a:lnTo>
                  <a:pt x="2603" y="1163"/>
                </a:lnTo>
                <a:lnTo>
                  <a:pt x="2611" y="1140"/>
                </a:lnTo>
                <a:lnTo>
                  <a:pt x="2620" y="1118"/>
                </a:lnTo>
                <a:lnTo>
                  <a:pt x="2628" y="1095"/>
                </a:lnTo>
                <a:lnTo>
                  <a:pt x="2636" y="1072"/>
                </a:lnTo>
                <a:lnTo>
                  <a:pt x="2645" y="1049"/>
                </a:lnTo>
                <a:lnTo>
                  <a:pt x="2653" y="1026"/>
                </a:lnTo>
                <a:lnTo>
                  <a:pt x="2662" y="1002"/>
                </a:lnTo>
                <a:lnTo>
                  <a:pt x="2670" y="979"/>
                </a:lnTo>
                <a:lnTo>
                  <a:pt x="2678" y="956"/>
                </a:lnTo>
                <a:lnTo>
                  <a:pt x="2687" y="933"/>
                </a:lnTo>
                <a:lnTo>
                  <a:pt x="2695" y="910"/>
                </a:lnTo>
                <a:lnTo>
                  <a:pt x="2704" y="887"/>
                </a:lnTo>
                <a:lnTo>
                  <a:pt x="2712" y="864"/>
                </a:lnTo>
                <a:lnTo>
                  <a:pt x="2720" y="841"/>
                </a:lnTo>
                <a:lnTo>
                  <a:pt x="2729" y="819"/>
                </a:lnTo>
                <a:lnTo>
                  <a:pt x="2737" y="796"/>
                </a:lnTo>
                <a:lnTo>
                  <a:pt x="2745" y="774"/>
                </a:lnTo>
                <a:lnTo>
                  <a:pt x="2754" y="753"/>
                </a:lnTo>
                <a:lnTo>
                  <a:pt x="2762" y="731"/>
                </a:lnTo>
                <a:lnTo>
                  <a:pt x="2771" y="710"/>
                </a:lnTo>
                <a:lnTo>
                  <a:pt x="2779" y="690"/>
                </a:lnTo>
                <a:lnTo>
                  <a:pt x="2787" y="670"/>
                </a:lnTo>
                <a:lnTo>
                  <a:pt x="2796" y="650"/>
                </a:lnTo>
                <a:lnTo>
                  <a:pt x="2804" y="631"/>
                </a:lnTo>
                <a:lnTo>
                  <a:pt x="2813" y="612"/>
                </a:lnTo>
                <a:lnTo>
                  <a:pt x="2821" y="593"/>
                </a:lnTo>
                <a:lnTo>
                  <a:pt x="2829" y="576"/>
                </a:lnTo>
                <a:lnTo>
                  <a:pt x="2838" y="558"/>
                </a:lnTo>
                <a:lnTo>
                  <a:pt x="2846" y="542"/>
                </a:lnTo>
                <a:lnTo>
                  <a:pt x="2855" y="526"/>
                </a:lnTo>
                <a:lnTo>
                  <a:pt x="2863" y="510"/>
                </a:lnTo>
                <a:lnTo>
                  <a:pt x="2871" y="496"/>
                </a:lnTo>
                <a:lnTo>
                  <a:pt x="2880" y="481"/>
                </a:lnTo>
                <a:lnTo>
                  <a:pt x="2888" y="468"/>
                </a:lnTo>
                <a:lnTo>
                  <a:pt x="2897" y="455"/>
                </a:lnTo>
                <a:lnTo>
                  <a:pt x="2905" y="443"/>
                </a:lnTo>
                <a:lnTo>
                  <a:pt x="2913" y="431"/>
                </a:lnTo>
                <a:lnTo>
                  <a:pt x="2922" y="421"/>
                </a:lnTo>
                <a:lnTo>
                  <a:pt x="2930" y="411"/>
                </a:lnTo>
                <a:lnTo>
                  <a:pt x="2939" y="401"/>
                </a:lnTo>
                <a:lnTo>
                  <a:pt x="2947" y="393"/>
                </a:lnTo>
                <a:lnTo>
                  <a:pt x="2955" y="385"/>
                </a:lnTo>
                <a:lnTo>
                  <a:pt x="2964" y="378"/>
                </a:lnTo>
                <a:lnTo>
                  <a:pt x="2972" y="371"/>
                </a:lnTo>
                <a:lnTo>
                  <a:pt x="2981" y="366"/>
                </a:lnTo>
                <a:lnTo>
                  <a:pt x="2989" y="361"/>
                </a:lnTo>
                <a:lnTo>
                  <a:pt x="2997" y="357"/>
                </a:lnTo>
                <a:lnTo>
                  <a:pt x="3006" y="353"/>
                </a:lnTo>
                <a:lnTo>
                  <a:pt x="3014" y="350"/>
                </a:lnTo>
                <a:lnTo>
                  <a:pt x="3023" y="348"/>
                </a:lnTo>
                <a:lnTo>
                  <a:pt x="3031" y="346"/>
                </a:lnTo>
                <a:lnTo>
                  <a:pt x="3039" y="345"/>
                </a:lnTo>
                <a:lnTo>
                  <a:pt x="3048" y="345"/>
                </a:lnTo>
                <a:lnTo>
                  <a:pt x="3056" y="345"/>
                </a:lnTo>
                <a:lnTo>
                  <a:pt x="3065" y="346"/>
                </a:lnTo>
                <a:lnTo>
                  <a:pt x="3073" y="347"/>
                </a:lnTo>
                <a:lnTo>
                  <a:pt x="3081" y="349"/>
                </a:lnTo>
                <a:lnTo>
                  <a:pt x="3090" y="351"/>
                </a:lnTo>
                <a:lnTo>
                  <a:pt x="3098" y="353"/>
                </a:lnTo>
                <a:lnTo>
                  <a:pt x="3107" y="356"/>
                </a:lnTo>
                <a:lnTo>
                  <a:pt x="3115" y="359"/>
                </a:lnTo>
                <a:lnTo>
                  <a:pt x="3123" y="363"/>
                </a:lnTo>
                <a:lnTo>
                  <a:pt x="3132" y="366"/>
                </a:lnTo>
                <a:lnTo>
                  <a:pt x="3140" y="369"/>
                </a:lnTo>
                <a:lnTo>
                  <a:pt x="3148" y="373"/>
                </a:lnTo>
                <a:lnTo>
                  <a:pt x="3157" y="376"/>
                </a:lnTo>
                <a:lnTo>
                  <a:pt x="3165" y="379"/>
                </a:lnTo>
                <a:lnTo>
                  <a:pt x="3174" y="381"/>
                </a:lnTo>
                <a:lnTo>
                  <a:pt x="3182" y="383"/>
                </a:lnTo>
                <a:lnTo>
                  <a:pt x="3190" y="385"/>
                </a:lnTo>
                <a:lnTo>
                  <a:pt x="3199" y="385"/>
                </a:lnTo>
                <a:lnTo>
                  <a:pt x="3207" y="385"/>
                </a:lnTo>
                <a:lnTo>
                  <a:pt x="3216" y="384"/>
                </a:lnTo>
                <a:lnTo>
                  <a:pt x="3224" y="381"/>
                </a:lnTo>
                <a:lnTo>
                  <a:pt x="3232" y="377"/>
                </a:lnTo>
                <a:lnTo>
                  <a:pt x="3241" y="371"/>
                </a:lnTo>
                <a:lnTo>
                  <a:pt x="3249" y="363"/>
                </a:lnTo>
                <a:lnTo>
                  <a:pt x="3258" y="353"/>
                </a:lnTo>
                <a:lnTo>
                  <a:pt x="3266" y="341"/>
                </a:lnTo>
                <a:lnTo>
                  <a:pt x="3274" y="326"/>
                </a:lnTo>
                <a:lnTo>
                  <a:pt x="3283" y="307"/>
                </a:lnTo>
                <a:lnTo>
                  <a:pt x="3291" y="286"/>
                </a:lnTo>
                <a:lnTo>
                  <a:pt x="3300" y="260"/>
                </a:lnTo>
                <a:lnTo>
                  <a:pt x="3308" y="230"/>
                </a:lnTo>
                <a:lnTo>
                  <a:pt x="3316" y="195"/>
                </a:lnTo>
                <a:lnTo>
                  <a:pt x="3325" y="156"/>
                </a:lnTo>
                <a:lnTo>
                  <a:pt x="3333" y="110"/>
                </a:lnTo>
                <a:lnTo>
                  <a:pt x="3342" y="5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Freeform 38"/>
          <p:cNvSpPr/>
          <p:nvPr/>
        </p:nvSpPr>
        <p:spPr>
          <a:xfrm>
            <a:off x="8284464" y="2963570"/>
            <a:ext cx="22860" cy="794614"/>
          </a:xfrm>
          <a:custGeom>
            <a:avLst/>
            <a:gdLst/>
            <a:ahLst/>
            <a:cxnLst/>
            <a:rect l="l" t="t" r="r" b="b"/>
            <a:pathLst>
              <a:path w="25" h="869">
                <a:moveTo>
                  <a:pt x="0" y="869"/>
                </a:moveTo>
                <a:lnTo>
                  <a:pt x="8" y="513"/>
                </a:lnTo>
                <a:lnTo>
                  <a:pt x="17" y="226"/>
                </a:lnTo>
                <a:lnTo>
                  <a:pt x="25"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Freeform 39"/>
          <p:cNvSpPr/>
          <p:nvPr/>
        </p:nvSpPr>
        <p:spPr>
          <a:xfrm>
            <a:off x="8392363" y="2892247"/>
            <a:ext cx="2948026" cy="2263140"/>
          </a:xfrm>
          <a:custGeom>
            <a:avLst/>
            <a:gdLst/>
            <a:ahLst/>
            <a:cxnLst/>
            <a:rect l="l" t="t" r="r" b="b"/>
            <a:pathLst>
              <a:path w="3224" h="2475">
                <a:moveTo>
                  <a:pt x="0" y="3"/>
                </a:moveTo>
                <a:lnTo>
                  <a:pt x="8" y="108"/>
                </a:lnTo>
                <a:lnTo>
                  <a:pt x="16" y="218"/>
                </a:lnTo>
                <a:lnTo>
                  <a:pt x="25" y="331"/>
                </a:lnTo>
                <a:lnTo>
                  <a:pt x="33" y="447"/>
                </a:lnTo>
                <a:lnTo>
                  <a:pt x="42" y="563"/>
                </a:lnTo>
                <a:lnTo>
                  <a:pt x="50" y="678"/>
                </a:lnTo>
                <a:lnTo>
                  <a:pt x="58" y="791"/>
                </a:lnTo>
                <a:lnTo>
                  <a:pt x="67" y="901"/>
                </a:lnTo>
                <a:lnTo>
                  <a:pt x="75" y="1008"/>
                </a:lnTo>
                <a:lnTo>
                  <a:pt x="84" y="1109"/>
                </a:lnTo>
                <a:lnTo>
                  <a:pt x="92" y="1205"/>
                </a:lnTo>
                <a:lnTo>
                  <a:pt x="100" y="1296"/>
                </a:lnTo>
                <a:lnTo>
                  <a:pt x="109" y="1380"/>
                </a:lnTo>
                <a:lnTo>
                  <a:pt x="117" y="1458"/>
                </a:lnTo>
                <a:lnTo>
                  <a:pt x="125" y="1529"/>
                </a:lnTo>
                <a:lnTo>
                  <a:pt x="134" y="1594"/>
                </a:lnTo>
                <a:lnTo>
                  <a:pt x="142" y="1653"/>
                </a:lnTo>
                <a:lnTo>
                  <a:pt x="151" y="1704"/>
                </a:lnTo>
                <a:lnTo>
                  <a:pt x="159" y="1749"/>
                </a:lnTo>
                <a:lnTo>
                  <a:pt x="167" y="1788"/>
                </a:lnTo>
                <a:lnTo>
                  <a:pt x="176" y="1820"/>
                </a:lnTo>
                <a:lnTo>
                  <a:pt x="184" y="1846"/>
                </a:lnTo>
                <a:lnTo>
                  <a:pt x="193" y="1866"/>
                </a:lnTo>
                <a:lnTo>
                  <a:pt x="201" y="1881"/>
                </a:lnTo>
                <a:lnTo>
                  <a:pt x="209" y="1891"/>
                </a:lnTo>
                <a:lnTo>
                  <a:pt x="218" y="1896"/>
                </a:lnTo>
                <a:lnTo>
                  <a:pt x="226" y="1896"/>
                </a:lnTo>
                <a:lnTo>
                  <a:pt x="235" y="1892"/>
                </a:lnTo>
                <a:lnTo>
                  <a:pt x="243" y="1884"/>
                </a:lnTo>
                <a:lnTo>
                  <a:pt x="251" y="1872"/>
                </a:lnTo>
                <a:lnTo>
                  <a:pt x="260" y="1857"/>
                </a:lnTo>
                <a:lnTo>
                  <a:pt x="268" y="1840"/>
                </a:lnTo>
                <a:lnTo>
                  <a:pt x="277" y="1819"/>
                </a:lnTo>
                <a:lnTo>
                  <a:pt x="285" y="1797"/>
                </a:lnTo>
                <a:lnTo>
                  <a:pt x="293" y="1772"/>
                </a:lnTo>
                <a:lnTo>
                  <a:pt x="302" y="1747"/>
                </a:lnTo>
                <a:lnTo>
                  <a:pt x="310" y="1720"/>
                </a:lnTo>
                <a:lnTo>
                  <a:pt x="319" y="1692"/>
                </a:lnTo>
                <a:lnTo>
                  <a:pt x="327" y="1663"/>
                </a:lnTo>
                <a:lnTo>
                  <a:pt x="335" y="1634"/>
                </a:lnTo>
                <a:lnTo>
                  <a:pt x="344" y="1605"/>
                </a:lnTo>
                <a:lnTo>
                  <a:pt x="352" y="1577"/>
                </a:lnTo>
                <a:lnTo>
                  <a:pt x="361" y="1548"/>
                </a:lnTo>
                <a:lnTo>
                  <a:pt x="369" y="1521"/>
                </a:lnTo>
                <a:lnTo>
                  <a:pt x="377" y="1494"/>
                </a:lnTo>
                <a:lnTo>
                  <a:pt x="386" y="1468"/>
                </a:lnTo>
                <a:lnTo>
                  <a:pt x="394" y="1444"/>
                </a:lnTo>
                <a:lnTo>
                  <a:pt x="403" y="1420"/>
                </a:lnTo>
                <a:lnTo>
                  <a:pt x="411" y="1399"/>
                </a:lnTo>
                <a:lnTo>
                  <a:pt x="419" y="1379"/>
                </a:lnTo>
                <a:lnTo>
                  <a:pt x="428" y="1361"/>
                </a:lnTo>
                <a:lnTo>
                  <a:pt x="436" y="1345"/>
                </a:lnTo>
                <a:lnTo>
                  <a:pt x="445" y="1330"/>
                </a:lnTo>
                <a:lnTo>
                  <a:pt x="453" y="1318"/>
                </a:lnTo>
                <a:lnTo>
                  <a:pt x="461" y="1308"/>
                </a:lnTo>
                <a:lnTo>
                  <a:pt x="470" y="1300"/>
                </a:lnTo>
                <a:lnTo>
                  <a:pt x="478" y="1294"/>
                </a:lnTo>
                <a:lnTo>
                  <a:pt x="487" y="1291"/>
                </a:lnTo>
                <a:lnTo>
                  <a:pt x="495" y="1289"/>
                </a:lnTo>
                <a:lnTo>
                  <a:pt x="503" y="1290"/>
                </a:lnTo>
                <a:lnTo>
                  <a:pt x="512" y="1293"/>
                </a:lnTo>
                <a:lnTo>
                  <a:pt x="520" y="1298"/>
                </a:lnTo>
                <a:lnTo>
                  <a:pt x="528" y="1306"/>
                </a:lnTo>
                <a:lnTo>
                  <a:pt x="537" y="1315"/>
                </a:lnTo>
                <a:lnTo>
                  <a:pt x="545" y="1327"/>
                </a:lnTo>
                <a:lnTo>
                  <a:pt x="554" y="1340"/>
                </a:lnTo>
                <a:lnTo>
                  <a:pt x="562" y="1355"/>
                </a:lnTo>
                <a:lnTo>
                  <a:pt x="570" y="1372"/>
                </a:lnTo>
                <a:lnTo>
                  <a:pt x="579" y="1391"/>
                </a:lnTo>
                <a:lnTo>
                  <a:pt x="587" y="1412"/>
                </a:lnTo>
                <a:lnTo>
                  <a:pt x="596" y="1434"/>
                </a:lnTo>
                <a:lnTo>
                  <a:pt x="604" y="1457"/>
                </a:lnTo>
                <a:lnTo>
                  <a:pt x="612" y="1482"/>
                </a:lnTo>
                <a:lnTo>
                  <a:pt x="621" y="1508"/>
                </a:lnTo>
                <a:lnTo>
                  <a:pt x="629" y="1535"/>
                </a:lnTo>
                <a:lnTo>
                  <a:pt x="638" y="1564"/>
                </a:lnTo>
                <a:lnTo>
                  <a:pt x="646" y="1593"/>
                </a:lnTo>
                <a:lnTo>
                  <a:pt x="654" y="1623"/>
                </a:lnTo>
                <a:lnTo>
                  <a:pt x="663" y="1654"/>
                </a:lnTo>
                <a:lnTo>
                  <a:pt x="671" y="1686"/>
                </a:lnTo>
                <a:lnTo>
                  <a:pt x="680" y="1718"/>
                </a:lnTo>
                <a:lnTo>
                  <a:pt x="688" y="1750"/>
                </a:lnTo>
                <a:lnTo>
                  <a:pt x="696" y="1783"/>
                </a:lnTo>
                <a:lnTo>
                  <a:pt x="705" y="1816"/>
                </a:lnTo>
                <a:lnTo>
                  <a:pt x="713" y="1848"/>
                </a:lnTo>
                <a:lnTo>
                  <a:pt x="722" y="1881"/>
                </a:lnTo>
                <a:lnTo>
                  <a:pt x="730" y="1914"/>
                </a:lnTo>
                <a:lnTo>
                  <a:pt x="738" y="1947"/>
                </a:lnTo>
                <a:lnTo>
                  <a:pt x="747" y="1979"/>
                </a:lnTo>
                <a:lnTo>
                  <a:pt x="755" y="2011"/>
                </a:lnTo>
                <a:lnTo>
                  <a:pt x="764" y="2042"/>
                </a:lnTo>
                <a:lnTo>
                  <a:pt x="772" y="2073"/>
                </a:lnTo>
                <a:lnTo>
                  <a:pt x="780" y="2103"/>
                </a:lnTo>
                <a:lnTo>
                  <a:pt x="789" y="2132"/>
                </a:lnTo>
                <a:lnTo>
                  <a:pt x="797" y="2160"/>
                </a:lnTo>
                <a:lnTo>
                  <a:pt x="806" y="2188"/>
                </a:lnTo>
                <a:lnTo>
                  <a:pt x="814" y="2214"/>
                </a:lnTo>
                <a:lnTo>
                  <a:pt x="822" y="2239"/>
                </a:lnTo>
                <a:lnTo>
                  <a:pt x="831" y="2264"/>
                </a:lnTo>
                <a:lnTo>
                  <a:pt x="839" y="2287"/>
                </a:lnTo>
                <a:lnTo>
                  <a:pt x="848" y="2309"/>
                </a:lnTo>
                <a:lnTo>
                  <a:pt x="856" y="2330"/>
                </a:lnTo>
                <a:lnTo>
                  <a:pt x="864" y="2349"/>
                </a:lnTo>
                <a:lnTo>
                  <a:pt x="873" y="2367"/>
                </a:lnTo>
                <a:lnTo>
                  <a:pt x="881" y="2384"/>
                </a:lnTo>
                <a:lnTo>
                  <a:pt x="890" y="2399"/>
                </a:lnTo>
                <a:lnTo>
                  <a:pt x="898" y="2413"/>
                </a:lnTo>
                <a:lnTo>
                  <a:pt x="906" y="2426"/>
                </a:lnTo>
                <a:lnTo>
                  <a:pt x="915" y="2437"/>
                </a:lnTo>
                <a:lnTo>
                  <a:pt x="923" y="2447"/>
                </a:lnTo>
                <a:lnTo>
                  <a:pt x="931" y="2455"/>
                </a:lnTo>
                <a:lnTo>
                  <a:pt x="940" y="2462"/>
                </a:lnTo>
                <a:lnTo>
                  <a:pt x="948" y="2467"/>
                </a:lnTo>
                <a:lnTo>
                  <a:pt x="957" y="2471"/>
                </a:lnTo>
                <a:lnTo>
                  <a:pt x="965" y="2474"/>
                </a:lnTo>
                <a:lnTo>
                  <a:pt x="973" y="2475"/>
                </a:lnTo>
                <a:lnTo>
                  <a:pt x="982" y="2474"/>
                </a:lnTo>
                <a:lnTo>
                  <a:pt x="990" y="2473"/>
                </a:lnTo>
                <a:lnTo>
                  <a:pt x="999" y="2470"/>
                </a:lnTo>
                <a:lnTo>
                  <a:pt x="1007" y="2465"/>
                </a:lnTo>
                <a:lnTo>
                  <a:pt x="1015" y="2460"/>
                </a:lnTo>
                <a:lnTo>
                  <a:pt x="1024" y="2453"/>
                </a:lnTo>
                <a:lnTo>
                  <a:pt x="1032" y="2445"/>
                </a:lnTo>
                <a:lnTo>
                  <a:pt x="1041" y="2436"/>
                </a:lnTo>
                <a:lnTo>
                  <a:pt x="1049" y="2425"/>
                </a:lnTo>
                <a:lnTo>
                  <a:pt x="1057" y="2414"/>
                </a:lnTo>
                <a:lnTo>
                  <a:pt x="1066" y="2401"/>
                </a:lnTo>
                <a:lnTo>
                  <a:pt x="1074" y="2388"/>
                </a:lnTo>
                <a:lnTo>
                  <a:pt x="1083" y="2374"/>
                </a:lnTo>
                <a:lnTo>
                  <a:pt x="1091" y="2358"/>
                </a:lnTo>
                <a:lnTo>
                  <a:pt x="1099" y="2342"/>
                </a:lnTo>
                <a:lnTo>
                  <a:pt x="1108" y="2325"/>
                </a:lnTo>
                <a:lnTo>
                  <a:pt x="1116" y="2308"/>
                </a:lnTo>
                <a:lnTo>
                  <a:pt x="1125" y="2289"/>
                </a:lnTo>
                <a:lnTo>
                  <a:pt x="1133" y="2270"/>
                </a:lnTo>
                <a:lnTo>
                  <a:pt x="1141" y="2251"/>
                </a:lnTo>
                <a:lnTo>
                  <a:pt x="1150" y="2231"/>
                </a:lnTo>
                <a:lnTo>
                  <a:pt x="1158" y="2210"/>
                </a:lnTo>
                <a:lnTo>
                  <a:pt x="1167" y="2190"/>
                </a:lnTo>
                <a:lnTo>
                  <a:pt x="1175" y="2168"/>
                </a:lnTo>
                <a:lnTo>
                  <a:pt x="1183" y="2147"/>
                </a:lnTo>
                <a:lnTo>
                  <a:pt x="1192" y="2125"/>
                </a:lnTo>
                <a:lnTo>
                  <a:pt x="1200" y="2103"/>
                </a:lnTo>
                <a:lnTo>
                  <a:pt x="1209" y="2082"/>
                </a:lnTo>
                <a:lnTo>
                  <a:pt x="1217" y="2060"/>
                </a:lnTo>
                <a:lnTo>
                  <a:pt x="1225" y="2038"/>
                </a:lnTo>
                <a:lnTo>
                  <a:pt x="1234" y="2016"/>
                </a:lnTo>
                <a:lnTo>
                  <a:pt x="1242" y="1994"/>
                </a:lnTo>
                <a:lnTo>
                  <a:pt x="1251" y="1972"/>
                </a:lnTo>
                <a:lnTo>
                  <a:pt x="1259" y="1951"/>
                </a:lnTo>
                <a:lnTo>
                  <a:pt x="1267" y="1930"/>
                </a:lnTo>
                <a:lnTo>
                  <a:pt x="1276" y="1909"/>
                </a:lnTo>
                <a:lnTo>
                  <a:pt x="1284" y="1888"/>
                </a:lnTo>
                <a:lnTo>
                  <a:pt x="1293" y="1868"/>
                </a:lnTo>
                <a:lnTo>
                  <a:pt x="1301" y="1849"/>
                </a:lnTo>
                <a:lnTo>
                  <a:pt x="1309" y="1829"/>
                </a:lnTo>
                <a:lnTo>
                  <a:pt x="1318" y="1811"/>
                </a:lnTo>
                <a:lnTo>
                  <a:pt x="1326" y="1792"/>
                </a:lnTo>
                <a:lnTo>
                  <a:pt x="1335" y="1775"/>
                </a:lnTo>
                <a:lnTo>
                  <a:pt x="1343" y="1758"/>
                </a:lnTo>
                <a:lnTo>
                  <a:pt x="1351" y="1742"/>
                </a:lnTo>
                <a:lnTo>
                  <a:pt x="1360" y="1726"/>
                </a:lnTo>
                <a:lnTo>
                  <a:pt x="1368" y="1711"/>
                </a:lnTo>
                <a:lnTo>
                  <a:pt x="1376" y="1697"/>
                </a:lnTo>
                <a:lnTo>
                  <a:pt x="1385" y="1684"/>
                </a:lnTo>
                <a:lnTo>
                  <a:pt x="1393" y="1671"/>
                </a:lnTo>
                <a:lnTo>
                  <a:pt x="1402" y="1659"/>
                </a:lnTo>
                <a:lnTo>
                  <a:pt x="1410" y="1648"/>
                </a:lnTo>
                <a:lnTo>
                  <a:pt x="1418" y="1638"/>
                </a:lnTo>
                <a:lnTo>
                  <a:pt x="1427" y="1628"/>
                </a:lnTo>
                <a:lnTo>
                  <a:pt x="1435" y="1620"/>
                </a:lnTo>
                <a:lnTo>
                  <a:pt x="1444" y="1612"/>
                </a:lnTo>
                <a:lnTo>
                  <a:pt x="1452" y="1605"/>
                </a:lnTo>
                <a:lnTo>
                  <a:pt x="1460" y="1599"/>
                </a:lnTo>
                <a:lnTo>
                  <a:pt x="1469" y="1594"/>
                </a:lnTo>
                <a:lnTo>
                  <a:pt x="1477" y="1590"/>
                </a:lnTo>
                <a:lnTo>
                  <a:pt x="1486" y="1586"/>
                </a:lnTo>
                <a:lnTo>
                  <a:pt x="1494" y="1584"/>
                </a:lnTo>
                <a:lnTo>
                  <a:pt x="1502" y="1582"/>
                </a:lnTo>
                <a:lnTo>
                  <a:pt x="1511" y="1581"/>
                </a:lnTo>
                <a:lnTo>
                  <a:pt x="1519" y="1581"/>
                </a:lnTo>
                <a:lnTo>
                  <a:pt x="1528" y="1582"/>
                </a:lnTo>
                <a:lnTo>
                  <a:pt x="1536" y="1583"/>
                </a:lnTo>
                <a:lnTo>
                  <a:pt x="1544" y="1586"/>
                </a:lnTo>
                <a:lnTo>
                  <a:pt x="1553" y="1589"/>
                </a:lnTo>
                <a:lnTo>
                  <a:pt x="1561" y="1593"/>
                </a:lnTo>
                <a:lnTo>
                  <a:pt x="1570" y="1597"/>
                </a:lnTo>
                <a:lnTo>
                  <a:pt x="1578" y="1603"/>
                </a:lnTo>
                <a:lnTo>
                  <a:pt x="1586" y="1609"/>
                </a:lnTo>
                <a:lnTo>
                  <a:pt x="1595" y="1615"/>
                </a:lnTo>
                <a:lnTo>
                  <a:pt x="1603" y="1623"/>
                </a:lnTo>
                <a:lnTo>
                  <a:pt x="1612" y="1630"/>
                </a:lnTo>
                <a:lnTo>
                  <a:pt x="1620" y="1639"/>
                </a:lnTo>
                <a:lnTo>
                  <a:pt x="1628" y="1648"/>
                </a:lnTo>
                <a:lnTo>
                  <a:pt x="1637" y="1658"/>
                </a:lnTo>
                <a:lnTo>
                  <a:pt x="1645" y="1668"/>
                </a:lnTo>
                <a:lnTo>
                  <a:pt x="1654" y="1678"/>
                </a:lnTo>
                <a:lnTo>
                  <a:pt x="1662" y="1689"/>
                </a:lnTo>
                <a:lnTo>
                  <a:pt x="1670" y="1701"/>
                </a:lnTo>
                <a:lnTo>
                  <a:pt x="1679" y="1712"/>
                </a:lnTo>
                <a:lnTo>
                  <a:pt x="1687" y="1724"/>
                </a:lnTo>
                <a:lnTo>
                  <a:pt x="1696" y="1737"/>
                </a:lnTo>
                <a:lnTo>
                  <a:pt x="1704" y="1750"/>
                </a:lnTo>
                <a:lnTo>
                  <a:pt x="1712" y="1762"/>
                </a:lnTo>
                <a:lnTo>
                  <a:pt x="1721" y="1776"/>
                </a:lnTo>
                <a:lnTo>
                  <a:pt x="1729" y="1789"/>
                </a:lnTo>
                <a:lnTo>
                  <a:pt x="1738" y="1802"/>
                </a:lnTo>
                <a:lnTo>
                  <a:pt x="1746" y="1816"/>
                </a:lnTo>
                <a:lnTo>
                  <a:pt x="1754" y="1829"/>
                </a:lnTo>
                <a:lnTo>
                  <a:pt x="1763" y="1843"/>
                </a:lnTo>
                <a:lnTo>
                  <a:pt x="1771" y="1856"/>
                </a:lnTo>
                <a:lnTo>
                  <a:pt x="1779" y="1870"/>
                </a:lnTo>
                <a:lnTo>
                  <a:pt x="1788" y="1883"/>
                </a:lnTo>
                <a:lnTo>
                  <a:pt x="1796" y="1897"/>
                </a:lnTo>
                <a:lnTo>
                  <a:pt x="1805" y="1910"/>
                </a:lnTo>
                <a:lnTo>
                  <a:pt x="1813" y="1923"/>
                </a:lnTo>
                <a:lnTo>
                  <a:pt x="1821" y="1935"/>
                </a:lnTo>
                <a:lnTo>
                  <a:pt x="1830" y="1948"/>
                </a:lnTo>
                <a:lnTo>
                  <a:pt x="1838" y="1960"/>
                </a:lnTo>
                <a:lnTo>
                  <a:pt x="1847" y="1972"/>
                </a:lnTo>
                <a:lnTo>
                  <a:pt x="1855" y="1983"/>
                </a:lnTo>
                <a:lnTo>
                  <a:pt x="1863" y="1994"/>
                </a:lnTo>
                <a:lnTo>
                  <a:pt x="1872" y="2005"/>
                </a:lnTo>
                <a:lnTo>
                  <a:pt x="1880" y="2015"/>
                </a:lnTo>
                <a:lnTo>
                  <a:pt x="1889" y="2025"/>
                </a:lnTo>
                <a:lnTo>
                  <a:pt x="1897" y="2035"/>
                </a:lnTo>
                <a:lnTo>
                  <a:pt x="1905" y="2043"/>
                </a:lnTo>
                <a:lnTo>
                  <a:pt x="1914" y="2051"/>
                </a:lnTo>
                <a:lnTo>
                  <a:pt x="1922" y="2059"/>
                </a:lnTo>
                <a:lnTo>
                  <a:pt x="1931" y="2066"/>
                </a:lnTo>
                <a:lnTo>
                  <a:pt x="1939" y="2072"/>
                </a:lnTo>
                <a:lnTo>
                  <a:pt x="1947" y="2078"/>
                </a:lnTo>
                <a:lnTo>
                  <a:pt x="1956" y="2083"/>
                </a:lnTo>
                <a:lnTo>
                  <a:pt x="1964" y="2087"/>
                </a:lnTo>
                <a:lnTo>
                  <a:pt x="1973" y="2091"/>
                </a:lnTo>
                <a:lnTo>
                  <a:pt x="1981" y="2094"/>
                </a:lnTo>
                <a:lnTo>
                  <a:pt x="1989" y="2096"/>
                </a:lnTo>
                <a:lnTo>
                  <a:pt x="1998" y="2097"/>
                </a:lnTo>
                <a:lnTo>
                  <a:pt x="2006" y="2098"/>
                </a:lnTo>
                <a:lnTo>
                  <a:pt x="2015" y="2098"/>
                </a:lnTo>
                <a:lnTo>
                  <a:pt x="2023" y="2097"/>
                </a:lnTo>
                <a:lnTo>
                  <a:pt x="2031" y="2095"/>
                </a:lnTo>
                <a:lnTo>
                  <a:pt x="2040" y="2092"/>
                </a:lnTo>
                <a:lnTo>
                  <a:pt x="2048" y="2088"/>
                </a:lnTo>
                <a:lnTo>
                  <a:pt x="2057" y="2084"/>
                </a:lnTo>
                <a:lnTo>
                  <a:pt x="2065" y="2078"/>
                </a:lnTo>
                <a:lnTo>
                  <a:pt x="2073" y="2072"/>
                </a:lnTo>
                <a:lnTo>
                  <a:pt x="2082" y="2065"/>
                </a:lnTo>
                <a:lnTo>
                  <a:pt x="2090" y="2057"/>
                </a:lnTo>
                <a:lnTo>
                  <a:pt x="2099" y="2048"/>
                </a:lnTo>
                <a:lnTo>
                  <a:pt x="2107" y="2038"/>
                </a:lnTo>
                <a:lnTo>
                  <a:pt x="2115" y="2027"/>
                </a:lnTo>
                <a:lnTo>
                  <a:pt x="2124" y="2016"/>
                </a:lnTo>
                <a:lnTo>
                  <a:pt x="2132" y="2003"/>
                </a:lnTo>
                <a:lnTo>
                  <a:pt x="2141" y="1990"/>
                </a:lnTo>
                <a:lnTo>
                  <a:pt x="2149" y="1975"/>
                </a:lnTo>
                <a:lnTo>
                  <a:pt x="2157" y="1960"/>
                </a:lnTo>
                <a:lnTo>
                  <a:pt x="2166" y="1944"/>
                </a:lnTo>
                <a:lnTo>
                  <a:pt x="2174" y="1927"/>
                </a:lnTo>
                <a:lnTo>
                  <a:pt x="2183" y="1909"/>
                </a:lnTo>
                <a:lnTo>
                  <a:pt x="2191" y="1890"/>
                </a:lnTo>
                <a:lnTo>
                  <a:pt x="2199" y="1870"/>
                </a:lnTo>
                <a:lnTo>
                  <a:pt x="2208" y="1850"/>
                </a:lnTo>
                <a:lnTo>
                  <a:pt x="2216" y="1829"/>
                </a:lnTo>
                <a:lnTo>
                  <a:pt x="2224" y="1807"/>
                </a:lnTo>
                <a:lnTo>
                  <a:pt x="2233" y="1784"/>
                </a:lnTo>
                <a:lnTo>
                  <a:pt x="2241" y="1760"/>
                </a:lnTo>
                <a:lnTo>
                  <a:pt x="2250" y="1736"/>
                </a:lnTo>
                <a:lnTo>
                  <a:pt x="2258" y="1711"/>
                </a:lnTo>
                <a:lnTo>
                  <a:pt x="2266" y="1685"/>
                </a:lnTo>
                <a:lnTo>
                  <a:pt x="2275" y="1658"/>
                </a:lnTo>
                <a:lnTo>
                  <a:pt x="2283" y="1631"/>
                </a:lnTo>
                <a:lnTo>
                  <a:pt x="2292" y="1603"/>
                </a:lnTo>
                <a:lnTo>
                  <a:pt x="2300" y="1575"/>
                </a:lnTo>
                <a:lnTo>
                  <a:pt x="2308" y="1545"/>
                </a:lnTo>
                <a:lnTo>
                  <a:pt x="2317" y="1516"/>
                </a:lnTo>
                <a:lnTo>
                  <a:pt x="2325" y="1486"/>
                </a:lnTo>
                <a:lnTo>
                  <a:pt x="2334" y="1455"/>
                </a:lnTo>
                <a:lnTo>
                  <a:pt x="2342" y="1424"/>
                </a:lnTo>
                <a:lnTo>
                  <a:pt x="2350" y="1392"/>
                </a:lnTo>
                <a:lnTo>
                  <a:pt x="2359" y="1360"/>
                </a:lnTo>
                <a:lnTo>
                  <a:pt x="2367" y="1328"/>
                </a:lnTo>
                <a:lnTo>
                  <a:pt x="2376" y="1295"/>
                </a:lnTo>
                <a:lnTo>
                  <a:pt x="2384" y="1262"/>
                </a:lnTo>
                <a:lnTo>
                  <a:pt x="2392" y="1229"/>
                </a:lnTo>
                <a:lnTo>
                  <a:pt x="2401" y="1195"/>
                </a:lnTo>
                <a:lnTo>
                  <a:pt x="2409" y="1162"/>
                </a:lnTo>
                <a:lnTo>
                  <a:pt x="2418" y="1128"/>
                </a:lnTo>
                <a:lnTo>
                  <a:pt x="2426" y="1094"/>
                </a:lnTo>
                <a:lnTo>
                  <a:pt x="2434" y="1061"/>
                </a:lnTo>
                <a:lnTo>
                  <a:pt x="2443" y="1027"/>
                </a:lnTo>
                <a:lnTo>
                  <a:pt x="2451" y="993"/>
                </a:lnTo>
                <a:lnTo>
                  <a:pt x="2460" y="960"/>
                </a:lnTo>
                <a:lnTo>
                  <a:pt x="2468" y="926"/>
                </a:lnTo>
                <a:lnTo>
                  <a:pt x="2476" y="893"/>
                </a:lnTo>
                <a:lnTo>
                  <a:pt x="2485" y="860"/>
                </a:lnTo>
                <a:lnTo>
                  <a:pt x="2493" y="828"/>
                </a:lnTo>
                <a:lnTo>
                  <a:pt x="2502" y="795"/>
                </a:lnTo>
                <a:lnTo>
                  <a:pt x="2510" y="764"/>
                </a:lnTo>
                <a:lnTo>
                  <a:pt x="2518" y="732"/>
                </a:lnTo>
                <a:lnTo>
                  <a:pt x="2527" y="702"/>
                </a:lnTo>
                <a:lnTo>
                  <a:pt x="2535" y="672"/>
                </a:lnTo>
                <a:lnTo>
                  <a:pt x="2544" y="642"/>
                </a:lnTo>
                <a:lnTo>
                  <a:pt x="2552" y="613"/>
                </a:lnTo>
                <a:lnTo>
                  <a:pt x="2560" y="585"/>
                </a:lnTo>
                <a:lnTo>
                  <a:pt x="2569" y="558"/>
                </a:lnTo>
                <a:lnTo>
                  <a:pt x="2577" y="532"/>
                </a:lnTo>
                <a:lnTo>
                  <a:pt x="2586" y="507"/>
                </a:lnTo>
                <a:lnTo>
                  <a:pt x="2594" y="482"/>
                </a:lnTo>
                <a:lnTo>
                  <a:pt x="2602" y="459"/>
                </a:lnTo>
                <a:lnTo>
                  <a:pt x="2611" y="437"/>
                </a:lnTo>
                <a:lnTo>
                  <a:pt x="2619" y="416"/>
                </a:lnTo>
                <a:lnTo>
                  <a:pt x="2627" y="396"/>
                </a:lnTo>
                <a:lnTo>
                  <a:pt x="2636" y="377"/>
                </a:lnTo>
                <a:lnTo>
                  <a:pt x="2644" y="360"/>
                </a:lnTo>
                <a:lnTo>
                  <a:pt x="2653" y="344"/>
                </a:lnTo>
                <a:lnTo>
                  <a:pt x="2661" y="329"/>
                </a:lnTo>
                <a:lnTo>
                  <a:pt x="2669" y="316"/>
                </a:lnTo>
                <a:lnTo>
                  <a:pt x="2678" y="305"/>
                </a:lnTo>
                <a:lnTo>
                  <a:pt x="2686" y="294"/>
                </a:lnTo>
                <a:lnTo>
                  <a:pt x="2695" y="286"/>
                </a:lnTo>
                <a:lnTo>
                  <a:pt x="2703" y="279"/>
                </a:lnTo>
                <a:lnTo>
                  <a:pt x="2711" y="273"/>
                </a:lnTo>
                <a:lnTo>
                  <a:pt x="2720" y="270"/>
                </a:lnTo>
                <a:lnTo>
                  <a:pt x="2728" y="267"/>
                </a:lnTo>
                <a:lnTo>
                  <a:pt x="2737" y="267"/>
                </a:lnTo>
                <a:lnTo>
                  <a:pt x="2745" y="268"/>
                </a:lnTo>
                <a:lnTo>
                  <a:pt x="2753" y="271"/>
                </a:lnTo>
                <a:lnTo>
                  <a:pt x="2762" y="275"/>
                </a:lnTo>
                <a:lnTo>
                  <a:pt x="2770" y="282"/>
                </a:lnTo>
                <a:lnTo>
                  <a:pt x="2779" y="290"/>
                </a:lnTo>
                <a:lnTo>
                  <a:pt x="2787" y="299"/>
                </a:lnTo>
                <a:lnTo>
                  <a:pt x="2795" y="310"/>
                </a:lnTo>
                <a:lnTo>
                  <a:pt x="2804" y="323"/>
                </a:lnTo>
                <a:lnTo>
                  <a:pt x="2812" y="337"/>
                </a:lnTo>
                <a:lnTo>
                  <a:pt x="2821" y="353"/>
                </a:lnTo>
                <a:lnTo>
                  <a:pt x="2829" y="371"/>
                </a:lnTo>
                <a:lnTo>
                  <a:pt x="2837" y="389"/>
                </a:lnTo>
                <a:lnTo>
                  <a:pt x="2846" y="410"/>
                </a:lnTo>
                <a:lnTo>
                  <a:pt x="2854" y="431"/>
                </a:lnTo>
                <a:lnTo>
                  <a:pt x="2863" y="454"/>
                </a:lnTo>
                <a:lnTo>
                  <a:pt x="2871" y="477"/>
                </a:lnTo>
                <a:lnTo>
                  <a:pt x="2879" y="502"/>
                </a:lnTo>
                <a:lnTo>
                  <a:pt x="2888" y="528"/>
                </a:lnTo>
                <a:lnTo>
                  <a:pt x="2896" y="554"/>
                </a:lnTo>
                <a:lnTo>
                  <a:pt x="2905" y="581"/>
                </a:lnTo>
                <a:lnTo>
                  <a:pt x="2913" y="609"/>
                </a:lnTo>
                <a:lnTo>
                  <a:pt x="2921" y="637"/>
                </a:lnTo>
                <a:lnTo>
                  <a:pt x="2930" y="665"/>
                </a:lnTo>
                <a:lnTo>
                  <a:pt x="2938" y="694"/>
                </a:lnTo>
                <a:lnTo>
                  <a:pt x="2947" y="722"/>
                </a:lnTo>
                <a:lnTo>
                  <a:pt x="2955" y="750"/>
                </a:lnTo>
                <a:lnTo>
                  <a:pt x="2963" y="777"/>
                </a:lnTo>
                <a:lnTo>
                  <a:pt x="2972" y="803"/>
                </a:lnTo>
                <a:lnTo>
                  <a:pt x="2980" y="829"/>
                </a:lnTo>
                <a:lnTo>
                  <a:pt x="2989" y="854"/>
                </a:lnTo>
                <a:lnTo>
                  <a:pt x="2997" y="877"/>
                </a:lnTo>
                <a:lnTo>
                  <a:pt x="3005" y="898"/>
                </a:lnTo>
                <a:lnTo>
                  <a:pt x="3014" y="918"/>
                </a:lnTo>
                <a:lnTo>
                  <a:pt x="3022" y="935"/>
                </a:lnTo>
                <a:lnTo>
                  <a:pt x="3030" y="950"/>
                </a:lnTo>
                <a:lnTo>
                  <a:pt x="3039" y="962"/>
                </a:lnTo>
                <a:lnTo>
                  <a:pt x="3047" y="972"/>
                </a:lnTo>
                <a:lnTo>
                  <a:pt x="3056" y="978"/>
                </a:lnTo>
                <a:lnTo>
                  <a:pt x="3064" y="980"/>
                </a:lnTo>
                <a:lnTo>
                  <a:pt x="3072" y="979"/>
                </a:lnTo>
                <a:lnTo>
                  <a:pt x="3081" y="973"/>
                </a:lnTo>
                <a:lnTo>
                  <a:pt x="3089" y="963"/>
                </a:lnTo>
                <a:lnTo>
                  <a:pt x="3098" y="949"/>
                </a:lnTo>
                <a:lnTo>
                  <a:pt x="3106" y="929"/>
                </a:lnTo>
                <a:lnTo>
                  <a:pt x="3114" y="905"/>
                </a:lnTo>
                <a:lnTo>
                  <a:pt x="3123" y="874"/>
                </a:lnTo>
                <a:lnTo>
                  <a:pt x="3131" y="838"/>
                </a:lnTo>
                <a:lnTo>
                  <a:pt x="3140" y="796"/>
                </a:lnTo>
                <a:lnTo>
                  <a:pt x="3148" y="747"/>
                </a:lnTo>
                <a:lnTo>
                  <a:pt x="3156" y="692"/>
                </a:lnTo>
                <a:lnTo>
                  <a:pt x="3165" y="631"/>
                </a:lnTo>
                <a:lnTo>
                  <a:pt x="3173" y="562"/>
                </a:lnTo>
                <a:lnTo>
                  <a:pt x="3182" y="487"/>
                </a:lnTo>
                <a:lnTo>
                  <a:pt x="3190" y="404"/>
                </a:lnTo>
                <a:lnTo>
                  <a:pt x="3198" y="314"/>
                </a:lnTo>
                <a:lnTo>
                  <a:pt x="3207" y="217"/>
                </a:lnTo>
                <a:lnTo>
                  <a:pt x="3215" y="112"/>
                </a:lnTo>
                <a:lnTo>
                  <a:pt x="3224"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Freeform 40"/>
          <p:cNvSpPr/>
          <p:nvPr/>
        </p:nvSpPr>
        <p:spPr>
          <a:xfrm>
            <a:off x="8284464" y="2932481"/>
            <a:ext cx="3063240" cy="1877263"/>
          </a:xfrm>
          <a:custGeom>
            <a:avLst/>
            <a:gdLst/>
            <a:ahLst/>
            <a:cxnLst/>
            <a:rect l="l" t="t" r="r" b="b"/>
            <a:pathLst>
              <a:path w="3350" h="2053">
                <a:moveTo>
                  <a:pt x="0" y="1556"/>
                </a:moveTo>
                <a:lnTo>
                  <a:pt x="8" y="1331"/>
                </a:lnTo>
                <a:lnTo>
                  <a:pt x="17" y="1156"/>
                </a:lnTo>
                <a:lnTo>
                  <a:pt x="25" y="1026"/>
                </a:lnTo>
                <a:lnTo>
                  <a:pt x="34" y="934"/>
                </a:lnTo>
                <a:lnTo>
                  <a:pt x="42" y="875"/>
                </a:lnTo>
                <a:lnTo>
                  <a:pt x="50" y="845"/>
                </a:lnTo>
                <a:lnTo>
                  <a:pt x="59" y="839"/>
                </a:lnTo>
                <a:lnTo>
                  <a:pt x="67" y="853"/>
                </a:lnTo>
                <a:lnTo>
                  <a:pt x="76" y="883"/>
                </a:lnTo>
                <a:lnTo>
                  <a:pt x="84" y="927"/>
                </a:lnTo>
                <a:lnTo>
                  <a:pt x="92" y="981"/>
                </a:lnTo>
                <a:lnTo>
                  <a:pt x="101" y="1043"/>
                </a:lnTo>
                <a:lnTo>
                  <a:pt x="109" y="1111"/>
                </a:lnTo>
                <a:lnTo>
                  <a:pt x="118" y="1183"/>
                </a:lnTo>
                <a:lnTo>
                  <a:pt x="126" y="1257"/>
                </a:lnTo>
                <a:lnTo>
                  <a:pt x="134" y="1332"/>
                </a:lnTo>
                <a:lnTo>
                  <a:pt x="143" y="1406"/>
                </a:lnTo>
                <a:lnTo>
                  <a:pt x="151" y="1478"/>
                </a:lnTo>
                <a:lnTo>
                  <a:pt x="160" y="1548"/>
                </a:lnTo>
                <a:lnTo>
                  <a:pt x="168" y="1615"/>
                </a:lnTo>
                <a:lnTo>
                  <a:pt x="176" y="1678"/>
                </a:lnTo>
                <a:lnTo>
                  <a:pt x="185" y="1736"/>
                </a:lnTo>
                <a:lnTo>
                  <a:pt x="193" y="1790"/>
                </a:lnTo>
                <a:lnTo>
                  <a:pt x="202" y="1839"/>
                </a:lnTo>
                <a:lnTo>
                  <a:pt x="210" y="1882"/>
                </a:lnTo>
                <a:lnTo>
                  <a:pt x="218" y="1921"/>
                </a:lnTo>
                <a:lnTo>
                  <a:pt x="227" y="1954"/>
                </a:lnTo>
                <a:lnTo>
                  <a:pt x="235" y="1983"/>
                </a:lnTo>
                <a:lnTo>
                  <a:pt x="243" y="2006"/>
                </a:lnTo>
                <a:lnTo>
                  <a:pt x="252" y="2024"/>
                </a:lnTo>
                <a:lnTo>
                  <a:pt x="260" y="2038"/>
                </a:lnTo>
                <a:lnTo>
                  <a:pt x="269" y="2047"/>
                </a:lnTo>
                <a:lnTo>
                  <a:pt x="277" y="2052"/>
                </a:lnTo>
                <a:lnTo>
                  <a:pt x="285" y="2053"/>
                </a:lnTo>
                <a:lnTo>
                  <a:pt x="294" y="2050"/>
                </a:lnTo>
                <a:lnTo>
                  <a:pt x="302" y="2044"/>
                </a:lnTo>
                <a:lnTo>
                  <a:pt x="311" y="2035"/>
                </a:lnTo>
                <a:lnTo>
                  <a:pt x="319" y="2023"/>
                </a:lnTo>
                <a:lnTo>
                  <a:pt x="327" y="2009"/>
                </a:lnTo>
                <a:lnTo>
                  <a:pt x="336" y="1992"/>
                </a:lnTo>
                <a:lnTo>
                  <a:pt x="344" y="1974"/>
                </a:lnTo>
                <a:lnTo>
                  <a:pt x="353" y="1954"/>
                </a:lnTo>
                <a:lnTo>
                  <a:pt x="361" y="1932"/>
                </a:lnTo>
                <a:lnTo>
                  <a:pt x="369" y="1910"/>
                </a:lnTo>
                <a:lnTo>
                  <a:pt x="378" y="1887"/>
                </a:lnTo>
                <a:lnTo>
                  <a:pt x="386" y="1863"/>
                </a:lnTo>
                <a:lnTo>
                  <a:pt x="395" y="1840"/>
                </a:lnTo>
                <a:lnTo>
                  <a:pt x="403" y="1816"/>
                </a:lnTo>
                <a:lnTo>
                  <a:pt x="411" y="1792"/>
                </a:lnTo>
                <a:lnTo>
                  <a:pt x="420" y="1769"/>
                </a:lnTo>
                <a:lnTo>
                  <a:pt x="428" y="1746"/>
                </a:lnTo>
                <a:lnTo>
                  <a:pt x="437" y="1724"/>
                </a:lnTo>
                <a:lnTo>
                  <a:pt x="445" y="1703"/>
                </a:lnTo>
                <a:lnTo>
                  <a:pt x="453" y="1683"/>
                </a:lnTo>
                <a:lnTo>
                  <a:pt x="462" y="1664"/>
                </a:lnTo>
                <a:lnTo>
                  <a:pt x="470" y="1646"/>
                </a:lnTo>
                <a:lnTo>
                  <a:pt x="479" y="1629"/>
                </a:lnTo>
                <a:lnTo>
                  <a:pt x="487" y="1614"/>
                </a:lnTo>
                <a:lnTo>
                  <a:pt x="495" y="1600"/>
                </a:lnTo>
                <a:lnTo>
                  <a:pt x="504" y="1587"/>
                </a:lnTo>
                <a:lnTo>
                  <a:pt x="512" y="1576"/>
                </a:lnTo>
                <a:lnTo>
                  <a:pt x="521" y="1566"/>
                </a:lnTo>
                <a:lnTo>
                  <a:pt x="529" y="1558"/>
                </a:lnTo>
                <a:lnTo>
                  <a:pt x="537" y="1552"/>
                </a:lnTo>
                <a:lnTo>
                  <a:pt x="546" y="1546"/>
                </a:lnTo>
                <a:lnTo>
                  <a:pt x="554" y="1543"/>
                </a:lnTo>
                <a:lnTo>
                  <a:pt x="563" y="1540"/>
                </a:lnTo>
                <a:lnTo>
                  <a:pt x="571" y="1539"/>
                </a:lnTo>
                <a:lnTo>
                  <a:pt x="579" y="1539"/>
                </a:lnTo>
                <a:lnTo>
                  <a:pt x="588" y="1540"/>
                </a:lnTo>
                <a:lnTo>
                  <a:pt x="596" y="1543"/>
                </a:lnTo>
                <a:lnTo>
                  <a:pt x="605" y="1547"/>
                </a:lnTo>
                <a:lnTo>
                  <a:pt x="613" y="1551"/>
                </a:lnTo>
                <a:lnTo>
                  <a:pt x="621" y="1557"/>
                </a:lnTo>
                <a:lnTo>
                  <a:pt x="630" y="1563"/>
                </a:lnTo>
                <a:lnTo>
                  <a:pt x="638" y="1571"/>
                </a:lnTo>
                <a:lnTo>
                  <a:pt x="646" y="1579"/>
                </a:lnTo>
                <a:lnTo>
                  <a:pt x="655" y="1587"/>
                </a:lnTo>
                <a:lnTo>
                  <a:pt x="663" y="1596"/>
                </a:lnTo>
                <a:lnTo>
                  <a:pt x="672" y="1606"/>
                </a:lnTo>
                <a:lnTo>
                  <a:pt x="680" y="1616"/>
                </a:lnTo>
                <a:lnTo>
                  <a:pt x="688" y="1626"/>
                </a:lnTo>
                <a:lnTo>
                  <a:pt x="697" y="1637"/>
                </a:lnTo>
                <a:lnTo>
                  <a:pt x="705" y="1647"/>
                </a:lnTo>
                <a:lnTo>
                  <a:pt x="714" y="1658"/>
                </a:lnTo>
                <a:lnTo>
                  <a:pt x="722" y="1669"/>
                </a:lnTo>
                <a:lnTo>
                  <a:pt x="730" y="1679"/>
                </a:lnTo>
                <a:lnTo>
                  <a:pt x="739" y="1689"/>
                </a:lnTo>
                <a:lnTo>
                  <a:pt x="747" y="1700"/>
                </a:lnTo>
                <a:lnTo>
                  <a:pt x="756" y="1709"/>
                </a:lnTo>
                <a:lnTo>
                  <a:pt x="764" y="1719"/>
                </a:lnTo>
                <a:lnTo>
                  <a:pt x="772" y="1728"/>
                </a:lnTo>
                <a:lnTo>
                  <a:pt x="781" y="1737"/>
                </a:lnTo>
                <a:lnTo>
                  <a:pt x="789" y="1745"/>
                </a:lnTo>
                <a:lnTo>
                  <a:pt x="798" y="1752"/>
                </a:lnTo>
                <a:lnTo>
                  <a:pt x="806" y="1759"/>
                </a:lnTo>
                <a:lnTo>
                  <a:pt x="814" y="1766"/>
                </a:lnTo>
                <a:lnTo>
                  <a:pt x="823" y="1772"/>
                </a:lnTo>
                <a:lnTo>
                  <a:pt x="831" y="1777"/>
                </a:lnTo>
                <a:lnTo>
                  <a:pt x="840" y="1782"/>
                </a:lnTo>
                <a:lnTo>
                  <a:pt x="848" y="1785"/>
                </a:lnTo>
                <a:lnTo>
                  <a:pt x="856" y="1789"/>
                </a:lnTo>
                <a:lnTo>
                  <a:pt x="865" y="1791"/>
                </a:lnTo>
                <a:lnTo>
                  <a:pt x="873" y="1793"/>
                </a:lnTo>
                <a:lnTo>
                  <a:pt x="882" y="1794"/>
                </a:lnTo>
                <a:lnTo>
                  <a:pt x="890" y="1795"/>
                </a:lnTo>
                <a:lnTo>
                  <a:pt x="898" y="1795"/>
                </a:lnTo>
                <a:lnTo>
                  <a:pt x="907" y="1794"/>
                </a:lnTo>
                <a:lnTo>
                  <a:pt x="915" y="1793"/>
                </a:lnTo>
                <a:lnTo>
                  <a:pt x="924" y="1791"/>
                </a:lnTo>
                <a:lnTo>
                  <a:pt x="932" y="1788"/>
                </a:lnTo>
                <a:lnTo>
                  <a:pt x="940" y="1785"/>
                </a:lnTo>
                <a:lnTo>
                  <a:pt x="949" y="1781"/>
                </a:lnTo>
                <a:lnTo>
                  <a:pt x="957" y="1777"/>
                </a:lnTo>
                <a:lnTo>
                  <a:pt x="966" y="1773"/>
                </a:lnTo>
                <a:lnTo>
                  <a:pt x="974" y="1768"/>
                </a:lnTo>
                <a:lnTo>
                  <a:pt x="982" y="1763"/>
                </a:lnTo>
                <a:lnTo>
                  <a:pt x="991" y="1757"/>
                </a:lnTo>
                <a:lnTo>
                  <a:pt x="999" y="1752"/>
                </a:lnTo>
                <a:lnTo>
                  <a:pt x="1008" y="1746"/>
                </a:lnTo>
                <a:lnTo>
                  <a:pt x="1016" y="1740"/>
                </a:lnTo>
                <a:lnTo>
                  <a:pt x="1024" y="1733"/>
                </a:lnTo>
                <a:lnTo>
                  <a:pt x="1033" y="1727"/>
                </a:lnTo>
                <a:lnTo>
                  <a:pt x="1041" y="1721"/>
                </a:lnTo>
                <a:lnTo>
                  <a:pt x="1049" y="1714"/>
                </a:lnTo>
                <a:lnTo>
                  <a:pt x="1058" y="1708"/>
                </a:lnTo>
                <a:lnTo>
                  <a:pt x="1066" y="1701"/>
                </a:lnTo>
                <a:lnTo>
                  <a:pt x="1075" y="1695"/>
                </a:lnTo>
                <a:lnTo>
                  <a:pt x="1083" y="1689"/>
                </a:lnTo>
                <a:lnTo>
                  <a:pt x="1091" y="1684"/>
                </a:lnTo>
                <a:lnTo>
                  <a:pt x="1100" y="1678"/>
                </a:lnTo>
                <a:lnTo>
                  <a:pt x="1108" y="1673"/>
                </a:lnTo>
                <a:lnTo>
                  <a:pt x="1117" y="1668"/>
                </a:lnTo>
                <a:lnTo>
                  <a:pt x="1125" y="1664"/>
                </a:lnTo>
                <a:lnTo>
                  <a:pt x="1133" y="1660"/>
                </a:lnTo>
                <a:lnTo>
                  <a:pt x="1142" y="1656"/>
                </a:lnTo>
                <a:lnTo>
                  <a:pt x="1150" y="1653"/>
                </a:lnTo>
                <a:lnTo>
                  <a:pt x="1159" y="1651"/>
                </a:lnTo>
                <a:lnTo>
                  <a:pt x="1167" y="1649"/>
                </a:lnTo>
                <a:lnTo>
                  <a:pt x="1175" y="1647"/>
                </a:lnTo>
                <a:lnTo>
                  <a:pt x="1184" y="1646"/>
                </a:lnTo>
                <a:lnTo>
                  <a:pt x="1192" y="1646"/>
                </a:lnTo>
                <a:lnTo>
                  <a:pt x="1201" y="1646"/>
                </a:lnTo>
                <a:lnTo>
                  <a:pt x="1209" y="1647"/>
                </a:lnTo>
                <a:lnTo>
                  <a:pt x="1217" y="1648"/>
                </a:lnTo>
                <a:lnTo>
                  <a:pt x="1226" y="1650"/>
                </a:lnTo>
                <a:lnTo>
                  <a:pt x="1234" y="1653"/>
                </a:lnTo>
                <a:lnTo>
                  <a:pt x="1243" y="1656"/>
                </a:lnTo>
                <a:lnTo>
                  <a:pt x="1251" y="1660"/>
                </a:lnTo>
                <a:lnTo>
                  <a:pt x="1259" y="1665"/>
                </a:lnTo>
                <a:lnTo>
                  <a:pt x="1268" y="1670"/>
                </a:lnTo>
                <a:lnTo>
                  <a:pt x="1276" y="1675"/>
                </a:lnTo>
                <a:lnTo>
                  <a:pt x="1285" y="1682"/>
                </a:lnTo>
                <a:lnTo>
                  <a:pt x="1293" y="1688"/>
                </a:lnTo>
                <a:lnTo>
                  <a:pt x="1301" y="1696"/>
                </a:lnTo>
                <a:lnTo>
                  <a:pt x="1310" y="1704"/>
                </a:lnTo>
                <a:lnTo>
                  <a:pt x="1318" y="1712"/>
                </a:lnTo>
                <a:lnTo>
                  <a:pt x="1327" y="1721"/>
                </a:lnTo>
                <a:lnTo>
                  <a:pt x="1335" y="1730"/>
                </a:lnTo>
                <a:lnTo>
                  <a:pt x="1343" y="1740"/>
                </a:lnTo>
                <a:lnTo>
                  <a:pt x="1352" y="1750"/>
                </a:lnTo>
                <a:lnTo>
                  <a:pt x="1360" y="1760"/>
                </a:lnTo>
                <a:lnTo>
                  <a:pt x="1369" y="1771"/>
                </a:lnTo>
                <a:lnTo>
                  <a:pt x="1377" y="1782"/>
                </a:lnTo>
                <a:lnTo>
                  <a:pt x="1385" y="1793"/>
                </a:lnTo>
                <a:lnTo>
                  <a:pt x="1394" y="1804"/>
                </a:lnTo>
                <a:lnTo>
                  <a:pt x="1402" y="1815"/>
                </a:lnTo>
                <a:lnTo>
                  <a:pt x="1411" y="1827"/>
                </a:lnTo>
                <a:lnTo>
                  <a:pt x="1419" y="1838"/>
                </a:lnTo>
                <a:lnTo>
                  <a:pt x="1427" y="1850"/>
                </a:lnTo>
                <a:lnTo>
                  <a:pt x="1436" y="1861"/>
                </a:lnTo>
                <a:lnTo>
                  <a:pt x="1444" y="1873"/>
                </a:lnTo>
                <a:lnTo>
                  <a:pt x="1453" y="1884"/>
                </a:lnTo>
                <a:lnTo>
                  <a:pt x="1461" y="1895"/>
                </a:lnTo>
                <a:lnTo>
                  <a:pt x="1469" y="1905"/>
                </a:lnTo>
                <a:lnTo>
                  <a:pt x="1478" y="1916"/>
                </a:lnTo>
                <a:lnTo>
                  <a:pt x="1486" y="1926"/>
                </a:lnTo>
                <a:lnTo>
                  <a:pt x="1494" y="1936"/>
                </a:lnTo>
                <a:lnTo>
                  <a:pt x="1503" y="1945"/>
                </a:lnTo>
                <a:lnTo>
                  <a:pt x="1511" y="1954"/>
                </a:lnTo>
                <a:lnTo>
                  <a:pt x="1520" y="1962"/>
                </a:lnTo>
                <a:lnTo>
                  <a:pt x="1528" y="1970"/>
                </a:lnTo>
                <a:lnTo>
                  <a:pt x="1536" y="1977"/>
                </a:lnTo>
                <a:lnTo>
                  <a:pt x="1545" y="1984"/>
                </a:lnTo>
                <a:lnTo>
                  <a:pt x="1553" y="1989"/>
                </a:lnTo>
                <a:lnTo>
                  <a:pt x="1562" y="1994"/>
                </a:lnTo>
                <a:lnTo>
                  <a:pt x="1570" y="1999"/>
                </a:lnTo>
                <a:lnTo>
                  <a:pt x="1578" y="2002"/>
                </a:lnTo>
                <a:lnTo>
                  <a:pt x="1587" y="2005"/>
                </a:lnTo>
                <a:lnTo>
                  <a:pt x="1595" y="2007"/>
                </a:lnTo>
                <a:lnTo>
                  <a:pt x="1604" y="2008"/>
                </a:lnTo>
                <a:lnTo>
                  <a:pt x="1612" y="2008"/>
                </a:lnTo>
                <a:lnTo>
                  <a:pt x="1620" y="2007"/>
                </a:lnTo>
                <a:lnTo>
                  <a:pt x="1629" y="2006"/>
                </a:lnTo>
                <a:lnTo>
                  <a:pt x="1637" y="2003"/>
                </a:lnTo>
                <a:lnTo>
                  <a:pt x="1646" y="1999"/>
                </a:lnTo>
                <a:lnTo>
                  <a:pt x="1654" y="1995"/>
                </a:lnTo>
                <a:lnTo>
                  <a:pt x="1662" y="1989"/>
                </a:lnTo>
                <a:lnTo>
                  <a:pt x="1671" y="1983"/>
                </a:lnTo>
                <a:lnTo>
                  <a:pt x="1679" y="1975"/>
                </a:lnTo>
                <a:lnTo>
                  <a:pt x="1688" y="1967"/>
                </a:lnTo>
                <a:lnTo>
                  <a:pt x="1696" y="1957"/>
                </a:lnTo>
                <a:lnTo>
                  <a:pt x="1704" y="1947"/>
                </a:lnTo>
                <a:lnTo>
                  <a:pt x="1713" y="1935"/>
                </a:lnTo>
                <a:lnTo>
                  <a:pt x="1721" y="1923"/>
                </a:lnTo>
                <a:lnTo>
                  <a:pt x="1730" y="1909"/>
                </a:lnTo>
                <a:lnTo>
                  <a:pt x="1738" y="1895"/>
                </a:lnTo>
                <a:lnTo>
                  <a:pt x="1746" y="1880"/>
                </a:lnTo>
                <a:lnTo>
                  <a:pt x="1755" y="1864"/>
                </a:lnTo>
                <a:lnTo>
                  <a:pt x="1763" y="1847"/>
                </a:lnTo>
                <a:lnTo>
                  <a:pt x="1772" y="1829"/>
                </a:lnTo>
                <a:lnTo>
                  <a:pt x="1780" y="1810"/>
                </a:lnTo>
                <a:lnTo>
                  <a:pt x="1788" y="1791"/>
                </a:lnTo>
                <a:lnTo>
                  <a:pt x="1797" y="1771"/>
                </a:lnTo>
                <a:lnTo>
                  <a:pt x="1805" y="1750"/>
                </a:lnTo>
                <a:lnTo>
                  <a:pt x="1814" y="1729"/>
                </a:lnTo>
                <a:lnTo>
                  <a:pt x="1822" y="1707"/>
                </a:lnTo>
                <a:lnTo>
                  <a:pt x="1830" y="1684"/>
                </a:lnTo>
                <a:lnTo>
                  <a:pt x="1839" y="1661"/>
                </a:lnTo>
                <a:lnTo>
                  <a:pt x="1847" y="1638"/>
                </a:lnTo>
                <a:lnTo>
                  <a:pt x="1856" y="1614"/>
                </a:lnTo>
                <a:lnTo>
                  <a:pt x="1864" y="1589"/>
                </a:lnTo>
                <a:lnTo>
                  <a:pt x="1872" y="1565"/>
                </a:lnTo>
                <a:lnTo>
                  <a:pt x="1881" y="1540"/>
                </a:lnTo>
                <a:lnTo>
                  <a:pt x="1889" y="1514"/>
                </a:lnTo>
                <a:lnTo>
                  <a:pt x="1897" y="1489"/>
                </a:lnTo>
                <a:lnTo>
                  <a:pt x="1906" y="1464"/>
                </a:lnTo>
                <a:lnTo>
                  <a:pt x="1914" y="1438"/>
                </a:lnTo>
                <a:lnTo>
                  <a:pt x="1923" y="1413"/>
                </a:lnTo>
                <a:lnTo>
                  <a:pt x="1931" y="1387"/>
                </a:lnTo>
                <a:lnTo>
                  <a:pt x="1939" y="1362"/>
                </a:lnTo>
                <a:lnTo>
                  <a:pt x="1948" y="1337"/>
                </a:lnTo>
                <a:lnTo>
                  <a:pt x="1956" y="1312"/>
                </a:lnTo>
                <a:lnTo>
                  <a:pt x="1965" y="1287"/>
                </a:lnTo>
                <a:lnTo>
                  <a:pt x="1973" y="1263"/>
                </a:lnTo>
                <a:lnTo>
                  <a:pt x="1981" y="1239"/>
                </a:lnTo>
                <a:lnTo>
                  <a:pt x="1990" y="1215"/>
                </a:lnTo>
                <a:lnTo>
                  <a:pt x="1998" y="1192"/>
                </a:lnTo>
                <a:lnTo>
                  <a:pt x="2007" y="1170"/>
                </a:lnTo>
                <a:lnTo>
                  <a:pt x="2015" y="1148"/>
                </a:lnTo>
                <a:lnTo>
                  <a:pt x="2023" y="1127"/>
                </a:lnTo>
                <a:lnTo>
                  <a:pt x="2032" y="1106"/>
                </a:lnTo>
                <a:lnTo>
                  <a:pt x="2040" y="1086"/>
                </a:lnTo>
                <a:lnTo>
                  <a:pt x="2049" y="1067"/>
                </a:lnTo>
                <a:lnTo>
                  <a:pt x="2057" y="1049"/>
                </a:lnTo>
                <a:lnTo>
                  <a:pt x="2065" y="1031"/>
                </a:lnTo>
                <a:lnTo>
                  <a:pt x="2074" y="1015"/>
                </a:lnTo>
                <a:lnTo>
                  <a:pt x="2082" y="999"/>
                </a:lnTo>
                <a:lnTo>
                  <a:pt x="2091" y="984"/>
                </a:lnTo>
                <a:lnTo>
                  <a:pt x="2099" y="970"/>
                </a:lnTo>
                <a:lnTo>
                  <a:pt x="2107" y="957"/>
                </a:lnTo>
                <a:lnTo>
                  <a:pt x="2116" y="946"/>
                </a:lnTo>
                <a:lnTo>
                  <a:pt x="2124" y="935"/>
                </a:lnTo>
                <a:lnTo>
                  <a:pt x="2133" y="925"/>
                </a:lnTo>
                <a:lnTo>
                  <a:pt x="2141" y="916"/>
                </a:lnTo>
                <a:lnTo>
                  <a:pt x="2149" y="908"/>
                </a:lnTo>
                <a:lnTo>
                  <a:pt x="2158" y="902"/>
                </a:lnTo>
                <a:lnTo>
                  <a:pt x="2166" y="896"/>
                </a:lnTo>
                <a:lnTo>
                  <a:pt x="2175" y="891"/>
                </a:lnTo>
                <a:lnTo>
                  <a:pt x="2183" y="888"/>
                </a:lnTo>
                <a:lnTo>
                  <a:pt x="2191" y="885"/>
                </a:lnTo>
                <a:lnTo>
                  <a:pt x="2200" y="884"/>
                </a:lnTo>
                <a:lnTo>
                  <a:pt x="2208" y="883"/>
                </a:lnTo>
                <a:lnTo>
                  <a:pt x="2217" y="884"/>
                </a:lnTo>
                <a:lnTo>
                  <a:pt x="2225" y="885"/>
                </a:lnTo>
                <a:lnTo>
                  <a:pt x="2233" y="888"/>
                </a:lnTo>
                <a:lnTo>
                  <a:pt x="2242" y="891"/>
                </a:lnTo>
                <a:lnTo>
                  <a:pt x="2250" y="895"/>
                </a:lnTo>
                <a:lnTo>
                  <a:pt x="2259" y="900"/>
                </a:lnTo>
                <a:lnTo>
                  <a:pt x="2267" y="906"/>
                </a:lnTo>
                <a:lnTo>
                  <a:pt x="2275" y="913"/>
                </a:lnTo>
                <a:lnTo>
                  <a:pt x="2284" y="920"/>
                </a:lnTo>
                <a:lnTo>
                  <a:pt x="2292" y="928"/>
                </a:lnTo>
                <a:lnTo>
                  <a:pt x="2301" y="937"/>
                </a:lnTo>
                <a:lnTo>
                  <a:pt x="2309" y="946"/>
                </a:lnTo>
                <a:lnTo>
                  <a:pt x="2317" y="956"/>
                </a:lnTo>
                <a:lnTo>
                  <a:pt x="2326" y="967"/>
                </a:lnTo>
                <a:lnTo>
                  <a:pt x="2334" y="978"/>
                </a:lnTo>
                <a:lnTo>
                  <a:pt x="2342" y="989"/>
                </a:lnTo>
                <a:lnTo>
                  <a:pt x="2351" y="1001"/>
                </a:lnTo>
                <a:lnTo>
                  <a:pt x="2359" y="1013"/>
                </a:lnTo>
                <a:lnTo>
                  <a:pt x="2368" y="1025"/>
                </a:lnTo>
                <a:lnTo>
                  <a:pt x="2376" y="1038"/>
                </a:lnTo>
                <a:lnTo>
                  <a:pt x="2384" y="1051"/>
                </a:lnTo>
                <a:lnTo>
                  <a:pt x="2393" y="1063"/>
                </a:lnTo>
                <a:lnTo>
                  <a:pt x="2401" y="1076"/>
                </a:lnTo>
                <a:lnTo>
                  <a:pt x="2410" y="1089"/>
                </a:lnTo>
                <a:lnTo>
                  <a:pt x="2418" y="1102"/>
                </a:lnTo>
                <a:lnTo>
                  <a:pt x="2426" y="1115"/>
                </a:lnTo>
                <a:lnTo>
                  <a:pt x="2435" y="1127"/>
                </a:lnTo>
                <a:lnTo>
                  <a:pt x="2443" y="1140"/>
                </a:lnTo>
                <a:lnTo>
                  <a:pt x="2452" y="1152"/>
                </a:lnTo>
                <a:lnTo>
                  <a:pt x="2460" y="1164"/>
                </a:lnTo>
                <a:lnTo>
                  <a:pt x="2468" y="1176"/>
                </a:lnTo>
                <a:lnTo>
                  <a:pt x="2477" y="1187"/>
                </a:lnTo>
                <a:lnTo>
                  <a:pt x="2485" y="1198"/>
                </a:lnTo>
                <a:lnTo>
                  <a:pt x="2494" y="1208"/>
                </a:lnTo>
                <a:lnTo>
                  <a:pt x="2502" y="1218"/>
                </a:lnTo>
                <a:lnTo>
                  <a:pt x="2510" y="1228"/>
                </a:lnTo>
                <a:lnTo>
                  <a:pt x="2519" y="1237"/>
                </a:lnTo>
                <a:lnTo>
                  <a:pt x="2527" y="1245"/>
                </a:lnTo>
                <a:lnTo>
                  <a:pt x="2536" y="1253"/>
                </a:lnTo>
                <a:lnTo>
                  <a:pt x="2544" y="1261"/>
                </a:lnTo>
                <a:lnTo>
                  <a:pt x="2552" y="1268"/>
                </a:lnTo>
                <a:lnTo>
                  <a:pt x="2561" y="1274"/>
                </a:lnTo>
                <a:lnTo>
                  <a:pt x="2569" y="1280"/>
                </a:lnTo>
                <a:lnTo>
                  <a:pt x="2578" y="1285"/>
                </a:lnTo>
                <a:lnTo>
                  <a:pt x="2586" y="1290"/>
                </a:lnTo>
                <a:lnTo>
                  <a:pt x="2594" y="1294"/>
                </a:lnTo>
                <a:lnTo>
                  <a:pt x="2603" y="1298"/>
                </a:lnTo>
                <a:lnTo>
                  <a:pt x="2611" y="1301"/>
                </a:lnTo>
                <a:lnTo>
                  <a:pt x="2620" y="1303"/>
                </a:lnTo>
                <a:lnTo>
                  <a:pt x="2628" y="1306"/>
                </a:lnTo>
                <a:lnTo>
                  <a:pt x="2636" y="1307"/>
                </a:lnTo>
                <a:lnTo>
                  <a:pt x="2645" y="1309"/>
                </a:lnTo>
                <a:lnTo>
                  <a:pt x="2653" y="1310"/>
                </a:lnTo>
                <a:lnTo>
                  <a:pt x="2662" y="1311"/>
                </a:lnTo>
                <a:lnTo>
                  <a:pt x="2670" y="1311"/>
                </a:lnTo>
                <a:lnTo>
                  <a:pt x="2678" y="1312"/>
                </a:lnTo>
                <a:lnTo>
                  <a:pt x="2687" y="1312"/>
                </a:lnTo>
                <a:lnTo>
                  <a:pt x="2695" y="1312"/>
                </a:lnTo>
                <a:lnTo>
                  <a:pt x="2704" y="1312"/>
                </a:lnTo>
                <a:lnTo>
                  <a:pt x="2712" y="1312"/>
                </a:lnTo>
                <a:lnTo>
                  <a:pt x="2720" y="1312"/>
                </a:lnTo>
                <a:lnTo>
                  <a:pt x="2729" y="1312"/>
                </a:lnTo>
                <a:lnTo>
                  <a:pt x="2737" y="1313"/>
                </a:lnTo>
                <a:lnTo>
                  <a:pt x="2745" y="1313"/>
                </a:lnTo>
                <a:lnTo>
                  <a:pt x="2754" y="1314"/>
                </a:lnTo>
                <a:lnTo>
                  <a:pt x="2762" y="1315"/>
                </a:lnTo>
                <a:lnTo>
                  <a:pt x="2771" y="1317"/>
                </a:lnTo>
                <a:lnTo>
                  <a:pt x="2779" y="1319"/>
                </a:lnTo>
                <a:lnTo>
                  <a:pt x="2787" y="1321"/>
                </a:lnTo>
                <a:lnTo>
                  <a:pt x="2796" y="1324"/>
                </a:lnTo>
                <a:lnTo>
                  <a:pt x="2804" y="1327"/>
                </a:lnTo>
                <a:lnTo>
                  <a:pt x="2813" y="1331"/>
                </a:lnTo>
                <a:lnTo>
                  <a:pt x="2821" y="1336"/>
                </a:lnTo>
                <a:lnTo>
                  <a:pt x="2829" y="1341"/>
                </a:lnTo>
                <a:lnTo>
                  <a:pt x="2838" y="1347"/>
                </a:lnTo>
                <a:lnTo>
                  <a:pt x="2846" y="1353"/>
                </a:lnTo>
                <a:lnTo>
                  <a:pt x="2855" y="1360"/>
                </a:lnTo>
                <a:lnTo>
                  <a:pt x="2863" y="1368"/>
                </a:lnTo>
                <a:lnTo>
                  <a:pt x="2871" y="1376"/>
                </a:lnTo>
                <a:lnTo>
                  <a:pt x="2880" y="1385"/>
                </a:lnTo>
                <a:lnTo>
                  <a:pt x="2888" y="1394"/>
                </a:lnTo>
                <a:lnTo>
                  <a:pt x="2897" y="1404"/>
                </a:lnTo>
                <a:lnTo>
                  <a:pt x="2905" y="1414"/>
                </a:lnTo>
                <a:lnTo>
                  <a:pt x="2913" y="1425"/>
                </a:lnTo>
                <a:lnTo>
                  <a:pt x="2922" y="1435"/>
                </a:lnTo>
                <a:lnTo>
                  <a:pt x="2930" y="1446"/>
                </a:lnTo>
                <a:lnTo>
                  <a:pt x="2939" y="1457"/>
                </a:lnTo>
                <a:lnTo>
                  <a:pt x="2947" y="1467"/>
                </a:lnTo>
                <a:lnTo>
                  <a:pt x="2955" y="1478"/>
                </a:lnTo>
                <a:lnTo>
                  <a:pt x="2964" y="1488"/>
                </a:lnTo>
                <a:lnTo>
                  <a:pt x="2972" y="1497"/>
                </a:lnTo>
                <a:lnTo>
                  <a:pt x="2981" y="1505"/>
                </a:lnTo>
                <a:lnTo>
                  <a:pt x="2989" y="1513"/>
                </a:lnTo>
                <a:lnTo>
                  <a:pt x="2997" y="1519"/>
                </a:lnTo>
                <a:lnTo>
                  <a:pt x="3006" y="1524"/>
                </a:lnTo>
                <a:lnTo>
                  <a:pt x="3014" y="1527"/>
                </a:lnTo>
                <a:lnTo>
                  <a:pt x="3023" y="1529"/>
                </a:lnTo>
                <a:lnTo>
                  <a:pt x="3031" y="1528"/>
                </a:lnTo>
                <a:lnTo>
                  <a:pt x="3039" y="1525"/>
                </a:lnTo>
                <a:lnTo>
                  <a:pt x="3048" y="1520"/>
                </a:lnTo>
                <a:lnTo>
                  <a:pt x="3056" y="1512"/>
                </a:lnTo>
                <a:lnTo>
                  <a:pt x="3065" y="1500"/>
                </a:lnTo>
                <a:lnTo>
                  <a:pt x="3073" y="1486"/>
                </a:lnTo>
                <a:lnTo>
                  <a:pt x="3081" y="1468"/>
                </a:lnTo>
                <a:lnTo>
                  <a:pt x="3090" y="1446"/>
                </a:lnTo>
                <a:lnTo>
                  <a:pt x="3098" y="1420"/>
                </a:lnTo>
                <a:lnTo>
                  <a:pt x="3107" y="1390"/>
                </a:lnTo>
                <a:lnTo>
                  <a:pt x="3115" y="1356"/>
                </a:lnTo>
                <a:lnTo>
                  <a:pt x="3123" y="1317"/>
                </a:lnTo>
                <a:lnTo>
                  <a:pt x="3132" y="1274"/>
                </a:lnTo>
                <a:lnTo>
                  <a:pt x="3140" y="1226"/>
                </a:lnTo>
                <a:lnTo>
                  <a:pt x="3148" y="1174"/>
                </a:lnTo>
                <a:lnTo>
                  <a:pt x="3157" y="1117"/>
                </a:lnTo>
                <a:lnTo>
                  <a:pt x="3165" y="1056"/>
                </a:lnTo>
                <a:lnTo>
                  <a:pt x="3174" y="990"/>
                </a:lnTo>
                <a:lnTo>
                  <a:pt x="3182" y="921"/>
                </a:lnTo>
                <a:lnTo>
                  <a:pt x="3190" y="848"/>
                </a:lnTo>
                <a:lnTo>
                  <a:pt x="3199" y="772"/>
                </a:lnTo>
                <a:lnTo>
                  <a:pt x="3207" y="694"/>
                </a:lnTo>
                <a:lnTo>
                  <a:pt x="3216" y="614"/>
                </a:lnTo>
                <a:lnTo>
                  <a:pt x="3224" y="533"/>
                </a:lnTo>
                <a:lnTo>
                  <a:pt x="3232" y="452"/>
                </a:lnTo>
                <a:lnTo>
                  <a:pt x="3241" y="373"/>
                </a:lnTo>
                <a:lnTo>
                  <a:pt x="3249" y="296"/>
                </a:lnTo>
                <a:lnTo>
                  <a:pt x="3258" y="223"/>
                </a:lnTo>
                <a:lnTo>
                  <a:pt x="3266" y="157"/>
                </a:lnTo>
                <a:lnTo>
                  <a:pt x="3274" y="99"/>
                </a:lnTo>
                <a:lnTo>
                  <a:pt x="3283" y="52"/>
                </a:lnTo>
                <a:lnTo>
                  <a:pt x="3291" y="18"/>
                </a:lnTo>
                <a:lnTo>
                  <a:pt x="3300" y="0"/>
                </a:lnTo>
                <a:lnTo>
                  <a:pt x="3308" y="1"/>
                </a:lnTo>
                <a:lnTo>
                  <a:pt x="3316" y="25"/>
                </a:lnTo>
                <a:lnTo>
                  <a:pt x="3325" y="77"/>
                </a:lnTo>
                <a:lnTo>
                  <a:pt x="3333" y="160"/>
                </a:lnTo>
                <a:lnTo>
                  <a:pt x="3342" y="280"/>
                </a:lnTo>
                <a:lnTo>
                  <a:pt x="3350" y="443"/>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Freeform 41"/>
          <p:cNvSpPr/>
          <p:nvPr/>
        </p:nvSpPr>
        <p:spPr>
          <a:xfrm>
            <a:off x="8284464" y="3124505"/>
            <a:ext cx="3063240" cy="1747418"/>
          </a:xfrm>
          <a:custGeom>
            <a:avLst/>
            <a:gdLst/>
            <a:ahLst/>
            <a:cxnLst/>
            <a:rect l="l" t="t" r="r" b="b"/>
            <a:pathLst>
              <a:path w="3350" h="1911">
                <a:moveTo>
                  <a:pt x="0" y="633"/>
                </a:moveTo>
                <a:lnTo>
                  <a:pt x="8" y="651"/>
                </a:lnTo>
                <a:lnTo>
                  <a:pt x="17" y="666"/>
                </a:lnTo>
                <a:lnTo>
                  <a:pt x="25" y="680"/>
                </a:lnTo>
                <a:lnTo>
                  <a:pt x="34" y="692"/>
                </a:lnTo>
                <a:lnTo>
                  <a:pt x="42" y="703"/>
                </a:lnTo>
                <a:lnTo>
                  <a:pt x="50" y="713"/>
                </a:lnTo>
                <a:lnTo>
                  <a:pt x="59" y="724"/>
                </a:lnTo>
                <a:lnTo>
                  <a:pt x="67" y="733"/>
                </a:lnTo>
                <a:lnTo>
                  <a:pt x="76" y="743"/>
                </a:lnTo>
                <a:lnTo>
                  <a:pt x="84" y="754"/>
                </a:lnTo>
                <a:lnTo>
                  <a:pt x="92" y="764"/>
                </a:lnTo>
                <a:lnTo>
                  <a:pt x="101" y="776"/>
                </a:lnTo>
                <a:lnTo>
                  <a:pt x="109" y="787"/>
                </a:lnTo>
                <a:lnTo>
                  <a:pt x="118" y="800"/>
                </a:lnTo>
                <a:lnTo>
                  <a:pt x="126" y="813"/>
                </a:lnTo>
                <a:lnTo>
                  <a:pt x="134" y="827"/>
                </a:lnTo>
                <a:lnTo>
                  <a:pt x="143" y="842"/>
                </a:lnTo>
                <a:lnTo>
                  <a:pt x="151" y="858"/>
                </a:lnTo>
                <a:lnTo>
                  <a:pt x="160" y="875"/>
                </a:lnTo>
                <a:lnTo>
                  <a:pt x="168" y="892"/>
                </a:lnTo>
                <a:lnTo>
                  <a:pt x="176" y="910"/>
                </a:lnTo>
                <a:lnTo>
                  <a:pt x="185" y="929"/>
                </a:lnTo>
                <a:lnTo>
                  <a:pt x="193" y="949"/>
                </a:lnTo>
                <a:lnTo>
                  <a:pt x="202" y="970"/>
                </a:lnTo>
                <a:lnTo>
                  <a:pt x="210" y="991"/>
                </a:lnTo>
                <a:lnTo>
                  <a:pt x="218" y="1013"/>
                </a:lnTo>
                <a:lnTo>
                  <a:pt x="227" y="1035"/>
                </a:lnTo>
                <a:lnTo>
                  <a:pt x="235" y="1058"/>
                </a:lnTo>
                <a:lnTo>
                  <a:pt x="243" y="1082"/>
                </a:lnTo>
                <a:lnTo>
                  <a:pt x="252" y="1105"/>
                </a:lnTo>
                <a:lnTo>
                  <a:pt x="260" y="1130"/>
                </a:lnTo>
                <a:lnTo>
                  <a:pt x="269" y="1154"/>
                </a:lnTo>
                <a:lnTo>
                  <a:pt x="277" y="1178"/>
                </a:lnTo>
                <a:lnTo>
                  <a:pt x="285" y="1203"/>
                </a:lnTo>
                <a:lnTo>
                  <a:pt x="294" y="1228"/>
                </a:lnTo>
                <a:lnTo>
                  <a:pt x="302" y="1253"/>
                </a:lnTo>
                <a:lnTo>
                  <a:pt x="311" y="1278"/>
                </a:lnTo>
                <a:lnTo>
                  <a:pt x="319" y="1303"/>
                </a:lnTo>
                <a:lnTo>
                  <a:pt x="327" y="1327"/>
                </a:lnTo>
                <a:lnTo>
                  <a:pt x="336" y="1352"/>
                </a:lnTo>
                <a:lnTo>
                  <a:pt x="344" y="1376"/>
                </a:lnTo>
                <a:lnTo>
                  <a:pt x="353" y="1400"/>
                </a:lnTo>
                <a:lnTo>
                  <a:pt x="361" y="1424"/>
                </a:lnTo>
                <a:lnTo>
                  <a:pt x="369" y="1447"/>
                </a:lnTo>
                <a:lnTo>
                  <a:pt x="378" y="1470"/>
                </a:lnTo>
                <a:lnTo>
                  <a:pt x="386" y="1493"/>
                </a:lnTo>
                <a:lnTo>
                  <a:pt x="395" y="1515"/>
                </a:lnTo>
                <a:lnTo>
                  <a:pt x="403" y="1537"/>
                </a:lnTo>
                <a:lnTo>
                  <a:pt x="411" y="1558"/>
                </a:lnTo>
                <a:lnTo>
                  <a:pt x="420" y="1579"/>
                </a:lnTo>
                <a:lnTo>
                  <a:pt x="428" y="1599"/>
                </a:lnTo>
                <a:lnTo>
                  <a:pt x="437" y="1619"/>
                </a:lnTo>
                <a:lnTo>
                  <a:pt x="445" y="1638"/>
                </a:lnTo>
                <a:lnTo>
                  <a:pt x="453" y="1656"/>
                </a:lnTo>
                <a:lnTo>
                  <a:pt x="462" y="1674"/>
                </a:lnTo>
                <a:lnTo>
                  <a:pt x="470" y="1691"/>
                </a:lnTo>
                <a:lnTo>
                  <a:pt x="479" y="1707"/>
                </a:lnTo>
                <a:lnTo>
                  <a:pt x="487" y="1723"/>
                </a:lnTo>
                <a:lnTo>
                  <a:pt x="495" y="1739"/>
                </a:lnTo>
                <a:lnTo>
                  <a:pt x="504" y="1753"/>
                </a:lnTo>
                <a:lnTo>
                  <a:pt x="512" y="1767"/>
                </a:lnTo>
                <a:lnTo>
                  <a:pt x="521" y="1780"/>
                </a:lnTo>
                <a:lnTo>
                  <a:pt x="529" y="1793"/>
                </a:lnTo>
                <a:lnTo>
                  <a:pt x="537" y="1805"/>
                </a:lnTo>
                <a:lnTo>
                  <a:pt x="546" y="1816"/>
                </a:lnTo>
                <a:lnTo>
                  <a:pt x="554" y="1826"/>
                </a:lnTo>
                <a:lnTo>
                  <a:pt x="563" y="1836"/>
                </a:lnTo>
                <a:lnTo>
                  <a:pt x="571" y="1846"/>
                </a:lnTo>
                <a:lnTo>
                  <a:pt x="579" y="1854"/>
                </a:lnTo>
                <a:lnTo>
                  <a:pt x="588" y="1862"/>
                </a:lnTo>
                <a:lnTo>
                  <a:pt x="596" y="1870"/>
                </a:lnTo>
                <a:lnTo>
                  <a:pt x="605" y="1876"/>
                </a:lnTo>
                <a:lnTo>
                  <a:pt x="613" y="1882"/>
                </a:lnTo>
                <a:lnTo>
                  <a:pt x="621" y="1888"/>
                </a:lnTo>
                <a:lnTo>
                  <a:pt x="630" y="1893"/>
                </a:lnTo>
                <a:lnTo>
                  <a:pt x="638" y="1897"/>
                </a:lnTo>
                <a:lnTo>
                  <a:pt x="646" y="1900"/>
                </a:lnTo>
                <a:lnTo>
                  <a:pt x="655" y="1904"/>
                </a:lnTo>
                <a:lnTo>
                  <a:pt x="663" y="1906"/>
                </a:lnTo>
                <a:lnTo>
                  <a:pt x="672" y="1908"/>
                </a:lnTo>
                <a:lnTo>
                  <a:pt x="680" y="1909"/>
                </a:lnTo>
                <a:lnTo>
                  <a:pt x="688" y="1910"/>
                </a:lnTo>
                <a:lnTo>
                  <a:pt x="697" y="1911"/>
                </a:lnTo>
                <a:lnTo>
                  <a:pt x="705" y="1911"/>
                </a:lnTo>
                <a:lnTo>
                  <a:pt x="714" y="1910"/>
                </a:lnTo>
                <a:lnTo>
                  <a:pt x="722" y="1909"/>
                </a:lnTo>
                <a:lnTo>
                  <a:pt x="730" y="1907"/>
                </a:lnTo>
                <a:lnTo>
                  <a:pt x="739" y="1905"/>
                </a:lnTo>
                <a:lnTo>
                  <a:pt x="747" y="1902"/>
                </a:lnTo>
                <a:lnTo>
                  <a:pt x="756" y="1899"/>
                </a:lnTo>
                <a:lnTo>
                  <a:pt x="764" y="1896"/>
                </a:lnTo>
                <a:lnTo>
                  <a:pt x="772" y="1892"/>
                </a:lnTo>
                <a:lnTo>
                  <a:pt x="781" y="1888"/>
                </a:lnTo>
                <a:lnTo>
                  <a:pt x="789" y="1883"/>
                </a:lnTo>
                <a:lnTo>
                  <a:pt x="798" y="1878"/>
                </a:lnTo>
                <a:lnTo>
                  <a:pt x="806" y="1872"/>
                </a:lnTo>
                <a:lnTo>
                  <a:pt x="814" y="1867"/>
                </a:lnTo>
                <a:lnTo>
                  <a:pt x="823" y="1860"/>
                </a:lnTo>
                <a:lnTo>
                  <a:pt x="831" y="1854"/>
                </a:lnTo>
                <a:lnTo>
                  <a:pt x="840" y="1847"/>
                </a:lnTo>
                <a:lnTo>
                  <a:pt x="848" y="1840"/>
                </a:lnTo>
                <a:lnTo>
                  <a:pt x="856" y="1832"/>
                </a:lnTo>
                <a:lnTo>
                  <a:pt x="865" y="1824"/>
                </a:lnTo>
                <a:lnTo>
                  <a:pt x="873" y="1816"/>
                </a:lnTo>
                <a:lnTo>
                  <a:pt x="882" y="1808"/>
                </a:lnTo>
                <a:lnTo>
                  <a:pt x="890" y="1799"/>
                </a:lnTo>
                <a:lnTo>
                  <a:pt x="898" y="1790"/>
                </a:lnTo>
                <a:lnTo>
                  <a:pt x="907" y="1781"/>
                </a:lnTo>
                <a:lnTo>
                  <a:pt x="915" y="1772"/>
                </a:lnTo>
                <a:lnTo>
                  <a:pt x="924" y="1762"/>
                </a:lnTo>
                <a:lnTo>
                  <a:pt x="932" y="1752"/>
                </a:lnTo>
                <a:lnTo>
                  <a:pt x="940" y="1742"/>
                </a:lnTo>
                <a:lnTo>
                  <a:pt x="949" y="1732"/>
                </a:lnTo>
                <a:lnTo>
                  <a:pt x="957" y="1722"/>
                </a:lnTo>
                <a:lnTo>
                  <a:pt x="966" y="1712"/>
                </a:lnTo>
                <a:lnTo>
                  <a:pt x="974" y="1701"/>
                </a:lnTo>
                <a:lnTo>
                  <a:pt x="982" y="1690"/>
                </a:lnTo>
                <a:lnTo>
                  <a:pt x="991" y="1679"/>
                </a:lnTo>
                <a:lnTo>
                  <a:pt x="999" y="1669"/>
                </a:lnTo>
                <a:lnTo>
                  <a:pt x="1008" y="1658"/>
                </a:lnTo>
                <a:lnTo>
                  <a:pt x="1016" y="1646"/>
                </a:lnTo>
                <a:lnTo>
                  <a:pt x="1024" y="1635"/>
                </a:lnTo>
                <a:lnTo>
                  <a:pt x="1033" y="1624"/>
                </a:lnTo>
                <a:lnTo>
                  <a:pt x="1041" y="1613"/>
                </a:lnTo>
                <a:lnTo>
                  <a:pt x="1049" y="1602"/>
                </a:lnTo>
                <a:lnTo>
                  <a:pt x="1058" y="1591"/>
                </a:lnTo>
                <a:lnTo>
                  <a:pt x="1066" y="1580"/>
                </a:lnTo>
                <a:lnTo>
                  <a:pt x="1075" y="1569"/>
                </a:lnTo>
                <a:lnTo>
                  <a:pt x="1083" y="1558"/>
                </a:lnTo>
                <a:lnTo>
                  <a:pt x="1091" y="1547"/>
                </a:lnTo>
                <a:lnTo>
                  <a:pt x="1100" y="1536"/>
                </a:lnTo>
                <a:lnTo>
                  <a:pt x="1108" y="1525"/>
                </a:lnTo>
                <a:lnTo>
                  <a:pt x="1117" y="1514"/>
                </a:lnTo>
                <a:lnTo>
                  <a:pt x="1125" y="1504"/>
                </a:lnTo>
                <a:lnTo>
                  <a:pt x="1133" y="1494"/>
                </a:lnTo>
                <a:lnTo>
                  <a:pt x="1142" y="1483"/>
                </a:lnTo>
                <a:lnTo>
                  <a:pt x="1150" y="1473"/>
                </a:lnTo>
                <a:lnTo>
                  <a:pt x="1159" y="1464"/>
                </a:lnTo>
                <a:lnTo>
                  <a:pt x="1167" y="1454"/>
                </a:lnTo>
                <a:lnTo>
                  <a:pt x="1175" y="1445"/>
                </a:lnTo>
                <a:lnTo>
                  <a:pt x="1184" y="1435"/>
                </a:lnTo>
                <a:lnTo>
                  <a:pt x="1192" y="1427"/>
                </a:lnTo>
                <a:lnTo>
                  <a:pt x="1201" y="1418"/>
                </a:lnTo>
                <a:lnTo>
                  <a:pt x="1209" y="1410"/>
                </a:lnTo>
                <a:lnTo>
                  <a:pt x="1217" y="1402"/>
                </a:lnTo>
                <a:lnTo>
                  <a:pt x="1226" y="1394"/>
                </a:lnTo>
                <a:lnTo>
                  <a:pt x="1234" y="1386"/>
                </a:lnTo>
                <a:lnTo>
                  <a:pt x="1243" y="1379"/>
                </a:lnTo>
                <a:lnTo>
                  <a:pt x="1251" y="1373"/>
                </a:lnTo>
                <a:lnTo>
                  <a:pt x="1259" y="1366"/>
                </a:lnTo>
                <a:lnTo>
                  <a:pt x="1268" y="1360"/>
                </a:lnTo>
                <a:lnTo>
                  <a:pt x="1276" y="1355"/>
                </a:lnTo>
                <a:lnTo>
                  <a:pt x="1285" y="1349"/>
                </a:lnTo>
                <a:lnTo>
                  <a:pt x="1293" y="1344"/>
                </a:lnTo>
                <a:lnTo>
                  <a:pt x="1301" y="1340"/>
                </a:lnTo>
                <a:lnTo>
                  <a:pt x="1310" y="1336"/>
                </a:lnTo>
                <a:lnTo>
                  <a:pt x="1318" y="1332"/>
                </a:lnTo>
                <a:lnTo>
                  <a:pt x="1327" y="1329"/>
                </a:lnTo>
                <a:lnTo>
                  <a:pt x="1335" y="1326"/>
                </a:lnTo>
                <a:lnTo>
                  <a:pt x="1343" y="1324"/>
                </a:lnTo>
                <a:lnTo>
                  <a:pt x="1352" y="1322"/>
                </a:lnTo>
                <a:lnTo>
                  <a:pt x="1360" y="1320"/>
                </a:lnTo>
                <a:lnTo>
                  <a:pt x="1369" y="1319"/>
                </a:lnTo>
                <a:lnTo>
                  <a:pt x="1377" y="1319"/>
                </a:lnTo>
                <a:lnTo>
                  <a:pt x="1385" y="1318"/>
                </a:lnTo>
                <a:lnTo>
                  <a:pt x="1394" y="1319"/>
                </a:lnTo>
                <a:lnTo>
                  <a:pt x="1402" y="1319"/>
                </a:lnTo>
                <a:lnTo>
                  <a:pt x="1411" y="1321"/>
                </a:lnTo>
                <a:lnTo>
                  <a:pt x="1419" y="1322"/>
                </a:lnTo>
                <a:lnTo>
                  <a:pt x="1427" y="1324"/>
                </a:lnTo>
                <a:lnTo>
                  <a:pt x="1436" y="1326"/>
                </a:lnTo>
                <a:lnTo>
                  <a:pt x="1444" y="1329"/>
                </a:lnTo>
                <a:lnTo>
                  <a:pt x="1453" y="1333"/>
                </a:lnTo>
                <a:lnTo>
                  <a:pt x="1461" y="1336"/>
                </a:lnTo>
                <a:lnTo>
                  <a:pt x="1469" y="1340"/>
                </a:lnTo>
                <a:lnTo>
                  <a:pt x="1478" y="1345"/>
                </a:lnTo>
                <a:lnTo>
                  <a:pt x="1486" y="1349"/>
                </a:lnTo>
                <a:lnTo>
                  <a:pt x="1494" y="1355"/>
                </a:lnTo>
                <a:lnTo>
                  <a:pt x="1503" y="1360"/>
                </a:lnTo>
                <a:lnTo>
                  <a:pt x="1511" y="1366"/>
                </a:lnTo>
                <a:lnTo>
                  <a:pt x="1520" y="1372"/>
                </a:lnTo>
                <a:lnTo>
                  <a:pt x="1528" y="1378"/>
                </a:lnTo>
                <a:lnTo>
                  <a:pt x="1536" y="1385"/>
                </a:lnTo>
                <a:lnTo>
                  <a:pt x="1545" y="1392"/>
                </a:lnTo>
                <a:lnTo>
                  <a:pt x="1553" y="1400"/>
                </a:lnTo>
                <a:lnTo>
                  <a:pt x="1562" y="1407"/>
                </a:lnTo>
                <a:lnTo>
                  <a:pt x="1570" y="1415"/>
                </a:lnTo>
                <a:lnTo>
                  <a:pt x="1578" y="1423"/>
                </a:lnTo>
                <a:lnTo>
                  <a:pt x="1587" y="1431"/>
                </a:lnTo>
                <a:lnTo>
                  <a:pt x="1595" y="1439"/>
                </a:lnTo>
                <a:lnTo>
                  <a:pt x="1604" y="1448"/>
                </a:lnTo>
                <a:lnTo>
                  <a:pt x="1612" y="1456"/>
                </a:lnTo>
                <a:lnTo>
                  <a:pt x="1620" y="1465"/>
                </a:lnTo>
                <a:lnTo>
                  <a:pt x="1629" y="1474"/>
                </a:lnTo>
                <a:lnTo>
                  <a:pt x="1637" y="1482"/>
                </a:lnTo>
                <a:lnTo>
                  <a:pt x="1646" y="1491"/>
                </a:lnTo>
                <a:lnTo>
                  <a:pt x="1654" y="1500"/>
                </a:lnTo>
                <a:lnTo>
                  <a:pt x="1662" y="1509"/>
                </a:lnTo>
                <a:lnTo>
                  <a:pt x="1671" y="1518"/>
                </a:lnTo>
                <a:lnTo>
                  <a:pt x="1679" y="1526"/>
                </a:lnTo>
                <a:lnTo>
                  <a:pt x="1688" y="1535"/>
                </a:lnTo>
                <a:lnTo>
                  <a:pt x="1696" y="1543"/>
                </a:lnTo>
                <a:lnTo>
                  <a:pt x="1704" y="1552"/>
                </a:lnTo>
                <a:lnTo>
                  <a:pt x="1713" y="1560"/>
                </a:lnTo>
                <a:lnTo>
                  <a:pt x="1721" y="1568"/>
                </a:lnTo>
                <a:lnTo>
                  <a:pt x="1730" y="1576"/>
                </a:lnTo>
                <a:lnTo>
                  <a:pt x="1738" y="1583"/>
                </a:lnTo>
                <a:lnTo>
                  <a:pt x="1746" y="1591"/>
                </a:lnTo>
                <a:lnTo>
                  <a:pt x="1755" y="1598"/>
                </a:lnTo>
                <a:lnTo>
                  <a:pt x="1763" y="1605"/>
                </a:lnTo>
                <a:lnTo>
                  <a:pt x="1772" y="1611"/>
                </a:lnTo>
                <a:lnTo>
                  <a:pt x="1780" y="1617"/>
                </a:lnTo>
                <a:lnTo>
                  <a:pt x="1788" y="1623"/>
                </a:lnTo>
                <a:lnTo>
                  <a:pt x="1797" y="1628"/>
                </a:lnTo>
                <a:lnTo>
                  <a:pt x="1805" y="1633"/>
                </a:lnTo>
                <a:lnTo>
                  <a:pt x="1814" y="1638"/>
                </a:lnTo>
                <a:lnTo>
                  <a:pt x="1822" y="1642"/>
                </a:lnTo>
                <a:lnTo>
                  <a:pt x="1830" y="1646"/>
                </a:lnTo>
                <a:lnTo>
                  <a:pt x="1839" y="1649"/>
                </a:lnTo>
                <a:lnTo>
                  <a:pt x="1847" y="1652"/>
                </a:lnTo>
                <a:lnTo>
                  <a:pt x="1856" y="1654"/>
                </a:lnTo>
                <a:lnTo>
                  <a:pt x="1864" y="1656"/>
                </a:lnTo>
                <a:lnTo>
                  <a:pt x="1872" y="1657"/>
                </a:lnTo>
                <a:lnTo>
                  <a:pt x="1881" y="1658"/>
                </a:lnTo>
                <a:lnTo>
                  <a:pt x="1889" y="1658"/>
                </a:lnTo>
                <a:lnTo>
                  <a:pt x="1897" y="1658"/>
                </a:lnTo>
                <a:lnTo>
                  <a:pt x="1906" y="1657"/>
                </a:lnTo>
                <a:lnTo>
                  <a:pt x="1914" y="1655"/>
                </a:lnTo>
                <a:lnTo>
                  <a:pt x="1923" y="1654"/>
                </a:lnTo>
                <a:lnTo>
                  <a:pt x="1931" y="1651"/>
                </a:lnTo>
                <a:lnTo>
                  <a:pt x="1939" y="1648"/>
                </a:lnTo>
                <a:lnTo>
                  <a:pt x="1948" y="1644"/>
                </a:lnTo>
                <a:lnTo>
                  <a:pt x="1956" y="1640"/>
                </a:lnTo>
                <a:lnTo>
                  <a:pt x="1965" y="1635"/>
                </a:lnTo>
                <a:lnTo>
                  <a:pt x="1973" y="1630"/>
                </a:lnTo>
                <a:lnTo>
                  <a:pt x="1981" y="1624"/>
                </a:lnTo>
                <a:lnTo>
                  <a:pt x="1990" y="1618"/>
                </a:lnTo>
                <a:lnTo>
                  <a:pt x="1998" y="1611"/>
                </a:lnTo>
                <a:lnTo>
                  <a:pt x="2007" y="1603"/>
                </a:lnTo>
                <a:lnTo>
                  <a:pt x="2015" y="1596"/>
                </a:lnTo>
                <a:lnTo>
                  <a:pt x="2023" y="1587"/>
                </a:lnTo>
                <a:lnTo>
                  <a:pt x="2032" y="1578"/>
                </a:lnTo>
                <a:lnTo>
                  <a:pt x="2040" y="1569"/>
                </a:lnTo>
                <a:lnTo>
                  <a:pt x="2049" y="1559"/>
                </a:lnTo>
                <a:lnTo>
                  <a:pt x="2057" y="1549"/>
                </a:lnTo>
                <a:lnTo>
                  <a:pt x="2065" y="1538"/>
                </a:lnTo>
                <a:lnTo>
                  <a:pt x="2074" y="1527"/>
                </a:lnTo>
                <a:lnTo>
                  <a:pt x="2082" y="1516"/>
                </a:lnTo>
                <a:lnTo>
                  <a:pt x="2091" y="1504"/>
                </a:lnTo>
                <a:lnTo>
                  <a:pt x="2099" y="1492"/>
                </a:lnTo>
                <a:lnTo>
                  <a:pt x="2107" y="1480"/>
                </a:lnTo>
                <a:lnTo>
                  <a:pt x="2116" y="1468"/>
                </a:lnTo>
                <a:lnTo>
                  <a:pt x="2124" y="1455"/>
                </a:lnTo>
                <a:lnTo>
                  <a:pt x="2133" y="1442"/>
                </a:lnTo>
                <a:lnTo>
                  <a:pt x="2141" y="1429"/>
                </a:lnTo>
                <a:lnTo>
                  <a:pt x="2149" y="1415"/>
                </a:lnTo>
                <a:lnTo>
                  <a:pt x="2158" y="1402"/>
                </a:lnTo>
                <a:lnTo>
                  <a:pt x="2166" y="1389"/>
                </a:lnTo>
                <a:lnTo>
                  <a:pt x="2175" y="1375"/>
                </a:lnTo>
                <a:lnTo>
                  <a:pt x="2183" y="1362"/>
                </a:lnTo>
                <a:lnTo>
                  <a:pt x="2191" y="1348"/>
                </a:lnTo>
                <a:lnTo>
                  <a:pt x="2200" y="1335"/>
                </a:lnTo>
                <a:lnTo>
                  <a:pt x="2208" y="1321"/>
                </a:lnTo>
                <a:lnTo>
                  <a:pt x="2217" y="1308"/>
                </a:lnTo>
                <a:lnTo>
                  <a:pt x="2225" y="1295"/>
                </a:lnTo>
                <a:lnTo>
                  <a:pt x="2233" y="1282"/>
                </a:lnTo>
                <a:lnTo>
                  <a:pt x="2242" y="1269"/>
                </a:lnTo>
                <a:lnTo>
                  <a:pt x="2250" y="1257"/>
                </a:lnTo>
                <a:lnTo>
                  <a:pt x="2259" y="1245"/>
                </a:lnTo>
                <a:lnTo>
                  <a:pt x="2267" y="1233"/>
                </a:lnTo>
                <a:lnTo>
                  <a:pt x="2275" y="1221"/>
                </a:lnTo>
                <a:lnTo>
                  <a:pt x="2284" y="1210"/>
                </a:lnTo>
                <a:lnTo>
                  <a:pt x="2292" y="1199"/>
                </a:lnTo>
                <a:lnTo>
                  <a:pt x="2301" y="1189"/>
                </a:lnTo>
                <a:lnTo>
                  <a:pt x="2309" y="1179"/>
                </a:lnTo>
                <a:lnTo>
                  <a:pt x="2317" y="1169"/>
                </a:lnTo>
                <a:lnTo>
                  <a:pt x="2326" y="1160"/>
                </a:lnTo>
                <a:lnTo>
                  <a:pt x="2334" y="1152"/>
                </a:lnTo>
                <a:lnTo>
                  <a:pt x="2342" y="1144"/>
                </a:lnTo>
                <a:lnTo>
                  <a:pt x="2351" y="1136"/>
                </a:lnTo>
                <a:lnTo>
                  <a:pt x="2359" y="1130"/>
                </a:lnTo>
                <a:lnTo>
                  <a:pt x="2368" y="1123"/>
                </a:lnTo>
                <a:lnTo>
                  <a:pt x="2376" y="1118"/>
                </a:lnTo>
                <a:lnTo>
                  <a:pt x="2384" y="1113"/>
                </a:lnTo>
                <a:lnTo>
                  <a:pt x="2393" y="1108"/>
                </a:lnTo>
                <a:lnTo>
                  <a:pt x="2401" y="1104"/>
                </a:lnTo>
                <a:lnTo>
                  <a:pt x="2410" y="1101"/>
                </a:lnTo>
                <a:lnTo>
                  <a:pt x="2418" y="1099"/>
                </a:lnTo>
                <a:lnTo>
                  <a:pt x="2426" y="1097"/>
                </a:lnTo>
                <a:lnTo>
                  <a:pt x="2435" y="1096"/>
                </a:lnTo>
                <a:lnTo>
                  <a:pt x="2443" y="1095"/>
                </a:lnTo>
                <a:lnTo>
                  <a:pt x="2452" y="1095"/>
                </a:lnTo>
                <a:lnTo>
                  <a:pt x="2460" y="1096"/>
                </a:lnTo>
                <a:lnTo>
                  <a:pt x="2468" y="1097"/>
                </a:lnTo>
                <a:lnTo>
                  <a:pt x="2477" y="1098"/>
                </a:lnTo>
                <a:lnTo>
                  <a:pt x="2485" y="1101"/>
                </a:lnTo>
                <a:lnTo>
                  <a:pt x="2494" y="1104"/>
                </a:lnTo>
                <a:lnTo>
                  <a:pt x="2502" y="1107"/>
                </a:lnTo>
                <a:lnTo>
                  <a:pt x="2510" y="1111"/>
                </a:lnTo>
                <a:lnTo>
                  <a:pt x="2519" y="1115"/>
                </a:lnTo>
                <a:lnTo>
                  <a:pt x="2527" y="1120"/>
                </a:lnTo>
                <a:lnTo>
                  <a:pt x="2536" y="1125"/>
                </a:lnTo>
                <a:lnTo>
                  <a:pt x="2544" y="1130"/>
                </a:lnTo>
                <a:lnTo>
                  <a:pt x="2552" y="1136"/>
                </a:lnTo>
                <a:lnTo>
                  <a:pt x="2561" y="1142"/>
                </a:lnTo>
                <a:lnTo>
                  <a:pt x="2569" y="1148"/>
                </a:lnTo>
                <a:lnTo>
                  <a:pt x="2578" y="1155"/>
                </a:lnTo>
                <a:lnTo>
                  <a:pt x="2586" y="1162"/>
                </a:lnTo>
                <a:lnTo>
                  <a:pt x="2594" y="1168"/>
                </a:lnTo>
                <a:lnTo>
                  <a:pt x="2603" y="1175"/>
                </a:lnTo>
                <a:lnTo>
                  <a:pt x="2611" y="1182"/>
                </a:lnTo>
                <a:lnTo>
                  <a:pt x="2620" y="1188"/>
                </a:lnTo>
                <a:lnTo>
                  <a:pt x="2628" y="1195"/>
                </a:lnTo>
                <a:lnTo>
                  <a:pt x="2636" y="1201"/>
                </a:lnTo>
                <a:lnTo>
                  <a:pt x="2645" y="1207"/>
                </a:lnTo>
                <a:lnTo>
                  <a:pt x="2653" y="1213"/>
                </a:lnTo>
                <a:lnTo>
                  <a:pt x="2662" y="1219"/>
                </a:lnTo>
                <a:lnTo>
                  <a:pt x="2670" y="1224"/>
                </a:lnTo>
                <a:lnTo>
                  <a:pt x="2678" y="1228"/>
                </a:lnTo>
                <a:lnTo>
                  <a:pt x="2687" y="1233"/>
                </a:lnTo>
                <a:lnTo>
                  <a:pt x="2695" y="1236"/>
                </a:lnTo>
                <a:lnTo>
                  <a:pt x="2704" y="1239"/>
                </a:lnTo>
                <a:lnTo>
                  <a:pt x="2712" y="1241"/>
                </a:lnTo>
                <a:lnTo>
                  <a:pt x="2720" y="1243"/>
                </a:lnTo>
                <a:lnTo>
                  <a:pt x="2729" y="1243"/>
                </a:lnTo>
                <a:lnTo>
                  <a:pt x="2737" y="1243"/>
                </a:lnTo>
                <a:lnTo>
                  <a:pt x="2745" y="1242"/>
                </a:lnTo>
                <a:lnTo>
                  <a:pt x="2754" y="1240"/>
                </a:lnTo>
                <a:lnTo>
                  <a:pt x="2762" y="1237"/>
                </a:lnTo>
                <a:lnTo>
                  <a:pt x="2771" y="1233"/>
                </a:lnTo>
                <a:lnTo>
                  <a:pt x="2779" y="1228"/>
                </a:lnTo>
                <a:lnTo>
                  <a:pt x="2787" y="1222"/>
                </a:lnTo>
                <a:lnTo>
                  <a:pt x="2796" y="1214"/>
                </a:lnTo>
                <a:lnTo>
                  <a:pt x="2804" y="1206"/>
                </a:lnTo>
                <a:lnTo>
                  <a:pt x="2813" y="1197"/>
                </a:lnTo>
                <a:lnTo>
                  <a:pt x="2821" y="1186"/>
                </a:lnTo>
                <a:lnTo>
                  <a:pt x="2829" y="1174"/>
                </a:lnTo>
                <a:lnTo>
                  <a:pt x="2838" y="1161"/>
                </a:lnTo>
                <a:lnTo>
                  <a:pt x="2846" y="1147"/>
                </a:lnTo>
                <a:lnTo>
                  <a:pt x="2855" y="1132"/>
                </a:lnTo>
                <a:lnTo>
                  <a:pt x="2863" y="1116"/>
                </a:lnTo>
                <a:lnTo>
                  <a:pt x="2871" y="1099"/>
                </a:lnTo>
                <a:lnTo>
                  <a:pt x="2880" y="1080"/>
                </a:lnTo>
                <a:lnTo>
                  <a:pt x="2888" y="1061"/>
                </a:lnTo>
                <a:lnTo>
                  <a:pt x="2897" y="1040"/>
                </a:lnTo>
                <a:lnTo>
                  <a:pt x="2905" y="1019"/>
                </a:lnTo>
                <a:lnTo>
                  <a:pt x="2913" y="997"/>
                </a:lnTo>
                <a:lnTo>
                  <a:pt x="2922" y="974"/>
                </a:lnTo>
                <a:lnTo>
                  <a:pt x="2930" y="951"/>
                </a:lnTo>
                <a:lnTo>
                  <a:pt x="2939" y="927"/>
                </a:lnTo>
                <a:lnTo>
                  <a:pt x="2947" y="903"/>
                </a:lnTo>
                <a:lnTo>
                  <a:pt x="2955" y="878"/>
                </a:lnTo>
                <a:lnTo>
                  <a:pt x="2964" y="852"/>
                </a:lnTo>
                <a:lnTo>
                  <a:pt x="2972" y="827"/>
                </a:lnTo>
                <a:lnTo>
                  <a:pt x="2981" y="802"/>
                </a:lnTo>
                <a:lnTo>
                  <a:pt x="2989" y="777"/>
                </a:lnTo>
                <a:lnTo>
                  <a:pt x="2997" y="752"/>
                </a:lnTo>
                <a:lnTo>
                  <a:pt x="3006" y="727"/>
                </a:lnTo>
                <a:lnTo>
                  <a:pt x="3014" y="703"/>
                </a:lnTo>
                <a:lnTo>
                  <a:pt x="3023" y="679"/>
                </a:lnTo>
                <a:lnTo>
                  <a:pt x="3031" y="657"/>
                </a:lnTo>
                <a:lnTo>
                  <a:pt x="3039" y="635"/>
                </a:lnTo>
                <a:lnTo>
                  <a:pt x="3048" y="614"/>
                </a:lnTo>
                <a:lnTo>
                  <a:pt x="3056" y="595"/>
                </a:lnTo>
                <a:lnTo>
                  <a:pt x="3065" y="576"/>
                </a:lnTo>
                <a:lnTo>
                  <a:pt x="3073" y="560"/>
                </a:lnTo>
                <a:lnTo>
                  <a:pt x="3081" y="545"/>
                </a:lnTo>
                <a:lnTo>
                  <a:pt x="3090" y="532"/>
                </a:lnTo>
                <a:lnTo>
                  <a:pt x="3098" y="520"/>
                </a:lnTo>
                <a:lnTo>
                  <a:pt x="3107" y="511"/>
                </a:lnTo>
                <a:lnTo>
                  <a:pt x="3115" y="503"/>
                </a:lnTo>
                <a:lnTo>
                  <a:pt x="3123" y="497"/>
                </a:lnTo>
                <a:lnTo>
                  <a:pt x="3132" y="494"/>
                </a:lnTo>
                <a:lnTo>
                  <a:pt x="3140" y="493"/>
                </a:lnTo>
                <a:lnTo>
                  <a:pt x="3148" y="493"/>
                </a:lnTo>
                <a:lnTo>
                  <a:pt x="3157" y="496"/>
                </a:lnTo>
                <a:lnTo>
                  <a:pt x="3165" y="500"/>
                </a:lnTo>
                <a:lnTo>
                  <a:pt x="3174" y="507"/>
                </a:lnTo>
                <a:lnTo>
                  <a:pt x="3182" y="514"/>
                </a:lnTo>
                <a:lnTo>
                  <a:pt x="3190" y="524"/>
                </a:lnTo>
                <a:lnTo>
                  <a:pt x="3199" y="534"/>
                </a:lnTo>
                <a:lnTo>
                  <a:pt x="3207" y="544"/>
                </a:lnTo>
                <a:lnTo>
                  <a:pt x="3216" y="555"/>
                </a:lnTo>
                <a:lnTo>
                  <a:pt x="3224" y="566"/>
                </a:lnTo>
                <a:lnTo>
                  <a:pt x="3232" y="575"/>
                </a:lnTo>
                <a:lnTo>
                  <a:pt x="3241" y="583"/>
                </a:lnTo>
                <a:lnTo>
                  <a:pt x="3249" y="589"/>
                </a:lnTo>
                <a:lnTo>
                  <a:pt x="3258" y="591"/>
                </a:lnTo>
                <a:lnTo>
                  <a:pt x="3266" y="589"/>
                </a:lnTo>
                <a:lnTo>
                  <a:pt x="3274" y="581"/>
                </a:lnTo>
                <a:lnTo>
                  <a:pt x="3283" y="567"/>
                </a:lnTo>
                <a:lnTo>
                  <a:pt x="3291" y="544"/>
                </a:lnTo>
                <a:lnTo>
                  <a:pt x="3300" y="512"/>
                </a:lnTo>
                <a:lnTo>
                  <a:pt x="3308" y="468"/>
                </a:lnTo>
                <a:lnTo>
                  <a:pt x="3316" y="410"/>
                </a:lnTo>
                <a:lnTo>
                  <a:pt x="3325" y="337"/>
                </a:lnTo>
                <a:lnTo>
                  <a:pt x="3333" y="246"/>
                </a:lnTo>
                <a:lnTo>
                  <a:pt x="3342" y="135"/>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Freeform 42"/>
          <p:cNvSpPr/>
          <p:nvPr/>
        </p:nvSpPr>
        <p:spPr>
          <a:xfrm>
            <a:off x="8284464" y="3071470"/>
            <a:ext cx="3063240" cy="1698041"/>
          </a:xfrm>
          <a:custGeom>
            <a:avLst/>
            <a:gdLst/>
            <a:ahLst/>
            <a:cxnLst/>
            <a:rect l="l" t="t" r="r" b="b"/>
            <a:pathLst>
              <a:path w="3350" h="1857">
                <a:moveTo>
                  <a:pt x="0" y="390"/>
                </a:moveTo>
                <a:lnTo>
                  <a:pt x="8" y="393"/>
                </a:lnTo>
                <a:lnTo>
                  <a:pt x="17" y="401"/>
                </a:lnTo>
                <a:lnTo>
                  <a:pt x="25" y="412"/>
                </a:lnTo>
                <a:lnTo>
                  <a:pt x="34" y="427"/>
                </a:lnTo>
                <a:lnTo>
                  <a:pt x="42" y="446"/>
                </a:lnTo>
                <a:lnTo>
                  <a:pt x="50" y="467"/>
                </a:lnTo>
                <a:lnTo>
                  <a:pt x="59" y="492"/>
                </a:lnTo>
                <a:lnTo>
                  <a:pt x="67" y="519"/>
                </a:lnTo>
                <a:lnTo>
                  <a:pt x="76" y="548"/>
                </a:lnTo>
                <a:lnTo>
                  <a:pt x="84" y="579"/>
                </a:lnTo>
                <a:lnTo>
                  <a:pt x="92" y="612"/>
                </a:lnTo>
                <a:lnTo>
                  <a:pt x="101" y="647"/>
                </a:lnTo>
                <a:lnTo>
                  <a:pt x="109" y="683"/>
                </a:lnTo>
                <a:lnTo>
                  <a:pt x="118" y="720"/>
                </a:lnTo>
                <a:lnTo>
                  <a:pt x="126" y="758"/>
                </a:lnTo>
                <a:lnTo>
                  <a:pt x="134" y="797"/>
                </a:lnTo>
                <a:lnTo>
                  <a:pt x="143" y="836"/>
                </a:lnTo>
                <a:lnTo>
                  <a:pt x="151" y="875"/>
                </a:lnTo>
                <a:lnTo>
                  <a:pt x="160" y="915"/>
                </a:lnTo>
                <a:lnTo>
                  <a:pt x="168" y="954"/>
                </a:lnTo>
                <a:lnTo>
                  <a:pt x="176" y="993"/>
                </a:lnTo>
                <a:lnTo>
                  <a:pt x="185" y="1032"/>
                </a:lnTo>
                <a:lnTo>
                  <a:pt x="193" y="1071"/>
                </a:lnTo>
                <a:lnTo>
                  <a:pt x="202" y="1108"/>
                </a:lnTo>
                <a:lnTo>
                  <a:pt x="210" y="1145"/>
                </a:lnTo>
                <a:lnTo>
                  <a:pt x="218" y="1181"/>
                </a:lnTo>
                <a:lnTo>
                  <a:pt x="227" y="1216"/>
                </a:lnTo>
                <a:lnTo>
                  <a:pt x="235" y="1250"/>
                </a:lnTo>
                <a:lnTo>
                  <a:pt x="243" y="1283"/>
                </a:lnTo>
                <a:lnTo>
                  <a:pt x="252" y="1315"/>
                </a:lnTo>
                <a:lnTo>
                  <a:pt x="260" y="1345"/>
                </a:lnTo>
                <a:lnTo>
                  <a:pt x="269" y="1375"/>
                </a:lnTo>
                <a:lnTo>
                  <a:pt x="277" y="1402"/>
                </a:lnTo>
                <a:lnTo>
                  <a:pt x="285" y="1429"/>
                </a:lnTo>
                <a:lnTo>
                  <a:pt x="294" y="1454"/>
                </a:lnTo>
                <a:lnTo>
                  <a:pt x="302" y="1477"/>
                </a:lnTo>
                <a:lnTo>
                  <a:pt x="311" y="1499"/>
                </a:lnTo>
                <a:lnTo>
                  <a:pt x="319" y="1520"/>
                </a:lnTo>
                <a:lnTo>
                  <a:pt x="327" y="1539"/>
                </a:lnTo>
                <a:lnTo>
                  <a:pt x="336" y="1557"/>
                </a:lnTo>
                <a:lnTo>
                  <a:pt x="344" y="1573"/>
                </a:lnTo>
                <a:lnTo>
                  <a:pt x="353" y="1588"/>
                </a:lnTo>
                <a:lnTo>
                  <a:pt x="361" y="1602"/>
                </a:lnTo>
                <a:lnTo>
                  <a:pt x="369" y="1614"/>
                </a:lnTo>
                <a:lnTo>
                  <a:pt x="378" y="1625"/>
                </a:lnTo>
                <a:lnTo>
                  <a:pt x="386" y="1635"/>
                </a:lnTo>
                <a:lnTo>
                  <a:pt x="395" y="1643"/>
                </a:lnTo>
                <a:lnTo>
                  <a:pt x="403" y="1650"/>
                </a:lnTo>
                <a:lnTo>
                  <a:pt x="411" y="1656"/>
                </a:lnTo>
                <a:lnTo>
                  <a:pt x="420" y="1661"/>
                </a:lnTo>
                <a:lnTo>
                  <a:pt x="428" y="1665"/>
                </a:lnTo>
                <a:lnTo>
                  <a:pt x="437" y="1668"/>
                </a:lnTo>
                <a:lnTo>
                  <a:pt x="445" y="1670"/>
                </a:lnTo>
                <a:lnTo>
                  <a:pt x="453" y="1671"/>
                </a:lnTo>
                <a:lnTo>
                  <a:pt x="462" y="1671"/>
                </a:lnTo>
                <a:lnTo>
                  <a:pt x="470" y="1671"/>
                </a:lnTo>
                <a:lnTo>
                  <a:pt x="479" y="1669"/>
                </a:lnTo>
                <a:lnTo>
                  <a:pt x="487" y="1667"/>
                </a:lnTo>
                <a:lnTo>
                  <a:pt x="495" y="1665"/>
                </a:lnTo>
                <a:lnTo>
                  <a:pt x="504" y="1662"/>
                </a:lnTo>
                <a:lnTo>
                  <a:pt x="512" y="1658"/>
                </a:lnTo>
                <a:lnTo>
                  <a:pt x="521" y="1654"/>
                </a:lnTo>
                <a:lnTo>
                  <a:pt x="529" y="1650"/>
                </a:lnTo>
                <a:lnTo>
                  <a:pt x="537" y="1645"/>
                </a:lnTo>
                <a:lnTo>
                  <a:pt x="546" y="1640"/>
                </a:lnTo>
                <a:lnTo>
                  <a:pt x="554" y="1635"/>
                </a:lnTo>
                <a:lnTo>
                  <a:pt x="563" y="1630"/>
                </a:lnTo>
                <a:lnTo>
                  <a:pt x="571" y="1624"/>
                </a:lnTo>
                <a:lnTo>
                  <a:pt x="579" y="1619"/>
                </a:lnTo>
                <a:lnTo>
                  <a:pt x="588" y="1613"/>
                </a:lnTo>
                <a:lnTo>
                  <a:pt x="596" y="1608"/>
                </a:lnTo>
                <a:lnTo>
                  <a:pt x="605" y="1602"/>
                </a:lnTo>
                <a:lnTo>
                  <a:pt x="613" y="1597"/>
                </a:lnTo>
                <a:lnTo>
                  <a:pt x="621" y="1591"/>
                </a:lnTo>
                <a:lnTo>
                  <a:pt x="630" y="1586"/>
                </a:lnTo>
                <a:lnTo>
                  <a:pt x="638" y="1581"/>
                </a:lnTo>
                <a:lnTo>
                  <a:pt x="646" y="1577"/>
                </a:lnTo>
                <a:lnTo>
                  <a:pt x="655" y="1572"/>
                </a:lnTo>
                <a:lnTo>
                  <a:pt x="663" y="1568"/>
                </a:lnTo>
                <a:lnTo>
                  <a:pt x="672" y="1564"/>
                </a:lnTo>
                <a:lnTo>
                  <a:pt x="680" y="1561"/>
                </a:lnTo>
                <a:lnTo>
                  <a:pt x="688" y="1558"/>
                </a:lnTo>
                <a:lnTo>
                  <a:pt x="697" y="1555"/>
                </a:lnTo>
                <a:lnTo>
                  <a:pt x="705" y="1553"/>
                </a:lnTo>
                <a:lnTo>
                  <a:pt x="714" y="1551"/>
                </a:lnTo>
                <a:lnTo>
                  <a:pt x="722" y="1549"/>
                </a:lnTo>
                <a:lnTo>
                  <a:pt x="730" y="1548"/>
                </a:lnTo>
                <a:lnTo>
                  <a:pt x="739" y="1547"/>
                </a:lnTo>
                <a:lnTo>
                  <a:pt x="747" y="1547"/>
                </a:lnTo>
                <a:lnTo>
                  <a:pt x="756" y="1547"/>
                </a:lnTo>
                <a:lnTo>
                  <a:pt x="764" y="1548"/>
                </a:lnTo>
                <a:lnTo>
                  <a:pt x="772" y="1549"/>
                </a:lnTo>
                <a:lnTo>
                  <a:pt x="781" y="1550"/>
                </a:lnTo>
                <a:lnTo>
                  <a:pt x="789" y="1552"/>
                </a:lnTo>
                <a:lnTo>
                  <a:pt x="798" y="1554"/>
                </a:lnTo>
                <a:lnTo>
                  <a:pt x="806" y="1557"/>
                </a:lnTo>
                <a:lnTo>
                  <a:pt x="814" y="1560"/>
                </a:lnTo>
                <a:lnTo>
                  <a:pt x="823" y="1563"/>
                </a:lnTo>
                <a:lnTo>
                  <a:pt x="831" y="1567"/>
                </a:lnTo>
                <a:lnTo>
                  <a:pt x="840" y="1571"/>
                </a:lnTo>
                <a:lnTo>
                  <a:pt x="848" y="1576"/>
                </a:lnTo>
                <a:lnTo>
                  <a:pt x="856" y="1581"/>
                </a:lnTo>
                <a:lnTo>
                  <a:pt x="865" y="1586"/>
                </a:lnTo>
                <a:lnTo>
                  <a:pt x="873" y="1591"/>
                </a:lnTo>
                <a:lnTo>
                  <a:pt x="882" y="1597"/>
                </a:lnTo>
                <a:lnTo>
                  <a:pt x="890" y="1603"/>
                </a:lnTo>
                <a:lnTo>
                  <a:pt x="898" y="1609"/>
                </a:lnTo>
                <a:lnTo>
                  <a:pt x="907" y="1616"/>
                </a:lnTo>
                <a:lnTo>
                  <a:pt x="915" y="1622"/>
                </a:lnTo>
                <a:lnTo>
                  <a:pt x="924" y="1629"/>
                </a:lnTo>
                <a:lnTo>
                  <a:pt x="932" y="1636"/>
                </a:lnTo>
                <a:lnTo>
                  <a:pt x="940" y="1643"/>
                </a:lnTo>
                <a:lnTo>
                  <a:pt x="949" y="1650"/>
                </a:lnTo>
                <a:lnTo>
                  <a:pt x="957" y="1658"/>
                </a:lnTo>
                <a:lnTo>
                  <a:pt x="966" y="1665"/>
                </a:lnTo>
                <a:lnTo>
                  <a:pt x="974" y="1673"/>
                </a:lnTo>
                <a:lnTo>
                  <a:pt x="982" y="1680"/>
                </a:lnTo>
                <a:lnTo>
                  <a:pt x="991" y="1688"/>
                </a:lnTo>
                <a:lnTo>
                  <a:pt x="999" y="1695"/>
                </a:lnTo>
                <a:lnTo>
                  <a:pt x="1008" y="1703"/>
                </a:lnTo>
                <a:lnTo>
                  <a:pt x="1016" y="1710"/>
                </a:lnTo>
                <a:lnTo>
                  <a:pt x="1024" y="1718"/>
                </a:lnTo>
                <a:lnTo>
                  <a:pt x="1033" y="1725"/>
                </a:lnTo>
                <a:lnTo>
                  <a:pt x="1041" y="1733"/>
                </a:lnTo>
                <a:lnTo>
                  <a:pt x="1049" y="1740"/>
                </a:lnTo>
                <a:lnTo>
                  <a:pt x="1058" y="1747"/>
                </a:lnTo>
                <a:lnTo>
                  <a:pt x="1066" y="1754"/>
                </a:lnTo>
                <a:lnTo>
                  <a:pt x="1075" y="1761"/>
                </a:lnTo>
                <a:lnTo>
                  <a:pt x="1083" y="1767"/>
                </a:lnTo>
                <a:lnTo>
                  <a:pt x="1091" y="1774"/>
                </a:lnTo>
                <a:lnTo>
                  <a:pt x="1100" y="1780"/>
                </a:lnTo>
                <a:lnTo>
                  <a:pt x="1108" y="1786"/>
                </a:lnTo>
                <a:lnTo>
                  <a:pt x="1117" y="1792"/>
                </a:lnTo>
                <a:lnTo>
                  <a:pt x="1125" y="1798"/>
                </a:lnTo>
                <a:lnTo>
                  <a:pt x="1133" y="1803"/>
                </a:lnTo>
                <a:lnTo>
                  <a:pt x="1142" y="1808"/>
                </a:lnTo>
                <a:lnTo>
                  <a:pt x="1150" y="1813"/>
                </a:lnTo>
                <a:lnTo>
                  <a:pt x="1159" y="1818"/>
                </a:lnTo>
                <a:lnTo>
                  <a:pt x="1167" y="1822"/>
                </a:lnTo>
                <a:lnTo>
                  <a:pt x="1175" y="1826"/>
                </a:lnTo>
                <a:lnTo>
                  <a:pt x="1184" y="1830"/>
                </a:lnTo>
                <a:lnTo>
                  <a:pt x="1192" y="1834"/>
                </a:lnTo>
                <a:lnTo>
                  <a:pt x="1201" y="1837"/>
                </a:lnTo>
                <a:lnTo>
                  <a:pt x="1209" y="1840"/>
                </a:lnTo>
                <a:lnTo>
                  <a:pt x="1217" y="1843"/>
                </a:lnTo>
                <a:lnTo>
                  <a:pt x="1226" y="1846"/>
                </a:lnTo>
                <a:lnTo>
                  <a:pt x="1234" y="1848"/>
                </a:lnTo>
                <a:lnTo>
                  <a:pt x="1243" y="1850"/>
                </a:lnTo>
                <a:lnTo>
                  <a:pt x="1251" y="1852"/>
                </a:lnTo>
                <a:lnTo>
                  <a:pt x="1259" y="1853"/>
                </a:lnTo>
                <a:lnTo>
                  <a:pt x="1268" y="1855"/>
                </a:lnTo>
                <a:lnTo>
                  <a:pt x="1276" y="1856"/>
                </a:lnTo>
                <a:lnTo>
                  <a:pt x="1285" y="1856"/>
                </a:lnTo>
                <a:lnTo>
                  <a:pt x="1293" y="1857"/>
                </a:lnTo>
                <a:lnTo>
                  <a:pt x="1301" y="1857"/>
                </a:lnTo>
                <a:lnTo>
                  <a:pt x="1310" y="1857"/>
                </a:lnTo>
                <a:lnTo>
                  <a:pt x="1318" y="1857"/>
                </a:lnTo>
                <a:lnTo>
                  <a:pt x="1327" y="1857"/>
                </a:lnTo>
                <a:lnTo>
                  <a:pt x="1335" y="1856"/>
                </a:lnTo>
                <a:lnTo>
                  <a:pt x="1343" y="1855"/>
                </a:lnTo>
                <a:lnTo>
                  <a:pt x="1352" y="1854"/>
                </a:lnTo>
                <a:lnTo>
                  <a:pt x="1360" y="1853"/>
                </a:lnTo>
                <a:lnTo>
                  <a:pt x="1369" y="1852"/>
                </a:lnTo>
                <a:lnTo>
                  <a:pt x="1377" y="1850"/>
                </a:lnTo>
                <a:lnTo>
                  <a:pt x="1385" y="1848"/>
                </a:lnTo>
                <a:lnTo>
                  <a:pt x="1394" y="1847"/>
                </a:lnTo>
                <a:lnTo>
                  <a:pt x="1402" y="1845"/>
                </a:lnTo>
                <a:lnTo>
                  <a:pt x="1411" y="1842"/>
                </a:lnTo>
                <a:lnTo>
                  <a:pt x="1419" y="1840"/>
                </a:lnTo>
                <a:lnTo>
                  <a:pt x="1427" y="1838"/>
                </a:lnTo>
                <a:lnTo>
                  <a:pt x="1436" y="1835"/>
                </a:lnTo>
                <a:lnTo>
                  <a:pt x="1444" y="1833"/>
                </a:lnTo>
                <a:lnTo>
                  <a:pt x="1453" y="1830"/>
                </a:lnTo>
                <a:lnTo>
                  <a:pt x="1461" y="1827"/>
                </a:lnTo>
                <a:lnTo>
                  <a:pt x="1469" y="1825"/>
                </a:lnTo>
                <a:lnTo>
                  <a:pt x="1478" y="1822"/>
                </a:lnTo>
                <a:lnTo>
                  <a:pt x="1486" y="1819"/>
                </a:lnTo>
                <a:lnTo>
                  <a:pt x="1494" y="1816"/>
                </a:lnTo>
                <a:lnTo>
                  <a:pt x="1503" y="1813"/>
                </a:lnTo>
                <a:lnTo>
                  <a:pt x="1511" y="1810"/>
                </a:lnTo>
                <a:lnTo>
                  <a:pt x="1520" y="1807"/>
                </a:lnTo>
                <a:lnTo>
                  <a:pt x="1528" y="1803"/>
                </a:lnTo>
                <a:lnTo>
                  <a:pt x="1536" y="1800"/>
                </a:lnTo>
                <a:lnTo>
                  <a:pt x="1545" y="1797"/>
                </a:lnTo>
                <a:lnTo>
                  <a:pt x="1553" y="1794"/>
                </a:lnTo>
                <a:lnTo>
                  <a:pt x="1562" y="1791"/>
                </a:lnTo>
                <a:lnTo>
                  <a:pt x="1570" y="1787"/>
                </a:lnTo>
                <a:lnTo>
                  <a:pt x="1578" y="1784"/>
                </a:lnTo>
                <a:lnTo>
                  <a:pt x="1587" y="1781"/>
                </a:lnTo>
                <a:lnTo>
                  <a:pt x="1595" y="1778"/>
                </a:lnTo>
                <a:lnTo>
                  <a:pt x="1604" y="1774"/>
                </a:lnTo>
                <a:lnTo>
                  <a:pt x="1612" y="1771"/>
                </a:lnTo>
                <a:lnTo>
                  <a:pt x="1620" y="1768"/>
                </a:lnTo>
                <a:lnTo>
                  <a:pt x="1629" y="1764"/>
                </a:lnTo>
                <a:lnTo>
                  <a:pt x="1637" y="1761"/>
                </a:lnTo>
                <a:lnTo>
                  <a:pt x="1646" y="1758"/>
                </a:lnTo>
                <a:lnTo>
                  <a:pt x="1654" y="1754"/>
                </a:lnTo>
                <a:lnTo>
                  <a:pt x="1662" y="1751"/>
                </a:lnTo>
                <a:lnTo>
                  <a:pt x="1671" y="1748"/>
                </a:lnTo>
                <a:lnTo>
                  <a:pt x="1679" y="1744"/>
                </a:lnTo>
                <a:lnTo>
                  <a:pt x="1688" y="1741"/>
                </a:lnTo>
                <a:lnTo>
                  <a:pt x="1696" y="1737"/>
                </a:lnTo>
                <a:lnTo>
                  <a:pt x="1704" y="1734"/>
                </a:lnTo>
                <a:lnTo>
                  <a:pt x="1713" y="1730"/>
                </a:lnTo>
                <a:lnTo>
                  <a:pt x="1721" y="1727"/>
                </a:lnTo>
                <a:lnTo>
                  <a:pt x="1730" y="1723"/>
                </a:lnTo>
                <a:lnTo>
                  <a:pt x="1738" y="1719"/>
                </a:lnTo>
                <a:lnTo>
                  <a:pt x="1746" y="1716"/>
                </a:lnTo>
                <a:lnTo>
                  <a:pt x="1755" y="1712"/>
                </a:lnTo>
                <a:lnTo>
                  <a:pt x="1763" y="1708"/>
                </a:lnTo>
                <a:lnTo>
                  <a:pt x="1772" y="1704"/>
                </a:lnTo>
                <a:lnTo>
                  <a:pt x="1780" y="1700"/>
                </a:lnTo>
                <a:lnTo>
                  <a:pt x="1788" y="1695"/>
                </a:lnTo>
                <a:lnTo>
                  <a:pt x="1797" y="1691"/>
                </a:lnTo>
                <a:lnTo>
                  <a:pt x="1805" y="1687"/>
                </a:lnTo>
                <a:lnTo>
                  <a:pt x="1814" y="1682"/>
                </a:lnTo>
                <a:lnTo>
                  <a:pt x="1822" y="1677"/>
                </a:lnTo>
                <a:lnTo>
                  <a:pt x="1830" y="1672"/>
                </a:lnTo>
                <a:lnTo>
                  <a:pt x="1839" y="1667"/>
                </a:lnTo>
                <a:lnTo>
                  <a:pt x="1847" y="1662"/>
                </a:lnTo>
                <a:lnTo>
                  <a:pt x="1856" y="1657"/>
                </a:lnTo>
                <a:lnTo>
                  <a:pt x="1864" y="1651"/>
                </a:lnTo>
                <a:lnTo>
                  <a:pt x="1872" y="1645"/>
                </a:lnTo>
                <a:lnTo>
                  <a:pt x="1881" y="1640"/>
                </a:lnTo>
                <a:lnTo>
                  <a:pt x="1889" y="1633"/>
                </a:lnTo>
                <a:lnTo>
                  <a:pt x="1897" y="1627"/>
                </a:lnTo>
                <a:lnTo>
                  <a:pt x="1906" y="1621"/>
                </a:lnTo>
                <a:lnTo>
                  <a:pt x="1914" y="1614"/>
                </a:lnTo>
                <a:lnTo>
                  <a:pt x="1923" y="1607"/>
                </a:lnTo>
                <a:lnTo>
                  <a:pt x="1931" y="1600"/>
                </a:lnTo>
                <a:lnTo>
                  <a:pt x="1939" y="1592"/>
                </a:lnTo>
                <a:lnTo>
                  <a:pt x="1948" y="1585"/>
                </a:lnTo>
                <a:lnTo>
                  <a:pt x="1956" y="1577"/>
                </a:lnTo>
                <a:lnTo>
                  <a:pt x="1965" y="1569"/>
                </a:lnTo>
                <a:lnTo>
                  <a:pt x="1973" y="1561"/>
                </a:lnTo>
                <a:lnTo>
                  <a:pt x="1981" y="1552"/>
                </a:lnTo>
                <a:lnTo>
                  <a:pt x="1990" y="1544"/>
                </a:lnTo>
                <a:lnTo>
                  <a:pt x="1998" y="1535"/>
                </a:lnTo>
                <a:lnTo>
                  <a:pt x="2007" y="1526"/>
                </a:lnTo>
                <a:lnTo>
                  <a:pt x="2015" y="1516"/>
                </a:lnTo>
                <a:lnTo>
                  <a:pt x="2023" y="1507"/>
                </a:lnTo>
                <a:lnTo>
                  <a:pt x="2032" y="1497"/>
                </a:lnTo>
                <a:lnTo>
                  <a:pt x="2040" y="1487"/>
                </a:lnTo>
                <a:lnTo>
                  <a:pt x="2049" y="1477"/>
                </a:lnTo>
                <a:lnTo>
                  <a:pt x="2057" y="1466"/>
                </a:lnTo>
                <a:lnTo>
                  <a:pt x="2065" y="1456"/>
                </a:lnTo>
                <a:lnTo>
                  <a:pt x="2074" y="1445"/>
                </a:lnTo>
                <a:lnTo>
                  <a:pt x="2082" y="1434"/>
                </a:lnTo>
                <a:lnTo>
                  <a:pt x="2091" y="1423"/>
                </a:lnTo>
                <a:lnTo>
                  <a:pt x="2099" y="1412"/>
                </a:lnTo>
                <a:lnTo>
                  <a:pt x="2107" y="1401"/>
                </a:lnTo>
                <a:lnTo>
                  <a:pt x="2116" y="1389"/>
                </a:lnTo>
                <a:lnTo>
                  <a:pt x="2124" y="1378"/>
                </a:lnTo>
                <a:lnTo>
                  <a:pt x="2133" y="1366"/>
                </a:lnTo>
                <a:lnTo>
                  <a:pt x="2141" y="1354"/>
                </a:lnTo>
                <a:lnTo>
                  <a:pt x="2149" y="1342"/>
                </a:lnTo>
                <a:lnTo>
                  <a:pt x="2158" y="1330"/>
                </a:lnTo>
                <a:lnTo>
                  <a:pt x="2166" y="1318"/>
                </a:lnTo>
                <a:lnTo>
                  <a:pt x="2175" y="1306"/>
                </a:lnTo>
                <a:lnTo>
                  <a:pt x="2183" y="1295"/>
                </a:lnTo>
                <a:lnTo>
                  <a:pt x="2191" y="1283"/>
                </a:lnTo>
                <a:lnTo>
                  <a:pt x="2200" y="1271"/>
                </a:lnTo>
                <a:lnTo>
                  <a:pt x="2208" y="1259"/>
                </a:lnTo>
                <a:lnTo>
                  <a:pt x="2217" y="1247"/>
                </a:lnTo>
                <a:lnTo>
                  <a:pt x="2225" y="1235"/>
                </a:lnTo>
                <a:lnTo>
                  <a:pt x="2233" y="1224"/>
                </a:lnTo>
                <a:lnTo>
                  <a:pt x="2242" y="1212"/>
                </a:lnTo>
                <a:lnTo>
                  <a:pt x="2250" y="1201"/>
                </a:lnTo>
                <a:lnTo>
                  <a:pt x="2259" y="1190"/>
                </a:lnTo>
                <a:lnTo>
                  <a:pt x="2267" y="1178"/>
                </a:lnTo>
                <a:lnTo>
                  <a:pt x="2275" y="1168"/>
                </a:lnTo>
                <a:lnTo>
                  <a:pt x="2284" y="1157"/>
                </a:lnTo>
                <a:lnTo>
                  <a:pt x="2292" y="1147"/>
                </a:lnTo>
                <a:lnTo>
                  <a:pt x="2301" y="1136"/>
                </a:lnTo>
                <a:lnTo>
                  <a:pt x="2309" y="1126"/>
                </a:lnTo>
                <a:lnTo>
                  <a:pt x="2317" y="1117"/>
                </a:lnTo>
                <a:lnTo>
                  <a:pt x="2326" y="1108"/>
                </a:lnTo>
                <a:lnTo>
                  <a:pt x="2334" y="1099"/>
                </a:lnTo>
                <a:lnTo>
                  <a:pt x="2342" y="1090"/>
                </a:lnTo>
                <a:lnTo>
                  <a:pt x="2351" y="1081"/>
                </a:lnTo>
                <a:lnTo>
                  <a:pt x="2359" y="1073"/>
                </a:lnTo>
                <a:lnTo>
                  <a:pt x="2368" y="1066"/>
                </a:lnTo>
                <a:lnTo>
                  <a:pt x="2376" y="1059"/>
                </a:lnTo>
                <a:lnTo>
                  <a:pt x="2384" y="1052"/>
                </a:lnTo>
                <a:lnTo>
                  <a:pt x="2393" y="1045"/>
                </a:lnTo>
                <a:lnTo>
                  <a:pt x="2401" y="1039"/>
                </a:lnTo>
                <a:lnTo>
                  <a:pt x="2410" y="1033"/>
                </a:lnTo>
                <a:lnTo>
                  <a:pt x="2418" y="1028"/>
                </a:lnTo>
                <a:lnTo>
                  <a:pt x="2426" y="1023"/>
                </a:lnTo>
                <a:lnTo>
                  <a:pt x="2435" y="1019"/>
                </a:lnTo>
                <a:lnTo>
                  <a:pt x="2443" y="1015"/>
                </a:lnTo>
                <a:lnTo>
                  <a:pt x="2452" y="1011"/>
                </a:lnTo>
                <a:lnTo>
                  <a:pt x="2460" y="1008"/>
                </a:lnTo>
                <a:lnTo>
                  <a:pt x="2468" y="1006"/>
                </a:lnTo>
                <a:lnTo>
                  <a:pt x="2477" y="1003"/>
                </a:lnTo>
                <a:lnTo>
                  <a:pt x="2485" y="1001"/>
                </a:lnTo>
                <a:lnTo>
                  <a:pt x="2494" y="1000"/>
                </a:lnTo>
                <a:lnTo>
                  <a:pt x="2502" y="999"/>
                </a:lnTo>
                <a:lnTo>
                  <a:pt x="2510" y="998"/>
                </a:lnTo>
                <a:lnTo>
                  <a:pt x="2519" y="998"/>
                </a:lnTo>
                <a:lnTo>
                  <a:pt x="2527" y="998"/>
                </a:lnTo>
                <a:lnTo>
                  <a:pt x="2536" y="998"/>
                </a:lnTo>
                <a:lnTo>
                  <a:pt x="2544" y="999"/>
                </a:lnTo>
                <a:lnTo>
                  <a:pt x="2552" y="1000"/>
                </a:lnTo>
                <a:lnTo>
                  <a:pt x="2561" y="1001"/>
                </a:lnTo>
                <a:lnTo>
                  <a:pt x="2569" y="1002"/>
                </a:lnTo>
                <a:lnTo>
                  <a:pt x="2578" y="1004"/>
                </a:lnTo>
                <a:lnTo>
                  <a:pt x="2586" y="1006"/>
                </a:lnTo>
                <a:lnTo>
                  <a:pt x="2594" y="1008"/>
                </a:lnTo>
                <a:lnTo>
                  <a:pt x="2603" y="1011"/>
                </a:lnTo>
                <a:lnTo>
                  <a:pt x="2611" y="1013"/>
                </a:lnTo>
                <a:lnTo>
                  <a:pt x="2620" y="1016"/>
                </a:lnTo>
                <a:lnTo>
                  <a:pt x="2628" y="1018"/>
                </a:lnTo>
                <a:lnTo>
                  <a:pt x="2636" y="1021"/>
                </a:lnTo>
                <a:lnTo>
                  <a:pt x="2645" y="1023"/>
                </a:lnTo>
                <a:lnTo>
                  <a:pt x="2653" y="1026"/>
                </a:lnTo>
                <a:lnTo>
                  <a:pt x="2662" y="1029"/>
                </a:lnTo>
                <a:lnTo>
                  <a:pt x="2670" y="1031"/>
                </a:lnTo>
                <a:lnTo>
                  <a:pt x="2678" y="1033"/>
                </a:lnTo>
                <a:lnTo>
                  <a:pt x="2687" y="1036"/>
                </a:lnTo>
                <a:lnTo>
                  <a:pt x="2695" y="1038"/>
                </a:lnTo>
                <a:lnTo>
                  <a:pt x="2704" y="1039"/>
                </a:lnTo>
                <a:lnTo>
                  <a:pt x="2712" y="1041"/>
                </a:lnTo>
                <a:lnTo>
                  <a:pt x="2720" y="1042"/>
                </a:lnTo>
                <a:lnTo>
                  <a:pt x="2729" y="1043"/>
                </a:lnTo>
                <a:lnTo>
                  <a:pt x="2737" y="1043"/>
                </a:lnTo>
                <a:lnTo>
                  <a:pt x="2745" y="1043"/>
                </a:lnTo>
                <a:lnTo>
                  <a:pt x="2754" y="1043"/>
                </a:lnTo>
                <a:lnTo>
                  <a:pt x="2762" y="1042"/>
                </a:lnTo>
                <a:lnTo>
                  <a:pt x="2771" y="1041"/>
                </a:lnTo>
                <a:lnTo>
                  <a:pt x="2779" y="1039"/>
                </a:lnTo>
                <a:lnTo>
                  <a:pt x="2787" y="1037"/>
                </a:lnTo>
                <a:lnTo>
                  <a:pt x="2796" y="1034"/>
                </a:lnTo>
                <a:lnTo>
                  <a:pt x="2804" y="1031"/>
                </a:lnTo>
                <a:lnTo>
                  <a:pt x="2813" y="1027"/>
                </a:lnTo>
                <a:lnTo>
                  <a:pt x="2821" y="1023"/>
                </a:lnTo>
                <a:lnTo>
                  <a:pt x="2829" y="1017"/>
                </a:lnTo>
                <a:lnTo>
                  <a:pt x="2838" y="1012"/>
                </a:lnTo>
                <a:lnTo>
                  <a:pt x="2846" y="1006"/>
                </a:lnTo>
                <a:lnTo>
                  <a:pt x="2855" y="999"/>
                </a:lnTo>
                <a:lnTo>
                  <a:pt x="2863" y="991"/>
                </a:lnTo>
                <a:lnTo>
                  <a:pt x="2871" y="983"/>
                </a:lnTo>
                <a:lnTo>
                  <a:pt x="2880" y="975"/>
                </a:lnTo>
                <a:lnTo>
                  <a:pt x="2888" y="966"/>
                </a:lnTo>
                <a:lnTo>
                  <a:pt x="2897" y="956"/>
                </a:lnTo>
                <a:lnTo>
                  <a:pt x="2905" y="946"/>
                </a:lnTo>
                <a:lnTo>
                  <a:pt x="2913" y="936"/>
                </a:lnTo>
                <a:lnTo>
                  <a:pt x="2922" y="925"/>
                </a:lnTo>
                <a:lnTo>
                  <a:pt x="2930" y="913"/>
                </a:lnTo>
                <a:lnTo>
                  <a:pt x="2939" y="902"/>
                </a:lnTo>
                <a:lnTo>
                  <a:pt x="2947" y="890"/>
                </a:lnTo>
                <a:lnTo>
                  <a:pt x="2955" y="878"/>
                </a:lnTo>
                <a:lnTo>
                  <a:pt x="2964" y="866"/>
                </a:lnTo>
                <a:lnTo>
                  <a:pt x="2972" y="853"/>
                </a:lnTo>
                <a:lnTo>
                  <a:pt x="2981" y="841"/>
                </a:lnTo>
                <a:lnTo>
                  <a:pt x="2989" y="828"/>
                </a:lnTo>
                <a:lnTo>
                  <a:pt x="2997" y="816"/>
                </a:lnTo>
                <a:lnTo>
                  <a:pt x="3006" y="804"/>
                </a:lnTo>
                <a:lnTo>
                  <a:pt x="3014" y="792"/>
                </a:lnTo>
                <a:lnTo>
                  <a:pt x="3023" y="781"/>
                </a:lnTo>
                <a:lnTo>
                  <a:pt x="3031" y="770"/>
                </a:lnTo>
                <a:lnTo>
                  <a:pt x="3039" y="759"/>
                </a:lnTo>
                <a:lnTo>
                  <a:pt x="3048" y="749"/>
                </a:lnTo>
                <a:lnTo>
                  <a:pt x="3056" y="740"/>
                </a:lnTo>
                <a:lnTo>
                  <a:pt x="3065" y="731"/>
                </a:lnTo>
                <a:lnTo>
                  <a:pt x="3073" y="723"/>
                </a:lnTo>
                <a:lnTo>
                  <a:pt x="3081" y="716"/>
                </a:lnTo>
                <a:lnTo>
                  <a:pt x="3090" y="710"/>
                </a:lnTo>
                <a:lnTo>
                  <a:pt x="3098" y="704"/>
                </a:lnTo>
                <a:lnTo>
                  <a:pt x="3107" y="700"/>
                </a:lnTo>
                <a:lnTo>
                  <a:pt x="3115" y="696"/>
                </a:lnTo>
                <a:lnTo>
                  <a:pt x="3123" y="693"/>
                </a:lnTo>
                <a:lnTo>
                  <a:pt x="3132" y="692"/>
                </a:lnTo>
                <a:lnTo>
                  <a:pt x="3140" y="691"/>
                </a:lnTo>
                <a:lnTo>
                  <a:pt x="3148" y="691"/>
                </a:lnTo>
                <a:lnTo>
                  <a:pt x="3157" y="691"/>
                </a:lnTo>
                <a:lnTo>
                  <a:pt x="3165" y="693"/>
                </a:lnTo>
                <a:lnTo>
                  <a:pt x="3174" y="694"/>
                </a:lnTo>
                <a:lnTo>
                  <a:pt x="3182" y="696"/>
                </a:lnTo>
                <a:lnTo>
                  <a:pt x="3190" y="698"/>
                </a:lnTo>
                <a:lnTo>
                  <a:pt x="3199" y="700"/>
                </a:lnTo>
                <a:lnTo>
                  <a:pt x="3207" y="701"/>
                </a:lnTo>
                <a:lnTo>
                  <a:pt x="3216" y="702"/>
                </a:lnTo>
                <a:lnTo>
                  <a:pt x="3224" y="701"/>
                </a:lnTo>
                <a:lnTo>
                  <a:pt x="3232" y="698"/>
                </a:lnTo>
                <a:lnTo>
                  <a:pt x="3241" y="693"/>
                </a:lnTo>
                <a:lnTo>
                  <a:pt x="3249" y="685"/>
                </a:lnTo>
                <a:lnTo>
                  <a:pt x="3258" y="673"/>
                </a:lnTo>
                <a:lnTo>
                  <a:pt x="3266" y="657"/>
                </a:lnTo>
                <a:lnTo>
                  <a:pt x="3274" y="636"/>
                </a:lnTo>
                <a:lnTo>
                  <a:pt x="3283" y="608"/>
                </a:lnTo>
                <a:lnTo>
                  <a:pt x="3291" y="572"/>
                </a:lnTo>
                <a:lnTo>
                  <a:pt x="3300" y="529"/>
                </a:lnTo>
                <a:lnTo>
                  <a:pt x="3308" y="475"/>
                </a:lnTo>
                <a:lnTo>
                  <a:pt x="3316" y="410"/>
                </a:lnTo>
                <a:lnTo>
                  <a:pt x="3325" y="331"/>
                </a:lnTo>
                <a:lnTo>
                  <a:pt x="3333" y="238"/>
                </a:lnTo>
                <a:lnTo>
                  <a:pt x="3342" y="129"/>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Freeform 43"/>
          <p:cNvSpPr/>
          <p:nvPr/>
        </p:nvSpPr>
        <p:spPr>
          <a:xfrm>
            <a:off x="8284464" y="3393338"/>
            <a:ext cx="3063240" cy="1459382"/>
          </a:xfrm>
          <a:custGeom>
            <a:avLst/>
            <a:gdLst/>
            <a:ahLst/>
            <a:cxnLst/>
            <a:rect l="l" t="t" r="r" b="b"/>
            <a:pathLst>
              <a:path w="3350" h="1596">
                <a:moveTo>
                  <a:pt x="0" y="414"/>
                </a:moveTo>
                <a:lnTo>
                  <a:pt x="8" y="467"/>
                </a:lnTo>
                <a:lnTo>
                  <a:pt x="17" y="508"/>
                </a:lnTo>
                <a:lnTo>
                  <a:pt x="25" y="539"/>
                </a:lnTo>
                <a:lnTo>
                  <a:pt x="34" y="562"/>
                </a:lnTo>
                <a:lnTo>
                  <a:pt x="42" y="579"/>
                </a:lnTo>
                <a:lnTo>
                  <a:pt x="50" y="591"/>
                </a:lnTo>
                <a:lnTo>
                  <a:pt x="59" y="599"/>
                </a:lnTo>
                <a:lnTo>
                  <a:pt x="67" y="603"/>
                </a:lnTo>
                <a:lnTo>
                  <a:pt x="76" y="606"/>
                </a:lnTo>
                <a:lnTo>
                  <a:pt x="84" y="608"/>
                </a:lnTo>
                <a:lnTo>
                  <a:pt x="92" y="610"/>
                </a:lnTo>
                <a:lnTo>
                  <a:pt x="101" y="611"/>
                </a:lnTo>
                <a:lnTo>
                  <a:pt x="109" y="613"/>
                </a:lnTo>
                <a:lnTo>
                  <a:pt x="118" y="616"/>
                </a:lnTo>
                <a:lnTo>
                  <a:pt x="126" y="620"/>
                </a:lnTo>
                <a:lnTo>
                  <a:pt x="134" y="626"/>
                </a:lnTo>
                <a:lnTo>
                  <a:pt x="143" y="634"/>
                </a:lnTo>
                <a:lnTo>
                  <a:pt x="151" y="644"/>
                </a:lnTo>
                <a:lnTo>
                  <a:pt x="160" y="655"/>
                </a:lnTo>
                <a:lnTo>
                  <a:pt x="168" y="669"/>
                </a:lnTo>
                <a:lnTo>
                  <a:pt x="176" y="685"/>
                </a:lnTo>
                <a:lnTo>
                  <a:pt x="185" y="703"/>
                </a:lnTo>
                <a:lnTo>
                  <a:pt x="193" y="723"/>
                </a:lnTo>
                <a:lnTo>
                  <a:pt x="202" y="745"/>
                </a:lnTo>
                <a:lnTo>
                  <a:pt x="210" y="768"/>
                </a:lnTo>
                <a:lnTo>
                  <a:pt x="218" y="793"/>
                </a:lnTo>
                <a:lnTo>
                  <a:pt x="227" y="820"/>
                </a:lnTo>
                <a:lnTo>
                  <a:pt x="235" y="848"/>
                </a:lnTo>
                <a:lnTo>
                  <a:pt x="243" y="878"/>
                </a:lnTo>
                <a:lnTo>
                  <a:pt x="252" y="908"/>
                </a:lnTo>
                <a:lnTo>
                  <a:pt x="260" y="939"/>
                </a:lnTo>
                <a:lnTo>
                  <a:pt x="269" y="971"/>
                </a:lnTo>
                <a:lnTo>
                  <a:pt x="277" y="1004"/>
                </a:lnTo>
                <a:lnTo>
                  <a:pt x="285" y="1037"/>
                </a:lnTo>
                <a:lnTo>
                  <a:pt x="294" y="1070"/>
                </a:lnTo>
                <a:lnTo>
                  <a:pt x="302" y="1103"/>
                </a:lnTo>
                <a:lnTo>
                  <a:pt x="311" y="1136"/>
                </a:lnTo>
                <a:lnTo>
                  <a:pt x="319" y="1168"/>
                </a:lnTo>
                <a:lnTo>
                  <a:pt x="327" y="1201"/>
                </a:lnTo>
                <a:lnTo>
                  <a:pt x="336" y="1232"/>
                </a:lnTo>
                <a:lnTo>
                  <a:pt x="344" y="1263"/>
                </a:lnTo>
                <a:lnTo>
                  <a:pt x="353" y="1293"/>
                </a:lnTo>
                <a:lnTo>
                  <a:pt x="361" y="1322"/>
                </a:lnTo>
                <a:lnTo>
                  <a:pt x="369" y="1350"/>
                </a:lnTo>
                <a:lnTo>
                  <a:pt x="378" y="1377"/>
                </a:lnTo>
                <a:lnTo>
                  <a:pt x="386" y="1402"/>
                </a:lnTo>
                <a:lnTo>
                  <a:pt x="395" y="1426"/>
                </a:lnTo>
                <a:lnTo>
                  <a:pt x="403" y="1449"/>
                </a:lnTo>
                <a:lnTo>
                  <a:pt x="411" y="1470"/>
                </a:lnTo>
                <a:lnTo>
                  <a:pt x="420" y="1489"/>
                </a:lnTo>
                <a:lnTo>
                  <a:pt x="428" y="1507"/>
                </a:lnTo>
                <a:lnTo>
                  <a:pt x="437" y="1523"/>
                </a:lnTo>
                <a:lnTo>
                  <a:pt x="445" y="1538"/>
                </a:lnTo>
                <a:lnTo>
                  <a:pt x="453" y="1551"/>
                </a:lnTo>
                <a:lnTo>
                  <a:pt x="462" y="1562"/>
                </a:lnTo>
                <a:lnTo>
                  <a:pt x="470" y="1572"/>
                </a:lnTo>
                <a:lnTo>
                  <a:pt x="479" y="1580"/>
                </a:lnTo>
                <a:lnTo>
                  <a:pt x="487" y="1586"/>
                </a:lnTo>
                <a:lnTo>
                  <a:pt x="495" y="1591"/>
                </a:lnTo>
                <a:lnTo>
                  <a:pt x="504" y="1594"/>
                </a:lnTo>
                <a:lnTo>
                  <a:pt x="512" y="1596"/>
                </a:lnTo>
                <a:lnTo>
                  <a:pt x="521" y="1596"/>
                </a:lnTo>
                <a:lnTo>
                  <a:pt x="529" y="1594"/>
                </a:lnTo>
                <a:lnTo>
                  <a:pt x="537" y="1591"/>
                </a:lnTo>
                <a:lnTo>
                  <a:pt x="546" y="1587"/>
                </a:lnTo>
                <a:lnTo>
                  <a:pt x="554" y="1581"/>
                </a:lnTo>
                <a:lnTo>
                  <a:pt x="563" y="1575"/>
                </a:lnTo>
                <a:lnTo>
                  <a:pt x="571" y="1567"/>
                </a:lnTo>
                <a:lnTo>
                  <a:pt x="579" y="1557"/>
                </a:lnTo>
                <a:lnTo>
                  <a:pt x="588" y="1547"/>
                </a:lnTo>
                <a:lnTo>
                  <a:pt x="596" y="1536"/>
                </a:lnTo>
                <a:lnTo>
                  <a:pt x="605" y="1524"/>
                </a:lnTo>
                <a:lnTo>
                  <a:pt x="613" y="1511"/>
                </a:lnTo>
                <a:lnTo>
                  <a:pt x="621" y="1497"/>
                </a:lnTo>
                <a:lnTo>
                  <a:pt x="630" y="1482"/>
                </a:lnTo>
                <a:lnTo>
                  <a:pt x="638" y="1467"/>
                </a:lnTo>
                <a:lnTo>
                  <a:pt x="646" y="1452"/>
                </a:lnTo>
                <a:lnTo>
                  <a:pt x="655" y="1436"/>
                </a:lnTo>
                <a:lnTo>
                  <a:pt x="663" y="1419"/>
                </a:lnTo>
                <a:lnTo>
                  <a:pt x="672" y="1402"/>
                </a:lnTo>
                <a:lnTo>
                  <a:pt x="680" y="1385"/>
                </a:lnTo>
                <a:lnTo>
                  <a:pt x="688" y="1368"/>
                </a:lnTo>
                <a:lnTo>
                  <a:pt x="697" y="1351"/>
                </a:lnTo>
                <a:lnTo>
                  <a:pt x="705" y="1333"/>
                </a:lnTo>
                <a:lnTo>
                  <a:pt x="714" y="1316"/>
                </a:lnTo>
                <a:lnTo>
                  <a:pt x="722" y="1298"/>
                </a:lnTo>
                <a:lnTo>
                  <a:pt x="730" y="1281"/>
                </a:lnTo>
                <a:lnTo>
                  <a:pt x="739" y="1264"/>
                </a:lnTo>
                <a:lnTo>
                  <a:pt x="747" y="1247"/>
                </a:lnTo>
                <a:lnTo>
                  <a:pt x="756" y="1231"/>
                </a:lnTo>
                <a:lnTo>
                  <a:pt x="764" y="1215"/>
                </a:lnTo>
                <a:lnTo>
                  <a:pt x="772" y="1199"/>
                </a:lnTo>
                <a:lnTo>
                  <a:pt x="781" y="1183"/>
                </a:lnTo>
                <a:lnTo>
                  <a:pt x="789" y="1168"/>
                </a:lnTo>
                <a:lnTo>
                  <a:pt x="798" y="1154"/>
                </a:lnTo>
                <a:lnTo>
                  <a:pt x="806" y="1140"/>
                </a:lnTo>
                <a:lnTo>
                  <a:pt x="814" y="1126"/>
                </a:lnTo>
                <a:lnTo>
                  <a:pt x="823" y="1114"/>
                </a:lnTo>
                <a:lnTo>
                  <a:pt x="831" y="1101"/>
                </a:lnTo>
                <a:lnTo>
                  <a:pt x="840" y="1090"/>
                </a:lnTo>
                <a:lnTo>
                  <a:pt x="848" y="1079"/>
                </a:lnTo>
                <a:lnTo>
                  <a:pt x="856" y="1068"/>
                </a:lnTo>
                <a:lnTo>
                  <a:pt x="865" y="1058"/>
                </a:lnTo>
                <a:lnTo>
                  <a:pt x="873" y="1049"/>
                </a:lnTo>
                <a:lnTo>
                  <a:pt x="882" y="1041"/>
                </a:lnTo>
                <a:lnTo>
                  <a:pt x="890" y="1033"/>
                </a:lnTo>
                <a:lnTo>
                  <a:pt x="898" y="1026"/>
                </a:lnTo>
                <a:lnTo>
                  <a:pt x="907" y="1019"/>
                </a:lnTo>
                <a:lnTo>
                  <a:pt x="915" y="1013"/>
                </a:lnTo>
                <a:lnTo>
                  <a:pt x="924" y="1008"/>
                </a:lnTo>
                <a:lnTo>
                  <a:pt x="932" y="1003"/>
                </a:lnTo>
                <a:lnTo>
                  <a:pt x="940" y="999"/>
                </a:lnTo>
                <a:lnTo>
                  <a:pt x="949" y="996"/>
                </a:lnTo>
                <a:lnTo>
                  <a:pt x="957" y="993"/>
                </a:lnTo>
                <a:lnTo>
                  <a:pt x="966" y="990"/>
                </a:lnTo>
                <a:lnTo>
                  <a:pt x="974" y="988"/>
                </a:lnTo>
                <a:lnTo>
                  <a:pt x="982" y="987"/>
                </a:lnTo>
                <a:lnTo>
                  <a:pt x="991" y="986"/>
                </a:lnTo>
                <a:lnTo>
                  <a:pt x="999" y="986"/>
                </a:lnTo>
                <a:lnTo>
                  <a:pt x="1008" y="986"/>
                </a:lnTo>
                <a:lnTo>
                  <a:pt x="1016" y="986"/>
                </a:lnTo>
                <a:lnTo>
                  <a:pt x="1024" y="987"/>
                </a:lnTo>
                <a:lnTo>
                  <a:pt x="1033" y="988"/>
                </a:lnTo>
                <a:lnTo>
                  <a:pt x="1041" y="989"/>
                </a:lnTo>
                <a:lnTo>
                  <a:pt x="1049" y="991"/>
                </a:lnTo>
                <a:lnTo>
                  <a:pt x="1058" y="993"/>
                </a:lnTo>
                <a:lnTo>
                  <a:pt x="1066" y="995"/>
                </a:lnTo>
                <a:lnTo>
                  <a:pt x="1075" y="998"/>
                </a:lnTo>
                <a:lnTo>
                  <a:pt x="1083" y="1000"/>
                </a:lnTo>
                <a:lnTo>
                  <a:pt x="1091" y="1003"/>
                </a:lnTo>
                <a:lnTo>
                  <a:pt x="1100" y="1006"/>
                </a:lnTo>
                <a:lnTo>
                  <a:pt x="1108" y="1009"/>
                </a:lnTo>
                <a:lnTo>
                  <a:pt x="1117" y="1012"/>
                </a:lnTo>
                <a:lnTo>
                  <a:pt x="1125" y="1015"/>
                </a:lnTo>
                <a:lnTo>
                  <a:pt x="1133" y="1018"/>
                </a:lnTo>
                <a:lnTo>
                  <a:pt x="1142" y="1021"/>
                </a:lnTo>
                <a:lnTo>
                  <a:pt x="1150" y="1023"/>
                </a:lnTo>
                <a:lnTo>
                  <a:pt x="1159" y="1026"/>
                </a:lnTo>
                <a:lnTo>
                  <a:pt x="1167" y="1029"/>
                </a:lnTo>
                <a:lnTo>
                  <a:pt x="1175" y="1032"/>
                </a:lnTo>
                <a:lnTo>
                  <a:pt x="1184" y="1034"/>
                </a:lnTo>
                <a:lnTo>
                  <a:pt x="1192" y="1036"/>
                </a:lnTo>
                <a:lnTo>
                  <a:pt x="1201" y="1039"/>
                </a:lnTo>
                <a:lnTo>
                  <a:pt x="1209" y="1041"/>
                </a:lnTo>
                <a:lnTo>
                  <a:pt x="1217" y="1042"/>
                </a:lnTo>
                <a:lnTo>
                  <a:pt x="1226" y="1044"/>
                </a:lnTo>
                <a:lnTo>
                  <a:pt x="1234" y="1045"/>
                </a:lnTo>
                <a:lnTo>
                  <a:pt x="1243" y="1046"/>
                </a:lnTo>
                <a:lnTo>
                  <a:pt x="1251" y="1047"/>
                </a:lnTo>
                <a:lnTo>
                  <a:pt x="1259" y="1048"/>
                </a:lnTo>
                <a:lnTo>
                  <a:pt x="1268" y="1048"/>
                </a:lnTo>
                <a:lnTo>
                  <a:pt x="1276" y="1048"/>
                </a:lnTo>
                <a:lnTo>
                  <a:pt x="1285" y="1048"/>
                </a:lnTo>
                <a:lnTo>
                  <a:pt x="1293" y="1047"/>
                </a:lnTo>
                <a:lnTo>
                  <a:pt x="1301" y="1047"/>
                </a:lnTo>
                <a:lnTo>
                  <a:pt x="1310" y="1046"/>
                </a:lnTo>
                <a:lnTo>
                  <a:pt x="1318" y="1044"/>
                </a:lnTo>
                <a:lnTo>
                  <a:pt x="1327" y="1043"/>
                </a:lnTo>
                <a:lnTo>
                  <a:pt x="1335" y="1041"/>
                </a:lnTo>
                <a:lnTo>
                  <a:pt x="1343" y="1039"/>
                </a:lnTo>
                <a:lnTo>
                  <a:pt x="1352" y="1037"/>
                </a:lnTo>
                <a:lnTo>
                  <a:pt x="1360" y="1034"/>
                </a:lnTo>
                <a:lnTo>
                  <a:pt x="1369" y="1032"/>
                </a:lnTo>
                <a:lnTo>
                  <a:pt x="1377" y="1029"/>
                </a:lnTo>
                <a:lnTo>
                  <a:pt x="1385" y="1026"/>
                </a:lnTo>
                <a:lnTo>
                  <a:pt x="1394" y="1022"/>
                </a:lnTo>
                <a:lnTo>
                  <a:pt x="1402" y="1019"/>
                </a:lnTo>
                <a:lnTo>
                  <a:pt x="1411" y="1016"/>
                </a:lnTo>
                <a:lnTo>
                  <a:pt x="1419" y="1012"/>
                </a:lnTo>
                <a:lnTo>
                  <a:pt x="1427" y="1008"/>
                </a:lnTo>
                <a:lnTo>
                  <a:pt x="1436" y="1004"/>
                </a:lnTo>
                <a:lnTo>
                  <a:pt x="1444" y="1000"/>
                </a:lnTo>
                <a:lnTo>
                  <a:pt x="1453" y="996"/>
                </a:lnTo>
                <a:lnTo>
                  <a:pt x="1461" y="992"/>
                </a:lnTo>
                <a:lnTo>
                  <a:pt x="1469" y="988"/>
                </a:lnTo>
                <a:lnTo>
                  <a:pt x="1478" y="985"/>
                </a:lnTo>
                <a:lnTo>
                  <a:pt x="1486" y="981"/>
                </a:lnTo>
                <a:lnTo>
                  <a:pt x="1494" y="977"/>
                </a:lnTo>
                <a:lnTo>
                  <a:pt x="1503" y="973"/>
                </a:lnTo>
                <a:lnTo>
                  <a:pt x="1511" y="969"/>
                </a:lnTo>
                <a:lnTo>
                  <a:pt x="1520" y="966"/>
                </a:lnTo>
                <a:lnTo>
                  <a:pt x="1528" y="962"/>
                </a:lnTo>
                <a:lnTo>
                  <a:pt x="1536" y="959"/>
                </a:lnTo>
                <a:lnTo>
                  <a:pt x="1545" y="956"/>
                </a:lnTo>
                <a:lnTo>
                  <a:pt x="1553" y="953"/>
                </a:lnTo>
                <a:lnTo>
                  <a:pt x="1562" y="950"/>
                </a:lnTo>
                <a:lnTo>
                  <a:pt x="1570" y="948"/>
                </a:lnTo>
                <a:lnTo>
                  <a:pt x="1578" y="946"/>
                </a:lnTo>
                <a:lnTo>
                  <a:pt x="1587" y="944"/>
                </a:lnTo>
                <a:lnTo>
                  <a:pt x="1595" y="942"/>
                </a:lnTo>
                <a:lnTo>
                  <a:pt x="1604" y="941"/>
                </a:lnTo>
                <a:lnTo>
                  <a:pt x="1612" y="940"/>
                </a:lnTo>
                <a:lnTo>
                  <a:pt x="1620" y="939"/>
                </a:lnTo>
                <a:lnTo>
                  <a:pt x="1629" y="939"/>
                </a:lnTo>
                <a:lnTo>
                  <a:pt x="1637" y="939"/>
                </a:lnTo>
                <a:lnTo>
                  <a:pt x="1646" y="940"/>
                </a:lnTo>
                <a:lnTo>
                  <a:pt x="1654" y="940"/>
                </a:lnTo>
                <a:lnTo>
                  <a:pt x="1662" y="942"/>
                </a:lnTo>
                <a:lnTo>
                  <a:pt x="1671" y="943"/>
                </a:lnTo>
                <a:lnTo>
                  <a:pt x="1679" y="945"/>
                </a:lnTo>
                <a:lnTo>
                  <a:pt x="1688" y="948"/>
                </a:lnTo>
                <a:lnTo>
                  <a:pt x="1696" y="950"/>
                </a:lnTo>
                <a:lnTo>
                  <a:pt x="1704" y="954"/>
                </a:lnTo>
                <a:lnTo>
                  <a:pt x="1713" y="957"/>
                </a:lnTo>
                <a:lnTo>
                  <a:pt x="1721" y="961"/>
                </a:lnTo>
                <a:lnTo>
                  <a:pt x="1730" y="965"/>
                </a:lnTo>
                <a:lnTo>
                  <a:pt x="1738" y="970"/>
                </a:lnTo>
                <a:lnTo>
                  <a:pt x="1746" y="975"/>
                </a:lnTo>
                <a:lnTo>
                  <a:pt x="1755" y="981"/>
                </a:lnTo>
                <a:lnTo>
                  <a:pt x="1763" y="987"/>
                </a:lnTo>
                <a:lnTo>
                  <a:pt x="1772" y="993"/>
                </a:lnTo>
                <a:lnTo>
                  <a:pt x="1780" y="1000"/>
                </a:lnTo>
                <a:lnTo>
                  <a:pt x="1788" y="1007"/>
                </a:lnTo>
                <a:lnTo>
                  <a:pt x="1797" y="1014"/>
                </a:lnTo>
                <a:lnTo>
                  <a:pt x="1805" y="1021"/>
                </a:lnTo>
                <a:lnTo>
                  <a:pt x="1814" y="1029"/>
                </a:lnTo>
                <a:lnTo>
                  <a:pt x="1822" y="1037"/>
                </a:lnTo>
                <a:lnTo>
                  <a:pt x="1830" y="1045"/>
                </a:lnTo>
                <a:lnTo>
                  <a:pt x="1839" y="1054"/>
                </a:lnTo>
                <a:lnTo>
                  <a:pt x="1847" y="1063"/>
                </a:lnTo>
                <a:lnTo>
                  <a:pt x="1856" y="1072"/>
                </a:lnTo>
                <a:lnTo>
                  <a:pt x="1864" y="1081"/>
                </a:lnTo>
                <a:lnTo>
                  <a:pt x="1872" y="1090"/>
                </a:lnTo>
                <a:lnTo>
                  <a:pt x="1881" y="1099"/>
                </a:lnTo>
                <a:lnTo>
                  <a:pt x="1889" y="1108"/>
                </a:lnTo>
                <a:lnTo>
                  <a:pt x="1897" y="1118"/>
                </a:lnTo>
                <a:lnTo>
                  <a:pt x="1906" y="1127"/>
                </a:lnTo>
                <a:lnTo>
                  <a:pt x="1914" y="1136"/>
                </a:lnTo>
                <a:lnTo>
                  <a:pt x="1923" y="1146"/>
                </a:lnTo>
                <a:lnTo>
                  <a:pt x="1931" y="1155"/>
                </a:lnTo>
                <a:lnTo>
                  <a:pt x="1939" y="1164"/>
                </a:lnTo>
                <a:lnTo>
                  <a:pt x="1948" y="1173"/>
                </a:lnTo>
                <a:lnTo>
                  <a:pt x="1956" y="1182"/>
                </a:lnTo>
                <a:lnTo>
                  <a:pt x="1965" y="1190"/>
                </a:lnTo>
                <a:lnTo>
                  <a:pt x="1973" y="1199"/>
                </a:lnTo>
                <a:lnTo>
                  <a:pt x="1981" y="1207"/>
                </a:lnTo>
                <a:lnTo>
                  <a:pt x="1990" y="1215"/>
                </a:lnTo>
                <a:lnTo>
                  <a:pt x="1998" y="1222"/>
                </a:lnTo>
                <a:lnTo>
                  <a:pt x="2007" y="1229"/>
                </a:lnTo>
                <a:lnTo>
                  <a:pt x="2015" y="1236"/>
                </a:lnTo>
                <a:lnTo>
                  <a:pt x="2023" y="1242"/>
                </a:lnTo>
                <a:lnTo>
                  <a:pt x="2032" y="1248"/>
                </a:lnTo>
                <a:lnTo>
                  <a:pt x="2040" y="1253"/>
                </a:lnTo>
                <a:lnTo>
                  <a:pt x="2049" y="1258"/>
                </a:lnTo>
                <a:lnTo>
                  <a:pt x="2057" y="1262"/>
                </a:lnTo>
                <a:lnTo>
                  <a:pt x="2065" y="1266"/>
                </a:lnTo>
                <a:lnTo>
                  <a:pt x="2074" y="1269"/>
                </a:lnTo>
                <a:lnTo>
                  <a:pt x="2082" y="1272"/>
                </a:lnTo>
                <a:lnTo>
                  <a:pt x="2091" y="1274"/>
                </a:lnTo>
                <a:lnTo>
                  <a:pt x="2099" y="1275"/>
                </a:lnTo>
                <a:lnTo>
                  <a:pt x="2107" y="1275"/>
                </a:lnTo>
                <a:lnTo>
                  <a:pt x="2116" y="1275"/>
                </a:lnTo>
                <a:lnTo>
                  <a:pt x="2124" y="1274"/>
                </a:lnTo>
                <a:lnTo>
                  <a:pt x="2133" y="1273"/>
                </a:lnTo>
                <a:lnTo>
                  <a:pt x="2141" y="1270"/>
                </a:lnTo>
                <a:lnTo>
                  <a:pt x="2149" y="1267"/>
                </a:lnTo>
                <a:lnTo>
                  <a:pt x="2158" y="1264"/>
                </a:lnTo>
                <a:lnTo>
                  <a:pt x="2166" y="1259"/>
                </a:lnTo>
                <a:lnTo>
                  <a:pt x="2175" y="1254"/>
                </a:lnTo>
                <a:lnTo>
                  <a:pt x="2183" y="1247"/>
                </a:lnTo>
                <a:lnTo>
                  <a:pt x="2191" y="1240"/>
                </a:lnTo>
                <a:lnTo>
                  <a:pt x="2200" y="1233"/>
                </a:lnTo>
                <a:lnTo>
                  <a:pt x="2208" y="1224"/>
                </a:lnTo>
                <a:lnTo>
                  <a:pt x="2217" y="1215"/>
                </a:lnTo>
                <a:lnTo>
                  <a:pt x="2225" y="1205"/>
                </a:lnTo>
                <a:lnTo>
                  <a:pt x="2233" y="1194"/>
                </a:lnTo>
                <a:lnTo>
                  <a:pt x="2242" y="1182"/>
                </a:lnTo>
                <a:lnTo>
                  <a:pt x="2250" y="1170"/>
                </a:lnTo>
                <a:lnTo>
                  <a:pt x="2259" y="1157"/>
                </a:lnTo>
                <a:lnTo>
                  <a:pt x="2267" y="1143"/>
                </a:lnTo>
                <a:lnTo>
                  <a:pt x="2275" y="1128"/>
                </a:lnTo>
                <a:lnTo>
                  <a:pt x="2284" y="1113"/>
                </a:lnTo>
                <a:lnTo>
                  <a:pt x="2292" y="1097"/>
                </a:lnTo>
                <a:lnTo>
                  <a:pt x="2301" y="1081"/>
                </a:lnTo>
                <a:lnTo>
                  <a:pt x="2309" y="1063"/>
                </a:lnTo>
                <a:lnTo>
                  <a:pt x="2317" y="1046"/>
                </a:lnTo>
                <a:lnTo>
                  <a:pt x="2326" y="1027"/>
                </a:lnTo>
                <a:lnTo>
                  <a:pt x="2334" y="1009"/>
                </a:lnTo>
                <a:lnTo>
                  <a:pt x="2342" y="989"/>
                </a:lnTo>
                <a:lnTo>
                  <a:pt x="2351" y="969"/>
                </a:lnTo>
                <a:lnTo>
                  <a:pt x="2359" y="949"/>
                </a:lnTo>
                <a:lnTo>
                  <a:pt x="2368" y="929"/>
                </a:lnTo>
                <a:lnTo>
                  <a:pt x="2376" y="908"/>
                </a:lnTo>
                <a:lnTo>
                  <a:pt x="2384" y="886"/>
                </a:lnTo>
                <a:lnTo>
                  <a:pt x="2393" y="865"/>
                </a:lnTo>
                <a:lnTo>
                  <a:pt x="2401" y="843"/>
                </a:lnTo>
                <a:lnTo>
                  <a:pt x="2410" y="821"/>
                </a:lnTo>
                <a:lnTo>
                  <a:pt x="2418" y="799"/>
                </a:lnTo>
                <a:lnTo>
                  <a:pt x="2426" y="777"/>
                </a:lnTo>
                <a:lnTo>
                  <a:pt x="2435" y="754"/>
                </a:lnTo>
                <a:lnTo>
                  <a:pt x="2443" y="732"/>
                </a:lnTo>
                <a:lnTo>
                  <a:pt x="2452" y="710"/>
                </a:lnTo>
                <a:lnTo>
                  <a:pt x="2460" y="688"/>
                </a:lnTo>
                <a:lnTo>
                  <a:pt x="2468" y="666"/>
                </a:lnTo>
                <a:lnTo>
                  <a:pt x="2477" y="644"/>
                </a:lnTo>
                <a:lnTo>
                  <a:pt x="2485" y="622"/>
                </a:lnTo>
                <a:lnTo>
                  <a:pt x="2494" y="601"/>
                </a:lnTo>
                <a:lnTo>
                  <a:pt x="2502" y="580"/>
                </a:lnTo>
                <a:lnTo>
                  <a:pt x="2510" y="559"/>
                </a:lnTo>
                <a:lnTo>
                  <a:pt x="2519" y="539"/>
                </a:lnTo>
                <a:lnTo>
                  <a:pt x="2527" y="519"/>
                </a:lnTo>
                <a:lnTo>
                  <a:pt x="2536" y="499"/>
                </a:lnTo>
                <a:lnTo>
                  <a:pt x="2544" y="480"/>
                </a:lnTo>
                <a:lnTo>
                  <a:pt x="2552" y="462"/>
                </a:lnTo>
                <a:lnTo>
                  <a:pt x="2561" y="444"/>
                </a:lnTo>
                <a:lnTo>
                  <a:pt x="2569" y="427"/>
                </a:lnTo>
                <a:lnTo>
                  <a:pt x="2578" y="410"/>
                </a:lnTo>
                <a:lnTo>
                  <a:pt x="2586" y="395"/>
                </a:lnTo>
                <a:lnTo>
                  <a:pt x="2594" y="380"/>
                </a:lnTo>
                <a:lnTo>
                  <a:pt x="2603" y="365"/>
                </a:lnTo>
                <a:lnTo>
                  <a:pt x="2611" y="352"/>
                </a:lnTo>
                <a:lnTo>
                  <a:pt x="2620" y="339"/>
                </a:lnTo>
                <a:lnTo>
                  <a:pt x="2628" y="327"/>
                </a:lnTo>
                <a:lnTo>
                  <a:pt x="2636" y="316"/>
                </a:lnTo>
                <a:lnTo>
                  <a:pt x="2645" y="305"/>
                </a:lnTo>
                <a:lnTo>
                  <a:pt x="2653" y="296"/>
                </a:lnTo>
                <a:lnTo>
                  <a:pt x="2662" y="287"/>
                </a:lnTo>
                <a:lnTo>
                  <a:pt x="2670" y="280"/>
                </a:lnTo>
                <a:lnTo>
                  <a:pt x="2678" y="273"/>
                </a:lnTo>
                <a:lnTo>
                  <a:pt x="2687" y="267"/>
                </a:lnTo>
                <a:lnTo>
                  <a:pt x="2695" y="262"/>
                </a:lnTo>
                <a:lnTo>
                  <a:pt x="2704" y="258"/>
                </a:lnTo>
                <a:lnTo>
                  <a:pt x="2712" y="254"/>
                </a:lnTo>
                <a:lnTo>
                  <a:pt x="2720" y="252"/>
                </a:lnTo>
                <a:lnTo>
                  <a:pt x="2729" y="250"/>
                </a:lnTo>
                <a:lnTo>
                  <a:pt x="2737" y="249"/>
                </a:lnTo>
                <a:lnTo>
                  <a:pt x="2745" y="249"/>
                </a:lnTo>
                <a:lnTo>
                  <a:pt x="2754" y="250"/>
                </a:lnTo>
                <a:lnTo>
                  <a:pt x="2762" y="251"/>
                </a:lnTo>
                <a:lnTo>
                  <a:pt x="2771" y="253"/>
                </a:lnTo>
                <a:lnTo>
                  <a:pt x="2779" y="256"/>
                </a:lnTo>
                <a:lnTo>
                  <a:pt x="2787" y="259"/>
                </a:lnTo>
                <a:lnTo>
                  <a:pt x="2796" y="263"/>
                </a:lnTo>
                <a:lnTo>
                  <a:pt x="2804" y="268"/>
                </a:lnTo>
                <a:lnTo>
                  <a:pt x="2813" y="273"/>
                </a:lnTo>
                <a:lnTo>
                  <a:pt x="2821" y="278"/>
                </a:lnTo>
                <a:lnTo>
                  <a:pt x="2829" y="284"/>
                </a:lnTo>
                <a:lnTo>
                  <a:pt x="2838" y="290"/>
                </a:lnTo>
                <a:lnTo>
                  <a:pt x="2846" y="297"/>
                </a:lnTo>
                <a:lnTo>
                  <a:pt x="2855" y="303"/>
                </a:lnTo>
                <a:lnTo>
                  <a:pt x="2863" y="310"/>
                </a:lnTo>
                <a:lnTo>
                  <a:pt x="2871" y="317"/>
                </a:lnTo>
                <a:lnTo>
                  <a:pt x="2880" y="324"/>
                </a:lnTo>
                <a:lnTo>
                  <a:pt x="2888" y="332"/>
                </a:lnTo>
                <a:lnTo>
                  <a:pt x="2897" y="339"/>
                </a:lnTo>
                <a:lnTo>
                  <a:pt x="2905" y="346"/>
                </a:lnTo>
                <a:lnTo>
                  <a:pt x="2913" y="352"/>
                </a:lnTo>
                <a:lnTo>
                  <a:pt x="2922" y="359"/>
                </a:lnTo>
                <a:lnTo>
                  <a:pt x="2930" y="365"/>
                </a:lnTo>
                <a:lnTo>
                  <a:pt x="2939" y="372"/>
                </a:lnTo>
                <a:lnTo>
                  <a:pt x="2947" y="377"/>
                </a:lnTo>
                <a:lnTo>
                  <a:pt x="2955" y="382"/>
                </a:lnTo>
                <a:lnTo>
                  <a:pt x="2964" y="387"/>
                </a:lnTo>
                <a:lnTo>
                  <a:pt x="2972" y="391"/>
                </a:lnTo>
                <a:lnTo>
                  <a:pt x="2981" y="395"/>
                </a:lnTo>
                <a:lnTo>
                  <a:pt x="2989" y="398"/>
                </a:lnTo>
                <a:lnTo>
                  <a:pt x="2997" y="401"/>
                </a:lnTo>
                <a:lnTo>
                  <a:pt x="3006" y="402"/>
                </a:lnTo>
                <a:lnTo>
                  <a:pt x="3014" y="403"/>
                </a:lnTo>
                <a:lnTo>
                  <a:pt x="3023" y="404"/>
                </a:lnTo>
                <a:lnTo>
                  <a:pt x="3031" y="403"/>
                </a:lnTo>
                <a:lnTo>
                  <a:pt x="3039" y="402"/>
                </a:lnTo>
                <a:lnTo>
                  <a:pt x="3048" y="400"/>
                </a:lnTo>
                <a:lnTo>
                  <a:pt x="3056" y="398"/>
                </a:lnTo>
                <a:lnTo>
                  <a:pt x="3065" y="394"/>
                </a:lnTo>
                <a:lnTo>
                  <a:pt x="3073" y="390"/>
                </a:lnTo>
                <a:lnTo>
                  <a:pt x="3081" y="385"/>
                </a:lnTo>
                <a:lnTo>
                  <a:pt x="3090" y="379"/>
                </a:lnTo>
                <a:lnTo>
                  <a:pt x="3098" y="372"/>
                </a:lnTo>
                <a:lnTo>
                  <a:pt x="3107" y="365"/>
                </a:lnTo>
                <a:lnTo>
                  <a:pt x="3115" y="357"/>
                </a:lnTo>
                <a:lnTo>
                  <a:pt x="3123" y="349"/>
                </a:lnTo>
                <a:lnTo>
                  <a:pt x="3132" y="340"/>
                </a:lnTo>
                <a:lnTo>
                  <a:pt x="3140" y="330"/>
                </a:lnTo>
                <a:lnTo>
                  <a:pt x="3148" y="320"/>
                </a:lnTo>
                <a:lnTo>
                  <a:pt x="3157" y="310"/>
                </a:lnTo>
                <a:lnTo>
                  <a:pt x="3165" y="299"/>
                </a:lnTo>
                <a:lnTo>
                  <a:pt x="3174" y="287"/>
                </a:lnTo>
                <a:lnTo>
                  <a:pt x="3182" y="276"/>
                </a:lnTo>
                <a:lnTo>
                  <a:pt x="3190" y="264"/>
                </a:lnTo>
                <a:lnTo>
                  <a:pt x="3199" y="252"/>
                </a:lnTo>
                <a:lnTo>
                  <a:pt x="3207" y="240"/>
                </a:lnTo>
                <a:lnTo>
                  <a:pt x="3216" y="228"/>
                </a:lnTo>
                <a:lnTo>
                  <a:pt x="3224" y="216"/>
                </a:lnTo>
                <a:lnTo>
                  <a:pt x="3232" y="203"/>
                </a:lnTo>
                <a:lnTo>
                  <a:pt x="3241" y="191"/>
                </a:lnTo>
                <a:lnTo>
                  <a:pt x="3249" y="179"/>
                </a:lnTo>
                <a:lnTo>
                  <a:pt x="3258" y="166"/>
                </a:lnTo>
                <a:lnTo>
                  <a:pt x="3266" y="154"/>
                </a:lnTo>
                <a:lnTo>
                  <a:pt x="3274" y="141"/>
                </a:lnTo>
                <a:lnTo>
                  <a:pt x="3283" y="129"/>
                </a:lnTo>
                <a:lnTo>
                  <a:pt x="3291" y="116"/>
                </a:lnTo>
                <a:lnTo>
                  <a:pt x="3300" y="102"/>
                </a:lnTo>
                <a:lnTo>
                  <a:pt x="3308" y="88"/>
                </a:lnTo>
                <a:lnTo>
                  <a:pt x="3316" y="73"/>
                </a:lnTo>
                <a:lnTo>
                  <a:pt x="3325" y="58"/>
                </a:lnTo>
                <a:lnTo>
                  <a:pt x="3333" y="40"/>
                </a:lnTo>
                <a:lnTo>
                  <a:pt x="3342" y="21"/>
                </a:lnTo>
                <a:lnTo>
                  <a:pt x="3350" y="0"/>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Freeform 44"/>
          <p:cNvSpPr/>
          <p:nvPr/>
        </p:nvSpPr>
        <p:spPr>
          <a:xfrm>
            <a:off x="8284464" y="3156509"/>
            <a:ext cx="3063240" cy="2019910"/>
          </a:xfrm>
          <a:custGeom>
            <a:avLst/>
            <a:gdLst/>
            <a:ahLst/>
            <a:cxnLst/>
            <a:rect l="l" t="t" r="r" b="b"/>
            <a:pathLst>
              <a:path w="3350" h="2209">
                <a:moveTo>
                  <a:pt x="0" y="1509"/>
                </a:moveTo>
                <a:lnTo>
                  <a:pt x="8" y="1589"/>
                </a:lnTo>
                <a:lnTo>
                  <a:pt x="17" y="1668"/>
                </a:lnTo>
                <a:lnTo>
                  <a:pt x="25" y="1745"/>
                </a:lnTo>
                <a:lnTo>
                  <a:pt x="34" y="1818"/>
                </a:lnTo>
                <a:lnTo>
                  <a:pt x="42" y="1887"/>
                </a:lnTo>
                <a:lnTo>
                  <a:pt x="50" y="1950"/>
                </a:lnTo>
                <a:lnTo>
                  <a:pt x="59" y="2007"/>
                </a:lnTo>
                <a:lnTo>
                  <a:pt x="67" y="2058"/>
                </a:lnTo>
                <a:lnTo>
                  <a:pt x="76" y="2101"/>
                </a:lnTo>
                <a:lnTo>
                  <a:pt x="84" y="2137"/>
                </a:lnTo>
                <a:lnTo>
                  <a:pt x="92" y="2166"/>
                </a:lnTo>
                <a:lnTo>
                  <a:pt x="101" y="2188"/>
                </a:lnTo>
                <a:lnTo>
                  <a:pt x="109" y="2202"/>
                </a:lnTo>
                <a:lnTo>
                  <a:pt x="118" y="2209"/>
                </a:lnTo>
                <a:lnTo>
                  <a:pt x="126" y="2208"/>
                </a:lnTo>
                <a:lnTo>
                  <a:pt x="134" y="2201"/>
                </a:lnTo>
                <a:lnTo>
                  <a:pt x="143" y="2187"/>
                </a:lnTo>
                <a:lnTo>
                  <a:pt x="151" y="2167"/>
                </a:lnTo>
                <a:lnTo>
                  <a:pt x="160" y="2141"/>
                </a:lnTo>
                <a:lnTo>
                  <a:pt x="168" y="2110"/>
                </a:lnTo>
                <a:lnTo>
                  <a:pt x="176" y="2073"/>
                </a:lnTo>
                <a:lnTo>
                  <a:pt x="185" y="2032"/>
                </a:lnTo>
                <a:lnTo>
                  <a:pt x="193" y="1986"/>
                </a:lnTo>
                <a:lnTo>
                  <a:pt x="202" y="1937"/>
                </a:lnTo>
                <a:lnTo>
                  <a:pt x="210" y="1884"/>
                </a:lnTo>
                <a:lnTo>
                  <a:pt x="218" y="1828"/>
                </a:lnTo>
                <a:lnTo>
                  <a:pt x="227" y="1770"/>
                </a:lnTo>
                <a:lnTo>
                  <a:pt x="235" y="1710"/>
                </a:lnTo>
                <a:lnTo>
                  <a:pt x="243" y="1648"/>
                </a:lnTo>
                <a:lnTo>
                  <a:pt x="252" y="1585"/>
                </a:lnTo>
                <a:lnTo>
                  <a:pt x="260" y="1522"/>
                </a:lnTo>
                <a:lnTo>
                  <a:pt x="269" y="1457"/>
                </a:lnTo>
                <a:lnTo>
                  <a:pt x="277" y="1393"/>
                </a:lnTo>
                <a:lnTo>
                  <a:pt x="285" y="1330"/>
                </a:lnTo>
                <a:lnTo>
                  <a:pt x="294" y="1267"/>
                </a:lnTo>
                <a:lnTo>
                  <a:pt x="302" y="1204"/>
                </a:lnTo>
                <a:lnTo>
                  <a:pt x="311" y="1144"/>
                </a:lnTo>
                <a:lnTo>
                  <a:pt x="319" y="1084"/>
                </a:lnTo>
                <a:lnTo>
                  <a:pt x="327" y="1027"/>
                </a:lnTo>
                <a:lnTo>
                  <a:pt x="336" y="972"/>
                </a:lnTo>
                <a:lnTo>
                  <a:pt x="344" y="919"/>
                </a:lnTo>
                <a:lnTo>
                  <a:pt x="353" y="868"/>
                </a:lnTo>
                <a:lnTo>
                  <a:pt x="361" y="821"/>
                </a:lnTo>
                <a:lnTo>
                  <a:pt x="369" y="776"/>
                </a:lnTo>
                <a:lnTo>
                  <a:pt x="378" y="733"/>
                </a:lnTo>
                <a:lnTo>
                  <a:pt x="386" y="694"/>
                </a:lnTo>
                <a:lnTo>
                  <a:pt x="395" y="658"/>
                </a:lnTo>
                <a:lnTo>
                  <a:pt x="403" y="626"/>
                </a:lnTo>
                <a:lnTo>
                  <a:pt x="411" y="596"/>
                </a:lnTo>
                <a:lnTo>
                  <a:pt x="420" y="570"/>
                </a:lnTo>
                <a:lnTo>
                  <a:pt x="428" y="547"/>
                </a:lnTo>
                <a:lnTo>
                  <a:pt x="437" y="527"/>
                </a:lnTo>
                <a:lnTo>
                  <a:pt x="445" y="511"/>
                </a:lnTo>
                <a:lnTo>
                  <a:pt x="453" y="498"/>
                </a:lnTo>
                <a:lnTo>
                  <a:pt x="462" y="488"/>
                </a:lnTo>
                <a:lnTo>
                  <a:pt x="470" y="482"/>
                </a:lnTo>
                <a:lnTo>
                  <a:pt x="479" y="478"/>
                </a:lnTo>
                <a:lnTo>
                  <a:pt x="487" y="478"/>
                </a:lnTo>
                <a:lnTo>
                  <a:pt x="495" y="480"/>
                </a:lnTo>
                <a:lnTo>
                  <a:pt x="504" y="486"/>
                </a:lnTo>
                <a:lnTo>
                  <a:pt x="512" y="494"/>
                </a:lnTo>
                <a:lnTo>
                  <a:pt x="521" y="505"/>
                </a:lnTo>
                <a:lnTo>
                  <a:pt x="529" y="518"/>
                </a:lnTo>
                <a:lnTo>
                  <a:pt x="537" y="534"/>
                </a:lnTo>
                <a:lnTo>
                  <a:pt x="546" y="551"/>
                </a:lnTo>
                <a:lnTo>
                  <a:pt x="554" y="572"/>
                </a:lnTo>
                <a:lnTo>
                  <a:pt x="563" y="594"/>
                </a:lnTo>
                <a:lnTo>
                  <a:pt x="571" y="618"/>
                </a:lnTo>
                <a:lnTo>
                  <a:pt x="579" y="643"/>
                </a:lnTo>
                <a:lnTo>
                  <a:pt x="588" y="670"/>
                </a:lnTo>
                <a:lnTo>
                  <a:pt x="596" y="699"/>
                </a:lnTo>
                <a:lnTo>
                  <a:pt x="605" y="729"/>
                </a:lnTo>
                <a:lnTo>
                  <a:pt x="613" y="760"/>
                </a:lnTo>
                <a:lnTo>
                  <a:pt x="621" y="792"/>
                </a:lnTo>
                <a:lnTo>
                  <a:pt x="630" y="825"/>
                </a:lnTo>
                <a:lnTo>
                  <a:pt x="638" y="858"/>
                </a:lnTo>
                <a:lnTo>
                  <a:pt x="646" y="893"/>
                </a:lnTo>
                <a:lnTo>
                  <a:pt x="655" y="927"/>
                </a:lnTo>
                <a:lnTo>
                  <a:pt x="663" y="962"/>
                </a:lnTo>
                <a:lnTo>
                  <a:pt x="672" y="997"/>
                </a:lnTo>
                <a:lnTo>
                  <a:pt x="680" y="1032"/>
                </a:lnTo>
                <a:lnTo>
                  <a:pt x="688" y="1067"/>
                </a:lnTo>
                <a:lnTo>
                  <a:pt x="697" y="1102"/>
                </a:lnTo>
                <a:lnTo>
                  <a:pt x="705" y="1137"/>
                </a:lnTo>
                <a:lnTo>
                  <a:pt x="714" y="1171"/>
                </a:lnTo>
                <a:lnTo>
                  <a:pt x="722" y="1205"/>
                </a:lnTo>
                <a:lnTo>
                  <a:pt x="730" y="1238"/>
                </a:lnTo>
                <a:lnTo>
                  <a:pt x="739" y="1270"/>
                </a:lnTo>
                <a:lnTo>
                  <a:pt x="747" y="1302"/>
                </a:lnTo>
                <a:lnTo>
                  <a:pt x="756" y="1332"/>
                </a:lnTo>
                <a:lnTo>
                  <a:pt x="764" y="1362"/>
                </a:lnTo>
                <a:lnTo>
                  <a:pt x="772" y="1391"/>
                </a:lnTo>
                <a:lnTo>
                  <a:pt x="781" y="1419"/>
                </a:lnTo>
                <a:lnTo>
                  <a:pt x="789" y="1446"/>
                </a:lnTo>
                <a:lnTo>
                  <a:pt x="798" y="1471"/>
                </a:lnTo>
                <a:lnTo>
                  <a:pt x="806" y="1496"/>
                </a:lnTo>
                <a:lnTo>
                  <a:pt x="814" y="1519"/>
                </a:lnTo>
                <a:lnTo>
                  <a:pt x="823" y="1541"/>
                </a:lnTo>
                <a:lnTo>
                  <a:pt x="831" y="1562"/>
                </a:lnTo>
                <a:lnTo>
                  <a:pt x="840" y="1581"/>
                </a:lnTo>
                <a:lnTo>
                  <a:pt x="848" y="1599"/>
                </a:lnTo>
                <a:lnTo>
                  <a:pt x="856" y="1616"/>
                </a:lnTo>
                <a:lnTo>
                  <a:pt x="865" y="1631"/>
                </a:lnTo>
                <a:lnTo>
                  <a:pt x="873" y="1645"/>
                </a:lnTo>
                <a:lnTo>
                  <a:pt x="882" y="1658"/>
                </a:lnTo>
                <a:lnTo>
                  <a:pt x="890" y="1670"/>
                </a:lnTo>
                <a:lnTo>
                  <a:pt x="898" y="1680"/>
                </a:lnTo>
                <a:lnTo>
                  <a:pt x="907" y="1689"/>
                </a:lnTo>
                <a:lnTo>
                  <a:pt x="915" y="1696"/>
                </a:lnTo>
                <a:lnTo>
                  <a:pt x="924" y="1703"/>
                </a:lnTo>
                <a:lnTo>
                  <a:pt x="932" y="1708"/>
                </a:lnTo>
                <a:lnTo>
                  <a:pt x="940" y="1712"/>
                </a:lnTo>
                <a:lnTo>
                  <a:pt x="949" y="1715"/>
                </a:lnTo>
                <a:lnTo>
                  <a:pt x="957" y="1717"/>
                </a:lnTo>
                <a:lnTo>
                  <a:pt x="966" y="1717"/>
                </a:lnTo>
                <a:lnTo>
                  <a:pt x="974" y="1717"/>
                </a:lnTo>
                <a:lnTo>
                  <a:pt x="982" y="1716"/>
                </a:lnTo>
                <a:lnTo>
                  <a:pt x="991" y="1714"/>
                </a:lnTo>
                <a:lnTo>
                  <a:pt x="999" y="1711"/>
                </a:lnTo>
                <a:lnTo>
                  <a:pt x="1008" y="1707"/>
                </a:lnTo>
                <a:lnTo>
                  <a:pt x="1016" y="1702"/>
                </a:lnTo>
                <a:lnTo>
                  <a:pt x="1024" y="1697"/>
                </a:lnTo>
                <a:lnTo>
                  <a:pt x="1033" y="1691"/>
                </a:lnTo>
                <a:lnTo>
                  <a:pt x="1041" y="1684"/>
                </a:lnTo>
                <a:lnTo>
                  <a:pt x="1049" y="1677"/>
                </a:lnTo>
                <a:lnTo>
                  <a:pt x="1058" y="1670"/>
                </a:lnTo>
                <a:lnTo>
                  <a:pt x="1066" y="1661"/>
                </a:lnTo>
                <a:lnTo>
                  <a:pt x="1075" y="1653"/>
                </a:lnTo>
                <a:lnTo>
                  <a:pt x="1083" y="1644"/>
                </a:lnTo>
                <a:lnTo>
                  <a:pt x="1091" y="1635"/>
                </a:lnTo>
                <a:lnTo>
                  <a:pt x="1100" y="1625"/>
                </a:lnTo>
                <a:lnTo>
                  <a:pt x="1108" y="1616"/>
                </a:lnTo>
                <a:lnTo>
                  <a:pt x="1117" y="1606"/>
                </a:lnTo>
                <a:lnTo>
                  <a:pt x="1125" y="1596"/>
                </a:lnTo>
                <a:lnTo>
                  <a:pt x="1133" y="1586"/>
                </a:lnTo>
                <a:lnTo>
                  <a:pt x="1142" y="1576"/>
                </a:lnTo>
                <a:lnTo>
                  <a:pt x="1150" y="1566"/>
                </a:lnTo>
                <a:lnTo>
                  <a:pt x="1159" y="1556"/>
                </a:lnTo>
                <a:lnTo>
                  <a:pt x="1167" y="1546"/>
                </a:lnTo>
                <a:lnTo>
                  <a:pt x="1175" y="1537"/>
                </a:lnTo>
                <a:lnTo>
                  <a:pt x="1184" y="1527"/>
                </a:lnTo>
                <a:lnTo>
                  <a:pt x="1192" y="1518"/>
                </a:lnTo>
                <a:lnTo>
                  <a:pt x="1201" y="1509"/>
                </a:lnTo>
                <a:lnTo>
                  <a:pt x="1209" y="1500"/>
                </a:lnTo>
                <a:lnTo>
                  <a:pt x="1217" y="1492"/>
                </a:lnTo>
                <a:lnTo>
                  <a:pt x="1226" y="1484"/>
                </a:lnTo>
                <a:lnTo>
                  <a:pt x="1234" y="1476"/>
                </a:lnTo>
                <a:lnTo>
                  <a:pt x="1243" y="1468"/>
                </a:lnTo>
                <a:lnTo>
                  <a:pt x="1251" y="1461"/>
                </a:lnTo>
                <a:lnTo>
                  <a:pt x="1259" y="1454"/>
                </a:lnTo>
                <a:lnTo>
                  <a:pt x="1268" y="1448"/>
                </a:lnTo>
                <a:lnTo>
                  <a:pt x="1276" y="1442"/>
                </a:lnTo>
                <a:lnTo>
                  <a:pt x="1285" y="1437"/>
                </a:lnTo>
                <a:lnTo>
                  <a:pt x="1293" y="1431"/>
                </a:lnTo>
                <a:lnTo>
                  <a:pt x="1301" y="1427"/>
                </a:lnTo>
                <a:lnTo>
                  <a:pt x="1310" y="1422"/>
                </a:lnTo>
                <a:lnTo>
                  <a:pt x="1318" y="1419"/>
                </a:lnTo>
                <a:lnTo>
                  <a:pt x="1327" y="1415"/>
                </a:lnTo>
                <a:lnTo>
                  <a:pt x="1335" y="1412"/>
                </a:lnTo>
                <a:lnTo>
                  <a:pt x="1343" y="1409"/>
                </a:lnTo>
                <a:lnTo>
                  <a:pt x="1352" y="1407"/>
                </a:lnTo>
                <a:lnTo>
                  <a:pt x="1360" y="1405"/>
                </a:lnTo>
                <a:lnTo>
                  <a:pt x="1369" y="1404"/>
                </a:lnTo>
                <a:lnTo>
                  <a:pt x="1377" y="1402"/>
                </a:lnTo>
                <a:lnTo>
                  <a:pt x="1385" y="1402"/>
                </a:lnTo>
                <a:lnTo>
                  <a:pt x="1394" y="1401"/>
                </a:lnTo>
                <a:lnTo>
                  <a:pt x="1402" y="1401"/>
                </a:lnTo>
                <a:lnTo>
                  <a:pt x="1411" y="1401"/>
                </a:lnTo>
                <a:lnTo>
                  <a:pt x="1419" y="1401"/>
                </a:lnTo>
                <a:lnTo>
                  <a:pt x="1427" y="1402"/>
                </a:lnTo>
                <a:lnTo>
                  <a:pt x="1436" y="1402"/>
                </a:lnTo>
                <a:lnTo>
                  <a:pt x="1444" y="1403"/>
                </a:lnTo>
                <a:lnTo>
                  <a:pt x="1453" y="1404"/>
                </a:lnTo>
                <a:lnTo>
                  <a:pt x="1461" y="1406"/>
                </a:lnTo>
                <a:lnTo>
                  <a:pt x="1469" y="1407"/>
                </a:lnTo>
                <a:lnTo>
                  <a:pt x="1478" y="1408"/>
                </a:lnTo>
                <a:lnTo>
                  <a:pt x="1486" y="1410"/>
                </a:lnTo>
                <a:lnTo>
                  <a:pt x="1494" y="1411"/>
                </a:lnTo>
                <a:lnTo>
                  <a:pt x="1503" y="1413"/>
                </a:lnTo>
                <a:lnTo>
                  <a:pt x="1511" y="1414"/>
                </a:lnTo>
                <a:lnTo>
                  <a:pt x="1520" y="1416"/>
                </a:lnTo>
                <a:lnTo>
                  <a:pt x="1528" y="1417"/>
                </a:lnTo>
                <a:lnTo>
                  <a:pt x="1536" y="1419"/>
                </a:lnTo>
                <a:lnTo>
                  <a:pt x="1545" y="1420"/>
                </a:lnTo>
                <a:lnTo>
                  <a:pt x="1553" y="1421"/>
                </a:lnTo>
                <a:lnTo>
                  <a:pt x="1562" y="1422"/>
                </a:lnTo>
                <a:lnTo>
                  <a:pt x="1570" y="1423"/>
                </a:lnTo>
                <a:lnTo>
                  <a:pt x="1578" y="1423"/>
                </a:lnTo>
                <a:lnTo>
                  <a:pt x="1587" y="1424"/>
                </a:lnTo>
                <a:lnTo>
                  <a:pt x="1595" y="1424"/>
                </a:lnTo>
                <a:lnTo>
                  <a:pt x="1604" y="1424"/>
                </a:lnTo>
                <a:lnTo>
                  <a:pt x="1612" y="1424"/>
                </a:lnTo>
                <a:lnTo>
                  <a:pt x="1620" y="1423"/>
                </a:lnTo>
                <a:lnTo>
                  <a:pt x="1629" y="1422"/>
                </a:lnTo>
                <a:lnTo>
                  <a:pt x="1637" y="1421"/>
                </a:lnTo>
                <a:lnTo>
                  <a:pt x="1646" y="1419"/>
                </a:lnTo>
                <a:lnTo>
                  <a:pt x="1654" y="1417"/>
                </a:lnTo>
                <a:lnTo>
                  <a:pt x="1662" y="1415"/>
                </a:lnTo>
                <a:lnTo>
                  <a:pt x="1671" y="1413"/>
                </a:lnTo>
                <a:lnTo>
                  <a:pt x="1679" y="1410"/>
                </a:lnTo>
                <a:lnTo>
                  <a:pt x="1688" y="1407"/>
                </a:lnTo>
                <a:lnTo>
                  <a:pt x="1696" y="1403"/>
                </a:lnTo>
                <a:lnTo>
                  <a:pt x="1704" y="1399"/>
                </a:lnTo>
                <a:lnTo>
                  <a:pt x="1713" y="1395"/>
                </a:lnTo>
                <a:lnTo>
                  <a:pt x="1721" y="1391"/>
                </a:lnTo>
                <a:lnTo>
                  <a:pt x="1730" y="1386"/>
                </a:lnTo>
                <a:lnTo>
                  <a:pt x="1738" y="1381"/>
                </a:lnTo>
                <a:lnTo>
                  <a:pt x="1746" y="1376"/>
                </a:lnTo>
                <a:lnTo>
                  <a:pt x="1755" y="1370"/>
                </a:lnTo>
                <a:lnTo>
                  <a:pt x="1763" y="1364"/>
                </a:lnTo>
                <a:lnTo>
                  <a:pt x="1772" y="1358"/>
                </a:lnTo>
                <a:lnTo>
                  <a:pt x="1780" y="1351"/>
                </a:lnTo>
                <a:lnTo>
                  <a:pt x="1788" y="1344"/>
                </a:lnTo>
                <a:lnTo>
                  <a:pt x="1797" y="1337"/>
                </a:lnTo>
                <a:lnTo>
                  <a:pt x="1805" y="1330"/>
                </a:lnTo>
                <a:lnTo>
                  <a:pt x="1814" y="1323"/>
                </a:lnTo>
                <a:lnTo>
                  <a:pt x="1822" y="1315"/>
                </a:lnTo>
                <a:lnTo>
                  <a:pt x="1830" y="1308"/>
                </a:lnTo>
                <a:lnTo>
                  <a:pt x="1839" y="1300"/>
                </a:lnTo>
                <a:lnTo>
                  <a:pt x="1847" y="1292"/>
                </a:lnTo>
                <a:lnTo>
                  <a:pt x="1856" y="1284"/>
                </a:lnTo>
                <a:lnTo>
                  <a:pt x="1864" y="1276"/>
                </a:lnTo>
                <a:lnTo>
                  <a:pt x="1872" y="1268"/>
                </a:lnTo>
                <a:lnTo>
                  <a:pt x="1881" y="1260"/>
                </a:lnTo>
                <a:lnTo>
                  <a:pt x="1889" y="1252"/>
                </a:lnTo>
                <a:lnTo>
                  <a:pt x="1897" y="1244"/>
                </a:lnTo>
                <a:lnTo>
                  <a:pt x="1906" y="1236"/>
                </a:lnTo>
                <a:lnTo>
                  <a:pt x="1914" y="1228"/>
                </a:lnTo>
                <a:lnTo>
                  <a:pt x="1923" y="1221"/>
                </a:lnTo>
                <a:lnTo>
                  <a:pt x="1931" y="1213"/>
                </a:lnTo>
                <a:lnTo>
                  <a:pt x="1939" y="1206"/>
                </a:lnTo>
                <a:lnTo>
                  <a:pt x="1948" y="1199"/>
                </a:lnTo>
                <a:lnTo>
                  <a:pt x="1956" y="1192"/>
                </a:lnTo>
                <a:lnTo>
                  <a:pt x="1965" y="1186"/>
                </a:lnTo>
                <a:lnTo>
                  <a:pt x="1973" y="1179"/>
                </a:lnTo>
                <a:lnTo>
                  <a:pt x="1981" y="1174"/>
                </a:lnTo>
                <a:lnTo>
                  <a:pt x="1990" y="1168"/>
                </a:lnTo>
                <a:lnTo>
                  <a:pt x="1998" y="1163"/>
                </a:lnTo>
                <a:lnTo>
                  <a:pt x="2007" y="1158"/>
                </a:lnTo>
                <a:lnTo>
                  <a:pt x="2015" y="1153"/>
                </a:lnTo>
                <a:lnTo>
                  <a:pt x="2023" y="1149"/>
                </a:lnTo>
                <a:lnTo>
                  <a:pt x="2032" y="1145"/>
                </a:lnTo>
                <a:lnTo>
                  <a:pt x="2040" y="1142"/>
                </a:lnTo>
                <a:lnTo>
                  <a:pt x="2049" y="1139"/>
                </a:lnTo>
                <a:lnTo>
                  <a:pt x="2057" y="1137"/>
                </a:lnTo>
                <a:lnTo>
                  <a:pt x="2065" y="1135"/>
                </a:lnTo>
                <a:lnTo>
                  <a:pt x="2074" y="1134"/>
                </a:lnTo>
                <a:lnTo>
                  <a:pt x="2082" y="1133"/>
                </a:lnTo>
                <a:lnTo>
                  <a:pt x="2091" y="1132"/>
                </a:lnTo>
                <a:lnTo>
                  <a:pt x="2099" y="1133"/>
                </a:lnTo>
                <a:lnTo>
                  <a:pt x="2107" y="1133"/>
                </a:lnTo>
                <a:lnTo>
                  <a:pt x="2116" y="1134"/>
                </a:lnTo>
                <a:lnTo>
                  <a:pt x="2124" y="1136"/>
                </a:lnTo>
                <a:lnTo>
                  <a:pt x="2133" y="1138"/>
                </a:lnTo>
                <a:lnTo>
                  <a:pt x="2141" y="1140"/>
                </a:lnTo>
                <a:lnTo>
                  <a:pt x="2149" y="1143"/>
                </a:lnTo>
                <a:lnTo>
                  <a:pt x="2158" y="1147"/>
                </a:lnTo>
                <a:lnTo>
                  <a:pt x="2166" y="1150"/>
                </a:lnTo>
                <a:lnTo>
                  <a:pt x="2175" y="1155"/>
                </a:lnTo>
                <a:lnTo>
                  <a:pt x="2183" y="1159"/>
                </a:lnTo>
                <a:lnTo>
                  <a:pt x="2191" y="1164"/>
                </a:lnTo>
                <a:lnTo>
                  <a:pt x="2200" y="1170"/>
                </a:lnTo>
                <a:lnTo>
                  <a:pt x="2208" y="1176"/>
                </a:lnTo>
                <a:lnTo>
                  <a:pt x="2217" y="1182"/>
                </a:lnTo>
                <a:lnTo>
                  <a:pt x="2225" y="1188"/>
                </a:lnTo>
                <a:lnTo>
                  <a:pt x="2233" y="1195"/>
                </a:lnTo>
                <a:lnTo>
                  <a:pt x="2242" y="1201"/>
                </a:lnTo>
                <a:lnTo>
                  <a:pt x="2250" y="1209"/>
                </a:lnTo>
                <a:lnTo>
                  <a:pt x="2259" y="1216"/>
                </a:lnTo>
                <a:lnTo>
                  <a:pt x="2267" y="1223"/>
                </a:lnTo>
                <a:lnTo>
                  <a:pt x="2275" y="1231"/>
                </a:lnTo>
                <a:lnTo>
                  <a:pt x="2284" y="1238"/>
                </a:lnTo>
                <a:lnTo>
                  <a:pt x="2292" y="1246"/>
                </a:lnTo>
                <a:lnTo>
                  <a:pt x="2301" y="1253"/>
                </a:lnTo>
                <a:lnTo>
                  <a:pt x="2309" y="1261"/>
                </a:lnTo>
                <a:lnTo>
                  <a:pt x="2317" y="1268"/>
                </a:lnTo>
                <a:lnTo>
                  <a:pt x="2326" y="1275"/>
                </a:lnTo>
                <a:lnTo>
                  <a:pt x="2334" y="1283"/>
                </a:lnTo>
                <a:lnTo>
                  <a:pt x="2342" y="1290"/>
                </a:lnTo>
                <a:lnTo>
                  <a:pt x="2351" y="1296"/>
                </a:lnTo>
                <a:lnTo>
                  <a:pt x="2359" y="1303"/>
                </a:lnTo>
                <a:lnTo>
                  <a:pt x="2368" y="1309"/>
                </a:lnTo>
                <a:lnTo>
                  <a:pt x="2376" y="1315"/>
                </a:lnTo>
                <a:lnTo>
                  <a:pt x="2384" y="1320"/>
                </a:lnTo>
                <a:lnTo>
                  <a:pt x="2393" y="1325"/>
                </a:lnTo>
                <a:lnTo>
                  <a:pt x="2401" y="1329"/>
                </a:lnTo>
                <a:lnTo>
                  <a:pt x="2410" y="1333"/>
                </a:lnTo>
                <a:lnTo>
                  <a:pt x="2418" y="1337"/>
                </a:lnTo>
                <a:lnTo>
                  <a:pt x="2426" y="1340"/>
                </a:lnTo>
                <a:lnTo>
                  <a:pt x="2435" y="1342"/>
                </a:lnTo>
                <a:lnTo>
                  <a:pt x="2443" y="1344"/>
                </a:lnTo>
                <a:lnTo>
                  <a:pt x="2452" y="1345"/>
                </a:lnTo>
                <a:lnTo>
                  <a:pt x="2460" y="1345"/>
                </a:lnTo>
                <a:lnTo>
                  <a:pt x="2468" y="1345"/>
                </a:lnTo>
                <a:lnTo>
                  <a:pt x="2477" y="1344"/>
                </a:lnTo>
                <a:lnTo>
                  <a:pt x="2485" y="1342"/>
                </a:lnTo>
                <a:lnTo>
                  <a:pt x="2494" y="1340"/>
                </a:lnTo>
                <a:lnTo>
                  <a:pt x="2502" y="1337"/>
                </a:lnTo>
                <a:lnTo>
                  <a:pt x="2510" y="1333"/>
                </a:lnTo>
                <a:lnTo>
                  <a:pt x="2519" y="1328"/>
                </a:lnTo>
                <a:lnTo>
                  <a:pt x="2527" y="1323"/>
                </a:lnTo>
                <a:lnTo>
                  <a:pt x="2536" y="1317"/>
                </a:lnTo>
                <a:lnTo>
                  <a:pt x="2544" y="1311"/>
                </a:lnTo>
                <a:lnTo>
                  <a:pt x="2552" y="1303"/>
                </a:lnTo>
                <a:lnTo>
                  <a:pt x="2561" y="1295"/>
                </a:lnTo>
                <a:lnTo>
                  <a:pt x="2569" y="1287"/>
                </a:lnTo>
                <a:lnTo>
                  <a:pt x="2578" y="1277"/>
                </a:lnTo>
                <a:lnTo>
                  <a:pt x="2586" y="1268"/>
                </a:lnTo>
                <a:lnTo>
                  <a:pt x="2594" y="1257"/>
                </a:lnTo>
                <a:lnTo>
                  <a:pt x="2603" y="1246"/>
                </a:lnTo>
                <a:lnTo>
                  <a:pt x="2611" y="1235"/>
                </a:lnTo>
                <a:lnTo>
                  <a:pt x="2620" y="1223"/>
                </a:lnTo>
                <a:lnTo>
                  <a:pt x="2628" y="1211"/>
                </a:lnTo>
                <a:lnTo>
                  <a:pt x="2636" y="1198"/>
                </a:lnTo>
                <a:lnTo>
                  <a:pt x="2645" y="1185"/>
                </a:lnTo>
                <a:lnTo>
                  <a:pt x="2653" y="1172"/>
                </a:lnTo>
                <a:lnTo>
                  <a:pt x="2662" y="1159"/>
                </a:lnTo>
                <a:lnTo>
                  <a:pt x="2670" y="1145"/>
                </a:lnTo>
                <a:lnTo>
                  <a:pt x="2678" y="1132"/>
                </a:lnTo>
                <a:lnTo>
                  <a:pt x="2687" y="1118"/>
                </a:lnTo>
                <a:lnTo>
                  <a:pt x="2695" y="1105"/>
                </a:lnTo>
                <a:lnTo>
                  <a:pt x="2704" y="1092"/>
                </a:lnTo>
                <a:lnTo>
                  <a:pt x="2712" y="1079"/>
                </a:lnTo>
                <a:lnTo>
                  <a:pt x="2720" y="1066"/>
                </a:lnTo>
                <a:lnTo>
                  <a:pt x="2729" y="1054"/>
                </a:lnTo>
                <a:lnTo>
                  <a:pt x="2737" y="1042"/>
                </a:lnTo>
                <a:lnTo>
                  <a:pt x="2745" y="1031"/>
                </a:lnTo>
                <a:lnTo>
                  <a:pt x="2754" y="1020"/>
                </a:lnTo>
                <a:lnTo>
                  <a:pt x="2762" y="1010"/>
                </a:lnTo>
                <a:lnTo>
                  <a:pt x="2771" y="1001"/>
                </a:lnTo>
                <a:lnTo>
                  <a:pt x="2779" y="992"/>
                </a:lnTo>
                <a:lnTo>
                  <a:pt x="2787" y="985"/>
                </a:lnTo>
                <a:lnTo>
                  <a:pt x="2796" y="978"/>
                </a:lnTo>
                <a:lnTo>
                  <a:pt x="2804" y="972"/>
                </a:lnTo>
                <a:lnTo>
                  <a:pt x="2813" y="967"/>
                </a:lnTo>
                <a:lnTo>
                  <a:pt x="2821" y="964"/>
                </a:lnTo>
                <a:lnTo>
                  <a:pt x="2829" y="961"/>
                </a:lnTo>
                <a:lnTo>
                  <a:pt x="2838" y="960"/>
                </a:lnTo>
                <a:lnTo>
                  <a:pt x="2846" y="960"/>
                </a:lnTo>
                <a:lnTo>
                  <a:pt x="2855" y="961"/>
                </a:lnTo>
                <a:lnTo>
                  <a:pt x="2863" y="963"/>
                </a:lnTo>
                <a:lnTo>
                  <a:pt x="2871" y="967"/>
                </a:lnTo>
                <a:lnTo>
                  <a:pt x="2880" y="972"/>
                </a:lnTo>
                <a:lnTo>
                  <a:pt x="2888" y="978"/>
                </a:lnTo>
                <a:lnTo>
                  <a:pt x="2897" y="985"/>
                </a:lnTo>
                <a:lnTo>
                  <a:pt x="2905" y="994"/>
                </a:lnTo>
                <a:lnTo>
                  <a:pt x="2913" y="1003"/>
                </a:lnTo>
                <a:lnTo>
                  <a:pt x="2922" y="1014"/>
                </a:lnTo>
                <a:lnTo>
                  <a:pt x="2930" y="1026"/>
                </a:lnTo>
                <a:lnTo>
                  <a:pt x="2939" y="1038"/>
                </a:lnTo>
                <a:lnTo>
                  <a:pt x="2947" y="1052"/>
                </a:lnTo>
                <a:lnTo>
                  <a:pt x="2955" y="1066"/>
                </a:lnTo>
                <a:lnTo>
                  <a:pt x="2964" y="1081"/>
                </a:lnTo>
                <a:lnTo>
                  <a:pt x="2972" y="1097"/>
                </a:lnTo>
                <a:lnTo>
                  <a:pt x="2981" y="1112"/>
                </a:lnTo>
                <a:lnTo>
                  <a:pt x="2989" y="1129"/>
                </a:lnTo>
                <a:lnTo>
                  <a:pt x="2997" y="1145"/>
                </a:lnTo>
                <a:lnTo>
                  <a:pt x="3006" y="1161"/>
                </a:lnTo>
                <a:lnTo>
                  <a:pt x="3014" y="1176"/>
                </a:lnTo>
                <a:lnTo>
                  <a:pt x="3023" y="1191"/>
                </a:lnTo>
                <a:lnTo>
                  <a:pt x="3031" y="1206"/>
                </a:lnTo>
                <a:lnTo>
                  <a:pt x="3039" y="1219"/>
                </a:lnTo>
                <a:lnTo>
                  <a:pt x="3048" y="1231"/>
                </a:lnTo>
                <a:lnTo>
                  <a:pt x="3056" y="1242"/>
                </a:lnTo>
                <a:lnTo>
                  <a:pt x="3065" y="1251"/>
                </a:lnTo>
                <a:lnTo>
                  <a:pt x="3073" y="1258"/>
                </a:lnTo>
                <a:lnTo>
                  <a:pt x="3081" y="1263"/>
                </a:lnTo>
                <a:lnTo>
                  <a:pt x="3090" y="1266"/>
                </a:lnTo>
                <a:lnTo>
                  <a:pt x="3098" y="1266"/>
                </a:lnTo>
                <a:lnTo>
                  <a:pt x="3107" y="1263"/>
                </a:lnTo>
                <a:lnTo>
                  <a:pt x="3115" y="1256"/>
                </a:lnTo>
                <a:lnTo>
                  <a:pt x="3123" y="1246"/>
                </a:lnTo>
                <a:lnTo>
                  <a:pt x="3132" y="1233"/>
                </a:lnTo>
                <a:lnTo>
                  <a:pt x="3140" y="1216"/>
                </a:lnTo>
                <a:lnTo>
                  <a:pt x="3148" y="1194"/>
                </a:lnTo>
                <a:lnTo>
                  <a:pt x="3157" y="1169"/>
                </a:lnTo>
                <a:lnTo>
                  <a:pt x="3165" y="1139"/>
                </a:lnTo>
                <a:lnTo>
                  <a:pt x="3174" y="1104"/>
                </a:lnTo>
                <a:lnTo>
                  <a:pt x="3182" y="1066"/>
                </a:lnTo>
                <a:lnTo>
                  <a:pt x="3190" y="1022"/>
                </a:lnTo>
                <a:lnTo>
                  <a:pt x="3199" y="975"/>
                </a:lnTo>
                <a:lnTo>
                  <a:pt x="3207" y="922"/>
                </a:lnTo>
                <a:lnTo>
                  <a:pt x="3216" y="866"/>
                </a:lnTo>
                <a:lnTo>
                  <a:pt x="3224" y="806"/>
                </a:lnTo>
                <a:lnTo>
                  <a:pt x="3232" y="743"/>
                </a:lnTo>
                <a:lnTo>
                  <a:pt x="3241" y="676"/>
                </a:lnTo>
                <a:lnTo>
                  <a:pt x="3249" y="607"/>
                </a:lnTo>
                <a:lnTo>
                  <a:pt x="3258" y="537"/>
                </a:lnTo>
                <a:lnTo>
                  <a:pt x="3266" y="465"/>
                </a:lnTo>
                <a:lnTo>
                  <a:pt x="3274" y="394"/>
                </a:lnTo>
                <a:lnTo>
                  <a:pt x="3283" y="323"/>
                </a:lnTo>
                <a:lnTo>
                  <a:pt x="3291" y="255"/>
                </a:lnTo>
                <a:lnTo>
                  <a:pt x="3300" y="191"/>
                </a:lnTo>
                <a:lnTo>
                  <a:pt x="3308" y="133"/>
                </a:lnTo>
                <a:lnTo>
                  <a:pt x="3316" y="83"/>
                </a:lnTo>
                <a:lnTo>
                  <a:pt x="3325" y="42"/>
                </a:lnTo>
                <a:lnTo>
                  <a:pt x="3333" y="14"/>
                </a:lnTo>
                <a:lnTo>
                  <a:pt x="3342" y="0"/>
                </a:lnTo>
                <a:lnTo>
                  <a:pt x="3350" y="5"/>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Freeform 45"/>
          <p:cNvSpPr/>
          <p:nvPr/>
        </p:nvSpPr>
        <p:spPr>
          <a:xfrm>
            <a:off x="8284464" y="3241548"/>
            <a:ext cx="3063240" cy="1801368"/>
          </a:xfrm>
          <a:custGeom>
            <a:avLst/>
            <a:gdLst/>
            <a:ahLst/>
            <a:cxnLst/>
            <a:rect l="l" t="t" r="r" b="b"/>
            <a:pathLst>
              <a:path w="3350" h="1970">
                <a:moveTo>
                  <a:pt x="0" y="246"/>
                </a:moveTo>
                <a:lnTo>
                  <a:pt x="8" y="377"/>
                </a:lnTo>
                <a:lnTo>
                  <a:pt x="17" y="482"/>
                </a:lnTo>
                <a:lnTo>
                  <a:pt x="25" y="565"/>
                </a:lnTo>
                <a:lnTo>
                  <a:pt x="34" y="629"/>
                </a:lnTo>
                <a:lnTo>
                  <a:pt x="42" y="676"/>
                </a:lnTo>
                <a:lnTo>
                  <a:pt x="50" y="710"/>
                </a:lnTo>
                <a:lnTo>
                  <a:pt x="59" y="731"/>
                </a:lnTo>
                <a:lnTo>
                  <a:pt x="67" y="743"/>
                </a:lnTo>
                <a:lnTo>
                  <a:pt x="76" y="747"/>
                </a:lnTo>
                <a:lnTo>
                  <a:pt x="84" y="744"/>
                </a:lnTo>
                <a:lnTo>
                  <a:pt x="92" y="736"/>
                </a:lnTo>
                <a:lnTo>
                  <a:pt x="101" y="725"/>
                </a:lnTo>
                <a:lnTo>
                  <a:pt x="109" y="710"/>
                </a:lnTo>
                <a:lnTo>
                  <a:pt x="118" y="694"/>
                </a:lnTo>
                <a:lnTo>
                  <a:pt x="126" y="677"/>
                </a:lnTo>
                <a:lnTo>
                  <a:pt x="134" y="659"/>
                </a:lnTo>
                <a:lnTo>
                  <a:pt x="143" y="642"/>
                </a:lnTo>
                <a:lnTo>
                  <a:pt x="151" y="626"/>
                </a:lnTo>
                <a:lnTo>
                  <a:pt x="160" y="612"/>
                </a:lnTo>
                <a:lnTo>
                  <a:pt x="168" y="599"/>
                </a:lnTo>
                <a:lnTo>
                  <a:pt x="176" y="587"/>
                </a:lnTo>
                <a:lnTo>
                  <a:pt x="185" y="578"/>
                </a:lnTo>
                <a:lnTo>
                  <a:pt x="193" y="572"/>
                </a:lnTo>
                <a:lnTo>
                  <a:pt x="202" y="568"/>
                </a:lnTo>
                <a:lnTo>
                  <a:pt x="210" y="566"/>
                </a:lnTo>
                <a:lnTo>
                  <a:pt x="218" y="567"/>
                </a:lnTo>
                <a:lnTo>
                  <a:pt x="227" y="570"/>
                </a:lnTo>
                <a:lnTo>
                  <a:pt x="235" y="576"/>
                </a:lnTo>
                <a:lnTo>
                  <a:pt x="243" y="584"/>
                </a:lnTo>
                <a:lnTo>
                  <a:pt x="252" y="595"/>
                </a:lnTo>
                <a:lnTo>
                  <a:pt x="260" y="608"/>
                </a:lnTo>
                <a:lnTo>
                  <a:pt x="269" y="623"/>
                </a:lnTo>
                <a:lnTo>
                  <a:pt x="277" y="639"/>
                </a:lnTo>
                <a:lnTo>
                  <a:pt x="285" y="658"/>
                </a:lnTo>
                <a:lnTo>
                  <a:pt x="294" y="678"/>
                </a:lnTo>
                <a:lnTo>
                  <a:pt x="302" y="700"/>
                </a:lnTo>
                <a:lnTo>
                  <a:pt x="311" y="723"/>
                </a:lnTo>
                <a:lnTo>
                  <a:pt x="319" y="747"/>
                </a:lnTo>
                <a:lnTo>
                  <a:pt x="327" y="772"/>
                </a:lnTo>
                <a:lnTo>
                  <a:pt x="336" y="798"/>
                </a:lnTo>
                <a:lnTo>
                  <a:pt x="344" y="824"/>
                </a:lnTo>
                <a:lnTo>
                  <a:pt x="353" y="851"/>
                </a:lnTo>
                <a:lnTo>
                  <a:pt x="361" y="879"/>
                </a:lnTo>
                <a:lnTo>
                  <a:pt x="369" y="906"/>
                </a:lnTo>
                <a:lnTo>
                  <a:pt x="378" y="934"/>
                </a:lnTo>
                <a:lnTo>
                  <a:pt x="386" y="961"/>
                </a:lnTo>
                <a:lnTo>
                  <a:pt x="395" y="988"/>
                </a:lnTo>
                <a:lnTo>
                  <a:pt x="403" y="1015"/>
                </a:lnTo>
                <a:lnTo>
                  <a:pt x="411" y="1042"/>
                </a:lnTo>
                <a:lnTo>
                  <a:pt x="420" y="1068"/>
                </a:lnTo>
                <a:lnTo>
                  <a:pt x="428" y="1093"/>
                </a:lnTo>
                <a:lnTo>
                  <a:pt x="437" y="1118"/>
                </a:lnTo>
                <a:lnTo>
                  <a:pt x="445" y="1141"/>
                </a:lnTo>
                <a:lnTo>
                  <a:pt x="453" y="1164"/>
                </a:lnTo>
                <a:lnTo>
                  <a:pt x="462" y="1187"/>
                </a:lnTo>
                <a:lnTo>
                  <a:pt x="470" y="1208"/>
                </a:lnTo>
                <a:lnTo>
                  <a:pt x="479" y="1228"/>
                </a:lnTo>
                <a:lnTo>
                  <a:pt x="487" y="1247"/>
                </a:lnTo>
                <a:lnTo>
                  <a:pt x="495" y="1265"/>
                </a:lnTo>
                <a:lnTo>
                  <a:pt x="504" y="1282"/>
                </a:lnTo>
                <a:lnTo>
                  <a:pt x="512" y="1297"/>
                </a:lnTo>
                <a:lnTo>
                  <a:pt x="521" y="1312"/>
                </a:lnTo>
                <a:lnTo>
                  <a:pt x="529" y="1326"/>
                </a:lnTo>
                <a:lnTo>
                  <a:pt x="537" y="1338"/>
                </a:lnTo>
                <a:lnTo>
                  <a:pt x="546" y="1350"/>
                </a:lnTo>
                <a:lnTo>
                  <a:pt x="554" y="1360"/>
                </a:lnTo>
                <a:lnTo>
                  <a:pt x="563" y="1369"/>
                </a:lnTo>
                <a:lnTo>
                  <a:pt x="571" y="1377"/>
                </a:lnTo>
                <a:lnTo>
                  <a:pt x="579" y="1384"/>
                </a:lnTo>
                <a:lnTo>
                  <a:pt x="588" y="1391"/>
                </a:lnTo>
                <a:lnTo>
                  <a:pt x="596" y="1396"/>
                </a:lnTo>
                <a:lnTo>
                  <a:pt x="605" y="1400"/>
                </a:lnTo>
                <a:lnTo>
                  <a:pt x="613" y="1404"/>
                </a:lnTo>
                <a:lnTo>
                  <a:pt x="621" y="1406"/>
                </a:lnTo>
                <a:lnTo>
                  <a:pt x="630" y="1408"/>
                </a:lnTo>
                <a:lnTo>
                  <a:pt x="638" y="1410"/>
                </a:lnTo>
                <a:lnTo>
                  <a:pt x="646" y="1410"/>
                </a:lnTo>
                <a:lnTo>
                  <a:pt x="655" y="1410"/>
                </a:lnTo>
                <a:lnTo>
                  <a:pt x="663" y="1409"/>
                </a:lnTo>
                <a:lnTo>
                  <a:pt x="672" y="1408"/>
                </a:lnTo>
                <a:lnTo>
                  <a:pt x="680" y="1406"/>
                </a:lnTo>
                <a:lnTo>
                  <a:pt x="688" y="1404"/>
                </a:lnTo>
                <a:lnTo>
                  <a:pt x="697" y="1402"/>
                </a:lnTo>
                <a:lnTo>
                  <a:pt x="705" y="1399"/>
                </a:lnTo>
                <a:lnTo>
                  <a:pt x="714" y="1396"/>
                </a:lnTo>
                <a:lnTo>
                  <a:pt x="722" y="1392"/>
                </a:lnTo>
                <a:lnTo>
                  <a:pt x="730" y="1389"/>
                </a:lnTo>
                <a:lnTo>
                  <a:pt x="739" y="1385"/>
                </a:lnTo>
                <a:lnTo>
                  <a:pt x="747" y="1381"/>
                </a:lnTo>
                <a:lnTo>
                  <a:pt x="756" y="1377"/>
                </a:lnTo>
                <a:lnTo>
                  <a:pt x="764" y="1373"/>
                </a:lnTo>
                <a:lnTo>
                  <a:pt x="772" y="1369"/>
                </a:lnTo>
                <a:lnTo>
                  <a:pt x="781" y="1365"/>
                </a:lnTo>
                <a:lnTo>
                  <a:pt x="789" y="1361"/>
                </a:lnTo>
                <a:lnTo>
                  <a:pt x="798" y="1357"/>
                </a:lnTo>
                <a:lnTo>
                  <a:pt x="806" y="1354"/>
                </a:lnTo>
                <a:lnTo>
                  <a:pt x="814" y="1350"/>
                </a:lnTo>
                <a:lnTo>
                  <a:pt x="823" y="1347"/>
                </a:lnTo>
                <a:lnTo>
                  <a:pt x="831" y="1344"/>
                </a:lnTo>
                <a:lnTo>
                  <a:pt x="840" y="1341"/>
                </a:lnTo>
                <a:lnTo>
                  <a:pt x="848" y="1338"/>
                </a:lnTo>
                <a:lnTo>
                  <a:pt x="856" y="1336"/>
                </a:lnTo>
                <a:lnTo>
                  <a:pt x="865" y="1333"/>
                </a:lnTo>
                <a:lnTo>
                  <a:pt x="873" y="1332"/>
                </a:lnTo>
                <a:lnTo>
                  <a:pt x="882" y="1330"/>
                </a:lnTo>
                <a:lnTo>
                  <a:pt x="890" y="1329"/>
                </a:lnTo>
                <a:lnTo>
                  <a:pt x="898" y="1328"/>
                </a:lnTo>
                <a:lnTo>
                  <a:pt x="907" y="1327"/>
                </a:lnTo>
                <a:lnTo>
                  <a:pt x="915" y="1327"/>
                </a:lnTo>
                <a:lnTo>
                  <a:pt x="924" y="1327"/>
                </a:lnTo>
                <a:lnTo>
                  <a:pt x="932" y="1327"/>
                </a:lnTo>
                <a:lnTo>
                  <a:pt x="940" y="1328"/>
                </a:lnTo>
                <a:lnTo>
                  <a:pt x="949" y="1329"/>
                </a:lnTo>
                <a:lnTo>
                  <a:pt x="957" y="1330"/>
                </a:lnTo>
                <a:lnTo>
                  <a:pt x="966" y="1332"/>
                </a:lnTo>
                <a:lnTo>
                  <a:pt x="974" y="1334"/>
                </a:lnTo>
                <a:lnTo>
                  <a:pt x="982" y="1336"/>
                </a:lnTo>
                <a:lnTo>
                  <a:pt x="991" y="1338"/>
                </a:lnTo>
                <a:lnTo>
                  <a:pt x="999" y="1341"/>
                </a:lnTo>
                <a:lnTo>
                  <a:pt x="1008" y="1344"/>
                </a:lnTo>
                <a:lnTo>
                  <a:pt x="1016" y="1348"/>
                </a:lnTo>
                <a:lnTo>
                  <a:pt x="1024" y="1351"/>
                </a:lnTo>
                <a:lnTo>
                  <a:pt x="1033" y="1355"/>
                </a:lnTo>
                <a:lnTo>
                  <a:pt x="1041" y="1359"/>
                </a:lnTo>
                <a:lnTo>
                  <a:pt x="1049" y="1363"/>
                </a:lnTo>
                <a:lnTo>
                  <a:pt x="1058" y="1368"/>
                </a:lnTo>
                <a:lnTo>
                  <a:pt x="1066" y="1372"/>
                </a:lnTo>
                <a:lnTo>
                  <a:pt x="1075" y="1377"/>
                </a:lnTo>
                <a:lnTo>
                  <a:pt x="1083" y="1382"/>
                </a:lnTo>
                <a:lnTo>
                  <a:pt x="1091" y="1387"/>
                </a:lnTo>
                <a:lnTo>
                  <a:pt x="1100" y="1393"/>
                </a:lnTo>
                <a:lnTo>
                  <a:pt x="1108" y="1398"/>
                </a:lnTo>
                <a:lnTo>
                  <a:pt x="1117" y="1404"/>
                </a:lnTo>
                <a:lnTo>
                  <a:pt x="1125" y="1409"/>
                </a:lnTo>
                <a:lnTo>
                  <a:pt x="1133" y="1415"/>
                </a:lnTo>
                <a:lnTo>
                  <a:pt x="1142" y="1421"/>
                </a:lnTo>
                <a:lnTo>
                  <a:pt x="1150" y="1427"/>
                </a:lnTo>
                <a:lnTo>
                  <a:pt x="1159" y="1433"/>
                </a:lnTo>
                <a:lnTo>
                  <a:pt x="1167" y="1439"/>
                </a:lnTo>
                <a:lnTo>
                  <a:pt x="1175" y="1445"/>
                </a:lnTo>
                <a:lnTo>
                  <a:pt x="1184" y="1451"/>
                </a:lnTo>
                <a:lnTo>
                  <a:pt x="1192" y="1457"/>
                </a:lnTo>
                <a:lnTo>
                  <a:pt x="1201" y="1463"/>
                </a:lnTo>
                <a:lnTo>
                  <a:pt x="1209" y="1470"/>
                </a:lnTo>
                <a:lnTo>
                  <a:pt x="1217" y="1476"/>
                </a:lnTo>
                <a:lnTo>
                  <a:pt x="1226" y="1482"/>
                </a:lnTo>
                <a:lnTo>
                  <a:pt x="1234" y="1488"/>
                </a:lnTo>
                <a:lnTo>
                  <a:pt x="1243" y="1495"/>
                </a:lnTo>
                <a:lnTo>
                  <a:pt x="1251" y="1501"/>
                </a:lnTo>
                <a:lnTo>
                  <a:pt x="1259" y="1507"/>
                </a:lnTo>
                <a:lnTo>
                  <a:pt x="1268" y="1514"/>
                </a:lnTo>
                <a:lnTo>
                  <a:pt x="1276" y="1520"/>
                </a:lnTo>
                <a:lnTo>
                  <a:pt x="1285" y="1526"/>
                </a:lnTo>
                <a:lnTo>
                  <a:pt x="1293" y="1532"/>
                </a:lnTo>
                <a:lnTo>
                  <a:pt x="1301" y="1539"/>
                </a:lnTo>
                <a:lnTo>
                  <a:pt x="1310" y="1545"/>
                </a:lnTo>
                <a:lnTo>
                  <a:pt x="1318" y="1551"/>
                </a:lnTo>
                <a:lnTo>
                  <a:pt x="1327" y="1558"/>
                </a:lnTo>
                <a:lnTo>
                  <a:pt x="1335" y="1564"/>
                </a:lnTo>
                <a:lnTo>
                  <a:pt x="1343" y="1570"/>
                </a:lnTo>
                <a:lnTo>
                  <a:pt x="1352" y="1577"/>
                </a:lnTo>
                <a:lnTo>
                  <a:pt x="1360" y="1583"/>
                </a:lnTo>
                <a:lnTo>
                  <a:pt x="1369" y="1590"/>
                </a:lnTo>
                <a:lnTo>
                  <a:pt x="1377" y="1596"/>
                </a:lnTo>
                <a:lnTo>
                  <a:pt x="1385" y="1603"/>
                </a:lnTo>
                <a:lnTo>
                  <a:pt x="1394" y="1609"/>
                </a:lnTo>
                <a:lnTo>
                  <a:pt x="1402" y="1616"/>
                </a:lnTo>
                <a:lnTo>
                  <a:pt x="1411" y="1622"/>
                </a:lnTo>
                <a:lnTo>
                  <a:pt x="1419" y="1629"/>
                </a:lnTo>
                <a:lnTo>
                  <a:pt x="1427" y="1636"/>
                </a:lnTo>
                <a:lnTo>
                  <a:pt x="1436" y="1643"/>
                </a:lnTo>
                <a:lnTo>
                  <a:pt x="1444" y="1650"/>
                </a:lnTo>
                <a:lnTo>
                  <a:pt x="1453" y="1656"/>
                </a:lnTo>
                <a:lnTo>
                  <a:pt x="1461" y="1663"/>
                </a:lnTo>
                <a:lnTo>
                  <a:pt x="1469" y="1671"/>
                </a:lnTo>
                <a:lnTo>
                  <a:pt x="1478" y="1678"/>
                </a:lnTo>
                <a:lnTo>
                  <a:pt x="1486" y="1685"/>
                </a:lnTo>
                <a:lnTo>
                  <a:pt x="1494" y="1692"/>
                </a:lnTo>
                <a:lnTo>
                  <a:pt x="1503" y="1699"/>
                </a:lnTo>
                <a:lnTo>
                  <a:pt x="1511" y="1707"/>
                </a:lnTo>
                <a:lnTo>
                  <a:pt x="1520" y="1714"/>
                </a:lnTo>
                <a:lnTo>
                  <a:pt x="1528" y="1722"/>
                </a:lnTo>
                <a:lnTo>
                  <a:pt x="1536" y="1729"/>
                </a:lnTo>
                <a:lnTo>
                  <a:pt x="1545" y="1737"/>
                </a:lnTo>
                <a:lnTo>
                  <a:pt x="1553" y="1745"/>
                </a:lnTo>
                <a:lnTo>
                  <a:pt x="1562" y="1753"/>
                </a:lnTo>
                <a:lnTo>
                  <a:pt x="1570" y="1760"/>
                </a:lnTo>
                <a:lnTo>
                  <a:pt x="1578" y="1768"/>
                </a:lnTo>
                <a:lnTo>
                  <a:pt x="1587" y="1776"/>
                </a:lnTo>
                <a:lnTo>
                  <a:pt x="1595" y="1784"/>
                </a:lnTo>
                <a:lnTo>
                  <a:pt x="1604" y="1792"/>
                </a:lnTo>
                <a:lnTo>
                  <a:pt x="1612" y="1800"/>
                </a:lnTo>
                <a:lnTo>
                  <a:pt x="1620" y="1808"/>
                </a:lnTo>
                <a:lnTo>
                  <a:pt x="1629" y="1816"/>
                </a:lnTo>
                <a:lnTo>
                  <a:pt x="1637" y="1824"/>
                </a:lnTo>
                <a:lnTo>
                  <a:pt x="1646" y="1832"/>
                </a:lnTo>
                <a:lnTo>
                  <a:pt x="1654" y="1840"/>
                </a:lnTo>
                <a:lnTo>
                  <a:pt x="1662" y="1847"/>
                </a:lnTo>
                <a:lnTo>
                  <a:pt x="1671" y="1855"/>
                </a:lnTo>
                <a:lnTo>
                  <a:pt x="1679" y="1863"/>
                </a:lnTo>
                <a:lnTo>
                  <a:pt x="1688" y="1870"/>
                </a:lnTo>
                <a:lnTo>
                  <a:pt x="1696" y="1878"/>
                </a:lnTo>
                <a:lnTo>
                  <a:pt x="1704" y="1885"/>
                </a:lnTo>
                <a:lnTo>
                  <a:pt x="1713" y="1892"/>
                </a:lnTo>
                <a:lnTo>
                  <a:pt x="1721" y="1899"/>
                </a:lnTo>
                <a:lnTo>
                  <a:pt x="1730" y="1905"/>
                </a:lnTo>
                <a:lnTo>
                  <a:pt x="1738" y="1912"/>
                </a:lnTo>
                <a:lnTo>
                  <a:pt x="1746" y="1918"/>
                </a:lnTo>
                <a:lnTo>
                  <a:pt x="1755" y="1924"/>
                </a:lnTo>
                <a:lnTo>
                  <a:pt x="1763" y="1930"/>
                </a:lnTo>
                <a:lnTo>
                  <a:pt x="1772" y="1935"/>
                </a:lnTo>
                <a:lnTo>
                  <a:pt x="1780" y="1940"/>
                </a:lnTo>
                <a:lnTo>
                  <a:pt x="1788" y="1945"/>
                </a:lnTo>
                <a:lnTo>
                  <a:pt x="1797" y="1949"/>
                </a:lnTo>
                <a:lnTo>
                  <a:pt x="1805" y="1953"/>
                </a:lnTo>
                <a:lnTo>
                  <a:pt x="1814" y="1957"/>
                </a:lnTo>
                <a:lnTo>
                  <a:pt x="1822" y="1960"/>
                </a:lnTo>
                <a:lnTo>
                  <a:pt x="1830" y="1963"/>
                </a:lnTo>
                <a:lnTo>
                  <a:pt x="1839" y="1966"/>
                </a:lnTo>
                <a:lnTo>
                  <a:pt x="1847" y="1968"/>
                </a:lnTo>
                <a:lnTo>
                  <a:pt x="1856" y="1969"/>
                </a:lnTo>
                <a:lnTo>
                  <a:pt x="1864" y="1970"/>
                </a:lnTo>
                <a:lnTo>
                  <a:pt x="1872" y="1970"/>
                </a:lnTo>
                <a:lnTo>
                  <a:pt x="1881" y="1970"/>
                </a:lnTo>
                <a:lnTo>
                  <a:pt x="1889" y="1970"/>
                </a:lnTo>
                <a:lnTo>
                  <a:pt x="1897" y="1969"/>
                </a:lnTo>
                <a:lnTo>
                  <a:pt x="1906" y="1967"/>
                </a:lnTo>
                <a:lnTo>
                  <a:pt x="1914" y="1965"/>
                </a:lnTo>
                <a:lnTo>
                  <a:pt x="1923" y="1962"/>
                </a:lnTo>
                <a:lnTo>
                  <a:pt x="1931" y="1958"/>
                </a:lnTo>
                <a:lnTo>
                  <a:pt x="1939" y="1954"/>
                </a:lnTo>
                <a:lnTo>
                  <a:pt x="1948" y="1950"/>
                </a:lnTo>
                <a:lnTo>
                  <a:pt x="1956" y="1945"/>
                </a:lnTo>
                <a:lnTo>
                  <a:pt x="1965" y="1939"/>
                </a:lnTo>
                <a:lnTo>
                  <a:pt x="1973" y="1932"/>
                </a:lnTo>
                <a:lnTo>
                  <a:pt x="1981" y="1925"/>
                </a:lnTo>
                <a:lnTo>
                  <a:pt x="1990" y="1918"/>
                </a:lnTo>
                <a:lnTo>
                  <a:pt x="1998" y="1910"/>
                </a:lnTo>
                <a:lnTo>
                  <a:pt x="2007" y="1901"/>
                </a:lnTo>
                <a:lnTo>
                  <a:pt x="2015" y="1891"/>
                </a:lnTo>
                <a:lnTo>
                  <a:pt x="2023" y="1882"/>
                </a:lnTo>
                <a:lnTo>
                  <a:pt x="2032" y="1871"/>
                </a:lnTo>
                <a:lnTo>
                  <a:pt x="2040" y="1860"/>
                </a:lnTo>
                <a:lnTo>
                  <a:pt x="2049" y="1848"/>
                </a:lnTo>
                <a:lnTo>
                  <a:pt x="2057" y="1836"/>
                </a:lnTo>
                <a:lnTo>
                  <a:pt x="2065" y="1824"/>
                </a:lnTo>
                <a:lnTo>
                  <a:pt x="2074" y="1811"/>
                </a:lnTo>
                <a:lnTo>
                  <a:pt x="2082" y="1797"/>
                </a:lnTo>
                <a:lnTo>
                  <a:pt x="2091" y="1783"/>
                </a:lnTo>
                <a:lnTo>
                  <a:pt x="2099" y="1769"/>
                </a:lnTo>
                <a:lnTo>
                  <a:pt x="2107" y="1754"/>
                </a:lnTo>
                <a:lnTo>
                  <a:pt x="2116" y="1739"/>
                </a:lnTo>
                <a:lnTo>
                  <a:pt x="2124" y="1723"/>
                </a:lnTo>
                <a:lnTo>
                  <a:pt x="2133" y="1707"/>
                </a:lnTo>
                <a:lnTo>
                  <a:pt x="2141" y="1691"/>
                </a:lnTo>
                <a:lnTo>
                  <a:pt x="2149" y="1675"/>
                </a:lnTo>
                <a:lnTo>
                  <a:pt x="2158" y="1658"/>
                </a:lnTo>
                <a:lnTo>
                  <a:pt x="2166" y="1642"/>
                </a:lnTo>
                <a:lnTo>
                  <a:pt x="2175" y="1625"/>
                </a:lnTo>
                <a:lnTo>
                  <a:pt x="2183" y="1608"/>
                </a:lnTo>
                <a:lnTo>
                  <a:pt x="2191" y="1591"/>
                </a:lnTo>
                <a:lnTo>
                  <a:pt x="2200" y="1574"/>
                </a:lnTo>
                <a:lnTo>
                  <a:pt x="2208" y="1557"/>
                </a:lnTo>
                <a:lnTo>
                  <a:pt x="2217" y="1540"/>
                </a:lnTo>
                <a:lnTo>
                  <a:pt x="2225" y="1523"/>
                </a:lnTo>
                <a:lnTo>
                  <a:pt x="2233" y="1506"/>
                </a:lnTo>
                <a:lnTo>
                  <a:pt x="2242" y="1489"/>
                </a:lnTo>
                <a:lnTo>
                  <a:pt x="2250" y="1473"/>
                </a:lnTo>
                <a:lnTo>
                  <a:pt x="2259" y="1456"/>
                </a:lnTo>
                <a:lnTo>
                  <a:pt x="2267" y="1441"/>
                </a:lnTo>
                <a:lnTo>
                  <a:pt x="2275" y="1425"/>
                </a:lnTo>
                <a:lnTo>
                  <a:pt x="2284" y="1410"/>
                </a:lnTo>
                <a:lnTo>
                  <a:pt x="2292" y="1395"/>
                </a:lnTo>
                <a:lnTo>
                  <a:pt x="2301" y="1380"/>
                </a:lnTo>
                <a:lnTo>
                  <a:pt x="2309" y="1366"/>
                </a:lnTo>
                <a:lnTo>
                  <a:pt x="2317" y="1353"/>
                </a:lnTo>
                <a:lnTo>
                  <a:pt x="2326" y="1340"/>
                </a:lnTo>
                <a:lnTo>
                  <a:pt x="2334" y="1327"/>
                </a:lnTo>
                <a:lnTo>
                  <a:pt x="2342" y="1315"/>
                </a:lnTo>
                <a:lnTo>
                  <a:pt x="2351" y="1304"/>
                </a:lnTo>
                <a:lnTo>
                  <a:pt x="2359" y="1293"/>
                </a:lnTo>
                <a:lnTo>
                  <a:pt x="2368" y="1283"/>
                </a:lnTo>
                <a:lnTo>
                  <a:pt x="2376" y="1274"/>
                </a:lnTo>
                <a:lnTo>
                  <a:pt x="2384" y="1265"/>
                </a:lnTo>
                <a:lnTo>
                  <a:pt x="2393" y="1257"/>
                </a:lnTo>
                <a:lnTo>
                  <a:pt x="2401" y="1250"/>
                </a:lnTo>
                <a:lnTo>
                  <a:pt x="2410" y="1243"/>
                </a:lnTo>
                <a:lnTo>
                  <a:pt x="2418" y="1238"/>
                </a:lnTo>
                <a:lnTo>
                  <a:pt x="2426" y="1232"/>
                </a:lnTo>
                <a:lnTo>
                  <a:pt x="2435" y="1228"/>
                </a:lnTo>
                <a:lnTo>
                  <a:pt x="2443" y="1224"/>
                </a:lnTo>
                <a:lnTo>
                  <a:pt x="2452" y="1221"/>
                </a:lnTo>
                <a:lnTo>
                  <a:pt x="2460" y="1219"/>
                </a:lnTo>
                <a:lnTo>
                  <a:pt x="2468" y="1217"/>
                </a:lnTo>
                <a:lnTo>
                  <a:pt x="2477" y="1216"/>
                </a:lnTo>
                <a:lnTo>
                  <a:pt x="2485" y="1215"/>
                </a:lnTo>
                <a:lnTo>
                  <a:pt x="2494" y="1215"/>
                </a:lnTo>
                <a:lnTo>
                  <a:pt x="2502" y="1216"/>
                </a:lnTo>
                <a:lnTo>
                  <a:pt x="2510" y="1217"/>
                </a:lnTo>
                <a:lnTo>
                  <a:pt x="2519" y="1219"/>
                </a:lnTo>
                <a:lnTo>
                  <a:pt x="2527" y="1221"/>
                </a:lnTo>
                <a:lnTo>
                  <a:pt x="2536" y="1223"/>
                </a:lnTo>
                <a:lnTo>
                  <a:pt x="2544" y="1226"/>
                </a:lnTo>
                <a:lnTo>
                  <a:pt x="2552" y="1229"/>
                </a:lnTo>
                <a:lnTo>
                  <a:pt x="2561" y="1233"/>
                </a:lnTo>
                <a:lnTo>
                  <a:pt x="2569" y="1236"/>
                </a:lnTo>
                <a:lnTo>
                  <a:pt x="2578" y="1240"/>
                </a:lnTo>
                <a:lnTo>
                  <a:pt x="2586" y="1243"/>
                </a:lnTo>
                <a:lnTo>
                  <a:pt x="2594" y="1247"/>
                </a:lnTo>
                <a:lnTo>
                  <a:pt x="2603" y="1250"/>
                </a:lnTo>
                <a:lnTo>
                  <a:pt x="2611" y="1254"/>
                </a:lnTo>
                <a:lnTo>
                  <a:pt x="2620" y="1257"/>
                </a:lnTo>
                <a:lnTo>
                  <a:pt x="2628" y="1259"/>
                </a:lnTo>
                <a:lnTo>
                  <a:pt x="2636" y="1262"/>
                </a:lnTo>
                <a:lnTo>
                  <a:pt x="2645" y="1263"/>
                </a:lnTo>
                <a:lnTo>
                  <a:pt x="2653" y="1264"/>
                </a:lnTo>
                <a:lnTo>
                  <a:pt x="2662" y="1265"/>
                </a:lnTo>
                <a:lnTo>
                  <a:pt x="2670" y="1265"/>
                </a:lnTo>
                <a:lnTo>
                  <a:pt x="2678" y="1264"/>
                </a:lnTo>
                <a:lnTo>
                  <a:pt x="2687" y="1262"/>
                </a:lnTo>
                <a:lnTo>
                  <a:pt x="2695" y="1259"/>
                </a:lnTo>
                <a:lnTo>
                  <a:pt x="2704" y="1254"/>
                </a:lnTo>
                <a:lnTo>
                  <a:pt x="2712" y="1249"/>
                </a:lnTo>
                <a:lnTo>
                  <a:pt x="2720" y="1243"/>
                </a:lnTo>
                <a:lnTo>
                  <a:pt x="2729" y="1235"/>
                </a:lnTo>
                <a:lnTo>
                  <a:pt x="2737" y="1226"/>
                </a:lnTo>
                <a:lnTo>
                  <a:pt x="2745" y="1215"/>
                </a:lnTo>
                <a:lnTo>
                  <a:pt x="2754" y="1203"/>
                </a:lnTo>
                <a:lnTo>
                  <a:pt x="2762" y="1190"/>
                </a:lnTo>
                <a:lnTo>
                  <a:pt x="2771" y="1175"/>
                </a:lnTo>
                <a:lnTo>
                  <a:pt x="2779" y="1158"/>
                </a:lnTo>
                <a:lnTo>
                  <a:pt x="2787" y="1140"/>
                </a:lnTo>
                <a:lnTo>
                  <a:pt x="2796" y="1119"/>
                </a:lnTo>
                <a:lnTo>
                  <a:pt x="2804" y="1098"/>
                </a:lnTo>
                <a:lnTo>
                  <a:pt x="2813" y="1074"/>
                </a:lnTo>
                <a:lnTo>
                  <a:pt x="2821" y="1049"/>
                </a:lnTo>
                <a:lnTo>
                  <a:pt x="2829" y="1022"/>
                </a:lnTo>
                <a:lnTo>
                  <a:pt x="2838" y="994"/>
                </a:lnTo>
                <a:lnTo>
                  <a:pt x="2846" y="964"/>
                </a:lnTo>
                <a:lnTo>
                  <a:pt x="2855" y="932"/>
                </a:lnTo>
                <a:lnTo>
                  <a:pt x="2863" y="899"/>
                </a:lnTo>
                <a:lnTo>
                  <a:pt x="2871" y="864"/>
                </a:lnTo>
                <a:lnTo>
                  <a:pt x="2880" y="828"/>
                </a:lnTo>
                <a:lnTo>
                  <a:pt x="2888" y="791"/>
                </a:lnTo>
                <a:lnTo>
                  <a:pt x="2897" y="752"/>
                </a:lnTo>
                <a:lnTo>
                  <a:pt x="2905" y="713"/>
                </a:lnTo>
                <a:lnTo>
                  <a:pt x="2913" y="673"/>
                </a:lnTo>
                <a:lnTo>
                  <a:pt x="2922" y="632"/>
                </a:lnTo>
                <a:lnTo>
                  <a:pt x="2930" y="590"/>
                </a:lnTo>
                <a:lnTo>
                  <a:pt x="2939" y="548"/>
                </a:lnTo>
                <a:lnTo>
                  <a:pt x="2947" y="506"/>
                </a:lnTo>
                <a:lnTo>
                  <a:pt x="2955" y="464"/>
                </a:lnTo>
                <a:lnTo>
                  <a:pt x="2964" y="422"/>
                </a:lnTo>
                <a:lnTo>
                  <a:pt x="2972" y="380"/>
                </a:lnTo>
                <a:lnTo>
                  <a:pt x="2981" y="339"/>
                </a:lnTo>
                <a:lnTo>
                  <a:pt x="2989" y="300"/>
                </a:lnTo>
                <a:lnTo>
                  <a:pt x="2997" y="261"/>
                </a:lnTo>
                <a:lnTo>
                  <a:pt x="3006" y="224"/>
                </a:lnTo>
                <a:lnTo>
                  <a:pt x="3014" y="189"/>
                </a:lnTo>
                <a:lnTo>
                  <a:pt x="3023" y="156"/>
                </a:lnTo>
                <a:lnTo>
                  <a:pt x="3031" y="125"/>
                </a:lnTo>
                <a:lnTo>
                  <a:pt x="3039" y="97"/>
                </a:lnTo>
                <a:lnTo>
                  <a:pt x="3048" y="72"/>
                </a:lnTo>
                <a:lnTo>
                  <a:pt x="3056" y="50"/>
                </a:lnTo>
                <a:lnTo>
                  <a:pt x="3065" y="32"/>
                </a:lnTo>
                <a:lnTo>
                  <a:pt x="3073" y="18"/>
                </a:lnTo>
                <a:lnTo>
                  <a:pt x="3081" y="8"/>
                </a:lnTo>
                <a:lnTo>
                  <a:pt x="3090" y="2"/>
                </a:lnTo>
                <a:lnTo>
                  <a:pt x="3098" y="0"/>
                </a:lnTo>
                <a:lnTo>
                  <a:pt x="3107" y="4"/>
                </a:lnTo>
                <a:lnTo>
                  <a:pt x="3115" y="12"/>
                </a:lnTo>
                <a:lnTo>
                  <a:pt x="3123" y="26"/>
                </a:lnTo>
                <a:lnTo>
                  <a:pt x="3132" y="44"/>
                </a:lnTo>
                <a:lnTo>
                  <a:pt x="3140" y="68"/>
                </a:lnTo>
                <a:lnTo>
                  <a:pt x="3148" y="97"/>
                </a:lnTo>
                <a:lnTo>
                  <a:pt x="3157" y="132"/>
                </a:lnTo>
                <a:lnTo>
                  <a:pt x="3165" y="171"/>
                </a:lnTo>
                <a:lnTo>
                  <a:pt x="3174" y="215"/>
                </a:lnTo>
                <a:lnTo>
                  <a:pt x="3182" y="264"/>
                </a:lnTo>
                <a:lnTo>
                  <a:pt x="3190" y="317"/>
                </a:lnTo>
                <a:lnTo>
                  <a:pt x="3199" y="373"/>
                </a:lnTo>
                <a:lnTo>
                  <a:pt x="3207" y="433"/>
                </a:lnTo>
                <a:lnTo>
                  <a:pt x="3216" y="494"/>
                </a:lnTo>
                <a:lnTo>
                  <a:pt x="3224" y="557"/>
                </a:lnTo>
                <a:lnTo>
                  <a:pt x="3232" y="620"/>
                </a:lnTo>
                <a:lnTo>
                  <a:pt x="3241" y="683"/>
                </a:lnTo>
                <a:lnTo>
                  <a:pt x="3249" y="743"/>
                </a:lnTo>
                <a:lnTo>
                  <a:pt x="3258" y="799"/>
                </a:lnTo>
                <a:lnTo>
                  <a:pt x="3266" y="849"/>
                </a:lnTo>
                <a:lnTo>
                  <a:pt x="3274" y="891"/>
                </a:lnTo>
                <a:lnTo>
                  <a:pt x="3283" y="923"/>
                </a:lnTo>
                <a:lnTo>
                  <a:pt x="3291" y="943"/>
                </a:lnTo>
                <a:lnTo>
                  <a:pt x="3300" y="946"/>
                </a:lnTo>
                <a:lnTo>
                  <a:pt x="3308" y="931"/>
                </a:lnTo>
                <a:lnTo>
                  <a:pt x="3316" y="893"/>
                </a:lnTo>
                <a:lnTo>
                  <a:pt x="3325" y="829"/>
                </a:lnTo>
                <a:lnTo>
                  <a:pt x="3333" y="734"/>
                </a:lnTo>
                <a:lnTo>
                  <a:pt x="3342" y="604"/>
                </a:lnTo>
                <a:lnTo>
                  <a:pt x="3350" y="432"/>
                </a:lnTo>
              </a:path>
            </a:pathLst>
          </a:custGeom>
          <a:noFill/>
          <a:ln w="15875">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Freeform 46"/>
          <p:cNvSpPr/>
          <p:nvPr/>
        </p:nvSpPr>
        <p:spPr>
          <a:xfrm>
            <a:off x="8284464" y="3213202"/>
            <a:ext cx="3063240" cy="1454810"/>
          </a:xfrm>
          <a:custGeom>
            <a:avLst/>
            <a:gdLst/>
            <a:ahLst/>
            <a:cxnLst/>
            <a:rect l="l" t="t" r="r" b="b"/>
            <a:pathLst>
              <a:path w="3350" h="1591">
                <a:moveTo>
                  <a:pt x="0" y="735"/>
                </a:moveTo>
                <a:lnTo>
                  <a:pt x="8" y="745"/>
                </a:lnTo>
                <a:lnTo>
                  <a:pt x="17" y="755"/>
                </a:lnTo>
                <a:lnTo>
                  <a:pt x="25" y="765"/>
                </a:lnTo>
                <a:lnTo>
                  <a:pt x="34" y="775"/>
                </a:lnTo>
                <a:lnTo>
                  <a:pt x="42" y="785"/>
                </a:lnTo>
                <a:lnTo>
                  <a:pt x="50" y="795"/>
                </a:lnTo>
                <a:lnTo>
                  <a:pt x="59" y="805"/>
                </a:lnTo>
                <a:lnTo>
                  <a:pt x="67" y="814"/>
                </a:lnTo>
                <a:lnTo>
                  <a:pt x="76" y="824"/>
                </a:lnTo>
                <a:lnTo>
                  <a:pt x="84" y="834"/>
                </a:lnTo>
                <a:lnTo>
                  <a:pt x="92" y="843"/>
                </a:lnTo>
                <a:lnTo>
                  <a:pt x="101" y="853"/>
                </a:lnTo>
                <a:lnTo>
                  <a:pt x="109" y="862"/>
                </a:lnTo>
                <a:lnTo>
                  <a:pt x="118" y="871"/>
                </a:lnTo>
                <a:lnTo>
                  <a:pt x="126" y="881"/>
                </a:lnTo>
                <a:lnTo>
                  <a:pt x="134" y="890"/>
                </a:lnTo>
                <a:lnTo>
                  <a:pt x="143" y="899"/>
                </a:lnTo>
                <a:lnTo>
                  <a:pt x="151" y="908"/>
                </a:lnTo>
                <a:lnTo>
                  <a:pt x="160" y="917"/>
                </a:lnTo>
                <a:lnTo>
                  <a:pt x="168" y="926"/>
                </a:lnTo>
                <a:lnTo>
                  <a:pt x="176" y="935"/>
                </a:lnTo>
                <a:lnTo>
                  <a:pt x="185" y="944"/>
                </a:lnTo>
                <a:lnTo>
                  <a:pt x="193" y="952"/>
                </a:lnTo>
                <a:lnTo>
                  <a:pt x="202" y="961"/>
                </a:lnTo>
                <a:lnTo>
                  <a:pt x="210" y="970"/>
                </a:lnTo>
                <a:lnTo>
                  <a:pt x="218" y="978"/>
                </a:lnTo>
                <a:lnTo>
                  <a:pt x="227" y="987"/>
                </a:lnTo>
                <a:lnTo>
                  <a:pt x="235" y="996"/>
                </a:lnTo>
                <a:lnTo>
                  <a:pt x="243" y="1004"/>
                </a:lnTo>
                <a:lnTo>
                  <a:pt x="252" y="1012"/>
                </a:lnTo>
                <a:lnTo>
                  <a:pt x="260" y="1021"/>
                </a:lnTo>
                <a:lnTo>
                  <a:pt x="269" y="1029"/>
                </a:lnTo>
                <a:lnTo>
                  <a:pt x="277" y="1037"/>
                </a:lnTo>
                <a:lnTo>
                  <a:pt x="285" y="1045"/>
                </a:lnTo>
                <a:lnTo>
                  <a:pt x="294" y="1053"/>
                </a:lnTo>
                <a:lnTo>
                  <a:pt x="302" y="1061"/>
                </a:lnTo>
                <a:lnTo>
                  <a:pt x="311" y="1069"/>
                </a:lnTo>
                <a:lnTo>
                  <a:pt x="319" y="1077"/>
                </a:lnTo>
                <a:lnTo>
                  <a:pt x="327" y="1085"/>
                </a:lnTo>
                <a:lnTo>
                  <a:pt x="336" y="1093"/>
                </a:lnTo>
                <a:lnTo>
                  <a:pt x="344" y="1100"/>
                </a:lnTo>
                <a:lnTo>
                  <a:pt x="353" y="1108"/>
                </a:lnTo>
                <a:lnTo>
                  <a:pt x="361" y="1116"/>
                </a:lnTo>
                <a:lnTo>
                  <a:pt x="369" y="1123"/>
                </a:lnTo>
                <a:lnTo>
                  <a:pt x="378" y="1131"/>
                </a:lnTo>
                <a:lnTo>
                  <a:pt x="386" y="1138"/>
                </a:lnTo>
                <a:lnTo>
                  <a:pt x="395" y="1145"/>
                </a:lnTo>
                <a:lnTo>
                  <a:pt x="403" y="1153"/>
                </a:lnTo>
                <a:lnTo>
                  <a:pt x="411" y="1160"/>
                </a:lnTo>
                <a:lnTo>
                  <a:pt x="420" y="1167"/>
                </a:lnTo>
                <a:lnTo>
                  <a:pt x="428" y="1174"/>
                </a:lnTo>
                <a:lnTo>
                  <a:pt x="437" y="1181"/>
                </a:lnTo>
                <a:lnTo>
                  <a:pt x="445" y="1188"/>
                </a:lnTo>
                <a:lnTo>
                  <a:pt x="453" y="1195"/>
                </a:lnTo>
                <a:lnTo>
                  <a:pt x="462" y="1202"/>
                </a:lnTo>
                <a:lnTo>
                  <a:pt x="470" y="1209"/>
                </a:lnTo>
                <a:lnTo>
                  <a:pt x="479" y="1216"/>
                </a:lnTo>
                <a:lnTo>
                  <a:pt x="487" y="1222"/>
                </a:lnTo>
                <a:lnTo>
                  <a:pt x="495" y="1229"/>
                </a:lnTo>
                <a:lnTo>
                  <a:pt x="504" y="1235"/>
                </a:lnTo>
                <a:lnTo>
                  <a:pt x="512" y="1242"/>
                </a:lnTo>
                <a:lnTo>
                  <a:pt x="521" y="1248"/>
                </a:lnTo>
                <a:lnTo>
                  <a:pt x="529" y="1255"/>
                </a:lnTo>
                <a:lnTo>
                  <a:pt x="537" y="1261"/>
                </a:lnTo>
                <a:lnTo>
                  <a:pt x="546" y="1267"/>
                </a:lnTo>
                <a:lnTo>
                  <a:pt x="554" y="1274"/>
                </a:lnTo>
                <a:lnTo>
                  <a:pt x="563" y="1280"/>
                </a:lnTo>
                <a:lnTo>
                  <a:pt x="571" y="1286"/>
                </a:lnTo>
                <a:lnTo>
                  <a:pt x="579" y="1292"/>
                </a:lnTo>
                <a:lnTo>
                  <a:pt x="588" y="1298"/>
                </a:lnTo>
                <a:lnTo>
                  <a:pt x="596" y="1304"/>
                </a:lnTo>
                <a:lnTo>
                  <a:pt x="605" y="1309"/>
                </a:lnTo>
                <a:lnTo>
                  <a:pt x="613" y="1315"/>
                </a:lnTo>
                <a:lnTo>
                  <a:pt x="621" y="1321"/>
                </a:lnTo>
                <a:lnTo>
                  <a:pt x="630" y="1327"/>
                </a:lnTo>
                <a:lnTo>
                  <a:pt x="638" y="1332"/>
                </a:lnTo>
                <a:lnTo>
                  <a:pt x="646" y="1338"/>
                </a:lnTo>
                <a:lnTo>
                  <a:pt x="655" y="1343"/>
                </a:lnTo>
                <a:lnTo>
                  <a:pt x="663" y="1349"/>
                </a:lnTo>
                <a:lnTo>
                  <a:pt x="672" y="1354"/>
                </a:lnTo>
                <a:lnTo>
                  <a:pt x="680" y="1359"/>
                </a:lnTo>
                <a:lnTo>
                  <a:pt x="688" y="1365"/>
                </a:lnTo>
                <a:lnTo>
                  <a:pt x="697" y="1370"/>
                </a:lnTo>
                <a:lnTo>
                  <a:pt x="705" y="1375"/>
                </a:lnTo>
                <a:lnTo>
                  <a:pt x="714" y="1380"/>
                </a:lnTo>
                <a:lnTo>
                  <a:pt x="722" y="1385"/>
                </a:lnTo>
                <a:lnTo>
                  <a:pt x="730" y="1390"/>
                </a:lnTo>
                <a:lnTo>
                  <a:pt x="739" y="1395"/>
                </a:lnTo>
                <a:lnTo>
                  <a:pt x="747" y="1400"/>
                </a:lnTo>
                <a:lnTo>
                  <a:pt x="756" y="1404"/>
                </a:lnTo>
                <a:lnTo>
                  <a:pt x="764" y="1409"/>
                </a:lnTo>
                <a:lnTo>
                  <a:pt x="772" y="1414"/>
                </a:lnTo>
                <a:lnTo>
                  <a:pt x="781" y="1418"/>
                </a:lnTo>
                <a:lnTo>
                  <a:pt x="789" y="1423"/>
                </a:lnTo>
                <a:lnTo>
                  <a:pt x="798" y="1427"/>
                </a:lnTo>
                <a:lnTo>
                  <a:pt x="806" y="1432"/>
                </a:lnTo>
                <a:lnTo>
                  <a:pt x="814" y="1436"/>
                </a:lnTo>
                <a:lnTo>
                  <a:pt x="823" y="1440"/>
                </a:lnTo>
                <a:lnTo>
                  <a:pt x="831" y="1445"/>
                </a:lnTo>
                <a:lnTo>
                  <a:pt x="840" y="1449"/>
                </a:lnTo>
                <a:lnTo>
                  <a:pt x="848" y="1453"/>
                </a:lnTo>
                <a:lnTo>
                  <a:pt x="856" y="1457"/>
                </a:lnTo>
                <a:lnTo>
                  <a:pt x="865" y="1461"/>
                </a:lnTo>
                <a:lnTo>
                  <a:pt x="873" y="1465"/>
                </a:lnTo>
                <a:lnTo>
                  <a:pt x="882" y="1469"/>
                </a:lnTo>
                <a:lnTo>
                  <a:pt x="890" y="1472"/>
                </a:lnTo>
                <a:lnTo>
                  <a:pt x="898" y="1476"/>
                </a:lnTo>
                <a:lnTo>
                  <a:pt x="907" y="1480"/>
                </a:lnTo>
                <a:lnTo>
                  <a:pt x="915" y="1483"/>
                </a:lnTo>
                <a:lnTo>
                  <a:pt x="924" y="1487"/>
                </a:lnTo>
                <a:lnTo>
                  <a:pt x="932" y="1491"/>
                </a:lnTo>
                <a:lnTo>
                  <a:pt x="940" y="1494"/>
                </a:lnTo>
                <a:lnTo>
                  <a:pt x="949" y="1497"/>
                </a:lnTo>
                <a:lnTo>
                  <a:pt x="957" y="1501"/>
                </a:lnTo>
                <a:lnTo>
                  <a:pt x="966" y="1504"/>
                </a:lnTo>
                <a:lnTo>
                  <a:pt x="974" y="1507"/>
                </a:lnTo>
                <a:lnTo>
                  <a:pt x="982" y="1510"/>
                </a:lnTo>
                <a:lnTo>
                  <a:pt x="991" y="1513"/>
                </a:lnTo>
                <a:lnTo>
                  <a:pt x="999" y="1516"/>
                </a:lnTo>
                <a:lnTo>
                  <a:pt x="1008" y="1519"/>
                </a:lnTo>
                <a:lnTo>
                  <a:pt x="1016" y="1522"/>
                </a:lnTo>
                <a:lnTo>
                  <a:pt x="1024" y="1525"/>
                </a:lnTo>
                <a:lnTo>
                  <a:pt x="1033" y="1528"/>
                </a:lnTo>
                <a:lnTo>
                  <a:pt x="1041" y="1531"/>
                </a:lnTo>
                <a:lnTo>
                  <a:pt x="1049" y="1533"/>
                </a:lnTo>
                <a:lnTo>
                  <a:pt x="1058" y="1536"/>
                </a:lnTo>
                <a:lnTo>
                  <a:pt x="1066" y="1538"/>
                </a:lnTo>
                <a:lnTo>
                  <a:pt x="1075" y="1541"/>
                </a:lnTo>
                <a:lnTo>
                  <a:pt x="1083" y="1543"/>
                </a:lnTo>
                <a:lnTo>
                  <a:pt x="1091" y="1546"/>
                </a:lnTo>
                <a:lnTo>
                  <a:pt x="1100" y="1548"/>
                </a:lnTo>
                <a:lnTo>
                  <a:pt x="1108" y="1550"/>
                </a:lnTo>
                <a:lnTo>
                  <a:pt x="1117" y="1552"/>
                </a:lnTo>
                <a:lnTo>
                  <a:pt x="1125" y="1555"/>
                </a:lnTo>
                <a:lnTo>
                  <a:pt x="1133" y="1557"/>
                </a:lnTo>
                <a:lnTo>
                  <a:pt x="1142" y="1559"/>
                </a:lnTo>
                <a:lnTo>
                  <a:pt x="1150" y="1561"/>
                </a:lnTo>
                <a:lnTo>
                  <a:pt x="1159" y="1562"/>
                </a:lnTo>
                <a:lnTo>
                  <a:pt x="1167" y="1564"/>
                </a:lnTo>
                <a:lnTo>
                  <a:pt x="1175" y="1566"/>
                </a:lnTo>
                <a:lnTo>
                  <a:pt x="1184" y="1568"/>
                </a:lnTo>
                <a:lnTo>
                  <a:pt x="1192" y="1569"/>
                </a:lnTo>
                <a:lnTo>
                  <a:pt x="1201" y="1571"/>
                </a:lnTo>
                <a:lnTo>
                  <a:pt x="1209" y="1572"/>
                </a:lnTo>
                <a:lnTo>
                  <a:pt x="1217" y="1574"/>
                </a:lnTo>
                <a:lnTo>
                  <a:pt x="1226" y="1575"/>
                </a:lnTo>
                <a:lnTo>
                  <a:pt x="1234" y="1577"/>
                </a:lnTo>
                <a:lnTo>
                  <a:pt x="1243" y="1578"/>
                </a:lnTo>
                <a:lnTo>
                  <a:pt x="1251" y="1579"/>
                </a:lnTo>
                <a:lnTo>
                  <a:pt x="1259" y="1580"/>
                </a:lnTo>
                <a:lnTo>
                  <a:pt x="1268" y="1581"/>
                </a:lnTo>
                <a:lnTo>
                  <a:pt x="1276" y="1582"/>
                </a:lnTo>
                <a:lnTo>
                  <a:pt x="1285" y="1583"/>
                </a:lnTo>
                <a:lnTo>
                  <a:pt x="1293" y="1584"/>
                </a:lnTo>
                <a:lnTo>
                  <a:pt x="1301" y="1585"/>
                </a:lnTo>
                <a:lnTo>
                  <a:pt x="1310" y="1586"/>
                </a:lnTo>
                <a:lnTo>
                  <a:pt x="1318" y="1587"/>
                </a:lnTo>
                <a:lnTo>
                  <a:pt x="1327" y="1587"/>
                </a:lnTo>
                <a:lnTo>
                  <a:pt x="1335" y="1588"/>
                </a:lnTo>
                <a:lnTo>
                  <a:pt x="1343" y="1589"/>
                </a:lnTo>
                <a:lnTo>
                  <a:pt x="1352" y="1589"/>
                </a:lnTo>
                <a:lnTo>
                  <a:pt x="1360" y="1590"/>
                </a:lnTo>
                <a:lnTo>
                  <a:pt x="1369" y="1590"/>
                </a:lnTo>
                <a:lnTo>
                  <a:pt x="1377" y="1590"/>
                </a:lnTo>
                <a:lnTo>
                  <a:pt x="1385" y="1590"/>
                </a:lnTo>
                <a:lnTo>
                  <a:pt x="1394" y="1591"/>
                </a:lnTo>
                <a:lnTo>
                  <a:pt x="1402" y="1591"/>
                </a:lnTo>
                <a:lnTo>
                  <a:pt x="1411" y="1591"/>
                </a:lnTo>
                <a:lnTo>
                  <a:pt x="1419" y="1591"/>
                </a:lnTo>
                <a:lnTo>
                  <a:pt x="1427" y="1591"/>
                </a:lnTo>
                <a:lnTo>
                  <a:pt x="1436" y="1591"/>
                </a:lnTo>
                <a:lnTo>
                  <a:pt x="1444" y="1591"/>
                </a:lnTo>
                <a:lnTo>
                  <a:pt x="1453" y="1590"/>
                </a:lnTo>
                <a:lnTo>
                  <a:pt x="1461" y="1590"/>
                </a:lnTo>
                <a:lnTo>
                  <a:pt x="1469" y="1590"/>
                </a:lnTo>
                <a:lnTo>
                  <a:pt x="1478" y="1589"/>
                </a:lnTo>
                <a:lnTo>
                  <a:pt x="1486" y="1589"/>
                </a:lnTo>
                <a:lnTo>
                  <a:pt x="1494" y="1588"/>
                </a:lnTo>
                <a:lnTo>
                  <a:pt x="1503" y="1588"/>
                </a:lnTo>
                <a:lnTo>
                  <a:pt x="1511" y="1587"/>
                </a:lnTo>
                <a:lnTo>
                  <a:pt x="1520" y="1586"/>
                </a:lnTo>
                <a:lnTo>
                  <a:pt x="1528" y="1586"/>
                </a:lnTo>
                <a:lnTo>
                  <a:pt x="1536" y="1585"/>
                </a:lnTo>
                <a:lnTo>
                  <a:pt x="1545" y="1584"/>
                </a:lnTo>
                <a:lnTo>
                  <a:pt x="1553" y="1583"/>
                </a:lnTo>
                <a:lnTo>
                  <a:pt x="1562" y="1582"/>
                </a:lnTo>
                <a:lnTo>
                  <a:pt x="1570" y="1581"/>
                </a:lnTo>
                <a:lnTo>
                  <a:pt x="1578" y="1580"/>
                </a:lnTo>
                <a:lnTo>
                  <a:pt x="1587" y="1579"/>
                </a:lnTo>
                <a:lnTo>
                  <a:pt x="1595" y="1577"/>
                </a:lnTo>
                <a:lnTo>
                  <a:pt x="1604" y="1576"/>
                </a:lnTo>
                <a:lnTo>
                  <a:pt x="1612" y="1575"/>
                </a:lnTo>
                <a:lnTo>
                  <a:pt x="1620" y="1573"/>
                </a:lnTo>
                <a:lnTo>
                  <a:pt x="1629" y="1572"/>
                </a:lnTo>
                <a:lnTo>
                  <a:pt x="1637" y="1570"/>
                </a:lnTo>
                <a:lnTo>
                  <a:pt x="1646" y="1569"/>
                </a:lnTo>
                <a:lnTo>
                  <a:pt x="1654" y="1567"/>
                </a:lnTo>
                <a:lnTo>
                  <a:pt x="1662" y="1565"/>
                </a:lnTo>
                <a:lnTo>
                  <a:pt x="1671" y="1564"/>
                </a:lnTo>
                <a:lnTo>
                  <a:pt x="1679" y="1562"/>
                </a:lnTo>
                <a:lnTo>
                  <a:pt x="1688" y="1560"/>
                </a:lnTo>
                <a:lnTo>
                  <a:pt x="1696" y="1558"/>
                </a:lnTo>
                <a:lnTo>
                  <a:pt x="1704" y="1556"/>
                </a:lnTo>
                <a:lnTo>
                  <a:pt x="1713" y="1554"/>
                </a:lnTo>
                <a:lnTo>
                  <a:pt x="1721" y="1552"/>
                </a:lnTo>
                <a:lnTo>
                  <a:pt x="1730" y="1549"/>
                </a:lnTo>
                <a:lnTo>
                  <a:pt x="1738" y="1547"/>
                </a:lnTo>
                <a:lnTo>
                  <a:pt x="1746" y="1545"/>
                </a:lnTo>
                <a:lnTo>
                  <a:pt x="1755" y="1542"/>
                </a:lnTo>
                <a:lnTo>
                  <a:pt x="1763" y="1540"/>
                </a:lnTo>
                <a:lnTo>
                  <a:pt x="1772" y="1537"/>
                </a:lnTo>
                <a:lnTo>
                  <a:pt x="1780" y="1535"/>
                </a:lnTo>
                <a:lnTo>
                  <a:pt x="1788" y="1532"/>
                </a:lnTo>
                <a:lnTo>
                  <a:pt x="1797" y="1530"/>
                </a:lnTo>
                <a:lnTo>
                  <a:pt x="1805" y="1527"/>
                </a:lnTo>
                <a:lnTo>
                  <a:pt x="1814" y="1524"/>
                </a:lnTo>
                <a:lnTo>
                  <a:pt x="1822" y="1521"/>
                </a:lnTo>
                <a:lnTo>
                  <a:pt x="1830" y="1518"/>
                </a:lnTo>
                <a:lnTo>
                  <a:pt x="1839" y="1515"/>
                </a:lnTo>
                <a:lnTo>
                  <a:pt x="1847" y="1512"/>
                </a:lnTo>
                <a:lnTo>
                  <a:pt x="1856" y="1509"/>
                </a:lnTo>
                <a:lnTo>
                  <a:pt x="1864" y="1506"/>
                </a:lnTo>
                <a:lnTo>
                  <a:pt x="1872" y="1503"/>
                </a:lnTo>
                <a:lnTo>
                  <a:pt x="1881" y="1499"/>
                </a:lnTo>
                <a:lnTo>
                  <a:pt x="1889" y="1496"/>
                </a:lnTo>
                <a:lnTo>
                  <a:pt x="1897" y="1493"/>
                </a:lnTo>
                <a:lnTo>
                  <a:pt x="1906" y="1489"/>
                </a:lnTo>
                <a:lnTo>
                  <a:pt x="1914" y="1486"/>
                </a:lnTo>
                <a:lnTo>
                  <a:pt x="1923" y="1482"/>
                </a:lnTo>
                <a:lnTo>
                  <a:pt x="1931" y="1478"/>
                </a:lnTo>
                <a:lnTo>
                  <a:pt x="1939" y="1475"/>
                </a:lnTo>
                <a:lnTo>
                  <a:pt x="1948" y="1471"/>
                </a:lnTo>
                <a:lnTo>
                  <a:pt x="1956" y="1467"/>
                </a:lnTo>
                <a:lnTo>
                  <a:pt x="1965" y="1463"/>
                </a:lnTo>
                <a:lnTo>
                  <a:pt x="1973" y="1459"/>
                </a:lnTo>
                <a:lnTo>
                  <a:pt x="1981" y="1455"/>
                </a:lnTo>
                <a:lnTo>
                  <a:pt x="1990" y="1451"/>
                </a:lnTo>
                <a:lnTo>
                  <a:pt x="1998" y="1447"/>
                </a:lnTo>
                <a:lnTo>
                  <a:pt x="2007" y="1443"/>
                </a:lnTo>
                <a:lnTo>
                  <a:pt x="2015" y="1439"/>
                </a:lnTo>
                <a:lnTo>
                  <a:pt x="2023" y="1434"/>
                </a:lnTo>
                <a:lnTo>
                  <a:pt x="2032" y="1430"/>
                </a:lnTo>
                <a:lnTo>
                  <a:pt x="2040" y="1426"/>
                </a:lnTo>
                <a:lnTo>
                  <a:pt x="2049" y="1421"/>
                </a:lnTo>
                <a:lnTo>
                  <a:pt x="2057" y="1417"/>
                </a:lnTo>
                <a:lnTo>
                  <a:pt x="2065" y="1412"/>
                </a:lnTo>
                <a:lnTo>
                  <a:pt x="2074" y="1407"/>
                </a:lnTo>
                <a:lnTo>
                  <a:pt x="2082" y="1403"/>
                </a:lnTo>
                <a:lnTo>
                  <a:pt x="2091" y="1398"/>
                </a:lnTo>
                <a:lnTo>
                  <a:pt x="2099" y="1393"/>
                </a:lnTo>
                <a:lnTo>
                  <a:pt x="2107" y="1388"/>
                </a:lnTo>
                <a:lnTo>
                  <a:pt x="2116" y="1383"/>
                </a:lnTo>
                <a:lnTo>
                  <a:pt x="2124" y="1378"/>
                </a:lnTo>
                <a:lnTo>
                  <a:pt x="2133" y="1373"/>
                </a:lnTo>
                <a:lnTo>
                  <a:pt x="2141" y="1368"/>
                </a:lnTo>
                <a:lnTo>
                  <a:pt x="2149" y="1363"/>
                </a:lnTo>
                <a:lnTo>
                  <a:pt x="2158" y="1357"/>
                </a:lnTo>
                <a:lnTo>
                  <a:pt x="2166" y="1352"/>
                </a:lnTo>
                <a:lnTo>
                  <a:pt x="2175" y="1347"/>
                </a:lnTo>
                <a:lnTo>
                  <a:pt x="2183" y="1341"/>
                </a:lnTo>
                <a:lnTo>
                  <a:pt x="2191" y="1336"/>
                </a:lnTo>
                <a:lnTo>
                  <a:pt x="2200" y="1330"/>
                </a:lnTo>
                <a:lnTo>
                  <a:pt x="2208" y="1324"/>
                </a:lnTo>
                <a:lnTo>
                  <a:pt x="2217" y="1319"/>
                </a:lnTo>
                <a:lnTo>
                  <a:pt x="2225" y="1313"/>
                </a:lnTo>
                <a:lnTo>
                  <a:pt x="2233" y="1307"/>
                </a:lnTo>
                <a:lnTo>
                  <a:pt x="2242" y="1301"/>
                </a:lnTo>
                <a:lnTo>
                  <a:pt x="2250" y="1295"/>
                </a:lnTo>
                <a:lnTo>
                  <a:pt x="2259" y="1289"/>
                </a:lnTo>
                <a:lnTo>
                  <a:pt x="2267" y="1283"/>
                </a:lnTo>
                <a:lnTo>
                  <a:pt x="2275" y="1277"/>
                </a:lnTo>
                <a:lnTo>
                  <a:pt x="2284" y="1271"/>
                </a:lnTo>
                <a:lnTo>
                  <a:pt x="2292" y="1265"/>
                </a:lnTo>
                <a:lnTo>
                  <a:pt x="2301" y="1259"/>
                </a:lnTo>
                <a:lnTo>
                  <a:pt x="2309" y="1252"/>
                </a:lnTo>
                <a:lnTo>
                  <a:pt x="2317" y="1246"/>
                </a:lnTo>
                <a:lnTo>
                  <a:pt x="2326" y="1239"/>
                </a:lnTo>
                <a:lnTo>
                  <a:pt x="2334" y="1233"/>
                </a:lnTo>
                <a:lnTo>
                  <a:pt x="2342" y="1226"/>
                </a:lnTo>
                <a:lnTo>
                  <a:pt x="2351" y="1220"/>
                </a:lnTo>
                <a:lnTo>
                  <a:pt x="2359" y="1213"/>
                </a:lnTo>
                <a:lnTo>
                  <a:pt x="2368" y="1206"/>
                </a:lnTo>
                <a:lnTo>
                  <a:pt x="2376" y="1199"/>
                </a:lnTo>
                <a:lnTo>
                  <a:pt x="2384" y="1192"/>
                </a:lnTo>
                <a:lnTo>
                  <a:pt x="2393" y="1185"/>
                </a:lnTo>
                <a:lnTo>
                  <a:pt x="2401" y="1178"/>
                </a:lnTo>
                <a:lnTo>
                  <a:pt x="2410" y="1171"/>
                </a:lnTo>
                <a:lnTo>
                  <a:pt x="2418" y="1164"/>
                </a:lnTo>
                <a:lnTo>
                  <a:pt x="2426" y="1157"/>
                </a:lnTo>
                <a:lnTo>
                  <a:pt x="2435" y="1150"/>
                </a:lnTo>
                <a:lnTo>
                  <a:pt x="2443" y="1143"/>
                </a:lnTo>
                <a:lnTo>
                  <a:pt x="2452" y="1135"/>
                </a:lnTo>
                <a:lnTo>
                  <a:pt x="2460" y="1128"/>
                </a:lnTo>
                <a:lnTo>
                  <a:pt x="2468" y="1120"/>
                </a:lnTo>
                <a:lnTo>
                  <a:pt x="2477" y="1113"/>
                </a:lnTo>
                <a:lnTo>
                  <a:pt x="2485" y="1105"/>
                </a:lnTo>
                <a:lnTo>
                  <a:pt x="2494" y="1097"/>
                </a:lnTo>
                <a:lnTo>
                  <a:pt x="2502" y="1090"/>
                </a:lnTo>
                <a:lnTo>
                  <a:pt x="2510" y="1082"/>
                </a:lnTo>
                <a:lnTo>
                  <a:pt x="2519" y="1074"/>
                </a:lnTo>
                <a:lnTo>
                  <a:pt x="2527" y="1066"/>
                </a:lnTo>
                <a:lnTo>
                  <a:pt x="2536" y="1058"/>
                </a:lnTo>
                <a:lnTo>
                  <a:pt x="2544" y="1050"/>
                </a:lnTo>
                <a:lnTo>
                  <a:pt x="2552" y="1042"/>
                </a:lnTo>
                <a:lnTo>
                  <a:pt x="2561" y="1034"/>
                </a:lnTo>
                <a:lnTo>
                  <a:pt x="2569" y="1026"/>
                </a:lnTo>
                <a:lnTo>
                  <a:pt x="2578" y="1017"/>
                </a:lnTo>
                <a:lnTo>
                  <a:pt x="2586" y="1009"/>
                </a:lnTo>
                <a:lnTo>
                  <a:pt x="2594" y="1001"/>
                </a:lnTo>
                <a:lnTo>
                  <a:pt x="2603" y="992"/>
                </a:lnTo>
                <a:lnTo>
                  <a:pt x="2611" y="984"/>
                </a:lnTo>
                <a:lnTo>
                  <a:pt x="2620" y="975"/>
                </a:lnTo>
                <a:lnTo>
                  <a:pt x="2628" y="967"/>
                </a:lnTo>
                <a:lnTo>
                  <a:pt x="2636" y="958"/>
                </a:lnTo>
                <a:lnTo>
                  <a:pt x="2645" y="949"/>
                </a:lnTo>
                <a:lnTo>
                  <a:pt x="2653" y="940"/>
                </a:lnTo>
                <a:lnTo>
                  <a:pt x="2662" y="931"/>
                </a:lnTo>
                <a:lnTo>
                  <a:pt x="2670" y="923"/>
                </a:lnTo>
                <a:lnTo>
                  <a:pt x="2678" y="914"/>
                </a:lnTo>
                <a:lnTo>
                  <a:pt x="2687" y="904"/>
                </a:lnTo>
                <a:lnTo>
                  <a:pt x="2695" y="895"/>
                </a:lnTo>
                <a:lnTo>
                  <a:pt x="2704" y="886"/>
                </a:lnTo>
                <a:lnTo>
                  <a:pt x="2712" y="877"/>
                </a:lnTo>
                <a:lnTo>
                  <a:pt x="2720" y="868"/>
                </a:lnTo>
                <a:lnTo>
                  <a:pt x="2729" y="858"/>
                </a:lnTo>
                <a:lnTo>
                  <a:pt x="2737" y="849"/>
                </a:lnTo>
                <a:lnTo>
                  <a:pt x="2745" y="839"/>
                </a:lnTo>
                <a:lnTo>
                  <a:pt x="2754" y="830"/>
                </a:lnTo>
                <a:lnTo>
                  <a:pt x="2762" y="820"/>
                </a:lnTo>
                <a:lnTo>
                  <a:pt x="2771" y="811"/>
                </a:lnTo>
                <a:lnTo>
                  <a:pt x="2779" y="801"/>
                </a:lnTo>
                <a:lnTo>
                  <a:pt x="2787" y="791"/>
                </a:lnTo>
                <a:lnTo>
                  <a:pt x="2796" y="781"/>
                </a:lnTo>
                <a:lnTo>
                  <a:pt x="2804" y="771"/>
                </a:lnTo>
                <a:lnTo>
                  <a:pt x="2813" y="762"/>
                </a:lnTo>
                <a:lnTo>
                  <a:pt x="2821" y="751"/>
                </a:lnTo>
                <a:lnTo>
                  <a:pt x="2829" y="741"/>
                </a:lnTo>
                <a:lnTo>
                  <a:pt x="2838" y="731"/>
                </a:lnTo>
                <a:lnTo>
                  <a:pt x="2846" y="721"/>
                </a:lnTo>
                <a:lnTo>
                  <a:pt x="2855" y="711"/>
                </a:lnTo>
                <a:lnTo>
                  <a:pt x="2863" y="701"/>
                </a:lnTo>
                <a:lnTo>
                  <a:pt x="2871" y="690"/>
                </a:lnTo>
                <a:lnTo>
                  <a:pt x="2880" y="680"/>
                </a:lnTo>
                <a:lnTo>
                  <a:pt x="2888" y="669"/>
                </a:lnTo>
                <a:lnTo>
                  <a:pt x="2897" y="659"/>
                </a:lnTo>
                <a:lnTo>
                  <a:pt x="2905" y="648"/>
                </a:lnTo>
                <a:lnTo>
                  <a:pt x="2913" y="637"/>
                </a:lnTo>
                <a:lnTo>
                  <a:pt x="2922" y="627"/>
                </a:lnTo>
                <a:lnTo>
                  <a:pt x="2930" y="616"/>
                </a:lnTo>
                <a:lnTo>
                  <a:pt x="2939" y="605"/>
                </a:lnTo>
                <a:lnTo>
                  <a:pt x="2947" y="594"/>
                </a:lnTo>
                <a:lnTo>
                  <a:pt x="2955" y="583"/>
                </a:lnTo>
                <a:lnTo>
                  <a:pt x="2964" y="572"/>
                </a:lnTo>
                <a:lnTo>
                  <a:pt x="2972" y="561"/>
                </a:lnTo>
                <a:lnTo>
                  <a:pt x="2981" y="550"/>
                </a:lnTo>
                <a:lnTo>
                  <a:pt x="2989" y="539"/>
                </a:lnTo>
                <a:lnTo>
                  <a:pt x="2997" y="527"/>
                </a:lnTo>
                <a:lnTo>
                  <a:pt x="3006" y="516"/>
                </a:lnTo>
                <a:lnTo>
                  <a:pt x="3014" y="505"/>
                </a:lnTo>
                <a:lnTo>
                  <a:pt x="3023" y="493"/>
                </a:lnTo>
                <a:lnTo>
                  <a:pt x="3031" y="482"/>
                </a:lnTo>
                <a:lnTo>
                  <a:pt x="3039" y="470"/>
                </a:lnTo>
                <a:lnTo>
                  <a:pt x="3048" y="458"/>
                </a:lnTo>
                <a:lnTo>
                  <a:pt x="3056" y="447"/>
                </a:lnTo>
                <a:lnTo>
                  <a:pt x="3065" y="435"/>
                </a:lnTo>
                <a:lnTo>
                  <a:pt x="3073" y="423"/>
                </a:lnTo>
                <a:lnTo>
                  <a:pt x="3081" y="411"/>
                </a:lnTo>
                <a:lnTo>
                  <a:pt x="3090" y="399"/>
                </a:lnTo>
                <a:lnTo>
                  <a:pt x="3098" y="387"/>
                </a:lnTo>
                <a:lnTo>
                  <a:pt x="3107" y="375"/>
                </a:lnTo>
                <a:lnTo>
                  <a:pt x="3115" y="363"/>
                </a:lnTo>
                <a:lnTo>
                  <a:pt x="3123" y="351"/>
                </a:lnTo>
                <a:lnTo>
                  <a:pt x="3132" y="339"/>
                </a:lnTo>
                <a:lnTo>
                  <a:pt x="3140" y="327"/>
                </a:lnTo>
                <a:lnTo>
                  <a:pt x="3148" y="314"/>
                </a:lnTo>
                <a:lnTo>
                  <a:pt x="3157" y="302"/>
                </a:lnTo>
                <a:lnTo>
                  <a:pt x="3165" y="289"/>
                </a:lnTo>
                <a:lnTo>
                  <a:pt x="3174" y="277"/>
                </a:lnTo>
                <a:lnTo>
                  <a:pt x="3182" y="264"/>
                </a:lnTo>
                <a:lnTo>
                  <a:pt x="3190" y="252"/>
                </a:lnTo>
                <a:lnTo>
                  <a:pt x="3199" y="239"/>
                </a:lnTo>
                <a:lnTo>
                  <a:pt x="3207" y="226"/>
                </a:lnTo>
                <a:lnTo>
                  <a:pt x="3216" y="213"/>
                </a:lnTo>
                <a:lnTo>
                  <a:pt x="3224" y="200"/>
                </a:lnTo>
                <a:lnTo>
                  <a:pt x="3232" y="187"/>
                </a:lnTo>
                <a:lnTo>
                  <a:pt x="3241" y="174"/>
                </a:lnTo>
                <a:lnTo>
                  <a:pt x="3249" y="161"/>
                </a:lnTo>
                <a:lnTo>
                  <a:pt x="3258" y="148"/>
                </a:lnTo>
                <a:lnTo>
                  <a:pt x="3266" y="135"/>
                </a:lnTo>
                <a:lnTo>
                  <a:pt x="3274" y="122"/>
                </a:lnTo>
                <a:lnTo>
                  <a:pt x="3283" y="108"/>
                </a:lnTo>
                <a:lnTo>
                  <a:pt x="3291" y="95"/>
                </a:lnTo>
                <a:lnTo>
                  <a:pt x="3300" y="82"/>
                </a:lnTo>
                <a:lnTo>
                  <a:pt x="3308" y="68"/>
                </a:lnTo>
                <a:lnTo>
                  <a:pt x="3316" y="55"/>
                </a:lnTo>
                <a:lnTo>
                  <a:pt x="3325" y="41"/>
                </a:lnTo>
                <a:lnTo>
                  <a:pt x="3333" y="27"/>
                </a:lnTo>
                <a:lnTo>
                  <a:pt x="3342" y="14"/>
                </a:lnTo>
                <a:lnTo>
                  <a:pt x="335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8" name="Connector 47"/>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49" name="TextBox 48"/>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50" name="Connector 49"/>
          <p:cNvCxnSpPr/>
          <p:nvPr/>
        </p:nvCxnSpPr>
        <p:spPr>
          <a:xfrm>
            <a:off x="3621024"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51" name="TextBox 50"/>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balanced fit learns the pattern.</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05/07</a:t>
            </a:r>
          </a:p>
        </p:txBody>
      </p:sp>
      <p:sp>
        <p:nvSpPr>
          <p:cNvPr id="5" name="TextBox 4"/>
          <p:cNvSpPr txBox="1"/>
          <p:nvPr/>
        </p:nvSpPr>
        <p:spPr>
          <a:xfrm>
            <a:off x="896112"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Training set</a:t>
            </a:r>
          </a:p>
        </p:txBody>
      </p:sp>
      <p:sp>
        <p:nvSpPr>
          <p:cNvPr id="6" name="TextBox 5"/>
          <p:cNvSpPr txBox="1"/>
          <p:nvPr/>
        </p:nvSpPr>
        <p:spPr>
          <a:xfrm>
            <a:off x="6510528" y="2423160"/>
            <a:ext cx="31089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Test set</a:t>
            </a:r>
          </a:p>
        </p:txBody>
      </p:sp>
      <p:cxnSp>
        <p:nvCxnSpPr>
          <p:cNvPr id="7" name="Connector 6"/>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8" name="Connector 7"/>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10" name="TextBox 9"/>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1" name="Freeform 10"/>
          <p:cNvSpPr/>
          <p:nvPr/>
        </p:nvSpPr>
        <p:spPr>
          <a:xfrm>
            <a:off x="896112" y="2919679"/>
            <a:ext cx="4572000" cy="1805026"/>
          </a:xfrm>
          <a:custGeom>
            <a:avLst/>
            <a:gdLst/>
            <a:ahLst/>
            <a:cxnLst/>
            <a:rect l="l" t="t" r="r" b="b"/>
            <a:pathLst>
              <a:path w="5000" h="1974">
                <a:moveTo>
                  <a:pt x="0" y="766"/>
                </a:moveTo>
                <a:lnTo>
                  <a:pt x="13" y="780"/>
                </a:lnTo>
                <a:lnTo>
                  <a:pt x="25" y="794"/>
                </a:lnTo>
                <a:lnTo>
                  <a:pt x="38" y="807"/>
                </a:lnTo>
                <a:lnTo>
                  <a:pt x="50" y="821"/>
                </a:lnTo>
                <a:lnTo>
                  <a:pt x="63" y="834"/>
                </a:lnTo>
                <a:lnTo>
                  <a:pt x="75" y="848"/>
                </a:lnTo>
                <a:lnTo>
                  <a:pt x="88" y="861"/>
                </a:lnTo>
                <a:lnTo>
                  <a:pt x="100" y="874"/>
                </a:lnTo>
                <a:lnTo>
                  <a:pt x="113" y="887"/>
                </a:lnTo>
                <a:lnTo>
                  <a:pt x="125" y="900"/>
                </a:lnTo>
                <a:lnTo>
                  <a:pt x="138" y="913"/>
                </a:lnTo>
                <a:lnTo>
                  <a:pt x="150" y="926"/>
                </a:lnTo>
                <a:lnTo>
                  <a:pt x="163" y="939"/>
                </a:lnTo>
                <a:lnTo>
                  <a:pt x="175" y="952"/>
                </a:lnTo>
                <a:lnTo>
                  <a:pt x="188" y="964"/>
                </a:lnTo>
                <a:lnTo>
                  <a:pt x="201" y="977"/>
                </a:lnTo>
                <a:lnTo>
                  <a:pt x="213" y="989"/>
                </a:lnTo>
                <a:lnTo>
                  <a:pt x="226" y="1002"/>
                </a:lnTo>
                <a:lnTo>
                  <a:pt x="238" y="1014"/>
                </a:lnTo>
                <a:lnTo>
                  <a:pt x="251" y="1026"/>
                </a:lnTo>
                <a:lnTo>
                  <a:pt x="263" y="1039"/>
                </a:lnTo>
                <a:lnTo>
                  <a:pt x="276" y="1051"/>
                </a:lnTo>
                <a:lnTo>
                  <a:pt x="288" y="1063"/>
                </a:lnTo>
                <a:lnTo>
                  <a:pt x="301" y="1075"/>
                </a:lnTo>
                <a:lnTo>
                  <a:pt x="313" y="1086"/>
                </a:lnTo>
                <a:lnTo>
                  <a:pt x="326" y="1098"/>
                </a:lnTo>
                <a:lnTo>
                  <a:pt x="338" y="1110"/>
                </a:lnTo>
                <a:lnTo>
                  <a:pt x="351" y="1122"/>
                </a:lnTo>
                <a:lnTo>
                  <a:pt x="363" y="1133"/>
                </a:lnTo>
                <a:lnTo>
                  <a:pt x="376" y="1145"/>
                </a:lnTo>
                <a:lnTo>
                  <a:pt x="388" y="1156"/>
                </a:lnTo>
                <a:lnTo>
                  <a:pt x="401" y="1167"/>
                </a:lnTo>
                <a:lnTo>
                  <a:pt x="414" y="1178"/>
                </a:lnTo>
                <a:lnTo>
                  <a:pt x="426" y="1190"/>
                </a:lnTo>
                <a:lnTo>
                  <a:pt x="439" y="1201"/>
                </a:lnTo>
                <a:lnTo>
                  <a:pt x="451" y="1212"/>
                </a:lnTo>
                <a:lnTo>
                  <a:pt x="464" y="1223"/>
                </a:lnTo>
                <a:lnTo>
                  <a:pt x="476" y="1233"/>
                </a:lnTo>
                <a:lnTo>
                  <a:pt x="489" y="1244"/>
                </a:lnTo>
                <a:lnTo>
                  <a:pt x="501" y="1255"/>
                </a:lnTo>
                <a:lnTo>
                  <a:pt x="514" y="1265"/>
                </a:lnTo>
                <a:lnTo>
                  <a:pt x="526" y="1276"/>
                </a:lnTo>
                <a:lnTo>
                  <a:pt x="539" y="1286"/>
                </a:lnTo>
                <a:lnTo>
                  <a:pt x="551" y="1297"/>
                </a:lnTo>
                <a:lnTo>
                  <a:pt x="564" y="1307"/>
                </a:lnTo>
                <a:lnTo>
                  <a:pt x="576" y="1317"/>
                </a:lnTo>
                <a:lnTo>
                  <a:pt x="589" y="1327"/>
                </a:lnTo>
                <a:lnTo>
                  <a:pt x="602" y="1337"/>
                </a:lnTo>
                <a:lnTo>
                  <a:pt x="614" y="1347"/>
                </a:lnTo>
                <a:lnTo>
                  <a:pt x="627" y="1357"/>
                </a:lnTo>
                <a:lnTo>
                  <a:pt x="639" y="1367"/>
                </a:lnTo>
                <a:lnTo>
                  <a:pt x="652" y="1377"/>
                </a:lnTo>
                <a:lnTo>
                  <a:pt x="664" y="1387"/>
                </a:lnTo>
                <a:lnTo>
                  <a:pt x="677" y="1396"/>
                </a:lnTo>
                <a:lnTo>
                  <a:pt x="689" y="1406"/>
                </a:lnTo>
                <a:lnTo>
                  <a:pt x="702" y="1415"/>
                </a:lnTo>
                <a:lnTo>
                  <a:pt x="714" y="1424"/>
                </a:lnTo>
                <a:lnTo>
                  <a:pt x="727" y="1434"/>
                </a:lnTo>
                <a:lnTo>
                  <a:pt x="739" y="1443"/>
                </a:lnTo>
                <a:lnTo>
                  <a:pt x="752" y="1452"/>
                </a:lnTo>
                <a:lnTo>
                  <a:pt x="764" y="1461"/>
                </a:lnTo>
                <a:lnTo>
                  <a:pt x="777" y="1470"/>
                </a:lnTo>
                <a:lnTo>
                  <a:pt x="789" y="1479"/>
                </a:lnTo>
                <a:lnTo>
                  <a:pt x="802" y="1488"/>
                </a:lnTo>
                <a:lnTo>
                  <a:pt x="815" y="1496"/>
                </a:lnTo>
                <a:lnTo>
                  <a:pt x="827" y="1505"/>
                </a:lnTo>
                <a:lnTo>
                  <a:pt x="840" y="1513"/>
                </a:lnTo>
                <a:lnTo>
                  <a:pt x="852" y="1522"/>
                </a:lnTo>
                <a:lnTo>
                  <a:pt x="865" y="1530"/>
                </a:lnTo>
                <a:lnTo>
                  <a:pt x="877" y="1539"/>
                </a:lnTo>
                <a:lnTo>
                  <a:pt x="890" y="1547"/>
                </a:lnTo>
                <a:lnTo>
                  <a:pt x="902" y="1555"/>
                </a:lnTo>
                <a:lnTo>
                  <a:pt x="915" y="1563"/>
                </a:lnTo>
                <a:lnTo>
                  <a:pt x="927" y="1571"/>
                </a:lnTo>
                <a:lnTo>
                  <a:pt x="940" y="1579"/>
                </a:lnTo>
                <a:lnTo>
                  <a:pt x="952" y="1587"/>
                </a:lnTo>
                <a:lnTo>
                  <a:pt x="965" y="1595"/>
                </a:lnTo>
                <a:lnTo>
                  <a:pt x="977" y="1602"/>
                </a:lnTo>
                <a:lnTo>
                  <a:pt x="990" y="1610"/>
                </a:lnTo>
                <a:lnTo>
                  <a:pt x="1003" y="1617"/>
                </a:lnTo>
                <a:lnTo>
                  <a:pt x="1015" y="1625"/>
                </a:lnTo>
                <a:lnTo>
                  <a:pt x="1028" y="1632"/>
                </a:lnTo>
                <a:lnTo>
                  <a:pt x="1040" y="1640"/>
                </a:lnTo>
                <a:lnTo>
                  <a:pt x="1053" y="1647"/>
                </a:lnTo>
                <a:lnTo>
                  <a:pt x="1065" y="1654"/>
                </a:lnTo>
                <a:lnTo>
                  <a:pt x="1078" y="1661"/>
                </a:lnTo>
                <a:lnTo>
                  <a:pt x="1090" y="1668"/>
                </a:lnTo>
                <a:lnTo>
                  <a:pt x="1103" y="1675"/>
                </a:lnTo>
                <a:lnTo>
                  <a:pt x="1115" y="1682"/>
                </a:lnTo>
                <a:lnTo>
                  <a:pt x="1128" y="1688"/>
                </a:lnTo>
                <a:lnTo>
                  <a:pt x="1140" y="1695"/>
                </a:lnTo>
                <a:lnTo>
                  <a:pt x="1153" y="1702"/>
                </a:lnTo>
                <a:lnTo>
                  <a:pt x="1165" y="1708"/>
                </a:lnTo>
                <a:lnTo>
                  <a:pt x="1178" y="1715"/>
                </a:lnTo>
                <a:lnTo>
                  <a:pt x="1190" y="1721"/>
                </a:lnTo>
                <a:lnTo>
                  <a:pt x="1203" y="1727"/>
                </a:lnTo>
                <a:lnTo>
                  <a:pt x="1216" y="1733"/>
                </a:lnTo>
                <a:lnTo>
                  <a:pt x="1228" y="1740"/>
                </a:lnTo>
                <a:lnTo>
                  <a:pt x="1241" y="1746"/>
                </a:lnTo>
                <a:lnTo>
                  <a:pt x="1253" y="1752"/>
                </a:lnTo>
                <a:lnTo>
                  <a:pt x="1266" y="1757"/>
                </a:lnTo>
                <a:lnTo>
                  <a:pt x="1278" y="1763"/>
                </a:lnTo>
                <a:lnTo>
                  <a:pt x="1291" y="1769"/>
                </a:lnTo>
                <a:lnTo>
                  <a:pt x="1303" y="1775"/>
                </a:lnTo>
                <a:lnTo>
                  <a:pt x="1316" y="1780"/>
                </a:lnTo>
                <a:lnTo>
                  <a:pt x="1328" y="1786"/>
                </a:lnTo>
                <a:lnTo>
                  <a:pt x="1341" y="1791"/>
                </a:lnTo>
                <a:lnTo>
                  <a:pt x="1353" y="1796"/>
                </a:lnTo>
                <a:lnTo>
                  <a:pt x="1366" y="1802"/>
                </a:lnTo>
                <a:lnTo>
                  <a:pt x="1378" y="1807"/>
                </a:lnTo>
                <a:lnTo>
                  <a:pt x="1391" y="1812"/>
                </a:lnTo>
                <a:lnTo>
                  <a:pt x="1404" y="1817"/>
                </a:lnTo>
                <a:lnTo>
                  <a:pt x="1416" y="1822"/>
                </a:lnTo>
                <a:lnTo>
                  <a:pt x="1429" y="1827"/>
                </a:lnTo>
                <a:lnTo>
                  <a:pt x="1441" y="1831"/>
                </a:lnTo>
                <a:lnTo>
                  <a:pt x="1454" y="1836"/>
                </a:lnTo>
                <a:lnTo>
                  <a:pt x="1466" y="1841"/>
                </a:lnTo>
                <a:lnTo>
                  <a:pt x="1479" y="1845"/>
                </a:lnTo>
                <a:lnTo>
                  <a:pt x="1491" y="1850"/>
                </a:lnTo>
                <a:lnTo>
                  <a:pt x="1504" y="1854"/>
                </a:lnTo>
                <a:lnTo>
                  <a:pt x="1516" y="1858"/>
                </a:lnTo>
                <a:lnTo>
                  <a:pt x="1529" y="1863"/>
                </a:lnTo>
                <a:lnTo>
                  <a:pt x="1541" y="1867"/>
                </a:lnTo>
                <a:lnTo>
                  <a:pt x="1554" y="1871"/>
                </a:lnTo>
                <a:lnTo>
                  <a:pt x="1566" y="1875"/>
                </a:lnTo>
                <a:lnTo>
                  <a:pt x="1579" y="1879"/>
                </a:lnTo>
                <a:lnTo>
                  <a:pt x="1591" y="1883"/>
                </a:lnTo>
                <a:lnTo>
                  <a:pt x="1604" y="1886"/>
                </a:lnTo>
                <a:lnTo>
                  <a:pt x="1617" y="1890"/>
                </a:lnTo>
                <a:lnTo>
                  <a:pt x="1629" y="1894"/>
                </a:lnTo>
                <a:lnTo>
                  <a:pt x="1642" y="1897"/>
                </a:lnTo>
                <a:lnTo>
                  <a:pt x="1654" y="1901"/>
                </a:lnTo>
                <a:lnTo>
                  <a:pt x="1667" y="1904"/>
                </a:lnTo>
                <a:lnTo>
                  <a:pt x="1679" y="1907"/>
                </a:lnTo>
                <a:lnTo>
                  <a:pt x="1692" y="1910"/>
                </a:lnTo>
                <a:lnTo>
                  <a:pt x="1704" y="1913"/>
                </a:lnTo>
                <a:lnTo>
                  <a:pt x="1717" y="1916"/>
                </a:lnTo>
                <a:lnTo>
                  <a:pt x="1729" y="1919"/>
                </a:lnTo>
                <a:lnTo>
                  <a:pt x="1742" y="1922"/>
                </a:lnTo>
                <a:lnTo>
                  <a:pt x="1754" y="1925"/>
                </a:lnTo>
                <a:lnTo>
                  <a:pt x="1767" y="1928"/>
                </a:lnTo>
                <a:lnTo>
                  <a:pt x="1779" y="1931"/>
                </a:lnTo>
                <a:lnTo>
                  <a:pt x="1792" y="1933"/>
                </a:lnTo>
                <a:lnTo>
                  <a:pt x="1805" y="1936"/>
                </a:lnTo>
                <a:lnTo>
                  <a:pt x="1817" y="1938"/>
                </a:lnTo>
                <a:lnTo>
                  <a:pt x="1830" y="1940"/>
                </a:lnTo>
                <a:lnTo>
                  <a:pt x="1842" y="1943"/>
                </a:lnTo>
                <a:lnTo>
                  <a:pt x="1855" y="1945"/>
                </a:lnTo>
                <a:lnTo>
                  <a:pt x="1867" y="1947"/>
                </a:lnTo>
                <a:lnTo>
                  <a:pt x="1880" y="1949"/>
                </a:lnTo>
                <a:lnTo>
                  <a:pt x="1892" y="1951"/>
                </a:lnTo>
                <a:lnTo>
                  <a:pt x="1905" y="1953"/>
                </a:lnTo>
                <a:lnTo>
                  <a:pt x="1917" y="1954"/>
                </a:lnTo>
                <a:lnTo>
                  <a:pt x="1930" y="1956"/>
                </a:lnTo>
                <a:lnTo>
                  <a:pt x="1942" y="1958"/>
                </a:lnTo>
                <a:lnTo>
                  <a:pt x="1955" y="1959"/>
                </a:lnTo>
                <a:lnTo>
                  <a:pt x="1967" y="1961"/>
                </a:lnTo>
                <a:lnTo>
                  <a:pt x="1980" y="1962"/>
                </a:lnTo>
                <a:lnTo>
                  <a:pt x="1992" y="1963"/>
                </a:lnTo>
                <a:lnTo>
                  <a:pt x="2005" y="1965"/>
                </a:lnTo>
                <a:lnTo>
                  <a:pt x="2018" y="1966"/>
                </a:lnTo>
                <a:lnTo>
                  <a:pt x="2030" y="1967"/>
                </a:lnTo>
                <a:lnTo>
                  <a:pt x="2043" y="1968"/>
                </a:lnTo>
                <a:lnTo>
                  <a:pt x="2055" y="1969"/>
                </a:lnTo>
                <a:lnTo>
                  <a:pt x="2068" y="1970"/>
                </a:lnTo>
                <a:lnTo>
                  <a:pt x="2080" y="1970"/>
                </a:lnTo>
                <a:lnTo>
                  <a:pt x="2093" y="1971"/>
                </a:lnTo>
                <a:lnTo>
                  <a:pt x="2105" y="1972"/>
                </a:lnTo>
                <a:lnTo>
                  <a:pt x="2118" y="1972"/>
                </a:lnTo>
                <a:lnTo>
                  <a:pt x="2130" y="1973"/>
                </a:lnTo>
                <a:lnTo>
                  <a:pt x="2143" y="1973"/>
                </a:lnTo>
                <a:lnTo>
                  <a:pt x="2155" y="1973"/>
                </a:lnTo>
                <a:lnTo>
                  <a:pt x="2168" y="1974"/>
                </a:lnTo>
                <a:lnTo>
                  <a:pt x="2180" y="1974"/>
                </a:lnTo>
                <a:lnTo>
                  <a:pt x="2193" y="1974"/>
                </a:lnTo>
                <a:lnTo>
                  <a:pt x="2206" y="1974"/>
                </a:lnTo>
                <a:lnTo>
                  <a:pt x="2218" y="1974"/>
                </a:lnTo>
                <a:lnTo>
                  <a:pt x="2231" y="1973"/>
                </a:lnTo>
                <a:lnTo>
                  <a:pt x="2243" y="1973"/>
                </a:lnTo>
                <a:lnTo>
                  <a:pt x="2256" y="1973"/>
                </a:lnTo>
                <a:lnTo>
                  <a:pt x="2268" y="1972"/>
                </a:lnTo>
                <a:lnTo>
                  <a:pt x="2281" y="1972"/>
                </a:lnTo>
                <a:lnTo>
                  <a:pt x="2293" y="1971"/>
                </a:lnTo>
                <a:lnTo>
                  <a:pt x="2306" y="1971"/>
                </a:lnTo>
                <a:lnTo>
                  <a:pt x="2318" y="1970"/>
                </a:lnTo>
                <a:lnTo>
                  <a:pt x="2331" y="1969"/>
                </a:lnTo>
                <a:lnTo>
                  <a:pt x="2343" y="1968"/>
                </a:lnTo>
                <a:lnTo>
                  <a:pt x="2356" y="1967"/>
                </a:lnTo>
                <a:lnTo>
                  <a:pt x="2368" y="1966"/>
                </a:lnTo>
                <a:lnTo>
                  <a:pt x="2381" y="1965"/>
                </a:lnTo>
                <a:lnTo>
                  <a:pt x="2393" y="1964"/>
                </a:lnTo>
                <a:lnTo>
                  <a:pt x="2406" y="1962"/>
                </a:lnTo>
                <a:lnTo>
                  <a:pt x="2419" y="1961"/>
                </a:lnTo>
                <a:lnTo>
                  <a:pt x="2431" y="1960"/>
                </a:lnTo>
                <a:lnTo>
                  <a:pt x="2444" y="1958"/>
                </a:lnTo>
                <a:lnTo>
                  <a:pt x="2456" y="1956"/>
                </a:lnTo>
                <a:lnTo>
                  <a:pt x="2469" y="1955"/>
                </a:lnTo>
                <a:lnTo>
                  <a:pt x="2481" y="1953"/>
                </a:lnTo>
                <a:lnTo>
                  <a:pt x="2494" y="1951"/>
                </a:lnTo>
                <a:lnTo>
                  <a:pt x="2506" y="1949"/>
                </a:lnTo>
                <a:lnTo>
                  <a:pt x="2519" y="1947"/>
                </a:lnTo>
                <a:lnTo>
                  <a:pt x="2531" y="1945"/>
                </a:lnTo>
                <a:lnTo>
                  <a:pt x="2544" y="1943"/>
                </a:lnTo>
                <a:lnTo>
                  <a:pt x="2556" y="1941"/>
                </a:lnTo>
                <a:lnTo>
                  <a:pt x="2569" y="1938"/>
                </a:lnTo>
                <a:lnTo>
                  <a:pt x="2581" y="1936"/>
                </a:lnTo>
                <a:lnTo>
                  <a:pt x="2594" y="1934"/>
                </a:lnTo>
                <a:lnTo>
                  <a:pt x="2607" y="1931"/>
                </a:lnTo>
                <a:lnTo>
                  <a:pt x="2619" y="1928"/>
                </a:lnTo>
                <a:lnTo>
                  <a:pt x="2632" y="1926"/>
                </a:lnTo>
                <a:lnTo>
                  <a:pt x="2644" y="1923"/>
                </a:lnTo>
                <a:lnTo>
                  <a:pt x="2657" y="1920"/>
                </a:lnTo>
                <a:lnTo>
                  <a:pt x="2669" y="1917"/>
                </a:lnTo>
                <a:lnTo>
                  <a:pt x="2682" y="1914"/>
                </a:lnTo>
                <a:lnTo>
                  <a:pt x="2694" y="1911"/>
                </a:lnTo>
                <a:lnTo>
                  <a:pt x="2707" y="1908"/>
                </a:lnTo>
                <a:lnTo>
                  <a:pt x="2719" y="1905"/>
                </a:lnTo>
                <a:lnTo>
                  <a:pt x="2732" y="1901"/>
                </a:lnTo>
                <a:lnTo>
                  <a:pt x="2744" y="1898"/>
                </a:lnTo>
                <a:lnTo>
                  <a:pt x="2757" y="1894"/>
                </a:lnTo>
                <a:lnTo>
                  <a:pt x="2769" y="1891"/>
                </a:lnTo>
                <a:lnTo>
                  <a:pt x="2782" y="1887"/>
                </a:lnTo>
                <a:lnTo>
                  <a:pt x="2794" y="1883"/>
                </a:lnTo>
                <a:lnTo>
                  <a:pt x="2807" y="1880"/>
                </a:lnTo>
                <a:lnTo>
                  <a:pt x="2820" y="1876"/>
                </a:lnTo>
                <a:lnTo>
                  <a:pt x="2832" y="1872"/>
                </a:lnTo>
                <a:lnTo>
                  <a:pt x="2845" y="1868"/>
                </a:lnTo>
                <a:lnTo>
                  <a:pt x="2857" y="1864"/>
                </a:lnTo>
                <a:lnTo>
                  <a:pt x="2870" y="1859"/>
                </a:lnTo>
                <a:lnTo>
                  <a:pt x="2882" y="1855"/>
                </a:lnTo>
                <a:lnTo>
                  <a:pt x="2895" y="1851"/>
                </a:lnTo>
                <a:lnTo>
                  <a:pt x="2907" y="1846"/>
                </a:lnTo>
                <a:lnTo>
                  <a:pt x="2920" y="1842"/>
                </a:lnTo>
                <a:lnTo>
                  <a:pt x="2932" y="1837"/>
                </a:lnTo>
                <a:lnTo>
                  <a:pt x="2945" y="1832"/>
                </a:lnTo>
                <a:lnTo>
                  <a:pt x="2957" y="1828"/>
                </a:lnTo>
                <a:lnTo>
                  <a:pt x="2970" y="1823"/>
                </a:lnTo>
                <a:lnTo>
                  <a:pt x="2982" y="1818"/>
                </a:lnTo>
                <a:lnTo>
                  <a:pt x="2995" y="1813"/>
                </a:lnTo>
                <a:lnTo>
                  <a:pt x="3008" y="1808"/>
                </a:lnTo>
                <a:lnTo>
                  <a:pt x="3020" y="1803"/>
                </a:lnTo>
                <a:lnTo>
                  <a:pt x="3033" y="1797"/>
                </a:lnTo>
                <a:lnTo>
                  <a:pt x="3045" y="1792"/>
                </a:lnTo>
                <a:lnTo>
                  <a:pt x="3058" y="1787"/>
                </a:lnTo>
                <a:lnTo>
                  <a:pt x="3070" y="1781"/>
                </a:lnTo>
                <a:lnTo>
                  <a:pt x="3083" y="1776"/>
                </a:lnTo>
                <a:lnTo>
                  <a:pt x="3095" y="1770"/>
                </a:lnTo>
                <a:lnTo>
                  <a:pt x="3108" y="1764"/>
                </a:lnTo>
                <a:lnTo>
                  <a:pt x="3120" y="1759"/>
                </a:lnTo>
                <a:lnTo>
                  <a:pt x="3133" y="1753"/>
                </a:lnTo>
                <a:lnTo>
                  <a:pt x="3145" y="1747"/>
                </a:lnTo>
                <a:lnTo>
                  <a:pt x="3158" y="1741"/>
                </a:lnTo>
                <a:lnTo>
                  <a:pt x="3170" y="1735"/>
                </a:lnTo>
                <a:lnTo>
                  <a:pt x="3183" y="1729"/>
                </a:lnTo>
                <a:lnTo>
                  <a:pt x="3195" y="1722"/>
                </a:lnTo>
                <a:lnTo>
                  <a:pt x="3208" y="1716"/>
                </a:lnTo>
                <a:lnTo>
                  <a:pt x="3221" y="1710"/>
                </a:lnTo>
                <a:lnTo>
                  <a:pt x="3233" y="1703"/>
                </a:lnTo>
                <a:lnTo>
                  <a:pt x="3246" y="1697"/>
                </a:lnTo>
                <a:lnTo>
                  <a:pt x="3258" y="1690"/>
                </a:lnTo>
                <a:lnTo>
                  <a:pt x="3271" y="1683"/>
                </a:lnTo>
                <a:lnTo>
                  <a:pt x="3283" y="1676"/>
                </a:lnTo>
                <a:lnTo>
                  <a:pt x="3296" y="1669"/>
                </a:lnTo>
                <a:lnTo>
                  <a:pt x="3308" y="1663"/>
                </a:lnTo>
                <a:lnTo>
                  <a:pt x="3321" y="1655"/>
                </a:lnTo>
                <a:lnTo>
                  <a:pt x="3333" y="1648"/>
                </a:lnTo>
                <a:lnTo>
                  <a:pt x="3346" y="1641"/>
                </a:lnTo>
                <a:lnTo>
                  <a:pt x="3358" y="1634"/>
                </a:lnTo>
                <a:lnTo>
                  <a:pt x="3371" y="1627"/>
                </a:lnTo>
                <a:lnTo>
                  <a:pt x="3383" y="1619"/>
                </a:lnTo>
                <a:lnTo>
                  <a:pt x="3396" y="1612"/>
                </a:lnTo>
                <a:lnTo>
                  <a:pt x="3409" y="1604"/>
                </a:lnTo>
                <a:lnTo>
                  <a:pt x="3421" y="1596"/>
                </a:lnTo>
                <a:lnTo>
                  <a:pt x="3434" y="1589"/>
                </a:lnTo>
                <a:lnTo>
                  <a:pt x="3446" y="1581"/>
                </a:lnTo>
                <a:lnTo>
                  <a:pt x="3459" y="1573"/>
                </a:lnTo>
                <a:lnTo>
                  <a:pt x="3471" y="1565"/>
                </a:lnTo>
                <a:lnTo>
                  <a:pt x="3484" y="1557"/>
                </a:lnTo>
                <a:lnTo>
                  <a:pt x="3496" y="1549"/>
                </a:lnTo>
                <a:lnTo>
                  <a:pt x="3509" y="1540"/>
                </a:lnTo>
                <a:lnTo>
                  <a:pt x="3521" y="1532"/>
                </a:lnTo>
                <a:lnTo>
                  <a:pt x="3534" y="1524"/>
                </a:lnTo>
                <a:lnTo>
                  <a:pt x="3546" y="1515"/>
                </a:lnTo>
                <a:lnTo>
                  <a:pt x="3559" y="1507"/>
                </a:lnTo>
                <a:lnTo>
                  <a:pt x="3571" y="1498"/>
                </a:lnTo>
                <a:lnTo>
                  <a:pt x="3584" y="1489"/>
                </a:lnTo>
                <a:lnTo>
                  <a:pt x="3596" y="1481"/>
                </a:lnTo>
                <a:lnTo>
                  <a:pt x="3609" y="1472"/>
                </a:lnTo>
                <a:lnTo>
                  <a:pt x="3622" y="1463"/>
                </a:lnTo>
                <a:lnTo>
                  <a:pt x="3634" y="1454"/>
                </a:lnTo>
                <a:lnTo>
                  <a:pt x="3647" y="1445"/>
                </a:lnTo>
                <a:lnTo>
                  <a:pt x="3659" y="1436"/>
                </a:lnTo>
                <a:lnTo>
                  <a:pt x="3672" y="1426"/>
                </a:lnTo>
                <a:lnTo>
                  <a:pt x="3684" y="1417"/>
                </a:lnTo>
                <a:lnTo>
                  <a:pt x="3697" y="1408"/>
                </a:lnTo>
                <a:lnTo>
                  <a:pt x="3709" y="1398"/>
                </a:lnTo>
                <a:lnTo>
                  <a:pt x="3722" y="1389"/>
                </a:lnTo>
                <a:lnTo>
                  <a:pt x="3734" y="1379"/>
                </a:lnTo>
                <a:lnTo>
                  <a:pt x="3747" y="1369"/>
                </a:lnTo>
                <a:lnTo>
                  <a:pt x="3759" y="1359"/>
                </a:lnTo>
                <a:lnTo>
                  <a:pt x="3772" y="1350"/>
                </a:lnTo>
                <a:lnTo>
                  <a:pt x="3784" y="1340"/>
                </a:lnTo>
                <a:lnTo>
                  <a:pt x="3797" y="1330"/>
                </a:lnTo>
                <a:lnTo>
                  <a:pt x="3810" y="1319"/>
                </a:lnTo>
                <a:lnTo>
                  <a:pt x="3822" y="1309"/>
                </a:lnTo>
                <a:lnTo>
                  <a:pt x="3835" y="1299"/>
                </a:lnTo>
                <a:lnTo>
                  <a:pt x="3847" y="1289"/>
                </a:lnTo>
                <a:lnTo>
                  <a:pt x="3860" y="1278"/>
                </a:lnTo>
                <a:lnTo>
                  <a:pt x="3872" y="1268"/>
                </a:lnTo>
                <a:lnTo>
                  <a:pt x="3885" y="1257"/>
                </a:lnTo>
                <a:lnTo>
                  <a:pt x="3897" y="1246"/>
                </a:lnTo>
                <a:lnTo>
                  <a:pt x="3910" y="1236"/>
                </a:lnTo>
                <a:lnTo>
                  <a:pt x="3922" y="1225"/>
                </a:lnTo>
                <a:lnTo>
                  <a:pt x="3935" y="1214"/>
                </a:lnTo>
                <a:lnTo>
                  <a:pt x="3947" y="1203"/>
                </a:lnTo>
                <a:lnTo>
                  <a:pt x="3960" y="1192"/>
                </a:lnTo>
                <a:lnTo>
                  <a:pt x="3972" y="1181"/>
                </a:lnTo>
                <a:lnTo>
                  <a:pt x="3985" y="1170"/>
                </a:lnTo>
                <a:lnTo>
                  <a:pt x="3997" y="1158"/>
                </a:lnTo>
                <a:lnTo>
                  <a:pt x="4010" y="1147"/>
                </a:lnTo>
                <a:lnTo>
                  <a:pt x="4023" y="1136"/>
                </a:lnTo>
                <a:lnTo>
                  <a:pt x="4035" y="1124"/>
                </a:lnTo>
                <a:lnTo>
                  <a:pt x="4048" y="1112"/>
                </a:lnTo>
                <a:lnTo>
                  <a:pt x="4060" y="1101"/>
                </a:lnTo>
                <a:lnTo>
                  <a:pt x="4073" y="1089"/>
                </a:lnTo>
                <a:lnTo>
                  <a:pt x="4085" y="1077"/>
                </a:lnTo>
                <a:lnTo>
                  <a:pt x="4098" y="1065"/>
                </a:lnTo>
                <a:lnTo>
                  <a:pt x="4110" y="1053"/>
                </a:lnTo>
                <a:lnTo>
                  <a:pt x="4123" y="1041"/>
                </a:lnTo>
                <a:lnTo>
                  <a:pt x="4135" y="1029"/>
                </a:lnTo>
                <a:lnTo>
                  <a:pt x="4148" y="1017"/>
                </a:lnTo>
                <a:lnTo>
                  <a:pt x="4160" y="1004"/>
                </a:lnTo>
                <a:lnTo>
                  <a:pt x="4173" y="992"/>
                </a:lnTo>
                <a:lnTo>
                  <a:pt x="4185" y="980"/>
                </a:lnTo>
                <a:lnTo>
                  <a:pt x="4198" y="967"/>
                </a:lnTo>
                <a:lnTo>
                  <a:pt x="4211" y="954"/>
                </a:lnTo>
                <a:lnTo>
                  <a:pt x="4223" y="942"/>
                </a:lnTo>
                <a:lnTo>
                  <a:pt x="4236" y="929"/>
                </a:lnTo>
                <a:lnTo>
                  <a:pt x="4248" y="916"/>
                </a:lnTo>
                <a:lnTo>
                  <a:pt x="4261" y="903"/>
                </a:lnTo>
                <a:lnTo>
                  <a:pt x="4273" y="890"/>
                </a:lnTo>
                <a:lnTo>
                  <a:pt x="4286" y="877"/>
                </a:lnTo>
                <a:lnTo>
                  <a:pt x="4298" y="864"/>
                </a:lnTo>
                <a:lnTo>
                  <a:pt x="4311" y="850"/>
                </a:lnTo>
                <a:lnTo>
                  <a:pt x="4323" y="837"/>
                </a:lnTo>
                <a:lnTo>
                  <a:pt x="4336" y="824"/>
                </a:lnTo>
                <a:lnTo>
                  <a:pt x="4348" y="810"/>
                </a:lnTo>
                <a:lnTo>
                  <a:pt x="4361" y="797"/>
                </a:lnTo>
                <a:lnTo>
                  <a:pt x="4373" y="783"/>
                </a:lnTo>
                <a:lnTo>
                  <a:pt x="4386" y="769"/>
                </a:lnTo>
                <a:lnTo>
                  <a:pt x="4398" y="755"/>
                </a:lnTo>
                <a:lnTo>
                  <a:pt x="4411" y="742"/>
                </a:lnTo>
                <a:lnTo>
                  <a:pt x="4424" y="728"/>
                </a:lnTo>
                <a:lnTo>
                  <a:pt x="4436" y="713"/>
                </a:lnTo>
                <a:lnTo>
                  <a:pt x="4449" y="699"/>
                </a:lnTo>
                <a:lnTo>
                  <a:pt x="4461" y="685"/>
                </a:lnTo>
                <a:lnTo>
                  <a:pt x="4474" y="671"/>
                </a:lnTo>
                <a:lnTo>
                  <a:pt x="4486" y="656"/>
                </a:lnTo>
                <a:lnTo>
                  <a:pt x="4499" y="642"/>
                </a:lnTo>
                <a:lnTo>
                  <a:pt x="4511" y="628"/>
                </a:lnTo>
                <a:lnTo>
                  <a:pt x="4524" y="613"/>
                </a:lnTo>
                <a:lnTo>
                  <a:pt x="4536" y="598"/>
                </a:lnTo>
                <a:lnTo>
                  <a:pt x="4549" y="583"/>
                </a:lnTo>
                <a:lnTo>
                  <a:pt x="4561" y="569"/>
                </a:lnTo>
                <a:lnTo>
                  <a:pt x="4574" y="554"/>
                </a:lnTo>
                <a:lnTo>
                  <a:pt x="4586" y="539"/>
                </a:lnTo>
                <a:lnTo>
                  <a:pt x="4599" y="524"/>
                </a:lnTo>
                <a:lnTo>
                  <a:pt x="4612" y="509"/>
                </a:lnTo>
                <a:lnTo>
                  <a:pt x="4624" y="493"/>
                </a:lnTo>
                <a:lnTo>
                  <a:pt x="4637" y="478"/>
                </a:lnTo>
                <a:lnTo>
                  <a:pt x="4649" y="463"/>
                </a:lnTo>
                <a:lnTo>
                  <a:pt x="4662" y="447"/>
                </a:lnTo>
                <a:lnTo>
                  <a:pt x="4674" y="432"/>
                </a:lnTo>
                <a:lnTo>
                  <a:pt x="4687" y="416"/>
                </a:lnTo>
                <a:lnTo>
                  <a:pt x="4699" y="400"/>
                </a:lnTo>
                <a:lnTo>
                  <a:pt x="4712" y="384"/>
                </a:lnTo>
                <a:lnTo>
                  <a:pt x="4724" y="369"/>
                </a:lnTo>
                <a:lnTo>
                  <a:pt x="4737" y="353"/>
                </a:lnTo>
                <a:lnTo>
                  <a:pt x="4749" y="337"/>
                </a:lnTo>
                <a:lnTo>
                  <a:pt x="4762" y="321"/>
                </a:lnTo>
                <a:lnTo>
                  <a:pt x="4774" y="304"/>
                </a:lnTo>
                <a:lnTo>
                  <a:pt x="4787" y="288"/>
                </a:lnTo>
                <a:lnTo>
                  <a:pt x="4799" y="272"/>
                </a:lnTo>
                <a:lnTo>
                  <a:pt x="4812" y="255"/>
                </a:lnTo>
                <a:lnTo>
                  <a:pt x="4825" y="239"/>
                </a:lnTo>
                <a:lnTo>
                  <a:pt x="4837" y="222"/>
                </a:lnTo>
                <a:lnTo>
                  <a:pt x="4850" y="206"/>
                </a:lnTo>
                <a:lnTo>
                  <a:pt x="4862" y="189"/>
                </a:lnTo>
                <a:lnTo>
                  <a:pt x="4875" y="172"/>
                </a:lnTo>
                <a:lnTo>
                  <a:pt x="4887" y="155"/>
                </a:lnTo>
                <a:lnTo>
                  <a:pt x="4900" y="138"/>
                </a:lnTo>
                <a:lnTo>
                  <a:pt x="4912" y="121"/>
                </a:lnTo>
                <a:lnTo>
                  <a:pt x="4925" y="104"/>
                </a:lnTo>
                <a:lnTo>
                  <a:pt x="4937" y="87"/>
                </a:lnTo>
                <a:lnTo>
                  <a:pt x="4950" y="70"/>
                </a:lnTo>
                <a:lnTo>
                  <a:pt x="4962" y="52"/>
                </a:lnTo>
                <a:lnTo>
                  <a:pt x="4975" y="35"/>
                </a:lnTo>
                <a:lnTo>
                  <a:pt x="4987" y="17"/>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Oval 30"/>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Connector 31"/>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4" name="TextBox 33"/>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5" name="TextBox 34"/>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6" name="Freeform 35"/>
          <p:cNvSpPr/>
          <p:nvPr/>
        </p:nvSpPr>
        <p:spPr>
          <a:xfrm>
            <a:off x="6510528" y="2919679"/>
            <a:ext cx="4572000" cy="1805026"/>
          </a:xfrm>
          <a:custGeom>
            <a:avLst/>
            <a:gdLst/>
            <a:ahLst/>
            <a:cxnLst/>
            <a:rect l="l" t="t" r="r" b="b"/>
            <a:pathLst>
              <a:path w="5000" h="1974">
                <a:moveTo>
                  <a:pt x="0" y="766"/>
                </a:moveTo>
                <a:lnTo>
                  <a:pt x="13" y="780"/>
                </a:lnTo>
                <a:lnTo>
                  <a:pt x="25" y="794"/>
                </a:lnTo>
                <a:lnTo>
                  <a:pt x="38" y="807"/>
                </a:lnTo>
                <a:lnTo>
                  <a:pt x="50" y="821"/>
                </a:lnTo>
                <a:lnTo>
                  <a:pt x="63" y="834"/>
                </a:lnTo>
                <a:lnTo>
                  <a:pt x="75" y="848"/>
                </a:lnTo>
                <a:lnTo>
                  <a:pt x="88" y="861"/>
                </a:lnTo>
                <a:lnTo>
                  <a:pt x="100" y="874"/>
                </a:lnTo>
                <a:lnTo>
                  <a:pt x="113" y="887"/>
                </a:lnTo>
                <a:lnTo>
                  <a:pt x="125" y="900"/>
                </a:lnTo>
                <a:lnTo>
                  <a:pt x="138" y="913"/>
                </a:lnTo>
                <a:lnTo>
                  <a:pt x="150" y="926"/>
                </a:lnTo>
                <a:lnTo>
                  <a:pt x="163" y="939"/>
                </a:lnTo>
                <a:lnTo>
                  <a:pt x="175" y="952"/>
                </a:lnTo>
                <a:lnTo>
                  <a:pt x="188" y="964"/>
                </a:lnTo>
                <a:lnTo>
                  <a:pt x="201" y="977"/>
                </a:lnTo>
                <a:lnTo>
                  <a:pt x="213" y="989"/>
                </a:lnTo>
                <a:lnTo>
                  <a:pt x="226" y="1002"/>
                </a:lnTo>
                <a:lnTo>
                  <a:pt x="238" y="1014"/>
                </a:lnTo>
                <a:lnTo>
                  <a:pt x="251" y="1026"/>
                </a:lnTo>
                <a:lnTo>
                  <a:pt x="263" y="1039"/>
                </a:lnTo>
                <a:lnTo>
                  <a:pt x="276" y="1051"/>
                </a:lnTo>
                <a:lnTo>
                  <a:pt x="288" y="1063"/>
                </a:lnTo>
                <a:lnTo>
                  <a:pt x="301" y="1075"/>
                </a:lnTo>
                <a:lnTo>
                  <a:pt x="313" y="1086"/>
                </a:lnTo>
                <a:lnTo>
                  <a:pt x="326" y="1098"/>
                </a:lnTo>
                <a:lnTo>
                  <a:pt x="338" y="1110"/>
                </a:lnTo>
                <a:lnTo>
                  <a:pt x="351" y="1122"/>
                </a:lnTo>
                <a:lnTo>
                  <a:pt x="363" y="1133"/>
                </a:lnTo>
                <a:lnTo>
                  <a:pt x="376" y="1145"/>
                </a:lnTo>
                <a:lnTo>
                  <a:pt x="388" y="1156"/>
                </a:lnTo>
                <a:lnTo>
                  <a:pt x="401" y="1167"/>
                </a:lnTo>
                <a:lnTo>
                  <a:pt x="414" y="1178"/>
                </a:lnTo>
                <a:lnTo>
                  <a:pt x="426" y="1190"/>
                </a:lnTo>
                <a:lnTo>
                  <a:pt x="439" y="1201"/>
                </a:lnTo>
                <a:lnTo>
                  <a:pt x="451" y="1212"/>
                </a:lnTo>
                <a:lnTo>
                  <a:pt x="464" y="1223"/>
                </a:lnTo>
                <a:lnTo>
                  <a:pt x="476" y="1233"/>
                </a:lnTo>
                <a:lnTo>
                  <a:pt x="489" y="1244"/>
                </a:lnTo>
                <a:lnTo>
                  <a:pt x="501" y="1255"/>
                </a:lnTo>
                <a:lnTo>
                  <a:pt x="514" y="1265"/>
                </a:lnTo>
                <a:lnTo>
                  <a:pt x="526" y="1276"/>
                </a:lnTo>
                <a:lnTo>
                  <a:pt x="539" y="1286"/>
                </a:lnTo>
                <a:lnTo>
                  <a:pt x="551" y="1297"/>
                </a:lnTo>
                <a:lnTo>
                  <a:pt x="564" y="1307"/>
                </a:lnTo>
                <a:lnTo>
                  <a:pt x="576" y="1317"/>
                </a:lnTo>
                <a:lnTo>
                  <a:pt x="589" y="1327"/>
                </a:lnTo>
                <a:lnTo>
                  <a:pt x="602" y="1337"/>
                </a:lnTo>
                <a:lnTo>
                  <a:pt x="614" y="1347"/>
                </a:lnTo>
                <a:lnTo>
                  <a:pt x="627" y="1357"/>
                </a:lnTo>
                <a:lnTo>
                  <a:pt x="639" y="1367"/>
                </a:lnTo>
                <a:lnTo>
                  <a:pt x="652" y="1377"/>
                </a:lnTo>
                <a:lnTo>
                  <a:pt x="664" y="1387"/>
                </a:lnTo>
                <a:lnTo>
                  <a:pt x="677" y="1396"/>
                </a:lnTo>
                <a:lnTo>
                  <a:pt x="689" y="1406"/>
                </a:lnTo>
                <a:lnTo>
                  <a:pt x="702" y="1415"/>
                </a:lnTo>
                <a:lnTo>
                  <a:pt x="714" y="1424"/>
                </a:lnTo>
                <a:lnTo>
                  <a:pt x="727" y="1434"/>
                </a:lnTo>
                <a:lnTo>
                  <a:pt x="739" y="1443"/>
                </a:lnTo>
                <a:lnTo>
                  <a:pt x="752" y="1452"/>
                </a:lnTo>
                <a:lnTo>
                  <a:pt x="764" y="1461"/>
                </a:lnTo>
                <a:lnTo>
                  <a:pt x="777" y="1470"/>
                </a:lnTo>
                <a:lnTo>
                  <a:pt x="789" y="1479"/>
                </a:lnTo>
                <a:lnTo>
                  <a:pt x="802" y="1488"/>
                </a:lnTo>
                <a:lnTo>
                  <a:pt x="815" y="1496"/>
                </a:lnTo>
                <a:lnTo>
                  <a:pt x="827" y="1505"/>
                </a:lnTo>
                <a:lnTo>
                  <a:pt x="840" y="1513"/>
                </a:lnTo>
                <a:lnTo>
                  <a:pt x="852" y="1522"/>
                </a:lnTo>
                <a:lnTo>
                  <a:pt x="865" y="1530"/>
                </a:lnTo>
                <a:lnTo>
                  <a:pt x="877" y="1539"/>
                </a:lnTo>
                <a:lnTo>
                  <a:pt x="890" y="1547"/>
                </a:lnTo>
                <a:lnTo>
                  <a:pt x="902" y="1555"/>
                </a:lnTo>
                <a:lnTo>
                  <a:pt x="915" y="1563"/>
                </a:lnTo>
                <a:lnTo>
                  <a:pt x="927" y="1571"/>
                </a:lnTo>
                <a:lnTo>
                  <a:pt x="940" y="1579"/>
                </a:lnTo>
                <a:lnTo>
                  <a:pt x="952" y="1587"/>
                </a:lnTo>
                <a:lnTo>
                  <a:pt x="965" y="1595"/>
                </a:lnTo>
                <a:lnTo>
                  <a:pt x="977" y="1602"/>
                </a:lnTo>
                <a:lnTo>
                  <a:pt x="990" y="1610"/>
                </a:lnTo>
                <a:lnTo>
                  <a:pt x="1003" y="1617"/>
                </a:lnTo>
                <a:lnTo>
                  <a:pt x="1015" y="1625"/>
                </a:lnTo>
                <a:lnTo>
                  <a:pt x="1028" y="1632"/>
                </a:lnTo>
                <a:lnTo>
                  <a:pt x="1040" y="1640"/>
                </a:lnTo>
                <a:lnTo>
                  <a:pt x="1053" y="1647"/>
                </a:lnTo>
                <a:lnTo>
                  <a:pt x="1065" y="1654"/>
                </a:lnTo>
                <a:lnTo>
                  <a:pt x="1078" y="1661"/>
                </a:lnTo>
                <a:lnTo>
                  <a:pt x="1090" y="1668"/>
                </a:lnTo>
                <a:lnTo>
                  <a:pt x="1103" y="1675"/>
                </a:lnTo>
                <a:lnTo>
                  <a:pt x="1115" y="1682"/>
                </a:lnTo>
                <a:lnTo>
                  <a:pt x="1128" y="1688"/>
                </a:lnTo>
                <a:lnTo>
                  <a:pt x="1140" y="1695"/>
                </a:lnTo>
                <a:lnTo>
                  <a:pt x="1153" y="1702"/>
                </a:lnTo>
                <a:lnTo>
                  <a:pt x="1165" y="1708"/>
                </a:lnTo>
                <a:lnTo>
                  <a:pt x="1178" y="1715"/>
                </a:lnTo>
                <a:lnTo>
                  <a:pt x="1190" y="1721"/>
                </a:lnTo>
                <a:lnTo>
                  <a:pt x="1203" y="1727"/>
                </a:lnTo>
                <a:lnTo>
                  <a:pt x="1216" y="1733"/>
                </a:lnTo>
                <a:lnTo>
                  <a:pt x="1228" y="1740"/>
                </a:lnTo>
                <a:lnTo>
                  <a:pt x="1241" y="1746"/>
                </a:lnTo>
                <a:lnTo>
                  <a:pt x="1253" y="1752"/>
                </a:lnTo>
                <a:lnTo>
                  <a:pt x="1266" y="1757"/>
                </a:lnTo>
                <a:lnTo>
                  <a:pt x="1278" y="1763"/>
                </a:lnTo>
                <a:lnTo>
                  <a:pt x="1291" y="1769"/>
                </a:lnTo>
                <a:lnTo>
                  <a:pt x="1303" y="1775"/>
                </a:lnTo>
                <a:lnTo>
                  <a:pt x="1316" y="1780"/>
                </a:lnTo>
                <a:lnTo>
                  <a:pt x="1328" y="1786"/>
                </a:lnTo>
                <a:lnTo>
                  <a:pt x="1341" y="1791"/>
                </a:lnTo>
                <a:lnTo>
                  <a:pt x="1353" y="1796"/>
                </a:lnTo>
                <a:lnTo>
                  <a:pt x="1366" y="1802"/>
                </a:lnTo>
                <a:lnTo>
                  <a:pt x="1378" y="1807"/>
                </a:lnTo>
                <a:lnTo>
                  <a:pt x="1391" y="1812"/>
                </a:lnTo>
                <a:lnTo>
                  <a:pt x="1404" y="1817"/>
                </a:lnTo>
                <a:lnTo>
                  <a:pt x="1416" y="1822"/>
                </a:lnTo>
                <a:lnTo>
                  <a:pt x="1429" y="1827"/>
                </a:lnTo>
                <a:lnTo>
                  <a:pt x="1441" y="1831"/>
                </a:lnTo>
                <a:lnTo>
                  <a:pt x="1454" y="1836"/>
                </a:lnTo>
                <a:lnTo>
                  <a:pt x="1466" y="1841"/>
                </a:lnTo>
                <a:lnTo>
                  <a:pt x="1479" y="1845"/>
                </a:lnTo>
                <a:lnTo>
                  <a:pt x="1491" y="1850"/>
                </a:lnTo>
                <a:lnTo>
                  <a:pt x="1504" y="1854"/>
                </a:lnTo>
                <a:lnTo>
                  <a:pt x="1516" y="1858"/>
                </a:lnTo>
                <a:lnTo>
                  <a:pt x="1529" y="1863"/>
                </a:lnTo>
                <a:lnTo>
                  <a:pt x="1541" y="1867"/>
                </a:lnTo>
                <a:lnTo>
                  <a:pt x="1554" y="1871"/>
                </a:lnTo>
                <a:lnTo>
                  <a:pt x="1566" y="1875"/>
                </a:lnTo>
                <a:lnTo>
                  <a:pt x="1579" y="1879"/>
                </a:lnTo>
                <a:lnTo>
                  <a:pt x="1591" y="1883"/>
                </a:lnTo>
                <a:lnTo>
                  <a:pt x="1604" y="1886"/>
                </a:lnTo>
                <a:lnTo>
                  <a:pt x="1617" y="1890"/>
                </a:lnTo>
                <a:lnTo>
                  <a:pt x="1629" y="1894"/>
                </a:lnTo>
                <a:lnTo>
                  <a:pt x="1642" y="1897"/>
                </a:lnTo>
                <a:lnTo>
                  <a:pt x="1654" y="1901"/>
                </a:lnTo>
                <a:lnTo>
                  <a:pt x="1667" y="1904"/>
                </a:lnTo>
                <a:lnTo>
                  <a:pt x="1679" y="1907"/>
                </a:lnTo>
                <a:lnTo>
                  <a:pt x="1692" y="1910"/>
                </a:lnTo>
                <a:lnTo>
                  <a:pt x="1704" y="1913"/>
                </a:lnTo>
                <a:lnTo>
                  <a:pt x="1717" y="1916"/>
                </a:lnTo>
                <a:lnTo>
                  <a:pt x="1729" y="1919"/>
                </a:lnTo>
                <a:lnTo>
                  <a:pt x="1742" y="1922"/>
                </a:lnTo>
                <a:lnTo>
                  <a:pt x="1754" y="1925"/>
                </a:lnTo>
                <a:lnTo>
                  <a:pt x="1767" y="1928"/>
                </a:lnTo>
                <a:lnTo>
                  <a:pt x="1779" y="1931"/>
                </a:lnTo>
                <a:lnTo>
                  <a:pt x="1792" y="1933"/>
                </a:lnTo>
                <a:lnTo>
                  <a:pt x="1805" y="1936"/>
                </a:lnTo>
                <a:lnTo>
                  <a:pt x="1817" y="1938"/>
                </a:lnTo>
                <a:lnTo>
                  <a:pt x="1830" y="1940"/>
                </a:lnTo>
                <a:lnTo>
                  <a:pt x="1842" y="1943"/>
                </a:lnTo>
                <a:lnTo>
                  <a:pt x="1855" y="1945"/>
                </a:lnTo>
                <a:lnTo>
                  <a:pt x="1867" y="1947"/>
                </a:lnTo>
                <a:lnTo>
                  <a:pt x="1880" y="1949"/>
                </a:lnTo>
                <a:lnTo>
                  <a:pt x="1892" y="1951"/>
                </a:lnTo>
                <a:lnTo>
                  <a:pt x="1905" y="1953"/>
                </a:lnTo>
                <a:lnTo>
                  <a:pt x="1917" y="1954"/>
                </a:lnTo>
                <a:lnTo>
                  <a:pt x="1930" y="1956"/>
                </a:lnTo>
                <a:lnTo>
                  <a:pt x="1942" y="1958"/>
                </a:lnTo>
                <a:lnTo>
                  <a:pt x="1955" y="1959"/>
                </a:lnTo>
                <a:lnTo>
                  <a:pt x="1967" y="1961"/>
                </a:lnTo>
                <a:lnTo>
                  <a:pt x="1980" y="1962"/>
                </a:lnTo>
                <a:lnTo>
                  <a:pt x="1992" y="1963"/>
                </a:lnTo>
                <a:lnTo>
                  <a:pt x="2005" y="1965"/>
                </a:lnTo>
                <a:lnTo>
                  <a:pt x="2018" y="1966"/>
                </a:lnTo>
                <a:lnTo>
                  <a:pt x="2030" y="1967"/>
                </a:lnTo>
                <a:lnTo>
                  <a:pt x="2043" y="1968"/>
                </a:lnTo>
                <a:lnTo>
                  <a:pt x="2055" y="1969"/>
                </a:lnTo>
                <a:lnTo>
                  <a:pt x="2068" y="1970"/>
                </a:lnTo>
                <a:lnTo>
                  <a:pt x="2080" y="1970"/>
                </a:lnTo>
                <a:lnTo>
                  <a:pt x="2093" y="1971"/>
                </a:lnTo>
                <a:lnTo>
                  <a:pt x="2105" y="1972"/>
                </a:lnTo>
                <a:lnTo>
                  <a:pt x="2118" y="1972"/>
                </a:lnTo>
                <a:lnTo>
                  <a:pt x="2130" y="1973"/>
                </a:lnTo>
                <a:lnTo>
                  <a:pt x="2143" y="1973"/>
                </a:lnTo>
                <a:lnTo>
                  <a:pt x="2155" y="1973"/>
                </a:lnTo>
                <a:lnTo>
                  <a:pt x="2168" y="1974"/>
                </a:lnTo>
                <a:lnTo>
                  <a:pt x="2180" y="1974"/>
                </a:lnTo>
                <a:lnTo>
                  <a:pt x="2193" y="1974"/>
                </a:lnTo>
                <a:lnTo>
                  <a:pt x="2206" y="1974"/>
                </a:lnTo>
                <a:lnTo>
                  <a:pt x="2218" y="1974"/>
                </a:lnTo>
                <a:lnTo>
                  <a:pt x="2231" y="1973"/>
                </a:lnTo>
                <a:lnTo>
                  <a:pt x="2243" y="1973"/>
                </a:lnTo>
                <a:lnTo>
                  <a:pt x="2256" y="1973"/>
                </a:lnTo>
                <a:lnTo>
                  <a:pt x="2268" y="1972"/>
                </a:lnTo>
                <a:lnTo>
                  <a:pt x="2281" y="1972"/>
                </a:lnTo>
                <a:lnTo>
                  <a:pt x="2293" y="1971"/>
                </a:lnTo>
                <a:lnTo>
                  <a:pt x="2306" y="1971"/>
                </a:lnTo>
                <a:lnTo>
                  <a:pt x="2318" y="1970"/>
                </a:lnTo>
                <a:lnTo>
                  <a:pt x="2331" y="1969"/>
                </a:lnTo>
                <a:lnTo>
                  <a:pt x="2343" y="1968"/>
                </a:lnTo>
                <a:lnTo>
                  <a:pt x="2356" y="1967"/>
                </a:lnTo>
                <a:lnTo>
                  <a:pt x="2368" y="1966"/>
                </a:lnTo>
                <a:lnTo>
                  <a:pt x="2381" y="1965"/>
                </a:lnTo>
                <a:lnTo>
                  <a:pt x="2393" y="1964"/>
                </a:lnTo>
                <a:lnTo>
                  <a:pt x="2406" y="1962"/>
                </a:lnTo>
                <a:lnTo>
                  <a:pt x="2419" y="1961"/>
                </a:lnTo>
                <a:lnTo>
                  <a:pt x="2431" y="1960"/>
                </a:lnTo>
                <a:lnTo>
                  <a:pt x="2444" y="1958"/>
                </a:lnTo>
                <a:lnTo>
                  <a:pt x="2456" y="1956"/>
                </a:lnTo>
                <a:lnTo>
                  <a:pt x="2469" y="1955"/>
                </a:lnTo>
                <a:lnTo>
                  <a:pt x="2481" y="1953"/>
                </a:lnTo>
                <a:lnTo>
                  <a:pt x="2494" y="1951"/>
                </a:lnTo>
                <a:lnTo>
                  <a:pt x="2506" y="1949"/>
                </a:lnTo>
                <a:lnTo>
                  <a:pt x="2519" y="1947"/>
                </a:lnTo>
                <a:lnTo>
                  <a:pt x="2531" y="1945"/>
                </a:lnTo>
                <a:lnTo>
                  <a:pt x="2544" y="1943"/>
                </a:lnTo>
                <a:lnTo>
                  <a:pt x="2556" y="1941"/>
                </a:lnTo>
                <a:lnTo>
                  <a:pt x="2569" y="1938"/>
                </a:lnTo>
                <a:lnTo>
                  <a:pt x="2581" y="1936"/>
                </a:lnTo>
                <a:lnTo>
                  <a:pt x="2594" y="1934"/>
                </a:lnTo>
                <a:lnTo>
                  <a:pt x="2607" y="1931"/>
                </a:lnTo>
                <a:lnTo>
                  <a:pt x="2619" y="1928"/>
                </a:lnTo>
                <a:lnTo>
                  <a:pt x="2632" y="1926"/>
                </a:lnTo>
                <a:lnTo>
                  <a:pt x="2644" y="1923"/>
                </a:lnTo>
                <a:lnTo>
                  <a:pt x="2657" y="1920"/>
                </a:lnTo>
                <a:lnTo>
                  <a:pt x="2669" y="1917"/>
                </a:lnTo>
                <a:lnTo>
                  <a:pt x="2682" y="1914"/>
                </a:lnTo>
                <a:lnTo>
                  <a:pt x="2694" y="1911"/>
                </a:lnTo>
                <a:lnTo>
                  <a:pt x="2707" y="1908"/>
                </a:lnTo>
                <a:lnTo>
                  <a:pt x="2719" y="1905"/>
                </a:lnTo>
                <a:lnTo>
                  <a:pt x="2732" y="1901"/>
                </a:lnTo>
                <a:lnTo>
                  <a:pt x="2744" y="1898"/>
                </a:lnTo>
                <a:lnTo>
                  <a:pt x="2757" y="1894"/>
                </a:lnTo>
                <a:lnTo>
                  <a:pt x="2769" y="1891"/>
                </a:lnTo>
                <a:lnTo>
                  <a:pt x="2782" y="1887"/>
                </a:lnTo>
                <a:lnTo>
                  <a:pt x="2794" y="1883"/>
                </a:lnTo>
                <a:lnTo>
                  <a:pt x="2807" y="1880"/>
                </a:lnTo>
                <a:lnTo>
                  <a:pt x="2820" y="1876"/>
                </a:lnTo>
                <a:lnTo>
                  <a:pt x="2832" y="1872"/>
                </a:lnTo>
                <a:lnTo>
                  <a:pt x="2845" y="1868"/>
                </a:lnTo>
                <a:lnTo>
                  <a:pt x="2857" y="1864"/>
                </a:lnTo>
                <a:lnTo>
                  <a:pt x="2870" y="1859"/>
                </a:lnTo>
                <a:lnTo>
                  <a:pt x="2882" y="1855"/>
                </a:lnTo>
                <a:lnTo>
                  <a:pt x="2895" y="1851"/>
                </a:lnTo>
                <a:lnTo>
                  <a:pt x="2907" y="1846"/>
                </a:lnTo>
                <a:lnTo>
                  <a:pt x="2920" y="1842"/>
                </a:lnTo>
                <a:lnTo>
                  <a:pt x="2932" y="1837"/>
                </a:lnTo>
                <a:lnTo>
                  <a:pt x="2945" y="1832"/>
                </a:lnTo>
                <a:lnTo>
                  <a:pt x="2957" y="1828"/>
                </a:lnTo>
                <a:lnTo>
                  <a:pt x="2970" y="1823"/>
                </a:lnTo>
                <a:lnTo>
                  <a:pt x="2982" y="1818"/>
                </a:lnTo>
                <a:lnTo>
                  <a:pt x="2995" y="1813"/>
                </a:lnTo>
                <a:lnTo>
                  <a:pt x="3008" y="1808"/>
                </a:lnTo>
                <a:lnTo>
                  <a:pt x="3020" y="1803"/>
                </a:lnTo>
                <a:lnTo>
                  <a:pt x="3033" y="1797"/>
                </a:lnTo>
                <a:lnTo>
                  <a:pt x="3045" y="1792"/>
                </a:lnTo>
                <a:lnTo>
                  <a:pt x="3058" y="1787"/>
                </a:lnTo>
                <a:lnTo>
                  <a:pt x="3070" y="1781"/>
                </a:lnTo>
                <a:lnTo>
                  <a:pt x="3083" y="1776"/>
                </a:lnTo>
                <a:lnTo>
                  <a:pt x="3095" y="1770"/>
                </a:lnTo>
                <a:lnTo>
                  <a:pt x="3108" y="1764"/>
                </a:lnTo>
                <a:lnTo>
                  <a:pt x="3120" y="1759"/>
                </a:lnTo>
                <a:lnTo>
                  <a:pt x="3133" y="1753"/>
                </a:lnTo>
                <a:lnTo>
                  <a:pt x="3145" y="1747"/>
                </a:lnTo>
                <a:lnTo>
                  <a:pt x="3158" y="1741"/>
                </a:lnTo>
                <a:lnTo>
                  <a:pt x="3170" y="1735"/>
                </a:lnTo>
                <a:lnTo>
                  <a:pt x="3183" y="1729"/>
                </a:lnTo>
                <a:lnTo>
                  <a:pt x="3195" y="1722"/>
                </a:lnTo>
                <a:lnTo>
                  <a:pt x="3208" y="1716"/>
                </a:lnTo>
                <a:lnTo>
                  <a:pt x="3221" y="1710"/>
                </a:lnTo>
                <a:lnTo>
                  <a:pt x="3233" y="1703"/>
                </a:lnTo>
                <a:lnTo>
                  <a:pt x="3246" y="1697"/>
                </a:lnTo>
                <a:lnTo>
                  <a:pt x="3258" y="1690"/>
                </a:lnTo>
                <a:lnTo>
                  <a:pt x="3271" y="1683"/>
                </a:lnTo>
                <a:lnTo>
                  <a:pt x="3283" y="1676"/>
                </a:lnTo>
                <a:lnTo>
                  <a:pt x="3296" y="1669"/>
                </a:lnTo>
                <a:lnTo>
                  <a:pt x="3308" y="1663"/>
                </a:lnTo>
                <a:lnTo>
                  <a:pt x="3321" y="1655"/>
                </a:lnTo>
                <a:lnTo>
                  <a:pt x="3333" y="1648"/>
                </a:lnTo>
                <a:lnTo>
                  <a:pt x="3346" y="1641"/>
                </a:lnTo>
                <a:lnTo>
                  <a:pt x="3358" y="1634"/>
                </a:lnTo>
                <a:lnTo>
                  <a:pt x="3371" y="1627"/>
                </a:lnTo>
                <a:lnTo>
                  <a:pt x="3383" y="1619"/>
                </a:lnTo>
                <a:lnTo>
                  <a:pt x="3396" y="1612"/>
                </a:lnTo>
                <a:lnTo>
                  <a:pt x="3409" y="1604"/>
                </a:lnTo>
                <a:lnTo>
                  <a:pt x="3421" y="1596"/>
                </a:lnTo>
                <a:lnTo>
                  <a:pt x="3434" y="1589"/>
                </a:lnTo>
                <a:lnTo>
                  <a:pt x="3446" y="1581"/>
                </a:lnTo>
                <a:lnTo>
                  <a:pt x="3459" y="1573"/>
                </a:lnTo>
                <a:lnTo>
                  <a:pt x="3471" y="1565"/>
                </a:lnTo>
                <a:lnTo>
                  <a:pt x="3484" y="1557"/>
                </a:lnTo>
                <a:lnTo>
                  <a:pt x="3496" y="1549"/>
                </a:lnTo>
                <a:lnTo>
                  <a:pt x="3509" y="1540"/>
                </a:lnTo>
                <a:lnTo>
                  <a:pt x="3521" y="1532"/>
                </a:lnTo>
                <a:lnTo>
                  <a:pt x="3534" y="1524"/>
                </a:lnTo>
                <a:lnTo>
                  <a:pt x="3546" y="1515"/>
                </a:lnTo>
                <a:lnTo>
                  <a:pt x="3559" y="1507"/>
                </a:lnTo>
                <a:lnTo>
                  <a:pt x="3571" y="1498"/>
                </a:lnTo>
                <a:lnTo>
                  <a:pt x="3584" y="1489"/>
                </a:lnTo>
                <a:lnTo>
                  <a:pt x="3596" y="1481"/>
                </a:lnTo>
                <a:lnTo>
                  <a:pt x="3609" y="1472"/>
                </a:lnTo>
                <a:lnTo>
                  <a:pt x="3622" y="1463"/>
                </a:lnTo>
                <a:lnTo>
                  <a:pt x="3634" y="1454"/>
                </a:lnTo>
                <a:lnTo>
                  <a:pt x="3647" y="1445"/>
                </a:lnTo>
                <a:lnTo>
                  <a:pt x="3659" y="1436"/>
                </a:lnTo>
                <a:lnTo>
                  <a:pt x="3672" y="1426"/>
                </a:lnTo>
                <a:lnTo>
                  <a:pt x="3684" y="1417"/>
                </a:lnTo>
                <a:lnTo>
                  <a:pt x="3697" y="1408"/>
                </a:lnTo>
                <a:lnTo>
                  <a:pt x="3709" y="1398"/>
                </a:lnTo>
                <a:lnTo>
                  <a:pt x="3722" y="1389"/>
                </a:lnTo>
                <a:lnTo>
                  <a:pt x="3734" y="1379"/>
                </a:lnTo>
                <a:lnTo>
                  <a:pt x="3747" y="1369"/>
                </a:lnTo>
                <a:lnTo>
                  <a:pt x="3759" y="1359"/>
                </a:lnTo>
                <a:lnTo>
                  <a:pt x="3772" y="1350"/>
                </a:lnTo>
                <a:lnTo>
                  <a:pt x="3784" y="1340"/>
                </a:lnTo>
                <a:lnTo>
                  <a:pt x="3797" y="1330"/>
                </a:lnTo>
                <a:lnTo>
                  <a:pt x="3810" y="1319"/>
                </a:lnTo>
                <a:lnTo>
                  <a:pt x="3822" y="1309"/>
                </a:lnTo>
                <a:lnTo>
                  <a:pt x="3835" y="1299"/>
                </a:lnTo>
                <a:lnTo>
                  <a:pt x="3847" y="1289"/>
                </a:lnTo>
                <a:lnTo>
                  <a:pt x="3860" y="1278"/>
                </a:lnTo>
                <a:lnTo>
                  <a:pt x="3872" y="1268"/>
                </a:lnTo>
                <a:lnTo>
                  <a:pt x="3885" y="1257"/>
                </a:lnTo>
                <a:lnTo>
                  <a:pt x="3897" y="1246"/>
                </a:lnTo>
                <a:lnTo>
                  <a:pt x="3910" y="1236"/>
                </a:lnTo>
                <a:lnTo>
                  <a:pt x="3922" y="1225"/>
                </a:lnTo>
                <a:lnTo>
                  <a:pt x="3935" y="1214"/>
                </a:lnTo>
                <a:lnTo>
                  <a:pt x="3947" y="1203"/>
                </a:lnTo>
                <a:lnTo>
                  <a:pt x="3960" y="1192"/>
                </a:lnTo>
                <a:lnTo>
                  <a:pt x="3972" y="1181"/>
                </a:lnTo>
                <a:lnTo>
                  <a:pt x="3985" y="1170"/>
                </a:lnTo>
                <a:lnTo>
                  <a:pt x="3997" y="1158"/>
                </a:lnTo>
                <a:lnTo>
                  <a:pt x="4010" y="1147"/>
                </a:lnTo>
                <a:lnTo>
                  <a:pt x="4023" y="1136"/>
                </a:lnTo>
                <a:lnTo>
                  <a:pt x="4035" y="1124"/>
                </a:lnTo>
                <a:lnTo>
                  <a:pt x="4048" y="1112"/>
                </a:lnTo>
                <a:lnTo>
                  <a:pt x="4060" y="1101"/>
                </a:lnTo>
                <a:lnTo>
                  <a:pt x="4073" y="1089"/>
                </a:lnTo>
                <a:lnTo>
                  <a:pt x="4085" y="1077"/>
                </a:lnTo>
                <a:lnTo>
                  <a:pt x="4098" y="1065"/>
                </a:lnTo>
                <a:lnTo>
                  <a:pt x="4110" y="1053"/>
                </a:lnTo>
                <a:lnTo>
                  <a:pt x="4123" y="1041"/>
                </a:lnTo>
                <a:lnTo>
                  <a:pt x="4135" y="1029"/>
                </a:lnTo>
                <a:lnTo>
                  <a:pt x="4148" y="1017"/>
                </a:lnTo>
                <a:lnTo>
                  <a:pt x="4160" y="1004"/>
                </a:lnTo>
                <a:lnTo>
                  <a:pt x="4173" y="992"/>
                </a:lnTo>
                <a:lnTo>
                  <a:pt x="4185" y="980"/>
                </a:lnTo>
                <a:lnTo>
                  <a:pt x="4198" y="967"/>
                </a:lnTo>
                <a:lnTo>
                  <a:pt x="4211" y="954"/>
                </a:lnTo>
                <a:lnTo>
                  <a:pt x="4223" y="942"/>
                </a:lnTo>
                <a:lnTo>
                  <a:pt x="4236" y="929"/>
                </a:lnTo>
                <a:lnTo>
                  <a:pt x="4248" y="916"/>
                </a:lnTo>
                <a:lnTo>
                  <a:pt x="4261" y="903"/>
                </a:lnTo>
                <a:lnTo>
                  <a:pt x="4273" y="890"/>
                </a:lnTo>
                <a:lnTo>
                  <a:pt x="4286" y="877"/>
                </a:lnTo>
                <a:lnTo>
                  <a:pt x="4298" y="864"/>
                </a:lnTo>
                <a:lnTo>
                  <a:pt x="4311" y="850"/>
                </a:lnTo>
                <a:lnTo>
                  <a:pt x="4323" y="837"/>
                </a:lnTo>
                <a:lnTo>
                  <a:pt x="4336" y="824"/>
                </a:lnTo>
                <a:lnTo>
                  <a:pt x="4348" y="810"/>
                </a:lnTo>
                <a:lnTo>
                  <a:pt x="4361" y="797"/>
                </a:lnTo>
                <a:lnTo>
                  <a:pt x="4373" y="783"/>
                </a:lnTo>
                <a:lnTo>
                  <a:pt x="4386" y="769"/>
                </a:lnTo>
                <a:lnTo>
                  <a:pt x="4398" y="755"/>
                </a:lnTo>
                <a:lnTo>
                  <a:pt x="4411" y="742"/>
                </a:lnTo>
                <a:lnTo>
                  <a:pt x="4424" y="728"/>
                </a:lnTo>
                <a:lnTo>
                  <a:pt x="4436" y="713"/>
                </a:lnTo>
                <a:lnTo>
                  <a:pt x="4449" y="699"/>
                </a:lnTo>
                <a:lnTo>
                  <a:pt x="4461" y="685"/>
                </a:lnTo>
                <a:lnTo>
                  <a:pt x="4474" y="671"/>
                </a:lnTo>
                <a:lnTo>
                  <a:pt x="4486" y="656"/>
                </a:lnTo>
                <a:lnTo>
                  <a:pt x="4499" y="642"/>
                </a:lnTo>
                <a:lnTo>
                  <a:pt x="4511" y="628"/>
                </a:lnTo>
                <a:lnTo>
                  <a:pt x="4524" y="613"/>
                </a:lnTo>
                <a:lnTo>
                  <a:pt x="4536" y="598"/>
                </a:lnTo>
                <a:lnTo>
                  <a:pt x="4549" y="583"/>
                </a:lnTo>
                <a:lnTo>
                  <a:pt x="4561" y="569"/>
                </a:lnTo>
                <a:lnTo>
                  <a:pt x="4574" y="554"/>
                </a:lnTo>
                <a:lnTo>
                  <a:pt x="4586" y="539"/>
                </a:lnTo>
                <a:lnTo>
                  <a:pt x="4599" y="524"/>
                </a:lnTo>
                <a:lnTo>
                  <a:pt x="4612" y="509"/>
                </a:lnTo>
                <a:lnTo>
                  <a:pt x="4624" y="493"/>
                </a:lnTo>
                <a:lnTo>
                  <a:pt x="4637" y="478"/>
                </a:lnTo>
                <a:lnTo>
                  <a:pt x="4649" y="463"/>
                </a:lnTo>
                <a:lnTo>
                  <a:pt x="4662" y="447"/>
                </a:lnTo>
                <a:lnTo>
                  <a:pt x="4674" y="432"/>
                </a:lnTo>
                <a:lnTo>
                  <a:pt x="4687" y="416"/>
                </a:lnTo>
                <a:lnTo>
                  <a:pt x="4699" y="400"/>
                </a:lnTo>
                <a:lnTo>
                  <a:pt x="4712" y="384"/>
                </a:lnTo>
                <a:lnTo>
                  <a:pt x="4724" y="369"/>
                </a:lnTo>
                <a:lnTo>
                  <a:pt x="4737" y="353"/>
                </a:lnTo>
                <a:lnTo>
                  <a:pt x="4749" y="337"/>
                </a:lnTo>
                <a:lnTo>
                  <a:pt x="4762" y="321"/>
                </a:lnTo>
                <a:lnTo>
                  <a:pt x="4774" y="304"/>
                </a:lnTo>
                <a:lnTo>
                  <a:pt x="4787" y="288"/>
                </a:lnTo>
                <a:lnTo>
                  <a:pt x="4799" y="272"/>
                </a:lnTo>
                <a:lnTo>
                  <a:pt x="4812" y="255"/>
                </a:lnTo>
                <a:lnTo>
                  <a:pt x="4825" y="239"/>
                </a:lnTo>
                <a:lnTo>
                  <a:pt x="4837" y="222"/>
                </a:lnTo>
                <a:lnTo>
                  <a:pt x="4850" y="206"/>
                </a:lnTo>
                <a:lnTo>
                  <a:pt x="4862" y="189"/>
                </a:lnTo>
                <a:lnTo>
                  <a:pt x="4875" y="172"/>
                </a:lnTo>
                <a:lnTo>
                  <a:pt x="4887" y="155"/>
                </a:lnTo>
                <a:lnTo>
                  <a:pt x="4900" y="138"/>
                </a:lnTo>
                <a:lnTo>
                  <a:pt x="4912" y="121"/>
                </a:lnTo>
                <a:lnTo>
                  <a:pt x="4925" y="104"/>
                </a:lnTo>
                <a:lnTo>
                  <a:pt x="4937" y="87"/>
                </a:lnTo>
                <a:lnTo>
                  <a:pt x="4950" y="70"/>
                </a:lnTo>
                <a:lnTo>
                  <a:pt x="4962" y="52"/>
                </a:lnTo>
                <a:lnTo>
                  <a:pt x="4975" y="35"/>
                </a:lnTo>
                <a:lnTo>
                  <a:pt x="4987" y="17"/>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Oval 36"/>
          <p:cNvSpPr/>
          <p:nvPr/>
        </p:nvSpPr>
        <p:spPr>
          <a:xfrm>
            <a:off x="10831758" y="329139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9980365" y="445660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7045318" y="398854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10250369" y="3597323"/>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10351337" y="448954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8068587" y="50411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8807543" y="454967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9224009" y="459238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018537" y="460140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9312278" y="474097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9818299" y="391257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10406275" y="3526555"/>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8013913" y="457279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8432090" y="424755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185977" y="434158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10930179" y="3580829"/>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711597" y="3388871"/>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6736761" y="436812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9967059" y="382024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7189676" y="433534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7738303" y="4596347"/>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9137783" y="4743046"/>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10032782" y="3660664"/>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Oval 59"/>
          <p:cNvSpPr/>
          <p:nvPr/>
        </p:nvSpPr>
        <p:spPr>
          <a:xfrm>
            <a:off x="7262192" y="4406240"/>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Oval 60"/>
          <p:cNvSpPr/>
          <p:nvPr/>
        </p:nvSpPr>
        <p:spPr>
          <a:xfrm>
            <a:off x="10706184" y="3662118"/>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Oval 61"/>
          <p:cNvSpPr/>
          <p:nvPr/>
        </p:nvSpPr>
        <p:spPr>
          <a:xfrm>
            <a:off x="864108" y="59481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sp>
        <p:nvSpPr>
          <p:cNvPr id="64" name="Oval 63"/>
          <p:cNvSpPr/>
          <p:nvPr/>
        </p:nvSpPr>
        <p:spPr>
          <a:xfrm>
            <a:off x="3643884" y="5948172"/>
            <a:ext cx="82296" cy="82296"/>
          </a:xfrm>
          <a:prstGeom prst="ellipse">
            <a:avLst/>
          </a:prstGeom>
          <a:solidFill>
            <a:srgbClr val="F5F5F4"/>
          </a:solidFill>
          <a:ln w="19050">
            <a:solidFill>
              <a:srgbClr val="7963A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unseen observations</a:t>
            </a:r>
          </a:p>
        </p:txBody>
      </p:sp>
      <p:cxnSp>
        <p:nvCxnSpPr>
          <p:cNvPr id="66" name="Connector 65"/>
          <p:cNvCxnSpPr/>
          <p:nvPr/>
        </p:nvCxnSpPr>
        <p:spPr>
          <a:xfrm>
            <a:off x="6400800"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7" name="TextBox 66"/>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same model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smallest training loss can lose.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06/07</a:t>
            </a:r>
          </a:p>
        </p:txBody>
      </p:sp>
      <p:graphicFrame>
        <p:nvGraphicFramePr>
          <p:cNvPr id="5" name="Table 4"/>
          <p:cNvGraphicFramePr>
            <a:graphicFrameLocks noGrp="1"/>
          </p:cNvGraphicFramePr>
          <p:nvPr/>
        </p:nvGraphicFramePr>
        <p:xfrm>
          <a:off x="786384" y="2834640"/>
          <a:ext cx="10579608" cy="2331720"/>
        </p:xfrm>
        <a:graphic>
          <a:graphicData uri="http://schemas.openxmlformats.org/drawingml/2006/table">
            <a:tbl>
              <a:tblPr firstRow="1" bandRow="1">
                <a:tableStyleId>{5C22544A-7EE6-4342-B048-85BDC9FD1C3A}</a:tableStyleId>
              </a:tblPr>
              <a:tblGrid>
                <a:gridCol w="3154680"/>
                <a:gridCol w="2487168"/>
                <a:gridCol w="2468880"/>
                <a:gridCol w="2468880"/>
              </a:tblGrid>
              <a:tr h="582930">
                <a:tc>
                  <a:txBody>
                    <a:bodyPr/>
                    <a:lstStyle/>
                    <a:p>
                      <a:pPr>
                        <a:defRPr sz="1600" b="0">
                          <a:solidFill>
                            <a:srgbClr val="686C66"/>
                          </a:solidFill>
                          <a:latin typeface="Arial"/>
                        </a:defRPr>
                      </a:pPr>
                      <a:r>
                        <a:t>Fit</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Model degree</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Training MSE ↓</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1600" b="0">
                          <a:solidFill>
                            <a:srgbClr val="686C66"/>
                          </a:solidFill>
                          <a:latin typeface="Arial"/>
                        </a:defRPr>
                      </a:pPr>
                      <a:r>
                        <a:t>Testing MSE ↓</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Underfitting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0.444</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0.336</a:t>
                      </a:r>
                    </a:p>
                  </a:txBody>
                  <a:tcPr marL="164592" marT="146304" marR="109728" marB="73152">
                    <a:solidFill>
                      <a:srgbClr val="F5F5F4"/>
                    </a:solidFill>
                    <a:lnL w="0">
                      <a:noFill/>
                    </a:lnL>
                    <a:lnR w="0">
                      <a:noFill/>
                    </a:lnR>
                    <a:lnT w="0">
                      <a:noFill/>
                    </a:lnT>
                    <a:lnB w="6350">
                      <a:solidFill>
                        <a:srgbClr val="D4D6D0"/>
                      </a:solidFill>
                    </a:lnB>
                  </a:tcPr>
                </a:tc>
              </a:tr>
              <a:tr h="582930">
                <a:tc>
                  <a:txBody>
                    <a:bodyPr/>
                    <a:lstStyle/>
                    <a:p>
                      <a:pPr>
                        <a:defRPr sz="2400" b="1">
                          <a:solidFill>
                            <a:srgbClr val="181D16"/>
                          </a:solidFill>
                          <a:latin typeface="Arial"/>
                        </a:defRPr>
                      </a:pPr>
                      <a:r>
                        <a:t>Good fit</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2</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0.131</a:t>
                      </a:r>
                    </a:p>
                  </a:txBody>
                  <a:tcPr marL="164592" marT="146304" marR="109728" marB="73152">
                    <a:solidFill>
                      <a:srgbClr val="E8E3EF"/>
                    </a:solidFill>
                    <a:lnL w="0">
                      <a:noFill/>
                    </a:lnL>
                    <a:lnR w="0">
                      <a:noFill/>
                    </a:lnR>
                    <a:lnT w="0">
                      <a:noFill/>
                    </a:lnT>
                    <a:lnB w="6350">
                      <a:solidFill>
                        <a:srgbClr val="D4D6D0"/>
                      </a:solidFill>
                    </a:lnB>
                  </a:tcPr>
                </a:tc>
                <a:tc>
                  <a:txBody>
                    <a:bodyPr/>
                    <a:lstStyle/>
                    <a:p>
                      <a:pPr>
                        <a:defRPr sz="2400" b="1">
                          <a:solidFill>
                            <a:srgbClr val="181D16"/>
                          </a:solidFill>
                          <a:latin typeface="Arial"/>
                        </a:defRPr>
                      </a:pPr>
                      <a:r>
                        <a:t>0.170</a:t>
                      </a:r>
                    </a:p>
                  </a:txBody>
                  <a:tcPr marL="164592" marT="146304" marR="109728" marB="73152">
                    <a:solidFill>
                      <a:srgbClr val="E8E3EF"/>
                    </a:solidFill>
                    <a:lnL w="0">
                      <a:noFill/>
                    </a:lnL>
                    <a:lnR w="0">
                      <a:noFill/>
                    </a:lnR>
                    <a:lnT w="0">
                      <a:noFill/>
                    </a:lnT>
                    <a:lnB w="6350">
                      <a:solidFill>
                        <a:srgbClr val="D4D6D0"/>
                      </a:solidFill>
                    </a:lnB>
                  </a:tcPr>
                </a:tc>
              </a:tr>
              <a:tr h="582930">
                <a:tc>
                  <a:txBody>
                    <a:bodyPr/>
                    <a:lstStyle/>
                    <a:p>
                      <a:pPr>
                        <a:defRPr sz="2400" b="0">
                          <a:solidFill>
                            <a:srgbClr val="181D16"/>
                          </a:solidFill>
                          <a:latin typeface="Arial"/>
                        </a:defRPr>
                      </a:pPr>
                      <a:r>
                        <a:t>Overfitting</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12</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0.053</a:t>
                      </a:r>
                    </a:p>
                  </a:txBody>
                  <a:tcPr marL="164592" marT="146304" marR="109728" marB="73152">
                    <a:solidFill>
                      <a:srgbClr val="F5F5F4"/>
                    </a:solidFill>
                    <a:lnL w="0">
                      <a:noFill/>
                    </a:lnL>
                    <a:lnR w="0">
                      <a:noFill/>
                    </a:lnR>
                    <a:lnT w="0">
                      <a:noFill/>
                    </a:lnT>
                    <a:lnB w="6350">
                      <a:solidFill>
                        <a:srgbClr val="D4D6D0"/>
                      </a:solidFill>
                    </a:lnB>
                  </a:tcPr>
                </a:tc>
                <a:tc>
                  <a:txBody>
                    <a:bodyPr/>
                    <a:lstStyle/>
                    <a:p>
                      <a:pPr>
                        <a:defRPr sz="2400" b="0">
                          <a:solidFill>
                            <a:srgbClr val="181D16"/>
                          </a:solidFill>
                          <a:latin typeface="Arial"/>
                        </a:defRPr>
                      </a:pPr>
                      <a:r>
                        <a:t>0.269</a:t>
                      </a:r>
                    </a:p>
                  </a:txBody>
                  <a:tcPr marL="164592" marT="146304" marR="109728" marB="73152">
                    <a:solidFill>
                      <a:srgbClr val="F5F5F4"/>
                    </a:solidFill>
                    <a:lnL w="0">
                      <a:noFill/>
                    </a:lnL>
                    <a:lnR w="0">
                      <a:noFill/>
                    </a:lnR>
                    <a:lnT w="0">
                      <a:noFill/>
                    </a:lnT>
                    <a:lnB w="6350">
                      <a:solidFill>
                        <a:srgbClr val="D4D6D0"/>
                      </a:solidFill>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1508760"/>
          </a:xfrm>
          <a:prstGeom prst="rect">
            <a:avLst/>
          </a:prstGeom>
          <a:noFill/>
        </p:spPr>
        <p:txBody>
          <a:bodyPr wrap="square" lIns="0" rIns="0" tIns="0" bIns="0">
            <a:spAutoFit/>
          </a:bodyPr>
          <a:lstStyle/>
          <a:p>
            <a:pPr>
              <a:spcAft>
                <a:spcPts val="0"/>
              </a:spcAft>
              <a:defRPr sz="4800" b="0">
                <a:solidFill>
                  <a:srgbClr val="181D16"/>
                </a:solidFill>
                <a:latin typeface="Arial"/>
              </a:defRPr>
            </a:pPr>
            <a:r>
              <a:t>Learn the pattern.</a:t>
            </a:r>
          </a:p>
          <a:p>
            <a:pPr>
              <a:spcAft>
                <a:spcPts val="0"/>
              </a:spcAft>
              <a:defRPr sz="4800" b="0">
                <a:solidFill>
                  <a:srgbClr val="181D16"/>
                </a:solidFill>
                <a:latin typeface="Arial"/>
              </a:defRPr>
            </a:pPr>
            <a:r>
              <a:t>Not the noise.</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07/07</a:t>
            </a:r>
          </a:p>
        </p:txBody>
      </p:sp>
      <p:cxnSp>
        <p:nvCxnSpPr>
          <p:cNvPr id="5" name="Connector 4"/>
          <p:cNvCxnSpPr/>
          <p:nvPr/>
        </p:nvCxnSpPr>
        <p:spPr>
          <a:xfrm>
            <a:off x="612648"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1264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BIAS</a:t>
            </a:r>
          </a:p>
        </p:txBody>
      </p:sp>
      <p:sp>
        <p:nvSpPr>
          <p:cNvPr id="7" name="TextBox 6"/>
          <p:cNvSpPr txBox="1"/>
          <p:nvPr/>
        </p:nvSpPr>
        <p:spPr>
          <a:xfrm>
            <a:off x="61264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rigid to capture</a:t>
            </a:r>
          </a:p>
          <a:p>
            <a:pPr>
              <a:spcAft>
                <a:spcPts val="0"/>
              </a:spcAft>
              <a:defRPr sz="2300" b="0">
                <a:solidFill>
                  <a:srgbClr val="181D16"/>
                </a:solidFill>
                <a:latin typeface="Arial"/>
              </a:defRPr>
            </a:pPr>
            <a:r>
              <a:t>the relationship.</a:t>
            </a:r>
          </a:p>
        </p:txBody>
      </p:sp>
      <p:cxnSp>
        <p:nvCxnSpPr>
          <p:cNvPr id="8" name="Connector 7"/>
          <p:cNvCxnSpPr/>
          <p:nvPr/>
        </p:nvCxnSpPr>
        <p:spPr>
          <a:xfrm>
            <a:off x="4361688" y="4023360"/>
            <a:ext cx="3154679"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 name="TextBox 8"/>
          <p:cNvSpPr txBox="1"/>
          <p:nvPr/>
        </p:nvSpPr>
        <p:spPr>
          <a:xfrm>
            <a:off x="4361688"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VARIANCE</a:t>
            </a:r>
          </a:p>
        </p:txBody>
      </p:sp>
      <p:sp>
        <p:nvSpPr>
          <p:cNvPr id="10" name="TextBox 9"/>
          <p:cNvSpPr txBox="1"/>
          <p:nvPr/>
        </p:nvSpPr>
        <p:spPr>
          <a:xfrm>
            <a:off x="4361688"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Too sensitive to</a:t>
            </a:r>
          </a:p>
          <a:p>
            <a:pPr>
              <a:spcAft>
                <a:spcPts val="0"/>
              </a:spcAft>
              <a:defRPr sz="2300" b="0">
                <a:solidFill>
                  <a:srgbClr val="181D16"/>
                </a:solidFill>
                <a:latin typeface="Arial"/>
              </a:defRPr>
            </a:pPr>
            <a:r>
              <a:t>the training sample.</a:t>
            </a:r>
          </a:p>
        </p:txBody>
      </p:sp>
      <p:cxnSp>
        <p:nvCxnSpPr>
          <p:cNvPr id="11" name="Connector 10"/>
          <p:cNvCxnSpPr/>
          <p:nvPr/>
        </p:nvCxnSpPr>
        <p:spPr>
          <a:xfrm>
            <a:off x="8092440" y="4023360"/>
            <a:ext cx="315468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8092440" y="4261104"/>
            <a:ext cx="3200400" cy="274320"/>
          </a:xfrm>
          <a:prstGeom prst="rect">
            <a:avLst/>
          </a:prstGeom>
          <a:noFill/>
        </p:spPr>
        <p:txBody>
          <a:bodyPr wrap="square" lIns="0" rIns="0" tIns="0" bIns="0">
            <a:spAutoFit/>
          </a:bodyPr>
          <a:lstStyle/>
          <a:p>
            <a:pPr>
              <a:spcAft>
                <a:spcPts val="0"/>
              </a:spcAft>
              <a:defRPr sz="1200" b="0">
                <a:solidFill>
                  <a:srgbClr val="686C66"/>
                </a:solidFill>
                <a:latin typeface="Arial"/>
              </a:defRPr>
            </a:pPr>
            <a:r>
              <a:t>GENERALIZATION</a:t>
            </a:r>
          </a:p>
        </p:txBody>
      </p:sp>
      <p:sp>
        <p:nvSpPr>
          <p:cNvPr id="13" name="TextBox 12"/>
          <p:cNvSpPr txBox="1"/>
          <p:nvPr/>
        </p:nvSpPr>
        <p:spPr>
          <a:xfrm>
            <a:off x="8092440" y="4681728"/>
            <a:ext cx="3291840" cy="868680"/>
          </a:xfrm>
          <a:prstGeom prst="rect">
            <a:avLst/>
          </a:prstGeom>
          <a:noFill/>
        </p:spPr>
        <p:txBody>
          <a:bodyPr wrap="square" lIns="0" rIns="0" tIns="0" bIns="0">
            <a:spAutoFit/>
          </a:bodyPr>
          <a:lstStyle/>
          <a:p>
            <a:pPr>
              <a:spcAft>
                <a:spcPts val="0"/>
              </a:spcAft>
              <a:defRPr sz="2300" b="0">
                <a:solidFill>
                  <a:srgbClr val="181D16"/>
                </a:solidFill>
                <a:latin typeface="Arial"/>
              </a:defRPr>
            </a:pPr>
            <a:r>
              <a:t>How well it predicts</a:t>
            </a:r>
          </a:p>
          <a:p>
            <a:pPr>
              <a:spcAft>
                <a:spcPts val="0"/>
              </a:spcAft>
              <a:defRPr sz="2300" b="0">
                <a:solidFill>
                  <a:srgbClr val="181D16"/>
                </a:solidFill>
                <a:latin typeface="Arial"/>
              </a:defRPr>
            </a:pPr>
            <a:r>
              <a:t>new observations.</a:t>
            </a:r>
          </a:p>
        </p:txBody>
      </p:sp>
      <p:sp>
        <p:nvSpPr>
          <p:cNvPr id="14" name="TextBox 13"/>
          <p:cNvSpPr txBox="1"/>
          <p:nvPr/>
        </p:nvSpPr>
        <p:spPr>
          <a:xfrm>
            <a:off x="612648" y="5833872"/>
            <a:ext cx="10881360" cy="365760"/>
          </a:xfrm>
          <a:prstGeom prst="rect">
            <a:avLst/>
          </a:prstGeom>
          <a:noFill/>
        </p:spPr>
        <p:txBody>
          <a:bodyPr wrap="square" lIns="0" rIns="0" tIns="0" bIns="0">
            <a:spAutoFit/>
          </a:bodyPr>
          <a:lstStyle/>
          <a:p>
            <a:pPr>
              <a:spcAft>
                <a:spcPts val="0"/>
              </a:spcAft>
              <a:defRPr sz="2300" b="0">
                <a:solidFill>
                  <a:srgbClr val="C65326"/>
                </a:solidFill>
                <a:latin typeface="Arial"/>
              </a:defRPr>
            </a:pPr>
            <a:r>
              <a:t>Tune on validation. Report on the untouched test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an example-first introduction</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