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ordinary least-squares linear regression, with an intercept and one slope, separately to each. Keep the inputs, model family, and fitting method fixed. At x = 0.5, A predicts 1.06, B 0.83, C 1.13, and D 0.98. The vertical guides mark that identical input. The orange dots are model predictions, not additional observations. Retraining changes the predictions slightly even though the underlying problem does not change. These straight-line fits are relatively stable, illustrating low variance, but they miss the curved relationship: stability alone does not guarantee accuracy. Four samples illustrate the idea; they do not estimate population variance reliably. Next compare two more flexible model families on eight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4,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01/08</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02/08</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03/08</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1.06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99002"/>
            <a:ext cx="2103120" cy="668426"/>
          </a:xfrm>
          <a:custGeom>
            <a:avLst/>
            <a:gdLst/>
            <a:ahLst/>
            <a:cxnLst/>
            <a:rect l="l" t="t" r="r" b="b"/>
            <a:pathLst>
              <a:path w="2300" h="731">
                <a:moveTo>
                  <a:pt x="0" y="731"/>
                </a:moveTo>
                <a:lnTo>
                  <a:pt x="6" y="729"/>
                </a:lnTo>
                <a:lnTo>
                  <a:pt x="12" y="728"/>
                </a:lnTo>
                <a:lnTo>
                  <a:pt x="17" y="726"/>
                </a:lnTo>
                <a:lnTo>
                  <a:pt x="23" y="724"/>
                </a:lnTo>
                <a:lnTo>
                  <a:pt x="29" y="722"/>
                </a:lnTo>
                <a:lnTo>
                  <a:pt x="35" y="720"/>
                </a:lnTo>
                <a:lnTo>
                  <a:pt x="40" y="718"/>
                </a:lnTo>
                <a:lnTo>
                  <a:pt x="46" y="717"/>
                </a:lnTo>
                <a:lnTo>
                  <a:pt x="52" y="715"/>
                </a:lnTo>
                <a:lnTo>
                  <a:pt x="58" y="713"/>
                </a:lnTo>
                <a:lnTo>
                  <a:pt x="63" y="711"/>
                </a:lnTo>
                <a:lnTo>
                  <a:pt x="69" y="709"/>
                </a:lnTo>
                <a:lnTo>
                  <a:pt x="75" y="707"/>
                </a:lnTo>
                <a:lnTo>
                  <a:pt x="81" y="706"/>
                </a:lnTo>
                <a:lnTo>
                  <a:pt x="86" y="704"/>
                </a:lnTo>
                <a:lnTo>
                  <a:pt x="92" y="702"/>
                </a:lnTo>
                <a:lnTo>
                  <a:pt x="98" y="700"/>
                </a:lnTo>
                <a:lnTo>
                  <a:pt x="104" y="698"/>
                </a:lnTo>
                <a:lnTo>
                  <a:pt x="110" y="696"/>
                </a:lnTo>
                <a:lnTo>
                  <a:pt x="115" y="695"/>
                </a:lnTo>
                <a:lnTo>
                  <a:pt x="121" y="693"/>
                </a:lnTo>
                <a:lnTo>
                  <a:pt x="127" y="691"/>
                </a:lnTo>
                <a:lnTo>
                  <a:pt x="133" y="689"/>
                </a:lnTo>
                <a:lnTo>
                  <a:pt x="138" y="687"/>
                </a:lnTo>
                <a:lnTo>
                  <a:pt x="144" y="685"/>
                </a:lnTo>
                <a:lnTo>
                  <a:pt x="150" y="684"/>
                </a:lnTo>
                <a:lnTo>
                  <a:pt x="156" y="682"/>
                </a:lnTo>
                <a:lnTo>
                  <a:pt x="161" y="680"/>
                </a:lnTo>
                <a:lnTo>
                  <a:pt x="167" y="678"/>
                </a:lnTo>
                <a:lnTo>
                  <a:pt x="173" y="676"/>
                </a:lnTo>
                <a:lnTo>
                  <a:pt x="179" y="674"/>
                </a:lnTo>
                <a:lnTo>
                  <a:pt x="184" y="673"/>
                </a:lnTo>
                <a:lnTo>
                  <a:pt x="190" y="671"/>
                </a:lnTo>
                <a:lnTo>
                  <a:pt x="196" y="669"/>
                </a:lnTo>
                <a:lnTo>
                  <a:pt x="202" y="667"/>
                </a:lnTo>
                <a:lnTo>
                  <a:pt x="208" y="665"/>
                </a:lnTo>
                <a:lnTo>
                  <a:pt x="213" y="663"/>
                </a:lnTo>
                <a:lnTo>
                  <a:pt x="219" y="662"/>
                </a:lnTo>
                <a:lnTo>
                  <a:pt x="225" y="660"/>
                </a:lnTo>
                <a:lnTo>
                  <a:pt x="231" y="658"/>
                </a:lnTo>
                <a:lnTo>
                  <a:pt x="236" y="656"/>
                </a:lnTo>
                <a:lnTo>
                  <a:pt x="242" y="654"/>
                </a:lnTo>
                <a:lnTo>
                  <a:pt x="248" y="653"/>
                </a:lnTo>
                <a:lnTo>
                  <a:pt x="254" y="651"/>
                </a:lnTo>
                <a:lnTo>
                  <a:pt x="259" y="649"/>
                </a:lnTo>
                <a:lnTo>
                  <a:pt x="265" y="647"/>
                </a:lnTo>
                <a:lnTo>
                  <a:pt x="271" y="645"/>
                </a:lnTo>
                <a:lnTo>
                  <a:pt x="277" y="643"/>
                </a:lnTo>
                <a:lnTo>
                  <a:pt x="282" y="642"/>
                </a:lnTo>
                <a:lnTo>
                  <a:pt x="288" y="640"/>
                </a:lnTo>
                <a:lnTo>
                  <a:pt x="294" y="638"/>
                </a:lnTo>
                <a:lnTo>
                  <a:pt x="300" y="636"/>
                </a:lnTo>
                <a:lnTo>
                  <a:pt x="306" y="634"/>
                </a:lnTo>
                <a:lnTo>
                  <a:pt x="311" y="632"/>
                </a:lnTo>
                <a:lnTo>
                  <a:pt x="317" y="631"/>
                </a:lnTo>
                <a:lnTo>
                  <a:pt x="323" y="629"/>
                </a:lnTo>
                <a:lnTo>
                  <a:pt x="329" y="627"/>
                </a:lnTo>
                <a:lnTo>
                  <a:pt x="334" y="625"/>
                </a:lnTo>
                <a:lnTo>
                  <a:pt x="340" y="623"/>
                </a:lnTo>
                <a:lnTo>
                  <a:pt x="346" y="621"/>
                </a:lnTo>
                <a:lnTo>
                  <a:pt x="352" y="620"/>
                </a:lnTo>
                <a:lnTo>
                  <a:pt x="357" y="618"/>
                </a:lnTo>
                <a:lnTo>
                  <a:pt x="363" y="616"/>
                </a:lnTo>
                <a:lnTo>
                  <a:pt x="369" y="614"/>
                </a:lnTo>
                <a:lnTo>
                  <a:pt x="375" y="612"/>
                </a:lnTo>
                <a:lnTo>
                  <a:pt x="380" y="610"/>
                </a:lnTo>
                <a:lnTo>
                  <a:pt x="386" y="609"/>
                </a:lnTo>
                <a:lnTo>
                  <a:pt x="392" y="607"/>
                </a:lnTo>
                <a:lnTo>
                  <a:pt x="398" y="605"/>
                </a:lnTo>
                <a:lnTo>
                  <a:pt x="404" y="603"/>
                </a:lnTo>
                <a:lnTo>
                  <a:pt x="409" y="601"/>
                </a:lnTo>
                <a:lnTo>
                  <a:pt x="415" y="599"/>
                </a:lnTo>
                <a:lnTo>
                  <a:pt x="421" y="598"/>
                </a:lnTo>
                <a:lnTo>
                  <a:pt x="427" y="596"/>
                </a:lnTo>
                <a:lnTo>
                  <a:pt x="432" y="594"/>
                </a:lnTo>
                <a:lnTo>
                  <a:pt x="438" y="592"/>
                </a:lnTo>
                <a:lnTo>
                  <a:pt x="444" y="590"/>
                </a:lnTo>
                <a:lnTo>
                  <a:pt x="450" y="588"/>
                </a:lnTo>
                <a:lnTo>
                  <a:pt x="455" y="587"/>
                </a:lnTo>
                <a:lnTo>
                  <a:pt x="461" y="585"/>
                </a:lnTo>
                <a:lnTo>
                  <a:pt x="467" y="583"/>
                </a:lnTo>
                <a:lnTo>
                  <a:pt x="473" y="581"/>
                </a:lnTo>
                <a:lnTo>
                  <a:pt x="478" y="579"/>
                </a:lnTo>
                <a:lnTo>
                  <a:pt x="484" y="577"/>
                </a:lnTo>
                <a:lnTo>
                  <a:pt x="490" y="576"/>
                </a:lnTo>
                <a:lnTo>
                  <a:pt x="496" y="574"/>
                </a:lnTo>
                <a:lnTo>
                  <a:pt x="502" y="572"/>
                </a:lnTo>
                <a:lnTo>
                  <a:pt x="507" y="570"/>
                </a:lnTo>
                <a:lnTo>
                  <a:pt x="513" y="568"/>
                </a:lnTo>
                <a:lnTo>
                  <a:pt x="519" y="566"/>
                </a:lnTo>
                <a:lnTo>
                  <a:pt x="525" y="565"/>
                </a:lnTo>
                <a:lnTo>
                  <a:pt x="530" y="563"/>
                </a:lnTo>
                <a:lnTo>
                  <a:pt x="536" y="561"/>
                </a:lnTo>
                <a:lnTo>
                  <a:pt x="542" y="559"/>
                </a:lnTo>
                <a:lnTo>
                  <a:pt x="548" y="557"/>
                </a:lnTo>
                <a:lnTo>
                  <a:pt x="553" y="555"/>
                </a:lnTo>
                <a:lnTo>
                  <a:pt x="559" y="554"/>
                </a:lnTo>
                <a:lnTo>
                  <a:pt x="565" y="552"/>
                </a:lnTo>
                <a:lnTo>
                  <a:pt x="571" y="550"/>
                </a:lnTo>
                <a:lnTo>
                  <a:pt x="576" y="548"/>
                </a:lnTo>
                <a:lnTo>
                  <a:pt x="582" y="546"/>
                </a:lnTo>
                <a:lnTo>
                  <a:pt x="588" y="544"/>
                </a:lnTo>
                <a:lnTo>
                  <a:pt x="594" y="543"/>
                </a:lnTo>
                <a:lnTo>
                  <a:pt x="599" y="541"/>
                </a:lnTo>
                <a:lnTo>
                  <a:pt x="605" y="539"/>
                </a:lnTo>
                <a:lnTo>
                  <a:pt x="611" y="537"/>
                </a:lnTo>
                <a:lnTo>
                  <a:pt x="617" y="535"/>
                </a:lnTo>
                <a:lnTo>
                  <a:pt x="623" y="533"/>
                </a:lnTo>
                <a:lnTo>
                  <a:pt x="628" y="532"/>
                </a:lnTo>
                <a:lnTo>
                  <a:pt x="634" y="530"/>
                </a:lnTo>
                <a:lnTo>
                  <a:pt x="640" y="528"/>
                </a:lnTo>
                <a:lnTo>
                  <a:pt x="646" y="526"/>
                </a:lnTo>
                <a:lnTo>
                  <a:pt x="651" y="524"/>
                </a:lnTo>
                <a:lnTo>
                  <a:pt x="657" y="522"/>
                </a:lnTo>
                <a:lnTo>
                  <a:pt x="663" y="521"/>
                </a:lnTo>
                <a:lnTo>
                  <a:pt x="669" y="519"/>
                </a:lnTo>
                <a:lnTo>
                  <a:pt x="674" y="517"/>
                </a:lnTo>
                <a:lnTo>
                  <a:pt x="680" y="515"/>
                </a:lnTo>
                <a:lnTo>
                  <a:pt x="686" y="513"/>
                </a:lnTo>
                <a:lnTo>
                  <a:pt x="692" y="511"/>
                </a:lnTo>
                <a:lnTo>
                  <a:pt x="697" y="510"/>
                </a:lnTo>
                <a:lnTo>
                  <a:pt x="703" y="508"/>
                </a:lnTo>
                <a:lnTo>
                  <a:pt x="709" y="506"/>
                </a:lnTo>
                <a:lnTo>
                  <a:pt x="715" y="504"/>
                </a:lnTo>
                <a:lnTo>
                  <a:pt x="721" y="502"/>
                </a:lnTo>
                <a:lnTo>
                  <a:pt x="726" y="500"/>
                </a:lnTo>
                <a:lnTo>
                  <a:pt x="732" y="499"/>
                </a:lnTo>
                <a:lnTo>
                  <a:pt x="738" y="497"/>
                </a:lnTo>
                <a:lnTo>
                  <a:pt x="744" y="495"/>
                </a:lnTo>
                <a:lnTo>
                  <a:pt x="749" y="493"/>
                </a:lnTo>
                <a:lnTo>
                  <a:pt x="755" y="491"/>
                </a:lnTo>
                <a:lnTo>
                  <a:pt x="761" y="489"/>
                </a:lnTo>
                <a:lnTo>
                  <a:pt x="767" y="488"/>
                </a:lnTo>
                <a:lnTo>
                  <a:pt x="772" y="486"/>
                </a:lnTo>
                <a:lnTo>
                  <a:pt x="778" y="484"/>
                </a:lnTo>
                <a:lnTo>
                  <a:pt x="784" y="482"/>
                </a:lnTo>
                <a:lnTo>
                  <a:pt x="790" y="480"/>
                </a:lnTo>
                <a:lnTo>
                  <a:pt x="795" y="478"/>
                </a:lnTo>
                <a:lnTo>
                  <a:pt x="801" y="477"/>
                </a:lnTo>
                <a:lnTo>
                  <a:pt x="807" y="475"/>
                </a:lnTo>
                <a:lnTo>
                  <a:pt x="813" y="473"/>
                </a:lnTo>
                <a:lnTo>
                  <a:pt x="819" y="471"/>
                </a:lnTo>
                <a:lnTo>
                  <a:pt x="824" y="469"/>
                </a:lnTo>
                <a:lnTo>
                  <a:pt x="830" y="467"/>
                </a:lnTo>
                <a:lnTo>
                  <a:pt x="836" y="466"/>
                </a:lnTo>
                <a:lnTo>
                  <a:pt x="842" y="464"/>
                </a:lnTo>
                <a:lnTo>
                  <a:pt x="847" y="462"/>
                </a:lnTo>
                <a:lnTo>
                  <a:pt x="853" y="460"/>
                </a:lnTo>
                <a:lnTo>
                  <a:pt x="859" y="458"/>
                </a:lnTo>
                <a:lnTo>
                  <a:pt x="865" y="456"/>
                </a:lnTo>
                <a:lnTo>
                  <a:pt x="870" y="455"/>
                </a:lnTo>
                <a:lnTo>
                  <a:pt x="876" y="453"/>
                </a:lnTo>
                <a:lnTo>
                  <a:pt x="882" y="451"/>
                </a:lnTo>
                <a:lnTo>
                  <a:pt x="888" y="449"/>
                </a:lnTo>
                <a:lnTo>
                  <a:pt x="893" y="447"/>
                </a:lnTo>
                <a:lnTo>
                  <a:pt x="899" y="445"/>
                </a:lnTo>
                <a:lnTo>
                  <a:pt x="905" y="444"/>
                </a:lnTo>
                <a:lnTo>
                  <a:pt x="911" y="442"/>
                </a:lnTo>
                <a:lnTo>
                  <a:pt x="917" y="440"/>
                </a:lnTo>
                <a:lnTo>
                  <a:pt x="922" y="438"/>
                </a:lnTo>
                <a:lnTo>
                  <a:pt x="928" y="436"/>
                </a:lnTo>
                <a:lnTo>
                  <a:pt x="934" y="434"/>
                </a:lnTo>
                <a:lnTo>
                  <a:pt x="940" y="433"/>
                </a:lnTo>
                <a:lnTo>
                  <a:pt x="945" y="431"/>
                </a:lnTo>
                <a:lnTo>
                  <a:pt x="951" y="429"/>
                </a:lnTo>
                <a:lnTo>
                  <a:pt x="957" y="427"/>
                </a:lnTo>
                <a:lnTo>
                  <a:pt x="963" y="425"/>
                </a:lnTo>
                <a:lnTo>
                  <a:pt x="968" y="423"/>
                </a:lnTo>
                <a:lnTo>
                  <a:pt x="974" y="422"/>
                </a:lnTo>
                <a:lnTo>
                  <a:pt x="980" y="420"/>
                </a:lnTo>
                <a:lnTo>
                  <a:pt x="986" y="418"/>
                </a:lnTo>
                <a:lnTo>
                  <a:pt x="991" y="416"/>
                </a:lnTo>
                <a:lnTo>
                  <a:pt x="997" y="414"/>
                </a:lnTo>
                <a:lnTo>
                  <a:pt x="1003" y="412"/>
                </a:lnTo>
                <a:lnTo>
                  <a:pt x="1009" y="411"/>
                </a:lnTo>
                <a:lnTo>
                  <a:pt x="1015" y="409"/>
                </a:lnTo>
                <a:lnTo>
                  <a:pt x="1020" y="407"/>
                </a:lnTo>
                <a:lnTo>
                  <a:pt x="1026" y="405"/>
                </a:lnTo>
                <a:lnTo>
                  <a:pt x="1032" y="403"/>
                </a:lnTo>
                <a:lnTo>
                  <a:pt x="1038" y="401"/>
                </a:lnTo>
                <a:lnTo>
                  <a:pt x="1043" y="400"/>
                </a:lnTo>
                <a:lnTo>
                  <a:pt x="1049" y="398"/>
                </a:lnTo>
                <a:lnTo>
                  <a:pt x="1055" y="396"/>
                </a:lnTo>
                <a:lnTo>
                  <a:pt x="1061" y="394"/>
                </a:lnTo>
                <a:lnTo>
                  <a:pt x="1066" y="392"/>
                </a:lnTo>
                <a:lnTo>
                  <a:pt x="1072" y="390"/>
                </a:lnTo>
                <a:lnTo>
                  <a:pt x="1078" y="389"/>
                </a:lnTo>
                <a:lnTo>
                  <a:pt x="1084" y="387"/>
                </a:lnTo>
                <a:lnTo>
                  <a:pt x="1089" y="385"/>
                </a:lnTo>
                <a:lnTo>
                  <a:pt x="1095" y="383"/>
                </a:lnTo>
                <a:lnTo>
                  <a:pt x="1101" y="381"/>
                </a:lnTo>
                <a:lnTo>
                  <a:pt x="1107" y="379"/>
                </a:lnTo>
                <a:lnTo>
                  <a:pt x="1113" y="378"/>
                </a:lnTo>
                <a:lnTo>
                  <a:pt x="1118" y="376"/>
                </a:lnTo>
                <a:lnTo>
                  <a:pt x="1124" y="374"/>
                </a:lnTo>
                <a:lnTo>
                  <a:pt x="1130" y="372"/>
                </a:lnTo>
                <a:lnTo>
                  <a:pt x="1136" y="370"/>
                </a:lnTo>
                <a:lnTo>
                  <a:pt x="1141" y="368"/>
                </a:lnTo>
                <a:lnTo>
                  <a:pt x="1147" y="367"/>
                </a:lnTo>
                <a:lnTo>
                  <a:pt x="1153" y="365"/>
                </a:lnTo>
                <a:lnTo>
                  <a:pt x="1159" y="363"/>
                </a:lnTo>
                <a:lnTo>
                  <a:pt x="1164" y="361"/>
                </a:lnTo>
                <a:lnTo>
                  <a:pt x="1170" y="359"/>
                </a:lnTo>
                <a:lnTo>
                  <a:pt x="1176" y="357"/>
                </a:lnTo>
                <a:lnTo>
                  <a:pt x="1182" y="356"/>
                </a:lnTo>
                <a:lnTo>
                  <a:pt x="1187" y="354"/>
                </a:lnTo>
                <a:lnTo>
                  <a:pt x="1193" y="352"/>
                </a:lnTo>
                <a:lnTo>
                  <a:pt x="1199" y="350"/>
                </a:lnTo>
                <a:lnTo>
                  <a:pt x="1205" y="348"/>
                </a:lnTo>
                <a:lnTo>
                  <a:pt x="1211" y="346"/>
                </a:lnTo>
                <a:lnTo>
                  <a:pt x="1216" y="345"/>
                </a:lnTo>
                <a:lnTo>
                  <a:pt x="1222" y="343"/>
                </a:lnTo>
                <a:lnTo>
                  <a:pt x="1228" y="341"/>
                </a:lnTo>
                <a:lnTo>
                  <a:pt x="1234" y="339"/>
                </a:lnTo>
                <a:lnTo>
                  <a:pt x="1239" y="337"/>
                </a:lnTo>
                <a:lnTo>
                  <a:pt x="1245" y="335"/>
                </a:lnTo>
                <a:lnTo>
                  <a:pt x="1251" y="334"/>
                </a:lnTo>
                <a:lnTo>
                  <a:pt x="1257" y="332"/>
                </a:lnTo>
                <a:lnTo>
                  <a:pt x="1262" y="330"/>
                </a:lnTo>
                <a:lnTo>
                  <a:pt x="1268" y="328"/>
                </a:lnTo>
                <a:lnTo>
                  <a:pt x="1274" y="326"/>
                </a:lnTo>
                <a:lnTo>
                  <a:pt x="1280" y="324"/>
                </a:lnTo>
                <a:lnTo>
                  <a:pt x="1285" y="323"/>
                </a:lnTo>
                <a:lnTo>
                  <a:pt x="1291" y="321"/>
                </a:lnTo>
                <a:lnTo>
                  <a:pt x="1297" y="319"/>
                </a:lnTo>
                <a:lnTo>
                  <a:pt x="1303" y="317"/>
                </a:lnTo>
                <a:lnTo>
                  <a:pt x="1309" y="315"/>
                </a:lnTo>
                <a:lnTo>
                  <a:pt x="1314" y="314"/>
                </a:lnTo>
                <a:lnTo>
                  <a:pt x="1320" y="312"/>
                </a:lnTo>
                <a:lnTo>
                  <a:pt x="1326" y="310"/>
                </a:lnTo>
                <a:lnTo>
                  <a:pt x="1332" y="308"/>
                </a:lnTo>
                <a:lnTo>
                  <a:pt x="1337" y="306"/>
                </a:lnTo>
                <a:lnTo>
                  <a:pt x="1343" y="304"/>
                </a:lnTo>
                <a:lnTo>
                  <a:pt x="1349" y="303"/>
                </a:lnTo>
                <a:lnTo>
                  <a:pt x="1355" y="301"/>
                </a:lnTo>
                <a:lnTo>
                  <a:pt x="1360" y="299"/>
                </a:lnTo>
                <a:lnTo>
                  <a:pt x="1366" y="297"/>
                </a:lnTo>
                <a:lnTo>
                  <a:pt x="1372" y="295"/>
                </a:lnTo>
                <a:lnTo>
                  <a:pt x="1378" y="293"/>
                </a:lnTo>
                <a:lnTo>
                  <a:pt x="1383" y="292"/>
                </a:lnTo>
                <a:lnTo>
                  <a:pt x="1389" y="290"/>
                </a:lnTo>
                <a:lnTo>
                  <a:pt x="1395" y="288"/>
                </a:lnTo>
                <a:lnTo>
                  <a:pt x="1401" y="286"/>
                </a:lnTo>
                <a:lnTo>
                  <a:pt x="1407" y="284"/>
                </a:lnTo>
                <a:lnTo>
                  <a:pt x="1412" y="282"/>
                </a:lnTo>
                <a:lnTo>
                  <a:pt x="1418" y="281"/>
                </a:lnTo>
                <a:lnTo>
                  <a:pt x="1424" y="279"/>
                </a:lnTo>
                <a:lnTo>
                  <a:pt x="1430" y="277"/>
                </a:lnTo>
                <a:lnTo>
                  <a:pt x="1435" y="275"/>
                </a:lnTo>
                <a:lnTo>
                  <a:pt x="1441" y="273"/>
                </a:lnTo>
                <a:lnTo>
                  <a:pt x="1447" y="271"/>
                </a:lnTo>
                <a:lnTo>
                  <a:pt x="1453" y="270"/>
                </a:lnTo>
                <a:lnTo>
                  <a:pt x="1458" y="268"/>
                </a:lnTo>
                <a:lnTo>
                  <a:pt x="1464" y="266"/>
                </a:lnTo>
                <a:lnTo>
                  <a:pt x="1470" y="264"/>
                </a:lnTo>
                <a:lnTo>
                  <a:pt x="1476" y="262"/>
                </a:lnTo>
                <a:lnTo>
                  <a:pt x="1481" y="260"/>
                </a:lnTo>
                <a:lnTo>
                  <a:pt x="1487" y="259"/>
                </a:lnTo>
                <a:lnTo>
                  <a:pt x="1493" y="257"/>
                </a:lnTo>
                <a:lnTo>
                  <a:pt x="1499" y="255"/>
                </a:lnTo>
                <a:lnTo>
                  <a:pt x="1505" y="253"/>
                </a:lnTo>
                <a:lnTo>
                  <a:pt x="1510" y="251"/>
                </a:lnTo>
                <a:lnTo>
                  <a:pt x="1516" y="249"/>
                </a:lnTo>
                <a:lnTo>
                  <a:pt x="1522" y="248"/>
                </a:lnTo>
                <a:lnTo>
                  <a:pt x="1528" y="246"/>
                </a:lnTo>
                <a:lnTo>
                  <a:pt x="1533" y="244"/>
                </a:lnTo>
                <a:lnTo>
                  <a:pt x="1539" y="242"/>
                </a:lnTo>
                <a:lnTo>
                  <a:pt x="1545" y="240"/>
                </a:lnTo>
                <a:lnTo>
                  <a:pt x="1551" y="238"/>
                </a:lnTo>
                <a:lnTo>
                  <a:pt x="1556" y="237"/>
                </a:lnTo>
                <a:lnTo>
                  <a:pt x="1562" y="235"/>
                </a:lnTo>
                <a:lnTo>
                  <a:pt x="1568" y="233"/>
                </a:lnTo>
                <a:lnTo>
                  <a:pt x="1574" y="231"/>
                </a:lnTo>
                <a:lnTo>
                  <a:pt x="1579" y="229"/>
                </a:lnTo>
                <a:lnTo>
                  <a:pt x="1585" y="227"/>
                </a:lnTo>
                <a:lnTo>
                  <a:pt x="1591" y="226"/>
                </a:lnTo>
                <a:lnTo>
                  <a:pt x="1597" y="224"/>
                </a:lnTo>
                <a:lnTo>
                  <a:pt x="1603" y="222"/>
                </a:lnTo>
                <a:lnTo>
                  <a:pt x="1608" y="220"/>
                </a:lnTo>
                <a:lnTo>
                  <a:pt x="1614" y="218"/>
                </a:lnTo>
                <a:lnTo>
                  <a:pt x="1620" y="216"/>
                </a:lnTo>
                <a:lnTo>
                  <a:pt x="1626" y="215"/>
                </a:lnTo>
                <a:lnTo>
                  <a:pt x="1631" y="213"/>
                </a:lnTo>
                <a:lnTo>
                  <a:pt x="1637" y="211"/>
                </a:lnTo>
                <a:lnTo>
                  <a:pt x="1643" y="209"/>
                </a:lnTo>
                <a:lnTo>
                  <a:pt x="1649" y="207"/>
                </a:lnTo>
                <a:lnTo>
                  <a:pt x="1654" y="205"/>
                </a:lnTo>
                <a:lnTo>
                  <a:pt x="1660" y="204"/>
                </a:lnTo>
                <a:lnTo>
                  <a:pt x="1666" y="202"/>
                </a:lnTo>
                <a:lnTo>
                  <a:pt x="1672" y="200"/>
                </a:lnTo>
                <a:lnTo>
                  <a:pt x="1677" y="198"/>
                </a:lnTo>
                <a:lnTo>
                  <a:pt x="1683" y="196"/>
                </a:lnTo>
                <a:lnTo>
                  <a:pt x="1689" y="194"/>
                </a:lnTo>
                <a:lnTo>
                  <a:pt x="1695" y="193"/>
                </a:lnTo>
                <a:lnTo>
                  <a:pt x="1701" y="191"/>
                </a:lnTo>
                <a:lnTo>
                  <a:pt x="1706" y="189"/>
                </a:lnTo>
                <a:lnTo>
                  <a:pt x="1712" y="187"/>
                </a:lnTo>
                <a:lnTo>
                  <a:pt x="1718" y="185"/>
                </a:lnTo>
                <a:lnTo>
                  <a:pt x="1724" y="183"/>
                </a:lnTo>
                <a:lnTo>
                  <a:pt x="1729" y="182"/>
                </a:lnTo>
                <a:lnTo>
                  <a:pt x="1735" y="180"/>
                </a:lnTo>
                <a:lnTo>
                  <a:pt x="1741" y="178"/>
                </a:lnTo>
                <a:lnTo>
                  <a:pt x="1747" y="176"/>
                </a:lnTo>
                <a:lnTo>
                  <a:pt x="1752" y="174"/>
                </a:lnTo>
                <a:lnTo>
                  <a:pt x="1758" y="172"/>
                </a:lnTo>
                <a:lnTo>
                  <a:pt x="1764" y="171"/>
                </a:lnTo>
                <a:lnTo>
                  <a:pt x="1770" y="169"/>
                </a:lnTo>
                <a:lnTo>
                  <a:pt x="1775" y="167"/>
                </a:lnTo>
                <a:lnTo>
                  <a:pt x="1781" y="165"/>
                </a:lnTo>
                <a:lnTo>
                  <a:pt x="1787" y="163"/>
                </a:lnTo>
                <a:lnTo>
                  <a:pt x="1793" y="161"/>
                </a:lnTo>
                <a:lnTo>
                  <a:pt x="1798" y="160"/>
                </a:lnTo>
                <a:lnTo>
                  <a:pt x="1804" y="158"/>
                </a:lnTo>
                <a:lnTo>
                  <a:pt x="1810" y="156"/>
                </a:lnTo>
                <a:lnTo>
                  <a:pt x="1816" y="154"/>
                </a:lnTo>
                <a:lnTo>
                  <a:pt x="1822" y="152"/>
                </a:lnTo>
                <a:lnTo>
                  <a:pt x="1827" y="150"/>
                </a:lnTo>
                <a:lnTo>
                  <a:pt x="1833" y="149"/>
                </a:lnTo>
                <a:lnTo>
                  <a:pt x="1839" y="147"/>
                </a:lnTo>
                <a:lnTo>
                  <a:pt x="1845" y="145"/>
                </a:lnTo>
                <a:lnTo>
                  <a:pt x="1850" y="143"/>
                </a:lnTo>
                <a:lnTo>
                  <a:pt x="1856" y="141"/>
                </a:lnTo>
                <a:lnTo>
                  <a:pt x="1862" y="139"/>
                </a:lnTo>
                <a:lnTo>
                  <a:pt x="1868" y="138"/>
                </a:lnTo>
                <a:lnTo>
                  <a:pt x="1873" y="136"/>
                </a:lnTo>
                <a:lnTo>
                  <a:pt x="1879" y="134"/>
                </a:lnTo>
                <a:lnTo>
                  <a:pt x="1885" y="132"/>
                </a:lnTo>
                <a:lnTo>
                  <a:pt x="1891" y="130"/>
                </a:lnTo>
                <a:lnTo>
                  <a:pt x="1896" y="128"/>
                </a:lnTo>
                <a:lnTo>
                  <a:pt x="1902" y="127"/>
                </a:lnTo>
                <a:lnTo>
                  <a:pt x="1908" y="125"/>
                </a:lnTo>
                <a:lnTo>
                  <a:pt x="1914" y="123"/>
                </a:lnTo>
                <a:lnTo>
                  <a:pt x="1920" y="121"/>
                </a:lnTo>
                <a:lnTo>
                  <a:pt x="1925" y="119"/>
                </a:lnTo>
                <a:lnTo>
                  <a:pt x="1931" y="117"/>
                </a:lnTo>
                <a:lnTo>
                  <a:pt x="1937" y="116"/>
                </a:lnTo>
                <a:lnTo>
                  <a:pt x="1943" y="114"/>
                </a:lnTo>
                <a:lnTo>
                  <a:pt x="1948" y="112"/>
                </a:lnTo>
                <a:lnTo>
                  <a:pt x="1954" y="110"/>
                </a:lnTo>
                <a:lnTo>
                  <a:pt x="1960" y="108"/>
                </a:lnTo>
                <a:lnTo>
                  <a:pt x="1966" y="106"/>
                </a:lnTo>
                <a:lnTo>
                  <a:pt x="1971" y="105"/>
                </a:lnTo>
                <a:lnTo>
                  <a:pt x="1977" y="103"/>
                </a:lnTo>
                <a:lnTo>
                  <a:pt x="1983" y="101"/>
                </a:lnTo>
                <a:lnTo>
                  <a:pt x="1989" y="99"/>
                </a:lnTo>
                <a:lnTo>
                  <a:pt x="1994" y="97"/>
                </a:lnTo>
                <a:lnTo>
                  <a:pt x="2000" y="95"/>
                </a:lnTo>
                <a:lnTo>
                  <a:pt x="2006" y="94"/>
                </a:lnTo>
                <a:lnTo>
                  <a:pt x="2012" y="92"/>
                </a:lnTo>
                <a:lnTo>
                  <a:pt x="2018" y="90"/>
                </a:lnTo>
                <a:lnTo>
                  <a:pt x="2023" y="88"/>
                </a:lnTo>
                <a:lnTo>
                  <a:pt x="2029" y="86"/>
                </a:lnTo>
                <a:lnTo>
                  <a:pt x="2035" y="84"/>
                </a:lnTo>
                <a:lnTo>
                  <a:pt x="2041" y="83"/>
                </a:lnTo>
                <a:lnTo>
                  <a:pt x="2046" y="81"/>
                </a:lnTo>
                <a:lnTo>
                  <a:pt x="2052" y="79"/>
                </a:lnTo>
                <a:lnTo>
                  <a:pt x="2058" y="77"/>
                </a:lnTo>
                <a:lnTo>
                  <a:pt x="2064" y="75"/>
                </a:lnTo>
                <a:lnTo>
                  <a:pt x="2069" y="73"/>
                </a:lnTo>
                <a:lnTo>
                  <a:pt x="2075" y="72"/>
                </a:lnTo>
                <a:lnTo>
                  <a:pt x="2081" y="70"/>
                </a:lnTo>
                <a:lnTo>
                  <a:pt x="2087" y="68"/>
                </a:lnTo>
                <a:lnTo>
                  <a:pt x="2092" y="66"/>
                </a:lnTo>
                <a:lnTo>
                  <a:pt x="2098" y="64"/>
                </a:lnTo>
                <a:lnTo>
                  <a:pt x="2104" y="62"/>
                </a:lnTo>
                <a:lnTo>
                  <a:pt x="2110" y="61"/>
                </a:lnTo>
                <a:lnTo>
                  <a:pt x="2116" y="59"/>
                </a:lnTo>
                <a:lnTo>
                  <a:pt x="2121" y="57"/>
                </a:lnTo>
                <a:lnTo>
                  <a:pt x="2127" y="55"/>
                </a:lnTo>
                <a:lnTo>
                  <a:pt x="2133" y="53"/>
                </a:lnTo>
                <a:lnTo>
                  <a:pt x="2139" y="51"/>
                </a:lnTo>
                <a:lnTo>
                  <a:pt x="2144" y="50"/>
                </a:lnTo>
                <a:lnTo>
                  <a:pt x="2150" y="48"/>
                </a:lnTo>
                <a:lnTo>
                  <a:pt x="2156" y="46"/>
                </a:lnTo>
                <a:lnTo>
                  <a:pt x="2162" y="44"/>
                </a:lnTo>
                <a:lnTo>
                  <a:pt x="2167" y="42"/>
                </a:lnTo>
                <a:lnTo>
                  <a:pt x="2173" y="40"/>
                </a:lnTo>
                <a:lnTo>
                  <a:pt x="2179" y="39"/>
                </a:lnTo>
                <a:lnTo>
                  <a:pt x="2185" y="37"/>
                </a:lnTo>
                <a:lnTo>
                  <a:pt x="2190" y="35"/>
                </a:lnTo>
                <a:lnTo>
                  <a:pt x="2196" y="33"/>
                </a:lnTo>
                <a:lnTo>
                  <a:pt x="2202" y="31"/>
                </a:lnTo>
                <a:lnTo>
                  <a:pt x="2208" y="29"/>
                </a:lnTo>
                <a:lnTo>
                  <a:pt x="2214" y="28"/>
                </a:lnTo>
                <a:lnTo>
                  <a:pt x="2219" y="26"/>
                </a:lnTo>
                <a:lnTo>
                  <a:pt x="2225" y="24"/>
                </a:lnTo>
                <a:lnTo>
                  <a:pt x="2231" y="22"/>
                </a:lnTo>
                <a:lnTo>
                  <a:pt x="2237" y="20"/>
                </a:lnTo>
                <a:lnTo>
                  <a:pt x="2242" y="18"/>
                </a:lnTo>
                <a:lnTo>
                  <a:pt x="2248" y="17"/>
                </a:lnTo>
                <a:lnTo>
                  <a:pt x="2254" y="15"/>
                </a:lnTo>
                <a:lnTo>
                  <a:pt x="2260" y="13"/>
                </a:lnTo>
                <a:lnTo>
                  <a:pt x="2265" y="11"/>
                </a:lnTo>
                <a:lnTo>
                  <a:pt x="2271" y="9"/>
                </a:lnTo>
                <a:lnTo>
                  <a:pt x="2277" y="7"/>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399770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0.83</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4164178"/>
            <a:ext cx="2103120" cy="363017"/>
          </a:xfrm>
          <a:custGeom>
            <a:avLst/>
            <a:gdLst/>
            <a:ahLst/>
            <a:cxnLst/>
            <a:rect l="l" t="t" r="r" b="b"/>
            <a:pathLst>
              <a:path w="2300" h="397">
                <a:moveTo>
                  <a:pt x="0" y="397"/>
                </a:moveTo>
                <a:lnTo>
                  <a:pt x="6" y="396"/>
                </a:lnTo>
                <a:lnTo>
                  <a:pt x="12" y="395"/>
                </a:lnTo>
                <a:lnTo>
                  <a:pt x="17" y="394"/>
                </a:lnTo>
                <a:lnTo>
                  <a:pt x="23" y="393"/>
                </a:lnTo>
                <a:lnTo>
                  <a:pt x="29" y="392"/>
                </a:lnTo>
                <a:lnTo>
                  <a:pt x="35" y="391"/>
                </a:lnTo>
                <a:lnTo>
                  <a:pt x="40" y="390"/>
                </a:lnTo>
                <a:lnTo>
                  <a:pt x="46" y="389"/>
                </a:lnTo>
                <a:lnTo>
                  <a:pt x="52" y="388"/>
                </a:lnTo>
                <a:lnTo>
                  <a:pt x="58" y="387"/>
                </a:lnTo>
                <a:lnTo>
                  <a:pt x="63" y="386"/>
                </a:lnTo>
                <a:lnTo>
                  <a:pt x="69" y="385"/>
                </a:lnTo>
                <a:lnTo>
                  <a:pt x="75" y="384"/>
                </a:lnTo>
                <a:lnTo>
                  <a:pt x="81" y="383"/>
                </a:lnTo>
                <a:lnTo>
                  <a:pt x="86" y="382"/>
                </a:lnTo>
                <a:lnTo>
                  <a:pt x="92" y="381"/>
                </a:lnTo>
                <a:lnTo>
                  <a:pt x="98" y="380"/>
                </a:lnTo>
                <a:lnTo>
                  <a:pt x="104" y="379"/>
                </a:lnTo>
                <a:lnTo>
                  <a:pt x="110" y="378"/>
                </a:lnTo>
                <a:lnTo>
                  <a:pt x="115" y="377"/>
                </a:lnTo>
                <a:lnTo>
                  <a:pt x="121" y="376"/>
                </a:lnTo>
                <a:lnTo>
                  <a:pt x="127" y="375"/>
                </a:lnTo>
                <a:lnTo>
                  <a:pt x="133" y="374"/>
                </a:lnTo>
                <a:lnTo>
                  <a:pt x="138" y="373"/>
                </a:lnTo>
                <a:lnTo>
                  <a:pt x="144" y="372"/>
                </a:lnTo>
                <a:lnTo>
                  <a:pt x="150" y="371"/>
                </a:lnTo>
                <a:lnTo>
                  <a:pt x="156" y="370"/>
                </a:lnTo>
                <a:lnTo>
                  <a:pt x="161" y="369"/>
                </a:lnTo>
                <a:lnTo>
                  <a:pt x="167" y="368"/>
                </a:lnTo>
                <a:lnTo>
                  <a:pt x="173" y="367"/>
                </a:lnTo>
                <a:lnTo>
                  <a:pt x="179" y="366"/>
                </a:lnTo>
                <a:lnTo>
                  <a:pt x="184" y="366"/>
                </a:lnTo>
                <a:lnTo>
                  <a:pt x="190" y="365"/>
                </a:lnTo>
                <a:lnTo>
                  <a:pt x="196" y="364"/>
                </a:lnTo>
                <a:lnTo>
                  <a:pt x="202" y="363"/>
                </a:lnTo>
                <a:lnTo>
                  <a:pt x="208" y="362"/>
                </a:lnTo>
                <a:lnTo>
                  <a:pt x="213" y="361"/>
                </a:lnTo>
                <a:lnTo>
                  <a:pt x="219" y="360"/>
                </a:lnTo>
                <a:lnTo>
                  <a:pt x="225" y="359"/>
                </a:lnTo>
                <a:lnTo>
                  <a:pt x="231" y="358"/>
                </a:lnTo>
                <a:lnTo>
                  <a:pt x="236" y="357"/>
                </a:lnTo>
                <a:lnTo>
                  <a:pt x="242" y="356"/>
                </a:lnTo>
                <a:lnTo>
                  <a:pt x="248" y="355"/>
                </a:lnTo>
                <a:lnTo>
                  <a:pt x="254" y="354"/>
                </a:lnTo>
                <a:lnTo>
                  <a:pt x="259" y="353"/>
                </a:lnTo>
                <a:lnTo>
                  <a:pt x="265" y="352"/>
                </a:lnTo>
                <a:lnTo>
                  <a:pt x="271" y="351"/>
                </a:lnTo>
                <a:lnTo>
                  <a:pt x="277" y="350"/>
                </a:lnTo>
                <a:lnTo>
                  <a:pt x="282" y="349"/>
                </a:lnTo>
                <a:lnTo>
                  <a:pt x="288" y="348"/>
                </a:lnTo>
                <a:lnTo>
                  <a:pt x="294" y="347"/>
                </a:lnTo>
                <a:lnTo>
                  <a:pt x="300" y="346"/>
                </a:lnTo>
                <a:lnTo>
                  <a:pt x="306" y="345"/>
                </a:lnTo>
                <a:lnTo>
                  <a:pt x="311" y="344"/>
                </a:lnTo>
                <a:lnTo>
                  <a:pt x="317" y="343"/>
                </a:lnTo>
                <a:lnTo>
                  <a:pt x="323" y="342"/>
                </a:lnTo>
                <a:lnTo>
                  <a:pt x="329" y="341"/>
                </a:lnTo>
                <a:lnTo>
                  <a:pt x="334" y="340"/>
                </a:lnTo>
                <a:lnTo>
                  <a:pt x="340" y="339"/>
                </a:lnTo>
                <a:lnTo>
                  <a:pt x="346" y="338"/>
                </a:lnTo>
                <a:lnTo>
                  <a:pt x="352" y="337"/>
                </a:lnTo>
                <a:lnTo>
                  <a:pt x="357" y="336"/>
                </a:lnTo>
                <a:lnTo>
                  <a:pt x="363" y="335"/>
                </a:lnTo>
                <a:lnTo>
                  <a:pt x="369" y="334"/>
                </a:lnTo>
                <a:lnTo>
                  <a:pt x="375" y="333"/>
                </a:lnTo>
                <a:lnTo>
                  <a:pt x="380" y="332"/>
                </a:lnTo>
                <a:lnTo>
                  <a:pt x="386" y="331"/>
                </a:lnTo>
                <a:lnTo>
                  <a:pt x="392" y="330"/>
                </a:lnTo>
                <a:lnTo>
                  <a:pt x="398" y="329"/>
                </a:lnTo>
                <a:lnTo>
                  <a:pt x="404" y="328"/>
                </a:lnTo>
                <a:lnTo>
                  <a:pt x="409" y="327"/>
                </a:lnTo>
                <a:lnTo>
                  <a:pt x="415" y="326"/>
                </a:lnTo>
                <a:lnTo>
                  <a:pt x="421" y="325"/>
                </a:lnTo>
                <a:lnTo>
                  <a:pt x="427" y="324"/>
                </a:lnTo>
                <a:lnTo>
                  <a:pt x="432" y="323"/>
                </a:lnTo>
                <a:lnTo>
                  <a:pt x="438" y="322"/>
                </a:lnTo>
                <a:lnTo>
                  <a:pt x="444" y="321"/>
                </a:lnTo>
                <a:lnTo>
                  <a:pt x="450" y="320"/>
                </a:lnTo>
                <a:lnTo>
                  <a:pt x="455" y="319"/>
                </a:lnTo>
                <a:lnTo>
                  <a:pt x="461" y="318"/>
                </a:lnTo>
                <a:lnTo>
                  <a:pt x="467" y="317"/>
                </a:lnTo>
                <a:lnTo>
                  <a:pt x="473" y="316"/>
                </a:lnTo>
                <a:lnTo>
                  <a:pt x="478" y="315"/>
                </a:lnTo>
                <a:lnTo>
                  <a:pt x="484" y="314"/>
                </a:lnTo>
                <a:lnTo>
                  <a:pt x="490" y="313"/>
                </a:lnTo>
                <a:lnTo>
                  <a:pt x="496" y="312"/>
                </a:lnTo>
                <a:lnTo>
                  <a:pt x="502" y="311"/>
                </a:lnTo>
                <a:lnTo>
                  <a:pt x="507" y="310"/>
                </a:lnTo>
                <a:lnTo>
                  <a:pt x="513" y="309"/>
                </a:lnTo>
                <a:lnTo>
                  <a:pt x="519" y="308"/>
                </a:lnTo>
                <a:lnTo>
                  <a:pt x="525" y="307"/>
                </a:lnTo>
                <a:lnTo>
                  <a:pt x="530" y="306"/>
                </a:lnTo>
                <a:lnTo>
                  <a:pt x="536" y="305"/>
                </a:lnTo>
                <a:lnTo>
                  <a:pt x="542" y="304"/>
                </a:lnTo>
                <a:lnTo>
                  <a:pt x="548" y="303"/>
                </a:lnTo>
                <a:lnTo>
                  <a:pt x="553" y="302"/>
                </a:lnTo>
                <a:lnTo>
                  <a:pt x="559" y="301"/>
                </a:lnTo>
                <a:lnTo>
                  <a:pt x="565" y="300"/>
                </a:lnTo>
                <a:lnTo>
                  <a:pt x="571" y="299"/>
                </a:lnTo>
                <a:lnTo>
                  <a:pt x="576" y="298"/>
                </a:lnTo>
                <a:lnTo>
                  <a:pt x="582" y="297"/>
                </a:lnTo>
                <a:lnTo>
                  <a:pt x="588" y="296"/>
                </a:lnTo>
                <a:lnTo>
                  <a:pt x="594" y="295"/>
                </a:lnTo>
                <a:lnTo>
                  <a:pt x="599" y="294"/>
                </a:lnTo>
                <a:lnTo>
                  <a:pt x="605" y="293"/>
                </a:lnTo>
                <a:lnTo>
                  <a:pt x="611" y="292"/>
                </a:lnTo>
                <a:lnTo>
                  <a:pt x="617" y="291"/>
                </a:lnTo>
                <a:lnTo>
                  <a:pt x="623" y="290"/>
                </a:lnTo>
                <a:lnTo>
                  <a:pt x="628" y="289"/>
                </a:lnTo>
                <a:lnTo>
                  <a:pt x="634" y="288"/>
                </a:lnTo>
                <a:lnTo>
                  <a:pt x="640" y="287"/>
                </a:lnTo>
                <a:lnTo>
                  <a:pt x="646" y="286"/>
                </a:lnTo>
                <a:lnTo>
                  <a:pt x="651" y="285"/>
                </a:lnTo>
                <a:lnTo>
                  <a:pt x="657" y="284"/>
                </a:lnTo>
                <a:lnTo>
                  <a:pt x="663" y="283"/>
                </a:lnTo>
                <a:lnTo>
                  <a:pt x="669" y="282"/>
                </a:lnTo>
                <a:lnTo>
                  <a:pt x="674" y="281"/>
                </a:lnTo>
                <a:lnTo>
                  <a:pt x="680" y="280"/>
                </a:lnTo>
                <a:lnTo>
                  <a:pt x="686" y="279"/>
                </a:lnTo>
                <a:lnTo>
                  <a:pt x="692" y="278"/>
                </a:lnTo>
                <a:lnTo>
                  <a:pt x="697" y="277"/>
                </a:lnTo>
                <a:lnTo>
                  <a:pt x="703" y="276"/>
                </a:lnTo>
                <a:lnTo>
                  <a:pt x="709" y="275"/>
                </a:lnTo>
                <a:lnTo>
                  <a:pt x="715" y="274"/>
                </a:lnTo>
                <a:lnTo>
                  <a:pt x="721" y="273"/>
                </a:lnTo>
                <a:lnTo>
                  <a:pt x="726" y="272"/>
                </a:lnTo>
                <a:lnTo>
                  <a:pt x="732" y="271"/>
                </a:lnTo>
                <a:lnTo>
                  <a:pt x="738" y="270"/>
                </a:lnTo>
                <a:lnTo>
                  <a:pt x="744" y="269"/>
                </a:lnTo>
                <a:lnTo>
                  <a:pt x="749" y="268"/>
                </a:lnTo>
                <a:lnTo>
                  <a:pt x="755" y="267"/>
                </a:lnTo>
                <a:lnTo>
                  <a:pt x="761" y="266"/>
                </a:lnTo>
                <a:lnTo>
                  <a:pt x="767" y="265"/>
                </a:lnTo>
                <a:lnTo>
                  <a:pt x="772" y="264"/>
                </a:lnTo>
                <a:lnTo>
                  <a:pt x="778" y="263"/>
                </a:lnTo>
                <a:lnTo>
                  <a:pt x="784" y="262"/>
                </a:lnTo>
                <a:lnTo>
                  <a:pt x="790" y="261"/>
                </a:lnTo>
                <a:lnTo>
                  <a:pt x="795" y="260"/>
                </a:lnTo>
                <a:lnTo>
                  <a:pt x="801" y="259"/>
                </a:lnTo>
                <a:lnTo>
                  <a:pt x="807" y="258"/>
                </a:lnTo>
                <a:lnTo>
                  <a:pt x="813" y="257"/>
                </a:lnTo>
                <a:lnTo>
                  <a:pt x="819" y="256"/>
                </a:lnTo>
                <a:lnTo>
                  <a:pt x="824" y="255"/>
                </a:lnTo>
                <a:lnTo>
                  <a:pt x="830" y="254"/>
                </a:lnTo>
                <a:lnTo>
                  <a:pt x="836" y="253"/>
                </a:lnTo>
                <a:lnTo>
                  <a:pt x="842" y="252"/>
                </a:lnTo>
                <a:lnTo>
                  <a:pt x="847" y="251"/>
                </a:lnTo>
                <a:lnTo>
                  <a:pt x="853" y="250"/>
                </a:lnTo>
                <a:lnTo>
                  <a:pt x="859" y="249"/>
                </a:lnTo>
                <a:lnTo>
                  <a:pt x="865" y="248"/>
                </a:lnTo>
                <a:lnTo>
                  <a:pt x="870" y="247"/>
                </a:lnTo>
                <a:lnTo>
                  <a:pt x="876" y="246"/>
                </a:lnTo>
                <a:lnTo>
                  <a:pt x="882" y="245"/>
                </a:lnTo>
                <a:lnTo>
                  <a:pt x="888" y="244"/>
                </a:lnTo>
                <a:lnTo>
                  <a:pt x="893" y="243"/>
                </a:lnTo>
                <a:lnTo>
                  <a:pt x="899" y="242"/>
                </a:lnTo>
                <a:lnTo>
                  <a:pt x="905" y="241"/>
                </a:lnTo>
                <a:lnTo>
                  <a:pt x="911" y="240"/>
                </a:lnTo>
                <a:lnTo>
                  <a:pt x="917" y="239"/>
                </a:lnTo>
                <a:lnTo>
                  <a:pt x="922" y="238"/>
                </a:lnTo>
                <a:lnTo>
                  <a:pt x="928" y="237"/>
                </a:lnTo>
                <a:lnTo>
                  <a:pt x="934" y="236"/>
                </a:lnTo>
                <a:lnTo>
                  <a:pt x="940" y="235"/>
                </a:lnTo>
                <a:lnTo>
                  <a:pt x="945" y="234"/>
                </a:lnTo>
                <a:lnTo>
                  <a:pt x="951" y="233"/>
                </a:lnTo>
                <a:lnTo>
                  <a:pt x="957" y="232"/>
                </a:lnTo>
                <a:lnTo>
                  <a:pt x="963" y="231"/>
                </a:lnTo>
                <a:lnTo>
                  <a:pt x="968" y="230"/>
                </a:lnTo>
                <a:lnTo>
                  <a:pt x="974" y="229"/>
                </a:lnTo>
                <a:lnTo>
                  <a:pt x="980" y="228"/>
                </a:lnTo>
                <a:lnTo>
                  <a:pt x="986" y="227"/>
                </a:lnTo>
                <a:lnTo>
                  <a:pt x="991" y="226"/>
                </a:lnTo>
                <a:lnTo>
                  <a:pt x="997" y="225"/>
                </a:lnTo>
                <a:lnTo>
                  <a:pt x="1003" y="224"/>
                </a:lnTo>
                <a:lnTo>
                  <a:pt x="1009" y="223"/>
                </a:lnTo>
                <a:lnTo>
                  <a:pt x="1015" y="222"/>
                </a:lnTo>
                <a:lnTo>
                  <a:pt x="1020" y="221"/>
                </a:lnTo>
                <a:lnTo>
                  <a:pt x="1026" y="220"/>
                </a:lnTo>
                <a:lnTo>
                  <a:pt x="1032" y="219"/>
                </a:lnTo>
                <a:lnTo>
                  <a:pt x="1038" y="218"/>
                </a:lnTo>
                <a:lnTo>
                  <a:pt x="1043" y="217"/>
                </a:lnTo>
                <a:lnTo>
                  <a:pt x="1049" y="216"/>
                </a:lnTo>
                <a:lnTo>
                  <a:pt x="1055" y="215"/>
                </a:lnTo>
                <a:lnTo>
                  <a:pt x="1061" y="214"/>
                </a:lnTo>
                <a:lnTo>
                  <a:pt x="1066" y="213"/>
                </a:lnTo>
                <a:lnTo>
                  <a:pt x="1072" y="212"/>
                </a:lnTo>
                <a:lnTo>
                  <a:pt x="1078" y="211"/>
                </a:lnTo>
                <a:lnTo>
                  <a:pt x="1084" y="210"/>
                </a:lnTo>
                <a:lnTo>
                  <a:pt x="1089" y="209"/>
                </a:lnTo>
                <a:lnTo>
                  <a:pt x="1095" y="208"/>
                </a:lnTo>
                <a:lnTo>
                  <a:pt x="1101" y="207"/>
                </a:lnTo>
                <a:lnTo>
                  <a:pt x="1107" y="206"/>
                </a:lnTo>
                <a:lnTo>
                  <a:pt x="1113" y="205"/>
                </a:lnTo>
                <a:lnTo>
                  <a:pt x="1118" y="204"/>
                </a:lnTo>
                <a:lnTo>
                  <a:pt x="1124" y="203"/>
                </a:lnTo>
                <a:lnTo>
                  <a:pt x="1130" y="202"/>
                </a:lnTo>
                <a:lnTo>
                  <a:pt x="1136" y="201"/>
                </a:lnTo>
                <a:lnTo>
                  <a:pt x="1141" y="200"/>
                </a:lnTo>
                <a:lnTo>
                  <a:pt x="1147" y="199"/>
                </a:lnTo>
                <a:lnTo>
                  <a:pt x="1153" y="198"/>
                </a:lnTo>
                <a:lnTo>
                  <a:pt x="1159" y="197"/>
                </a:lnTo>
                <a:lnTo>
                  <a:pt x="1164" y="196"/>
                </a:lnTo>
                <a:lnTo>
                  <a:pt x="1170" y="195"/>
                </a:lnTo>
                <a:lnTo>
                  <a:pt x="1176" y="194"/>
                </a:lnTo>
                <a:lnTo>
                  <a:pt x="1182" y="193"/>
                </a:lnTo>
                <a:lnTo>
                  <a:pt x="1187" y="192"/>
                </a:lnTo>
                <a:lnTo>
                  <a:pt x="1193" y="191"/>
                </a:lnTo>
                <a:lnTo>
                  <a:pt x="1199" y="190"/>
                </a:lnTo>
                <a:lnTo>
                  <a:pt x="1205" y="189"/>
                </a:lnTo>
                <a:lnTo>
                  <a:pt x="1211" y="188"/>
                </a:lnTo>
                <a:lnTo>
                  <a:pt x="1216" y="187"/>
                </a:lnTo>
                <a:lnTo>
                  <a:pt x="1222" y="186"/>
                </a:lnTo>
                <a:lnTo>
                  <a:pt x="1228" y="185"/>
                </a:lnTo>
                <a:lnTo>
                  <a:pt x="1234" y="184"/>
                </a:lnTo>
                <a:lnTo>
                  <a:pt x="1239" y="183"/>
                </a:lnTo>
                <a:lnTo>
                  <a:pt x="1245" y="182"/>
                </a:lnTo>
                <a:lnTo>
                  <a:pt x="1251" y="181"/>
                </a:lnTo>
                <a:lnTo>
                  <a:pt x="1257" y="180"/>
                </a:lnTo>
                <a:lnTo>
                  <a:pt x="1262" y="179"/>
                </a:lnTo>
                <a:lnTo>
                  <a:pt x="1268" y="178"/>
                </a:lnTo>
                <a:lnTo>
                  <a:pt x="1274" y="177"/>
                </a:lnTo>
                <a:lnTo>
                  <a:pt x="1280" y="176"/>
                </a:lnTo>
                <a:lnTo>
                  <a:pt x="1285" y="175"/>
                </a:lnTo>
                <a:lnTo>
                  <a:pt x="1291" y="174"/>
                </a:lnTo>
                <a:lnTo>
                  <a:pt x="1297" y="173"/>
                </a:lnTo>
                <a:lnTo>
                  <a:pt x="1303" y="172"/>
                </a:lnTo>
                <a:lnTo>
                  <a:pt x="1309" y="171"/>
                </a:lnTo>
                <a:lnTo>
                  <a:pt x="1314" y="170"/>
                </a:lnTo>
                <a:lnTo>
                  <a:pt x="1320" y="169"/>
                </a:lnTo>
                <a:lnTo>
                  <a:pt x="1326" y="168"/>
                </a:lnTo>
                <a:lnTo>
                  <a:pt x="1332" y="167"/>
                </a:lnTo>
                <a:lnTo>
                  <a:pt x="1337" y="166"/>
                </a:lnTo>
                <a:lnTo>
                  <a:pt x="1343" y="165"/>
                </a:lnTo>
                <a:lnTo>
                  <a:pt x="1349" y="164"/>
                </a:lnTo>
                <a:lnTo>
                  <a:pt x="1355" y="163"/>
                </a:lnTo>
                <a:lnTo>
                  <a:pt x="1360" y="162"/>
                </a:lnTo>
                <a:lnTo>
                  <a:pt x="1366" y="161"/>
                </a:lnTo>
                <a:lnTo>
                  <a:pt x="1372" y="160"/>
                </a:lnTo>
                <a:lnTo>
                  <a:pt x="1378" y="159"/>
                </a:lnTo>
                <a:lnTo>
                  <a:pt x="1383" y="158"/>
                </a:lnTo>
                <a:lnTo>
                  <a:pt x="1389" y="157"/>
                </a:lnTo>
                <a:lnTo>
                  <a:pt x="1395" y="156"/>
                </a:lnTo>
                <a:lnTo>
                  <a:pt x="1401" y="155"/>
                </a:lnTo>
                <a:lnTo>
                  <a:pt x="1407" y="154"/>
                </a:lnTo>
                <a:lnTo>
                  <a:pt x="1412" y="153"/>
                </a:lnTo>
                <a:lnTo>
                  <a:pt x="1418" y="152"/>
                </a:lnTo>
                <a:lnTo>
                  <a:pt x="1424" y="151"/>
                </a:lnTo>
                <a:lnTo>
                  <a:pt x="1430" y="150"/>
                </a:lnTo>
                <a:lnTo>
                  <a:pt x="1435" y="149"/>
                </a:lnTo>
                <a:lnTo>
                  <a:pt x="1441" y="148"/>
                </a:lnTo>
                <a:lnTo>
                  <a:pt x="1447" y="147"/>
                </a:lnTo>
                <a:lnTo>
                  <a:pt x="1453" y="146"/>
                </a:lnTo>
                <a:lnTo>
                  <a:pt x="1458" y="145"/>
                </a:lnTo>
                <a:lnTo>
                  <a:pt x="1464" y="144"/>
                </a:lnTo>
                <a:lnTo>
                  <a:pt x="1470" y="143"/>
                </a:lnTo>
                <a:lnTo>
                  <a:pt x="1476" y="142"/>
                </a:lnTo>
                <a:lnTo>
                  <a:pt x="1481" y="141"/>
                </a:lnTo>
                <a:lnTo>
                  <a:pt x="1487" y="140"/>
                </a:lnTo>
                <a:lnTo>
                  <a:pt x="1493" y="139"/>
                </a:lnTo>
                <a:lnTo>
                  <a:pt x="1499" y="138"/>
                </a:lnTo>
                <a:lnTo>
                  <a:pt x="1505" y="137"/>
                </a:lnTo>
                <a:lnTo>
                  <a:pt x="1510" y="136"/>
                </a:lnTo>
                <a:lnTo>
                  <a:pt x="1516" y="135"/>
                </a:lnTo>
                <a:lnTo>
                  <a:pt x="1522" y="134"/>
                </a:lnTo>
                <a:lnTo>
                  <a:pt x="1528" y="133"/>
                </a:lnTo>
                <a:lnTo>
                  <a:pt x="1533" y="132"/>
                </a:lnTo>
                <a:lnTo>
                  <a:pt x="1539" y="131"/>
                </a:lnTo>
                <a:lnTo>
                  <a:pt x="1545" y="130"/>
                </a:lnTo>
                <a:lnTo>
                  <a:pt x="1551" y="129"/>
                </a:lnTo>
                <a:lnTo>
                  <a:pt x="1556" y="128"/>
                </a:lnTo>
                <a:lnTo>
                  <a:pt x="1562" y="127"/>
                </a:lnTo>
                <a:lnTo>
                  <a:pt x="1568" y="126"/>
                </a:lnTo>
                <a:lnTo>
                  <a:pt x="1574" y="125"/>
                </a:lnTo>
                <a:lnTo>
                  <a:pt x="1579" y="124"/>
                </a:lnTo>
                <a:lnTo>
                  <a:pt x="1585" y="123"/>
                </a:lnTo>
                <a:lnTo>
                  <a:pt x="1591" y="122"/>
                </a:lnTo>
                <a:lnTo>
                  <a:pt x="1597" y="121"/>
                </a:lnTo>
                <a:lnTo>
                  <a:pt x="1603" y="120"/>
                </a:lnTo>
                <a:lnTo>
                  <a:pt x="1608" y="119"/>
                </a:lnTo>
                <a:lnTo>
                  <a:pt x="1614" y="118"/>
                </a:lnTo>
                <a:lnTo>
                  <a:pt x="1620" y="118"/>
                </a:lnTo>
                <a:lnTo>
                  <a:pt x="1626" y="117"/>
                </a:lnTo>
                <a:lnTo>
                  <a:pt x="1631" y="116"/>
                </a:lnTo>
                <a:lnTo>
                  <a:pt x="1637" y="115"/>
                </a:lnTo>
                <a:lnTo>
                  <a:pt x="1643" y="114"/>
                </a:lnTo>
                <a:lnTo>
                  <a:pt x="1649" y="113"/>
                </a:lnTo>
                <a:lnTo>
                  <a:pt x="1654" y="112"/>
                </a:lnTo>
                <a:lnTo>
                  <a:pt x="1660" y="111"/>
                </a:lnTo>
                <a:lnTo>
                  <a:pt x="1666" y="110"/>
                </a:lnTo>
                <a:lnTo>
                  <a:pt x="1672" y="109"/>
                </a:lnTo>
                <a:lnTo>
                  <a:pt x="1677" y="108"/>
                </a:lnTo>
                <a:lnTo>
                  <a:pt x="1683" y="107"/>
                </a:lnTo>
                <a:lnTo>
                  <a:pt x="1689" y="106"/>
                </a:lnTo>
                <a:lnTo>
                  <a:pt x="1695" y="105"/>
                </a:lnTo>
                <a:lnTo>
                  <a:pt x="1701" y="104"/>
                </a:lnTo>
                <a:lnTo>
                  <a:pt x="1706" y="103"/>
                </a:lnTo>
                <a:lnTo>
                  <a:pt x="1712" y="102"/>
                </a:lnTo>
                <a:lnTo>
                  <a:pt x="1718" y="101"/>
                </a:lnTo>
                <a:lnTo>
                  <a:pt x="1724" y="100"/>
                </a:lnTo>
                <a:lnTo>
                  <a:pt x="1729" y="99"/>
                </a:lnTo>
                <a:lnTo>
                  <a:pt x="1735" y="98"/>
                </a:lnTo>
                <a:lnTo>
                  <a:pt x="1741" y="97"/>
                </a:lnTo>
                <a:lnTo>
                  <a:pt x="1747" y="96"/>
                </a:lnTo>
                <a:lnTo>
                  <a:pt x="1752" y="95"/>
                </a:lnTo>
                <a:lnTo>
                  <a:pt x="1758" y="94"/>
                </a:lnTo>
                <a:lnTo>
                  <a:pt x="1764" y="93"/>
                </a:lnTo>
                <a:lnTo>
                  <a:pt x="1770" y="92"/>
                </a:lnTo>
                <a:lnTo>
                  <a:pt x="1775" y="91"/>
                </a:lnTo>
                <a:lnTo>
                  <a:pt x="1781" y="90"/>
                </a:lnTo>
                <a:lnTo>
                  <a:pt x="1787" y="89"/>
                </a:lnTo>
                <a:lnTo>
                  <a:pt x="1793" y="88"/>
                </a:lnTo>
                <a:lnTo>
                  <a:pt x="1798" y="87"/>
                </a:lnTo>
                <a:lnTo>
                  <a:pt x="1804" y="86"/>
                </a:lnTo>
                <a:lnTo>
                  <a:pt x="1810" y="85"/>
                </a:lnTo>
                <a:lnTo>
                  <a:pt x="1816" y="84"/>
                </a:lnTo>
                <a:lnTo>
                  <a:pt x="1822" y="83"/>
                </a:lnTo>
                <a:lnTo>
                  <a:pt x="1827" y="82"/>
                </a:lnTo>
                <a:lnTo>
                  <a:pt x="1833" y="81"/>
                </a:lnTo>
                <a:lnTo>
                  <a:pt x="1839" y="80"/>
                </a:lnTo>
                <a:lnTo>
                  <a:pt x="1845" y="79"/>
                </a:lnTo>
                <a:lnTo>
                  <a:pt x="1850" y="78"/>
                </a:lnTo>
                <a:lnTo>
                  <a:pt x="1856" y="77"/>
                </a:lnTo>
                <a:lnTo>
                  <a:pt x="1862" y="76"/>
                </a:lnTo>
                <a:lnTo>
                  <a:pt x="1868" y="75"/>
                </a:lnTo>
                <a:lnTo>
                  <a:pt x="1873" y="74"/>
                </a:lnTo>
                <a:lnTo>
                  <a:pt x="1879" y="73"/>
                </a:lnTo>
                <a:lnTo>
                  <a:pt x="1885" y="72"/>
                </a:lnTo>
                <a:lnTo>
                  <a:pt x="1891" y="71"/>
                </a:lnTo>
                <a:lnTo>
                  <a:pt x="1896" y="70"/>
                </a:lnTo>
                <a:lnTo>
                  <a:pt x="1902" y="69"/>
                </a:lnTo>
                <a:lnTo>
                  <a:pt x="1908" y="68"/>
                </a:lnTo>
                <a:lnTo>
                  <a:pt x="1914" y="67"/>
                </a:lnTo>
                <a:lnTo>
                  <a:pt x="1920" y="66"/>
                </a:lnTo>
                <a:lnTo>
                  <a:pt x="1925" y="65"/>
                </a:lnTo>
                <a:lnTo>
                  <a:pt x="1931" y="64"/>
                </a:lnTo>
                <a:lnTo>
                  <a:pt x="1937" y="63"/>
                </a:lnTo>
                <a:lnTo>
                  <a:pt x="1943" y="62"/>
                </a:lnTo>
                <a:lnTo>
                  <a:pt x="1948" y="61"/>
                </a:lnTo>
                <a:lnTo>
                  <a:pt x="1954" y="60"/>
                </a:lnTo>
                <a:lnTo>
                  <a:pt x="1960" y="59"/>
                </a:lnTo>
                <a:lnTo>
                  <a:pt x="1966" y="58"/>
                </a:lnTo>
                <a:lnTo>
                  <a:pt x="1971" y="57"/>
                </a:lnTo>
                <a:lnTo>
                  <a:pt x="1977" y="56"/>
                </a:lnTo>
                <a:lnTo>
                  <a:pt x="1983" y="55"/>
                </a:lnTo>
                <a:lnTo>
                  <a:pt x="1989" y="54"/>
                </a:lnTo>
                <a:lnTo>
                  <a:pt x="1994" y="53"/>
                </a:lnTo>
                <a:lnTo>
                  <a:pt x="2000" y="52"/>
                </a:lnTo>
                <a:lnTo>
                  <a:pt x="2006" y="51"/>
                </a:lnTo>
                <a:lnTo>
                  <a:pt x="2012" y="50"/>
                </a:lnTo>
                <a:lnTo>
                  <a:pt x="2018" y="49"/>
                </a:lnTo>
                <a:lnTo>
                  <a:pt x="2023" y="48"/>
                </a:lnTo>
                <a:lnTo>
                  <a:pt x="2029" y="47"/>
                </a:lnTo>
                <a:lnTo>
                  <a:pt x="2035" y="46"/>
                </a:lnTo>
                <a:lnTo>
                  <a:pt x="2041" y="45"/>
                </a:lnTo>
                <a:lnTo>
                  <a:pt x="2046" y="44"/>
                </a:lnTo>
                <a:lnTo>
                  <a:pt x="2052" y="43"/>
                </a:lnTo>
                <a:lnTo>
                  <a:pt x="2058" y="42"/>
                </a:lnTo>
                <a:lnTo>
                  <a:pt x="2064" y="41"/>
                </a:lnTo>
                <a:lnTo>
                  <a:pt x="2069" y="40"/>
                </a:lnTo>
                <a:lnTo>
                  <a:pt x="2075" y="39"/>
                </a:lnTo>
                <a:lnTo>
                  <a:pt x="2081" y="38"/>
                </a:lnTo>
                <a:lnTo>
                  <a:pt x="2087" y="37"/>
                </a:lnTo>
                <a:lnTo>
                  <a:pt x="2092" y="36"/>
                </a:lnTo>
                <a:lnTo>
                  <a:pt x="2098" y="35"/>
                </a:lnTo>
                <a:lnTo>
                  <a:pt x="2104" y="34"/>
                </a:lnTo>
                <a:lnTo>
                  <a:pt x="2110" y="33"/>
                </a:lnTo>
                <a:lnTo>
                  <a:pt x="2116" y="32"/>
                </a:lnTo>
                <a:lnTo>
                  <a:pt x="2121" y="31"/>
                </a:lnTo>
                <a:lnTo>
                  <a:pt x="2127" y="30"/>
                </a:lnTo>
                <a:lnTo>
                  <a:pt x="2133" y="29"/>
                </a:lnTo>
                <a:lnTo>
                  <a:pt x="2139" y="28"/>
                </a:lnTo>
                <a:lnTo>
                  <a:pt x="2144" y="27"/>
                </a:lnTo>
                <a:lnTo>
                  <a:pt x="2150" y="26"/>
                </a:lnTo>
                <a:lnTo>
                  <a:pt x="2156" y="25"/>
                </a:lnTo>
                <a:lnTo>
                  <a:pt x="2162" y="24"/>
                </a:lnTo>
                <a:lnTo>
                  <a:pt x="2167" y="23"/>
                </a:lnTo>
                <a:lnTo>
                  <a:pt x="2173" y="22"/>
                </a:lnTo>
                <a:lnTo>
                  <a:pt x="2179" y="21"/>
                </a:lnTo>
                <a:lnTo>
                  <a:pt x="2185" y="20"/>
                </a:lnTo>
                <a:lnTo>
                  <a:pt x="2190" y="19"/>
                </a:lnTo>
                <a:lnTo>
                  <a:pt x="2196" y="18"/>
                </a:lnTo>
                <a:lnTo>
                  <a:pt x="2202" y="17"/>
                </a:lnTo>
                <a:lnTo>
                  <a:pt x="2208" y="16"/>
                </a:lnTo>
                <a:lnTo>
                  <a:pt x="2214" y="15"/>
                </a:lnTo>
                <a:lnTo>
                  <a:pt x="2219" y="14"/>
                </a:lnTo>
                <a:lnTo>
                  <a:pt x="2225" y="13"/>
                </a:lnTo>
                <a:lnTo>
                  <a:pt x="2231" y="12"/>
                </a:lnTo>
                <a:lnTo>
                  <a:pt x="2237" y="11"/>
                </a:lnTo>
                <a:lnTo>
                  <a:pt x="2242" y="10"/>
                </a:lnTo>
                <a:lnTo>
                  <a:pt x="2248" y="9"/>
                </a:lnTo>
                <a:lnTo>
                  <a:pt x="2254" y="8"/>
                </a:lnTo>
                <a:lnTo>
                  <a:pt x="2260" y="7"/>
                </a:lnTo>
                <a:lnTo>
                  <a:pt x="2265" y="6"/>
                </a:lnTo>
                <a:lnTo>
                  <a:pt x="2271" y="5"/>
                </a:lnTo>
                <a:lnTo>
                  <a:pt x="2277" y="4"/>
                </a:lnTo>
                <a:lnTo>
                  <a:pt x="2283" y="3"/>
                </a:lnTo>
                <a:lnTo>
                  <a:pt x="2288" y="2"/>
                </a:lnTo>
                <a:lnTo>
                  <a:pt x="2294" y="1"/>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18642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1.13</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3793846"/>
            <a:ext cx="2103120" cy="880567"/>
          </a:xfrm>
          <a:custGeom>
            <a:avLst/>
            <a:gdLst/>
            <a:ahLst/>
            <a:cxnLst/>
            <a:rect l="l" t="t" r="r" b="b"/>
            <a:pathLst>
              <a:path w="2300" h="963">
                <a:moveTo>
                  <a:pt x="0" y="963"/>
                </a:moveTo>
                <a:lnTo>
                  <a:pt x="6" y="961"/>
                </a:lnTo>
                <a:lnTo>
                  <a:pt x="12" y="958"/>
                </a:lnTo>
                <a:lnTo>
                  <a:pt x="17" y="956"/>
                </a:lnTo>
                <a:lnTo>
                  <a:pt x="23" y="953"/>
                </a:lnTo>
                <a:lnTo>
                  <a:pt x="29" y="951"/>
                </a:lnTo>
                <a:lnTo>
                  <a:pt x="35" y="949"/>
                </a:lnTo>
                <a:lnTo>
                  <a:pt x="40" y="946"/>
                </a:lnTo>
                <a:lnTo>
                  <a:pt x="46" y="944"/>
                </a:lnTo>
                <a:lnTo>
                  <a:pt x="52" y="941"/>
                </a:lnTo>
                <a:lnTo>
                  <a:pt x="58" y="939"/>
                </a:lnTo>
                <a:lnTo>
                  <a:pt x="63" y="937"/>
                </a:lnTo>
                <a:lnTo>
                  <a:pt x="69" y="934"/>
                </a:lnTo>
                <a:lnTo>
                  <a:pt x="75" y="932"/>
                </a:lnTo>
                <a:lnTo>
                  <a:pt x="81" y="929"/>
                </a:lnTo>
                <a:lnTo>
                  <a:pt x="86" y="927"/>
                </a:lnTo>
                <a:lnTo>
                  <a:pt x="92" y="924"/>
                </a:lnTo>
                <a:lnTo>
                  <a:pt x="98" y="922"/>
                </a:lnTo>
                <a:lnTo>
                  <a:pt x="104" y="920"/>
                </a:lnTo>
                <a:lnTo>
                  <a:pt x="110" y="917"/>
                </a:lnTo>
                <a:lnTo>
                  <a:pt x="115" y="915"/>
                </a:lnTo>
                <a:lnTo>
                  <a:pt x="121" y="912"/>
                </a:lnTo>
                <a:lnTo>
                  <a:pt x="127" y="910"/>
                </a:lnTo>
                <a:lnTo>
                  <a:pt x="133" y="908"/>
                </a:lnTo>
                <a:lnTo>
                  <a:pt x="138" y="905"/>
                </a:lnTo>
                <a:lnTo>
                  <a:pt x="144" y="903"/>
                </a:lnTo>
                <a:lnTo>
                  <a:pt x="150" y="900"/>
                </a:lnTo>
                <a:lnTo>
                  <a:pt x="156" y="898"/>
                </a:lnTo>
                <a:lnTo>
                  <a:pt x="161" y="896"/>
                </a:lnTo>
                <a:lnTo>
                  <a:pt x="167" y="893"/>
                </a:lnTo>
                <a:lnTo>
                  <a:pt x="173" y="891"/>
                </a:lnTo>
                <a:lnTo>
                  <a:pt x="179" y="888"/>
                </a:lnTo>
                <a:lnTo>
                  <a:pt x="184" y="886"/>
                </a:lnTo>
                <a:lnTo>
                  <a:pt x="190" y="883"/>
                </a:lnTo>
                <a:lnTo>
                  <a:pt x="196" y="881"/>
                </a:lnTo>
                <a:lnTo>
                  <a:pt x="202" y="879"/>
                </a:lnTo>
                <a:lnTo>
                  <a:pt x="208" y="876"/>
                </a:lnTo>
                <a:lnTo>
                  <a:pt x="213" y="874"/>
                </a:lnTo>
                <a:lnTo>
                  <a:pt x="219" y="871"/>
                </a:lnTo>
                <a:lnTo>
                  <a:pt x="225" y="869"/>
                </a:lnTo>
                <a:lnTo>
                  <a:pt x="231" y="867"/>
                </a:lnTo>
                <a:lnTo>
                  <a:pt x="236" y="864"/>
                </a:lnTo>
                <a:lnTo>
                  <a:pt x="242" y="862"/>
                </a:lnTo>
                <a:lnTo>
                  <a:pt x="248" y="859"/>
                </a:lnTo>
                <a:lnTo>
                  <a:pt x="254" y="857"/>
                </a:lnTo>
                <a:lnTo>
                  <a:pt x="259" y="854"/>
                </a:lnTo>
                <a:lnTo>
                  <a:pt x="265" y="852"/>
                </a:lnTo>
                <a:lnTo>
                  <a:pt x="271" y="850"/>
                </a:lnTo>
                <a:lnTo>
                  <a:pt x="277" y="847"/>
                </a:lnTo>
                <a:lnTo>
                  <a:pt x="282" y="845"/>
                </a:lnTo>
                <a:lnTo>
                  <a:pt x="288" y="842"/>
                </a:lnTo>
                <a:lnTo>
                  <a:pt x="294" y="840"/>
                </a:lnTo>
                <a:lnTo>
                  <a:pt x="300" y="838"/>
                </a:lnTo>
                <a:lnTo>
                  <a:pt x="306" y="835"/>
                </a:lnTo>
                <a:lnTo>
                  <a:pt x="311" y="833"/>
                </a:lnTo>
                <a:lnTo>
                  <a:pt x="317" y="830"/>
                </a:lnTo>
                <a:lnTo>
                  <a:pt x="323" y="828"/>
                </a:lnTo>
                <a:lnTo>
                  <a:pt x="329" y="826"/>
                </a:lnTo>
                <a:lnTo>
                  <a:pt x="334" y="823"/>
                </a:lnTo>
                <a:lnTo>
                  <a:pt x="340" y="821"/>
                </a:lnTo>
                <a:lnTo>
                  <a:pt x="346" y="818"/>
                </a:lnTo>
                <a:lnTo>
                  <a:pt x="352" y="816"/>
                </a:lnTo>
                <a:lnTo>
                  <a:pt x="357" y="813"/>
                </a:lnTo>
                <a:lnTo>
                  <a:pt x="363" y="811"/>
                </a:lnTo>
                <a:lnTo>
                  <a:pt x="369" y="809"/>
                </a:lnTo>
                <a:lnTo>
                  <a:pt x="375" y="806"/>
                </a:lnTo>
                <a:lnTo>
                  <a:pt x="380" y="804"/>
                </a:lnTo>
                <a:lnTo>
                  <a:pt x="386" y="801"/>
                </a:lnTo>
                <a:lnTo>
                  <a:pt x="392" y="799"/>
                </a:lnTo>
                <a:lnTo>
                  <a:pt x="398" y="797"/>
                </a:lnTo>
                <a:lnTo>
                  <a:pt x="404" y="794"/>
                </a:lnTo>
                <a:lnTo>
                  <a:pt x="409" y="792"/>
                </a:lnTo>
                <a:lnTo>
                  <a:pt x="415" y="789"/>
                </a:lnTo>
                <a:lnTo>
                  <a:pt x="421" y="787"/>
                </a:lnTo>
                <a:lnTo>
                  <a:pt x="427" y="785"/>
                </a:lnTo>
                <a:lnTo>
                  <a:pt x="432" y="782"/>
                </a:lnTo>
                <a:lnTo>
                  <a:pt x="438" y="780"/>
                </a:lnTo>
                <a:lnTo>
                  <a:pt x="444" y="777"/>
                </a:lnTo>
                <a:lnTo>
                  <a:pt x="450" y="775"/>
                </a:lnTo>
                <a:lnTo>
                  <a:pt x="455" y="772"/>
                </a:lnTo>
                <a:lnTo>
                  <a:pt x="461" y="770"/>
                </a:lnTo>
                <a:lnTo>
                  <a:pt x="467" y="768"/>
                </a:lnTo>
                <a:lnTo>
                  <a:pt x="473" y="765"/>
                </a:lnTo>
                <a:lnTo>
                  <a:pt x="478" y="763"/>
                </a:lnTo>
                <a:lnTo>
                  <a:pt x="484" y="760"/>
                </a:lnTo>
                <a:lnTo>
                  <a:pt x="490" y="758"/>
                </a:lnTo>
                <a:lnTo>
                  <a:pt x="496" y="756"/>
                </a:lnTo>
                <a:lnTo>
                  <a:pt x="502" y="753"/>
                </a:lnTo>
                <a:lnTo>
                  <a:pt x="507" y="751"/>
                </a:lnTo>
                <a:lnTo>
                  <a:pt x="513" y="748"/>
                </a:lnTo>
                <a:lnTo>
                  <a:pt x="519" y="746"/>
                </a:lnTo>
                <a:lnTo>
                  <a:pt x="525" y="743"/>
                </a:lnTo>
                <a:lnTo>
                  <a:pt x="530" y="741"/>
                </a:lnTo>
                <a:lnTo>
                  <a:pt x="536" y="739"/>
                </a:lnTo>
                <a:lnTo>
                  <a:pt x="542" y="736"/>
                </a:lnTo>
                <a:lnTo>
                  <a:pt x="548" y="734"/>
                </a:lnTo>
                <a:lnTo>
                  <a:pt x="553" y="731"/>
                </a:lnTo>
                <a:lnTo>
                  <a:pt x="559" y="729"/>
                </a:lnTo>
                <a:lnTo>
                  <a:pt x="565" y="727"/>
                </a:lnTo>
                <a:lnTo>
                  <a:pt x="571" y="724"/>
                </a:lnTo>
                <a:lnTo>
                  <a:pt x="576" y="722"/>
                </a:lnTo>
                <a:lnTo>
                  <a:pt x="582" y="719"/>
                </a:lnTo>
                <a:lnTo>
                  <a:pt x="588" y="717"/>
                </a:lnTo>
                <a:lnTo>
                  <a:pt x="594" y="715"/>
                </a:lnTo>
                <a:lnTo>
                  <a:pt x="599" y="712"/>
                </a:lnTo>
                <a:lnTo>
                  <a:pt x="605" y="710"/>
                </a:lnTo>
                <a:lnTo>
                  <a:pt x="611" y="707"/>
                </a:lnTo>
                <a:lnTo>
                  <a:pt x="617" y="705"/>
                </a:lnTo>
                <a:lnTo>
                  <a:pt x="623" y="702"/>
                </a:lnTo>
                <a:lnTo>
                  <a:pt x="628" y="700"/>
                </a:lnTo>
                <a:lnTo>
                  <a:pt x="634" y="698"/>
                </a:lnTo>
                <a:lnTo>
                  <a:pt x="640" y="695"/>
                </a:lnTo>
                <a:lnTo>
                  <a:pt x="646" y="693"/>
                </a:lnTo>
                <a:lnTo>
                  <a:pt x="651" y="690"/>
                </a:lnTo>
                <a:lnTo>
                  <a:pt x="657" y="688"/>
                </a:lnTo>
                <a:lnTo>
                  <a:pt x="663" y="686"/>
                </a:lnTo>
                <a:lnTo>
                  <a:pt x="669" y="683"/>
                </a:lnTo>
                <a:lnTo>
                  <a:pt x="674" y="681"/>
                </a:lnTo>
                <a:lnTo>
                  <a:pt x="680" y="678"/>
                </a:lnTo>
                <a:lnTo>
                  <a:pt x="686" y="676"/>
                </a:lnTo>
                <a:lnTo>
                  <a:pt x="692" y="673"/>
                </a:lnTo>
                <a:lnTo>
                  <a:pt x="697" y="671"/>
                </a:lnTo>
                <a:lnTo>
                  <a:pt x="703" y="669"/>
                </a:lnTo>
                <a:lnTo>
                  <a:pt x="709" y="666"/>
                </a:lnTo>
                <a:lnTo>
                  <a:pt x="715" y="664"/>
                </a:lnTo>
                <a:lnTo>
                  <a:pt x="721" y="661"/>
                </a:lnTo>
                <a:lnTo>
                  <a:pt x="726" y="659"/>
                </a:lnTo>
                <a:lnTo>
                  <a:pt x="732" y="657"/>
                </a:lnTo>
                <a:lnTo>
                  <a:pt x="738" y="654"/>
                </a:lnTo>
                <a:lnTo>
                  <a:pt x="744" y="652"/>
                </a:lnTo>
                <a:lnTo>
                  <a:pt x="749" y="649"/>
                </a:lnTo>
                <a:lnTo>
                  <a:pt x="755" y="647"/>
                </a:lnTo>
                <a:lnTo>
                  <a:pt x="761" y="645"/>
                </a:lnTo>
                <a:lnTo>
                  <a:pt x="767" y="642"/>
                </a:lnTo>
                <a:lnTo>
                  <a:pt x="772" y="640"/>
                </a:lnTo>
                <a:lnTo>
                  <a:pt x="778" y="637"/>
                </a:lnTo>
                <a:lnTo>
                  <a:pt x="784" y="635"/>
                </a:lnTo>
                <a:lnTo>
                  <a:pt x="790" y="632"/>
                </a:lnTo>
                <a:lnTo>
                  <a:pt x="795" y="630"/>
                </a:lnTo>
                <a:lnTo>
                  <a:pt x="801" y="628"/>
                </a:lnTo>
                <a:lnTo>
                  <a:pt x="807" y="625"/>
                </a:lnTo>
                <a:lnTo>
                  <a:pt x="813" y="623"/>
                </a:lnTo>
                <a:lnTo>
                  <a:pt x="819" y="620"/>
                </a:lnTo>
                <a:lnTo>
                  <a:pt x="824" y="618"/>
                </a:lnTo>
                <a:lnTo>
                  <a:pt x="830" y="616"/>
                </a:lnTo>
                <a:lnTo>
                  <a:pt x="836" y="613"/>
                </a:lnTo>
                <a:lnTo>
                  <a:pt x="842" y="611"/>
                </a:lnTo>
                <a:lnTo>
                  <a:pt x="847" y="608"/>
                </a:lnTo>
                <a:lnTo>
                  <a:pt x="853" y="606"/>
                </a:lnTo>
                <a:lnTo>
                  <a:pt x="859" y="604"/>
                </a:lnTo>
                <a:lnTo>
                  <a:pt x="865" y="601"/>
                </a:lnTo>
                <a:lnTo>
                  <a:pt x="870" y="599"/>
                </a:lnTo>
                <a:lnTo>
                  <a:pt x="876" y="596"/>
                </a:lnTo>
                <a:lnTo>
                  <a:pt x="882" y="594"/>
                </a:lnTo>
                <a:lnTo>
                  <a:pt x="888" y="591"/>
                </a:lnTo>
                <a:lnTo>
                  <a:pt x="893" y="589"/>
                </a:lnTo>
                <a:lnTo>
                  <a:pt x="899" y="587"/>
                </a:lnTo>
                <a:lnTo>
                  <a:pt x="905" y="584"/>
                </a:lnTo>
                <a:lnTo>
                  <a:pt x="911" y="582"/>
                </a:lnTo>
                <a:lnTo>
                  <a:pt x="917" y="579"/>
                </a:lnTo>
                <a:lnTo>
                  <a:pt x="922" y="577"/>
                </a:lnTo>
                <a:lnTo>
                  <a:pt x="928" y="575"/>
                </a:lnTo>
                <a:lnTo>
                  <a:pt x="934" y="572"/>
                </a:lnTo>
                <a:lnTo>
                  <a:pt x="940" y="570"/>
                </a:lnTo>
                <a:lnTo>
                  <a:pt x="945" y="567"/>
                </a:lnTo>
                <a:lnTo>
                  <a:pt x="951" y="565"/>
                </a:lnTo>
                <a:lnTo>
                  <a:pt x="957" y="562"/>
                </a:lnTo>
                <a:lnTo>
                  <a:pt x="963" y="560"/>
                </a:lnTo>
                <a:lnTo>
                  <a:pt x="968" y="558"/>
                </a:lnTo>
                <a:lnTo>
                  <a:pt x="974" y="555"/>
                </a:lnTo>
                <a:lnTo>
                  <a:pt x="980" y="553"/>
                </a:lnTo>
                <a:lnTo>
                  <a:pt x="986" y="550"/>
                </a:lnTo>
                <a:lnTo>
                  <a:pt x="991" y="548"/>
                </a:lnTo>
                <a:lnTo>
                  <a:pt x="997" y="546"/>
                </a:lnTo>
                <a:lnTo>
                  <a:pt x="1003" y="543"/>
                </a:lnTo>
                <a:lnTo>
                  <a:pt x="1009" y="541"/>
                </a:lnTo>
                <a:lnTo>
                  <a:pt x="1015" y="538"/>
                </a:lnTo>
                <a:lnTo>
                  <a:pt x="1020" y="536"/>
                </a:lnTo>
                <a:lnTo>
                  <a:pt x="1026" y="534"/>
                </a:lnTo>
                <a:lnTo>
                  <a:pt x="1032" y="531"/>
                </a:lnTo>
                <a:lnTo>
                  <a:pt x="1038" y="529"/>
                </a:lnTo>
                <a:lnTo>
                  <a:pt x="1043" y="526"/>
                </a:lnTo>
                <a:lnTo>
                  <a:pt x="1049" y="524"/>
                </a:lnTo>
                <a:lnTo>
                  <a:pt x="1055" y="521"/>
                </a:lnTo>
                <a:lnTo>
                  <a:pt x="1061" y="519"/>
                </a:lnTo>
                <a:lnTo>
                  <a:pt x="1066" y="517"/>
                </a:lnTo>
                <a:lnTo>
                  <a:pt x="1072" y="514"/>
                </a:lnTo>
                <a:lnTo>
                  <a:pt x="1078" y="512"/>
                </a:lnTo>
                <a:lnTo>
                  <a:pt x="1084" y="509"/>
                </a:lnTo>
                <a:lnTo>
                  <a:pt x="1089" y="507"/>
                </a:lnTo>
                <a:lnTo>
                  <a:pt x="1095" y="505"/>
                </a:lnTo>
                <a:lnTo>
                  <a:pt x="1101" y="502"/>
                </a:lnTo>
                <a:lnTo>
                  <a:pt x="1107" y="500"/>
                </a:lnTo>
                <a:lnTo>
                  <a:pt x="1113" y="497"/>
                </a:lnTo>
                <a:lnTo>
                  <a:pt x="1118" y="495"/>
                </a:lnTo>
                <a:lnTo>
                  <a:pt x="1124" y="492"/>
                </a:lnTo>
                <a:lnTo>
                  <a:pt x="1130" y="490"/>
                </a:lnTo>
                <a:lnTo>
                  <a:pt x="1136" y="488"/>
                </a:lnTo>
                <a:lnTo>
                  <a:pt x="1141" y="485"/>
                </a:lnTo>
                <a:lnTo>
                  <a:pt x="1147" y="483"/>
                </a:lnTo>
                <a:lnTo>
                  <a:pt x="1153" y="480"/>
                </a:lnTo>
                <a:lnTo>
                  <a:pt x="1159" y="478"/>
                </a:lnTo>
                <a:lnTo>
                  <a:pt x="1164" y="476"/>
                </a:lnTo>
                <a:lnTo>
                  <a:pt x="1170" y="473"/>
                </a:lnTo>
                <a:lnTo>
                  <a:pt x="1176" y="471"/>
                </a:lnTo>
                <a:lnTo>
                  <a:pt x="1182" y="468"/>
                </a:lnTo>
                <a:lnTo>
                  <a:pt x="1187" y="466"/>
                </a:lnTo>
                <a:lnTo>
                  <a:pt x="1193" y="464"/>
                </a:lnTo>
                <a:lnTo>
                  <a:pt x="1199" y="461"/>
                </a:lnTo>
                <a:lnTo>
                  <a:pt x="1205" y="459"/>
                </a:lnTo>
                <a:lnTo>
                  <a:pt x="1211" y="456"/>
                </a:lnTo>
                <a:lnTo>
                  <a:pt x="1216" y="454"/>
                </a:lnTo>
                <a:lnTo>
                  <a:pt x="1222" y="451"/>
                </a:lnTo>
                <a:lnTo>
                  <a:pt x="1228" y="449"/>
                </a:lnTo>
                <a:lnTo>
                  <a:pt x="1234" y="447"/>
                </a:lnTo>
                <a:lnTo>
                  <a:pt x="1239" y="444"/>
                </a:lnTo>
                <a:lnTo>
                  <a:pt x="1245" y="442"/>
                </a:lnTo>
                <a:lnTo>
                  <a:pt x="1251" y="439"/>
                </a:lnTo>
                <a:lnTo>
                  <a:pt x="1257" y="437"/>
                </a:lnTo>
                <a:lnTo>
                  <a:pt x="1262" y="435"/>
                </a:lnTo>
                <a:lnTo>
                  <a:pt x="1268" y="432"/>
                </a:lnTo>
                <a:lnTo>
                  <a:pt x="1274" y="430"/>
                </a:lnTo>
                <a:lnTo>
                  <a:pt x="1280" y="427"/>
                </a:lnTo>
                <a:lnTo>
                  <a:pt x="1285" y="425"/>
                </a:lnTo>
                <a:lnTo>
                  <a:pt x="1291" y="422"/>
                </a:lnTo>
                <a:lnTo>
                  <a:pt x="1297" y="420"/>
                </a:lnTo>
                <a:lnTo>
                  <a:pt x="1303" y="418"/>
                </a:lnTo>
                <a:lnTo>
                  <a:pt x="1309" y="415"/>
                </a:lnTo>
                <a:lnTo>
                  <a:pt x="1314" y="413"/>
                </a:lnTo>
                <a:lnTo>
                  <a:pt x="1320" y="410"/>
                </a:lnTo>
                <a:lnTo>
                  <a:pt x="1326" y="408"/>
                </a:lnTo>
                <a:lnTo>
                  <a:pt x="1332" y="406"/>
                </a:lnTo>
                <a:lnTo>
                  <a:pt x="1337" y="403"/>
                </a:lnTo>
                <a:lnTo>
                  <a:pt x="1343" y="401"/>
                </a:lnTo>
                <a:lnTo>
                  <a:pt x="1349" y="398"/>
                </a:lnTo>
                <a:lnTo>
                  <a:pt x="1355" y="396"/>
                </a:lnTo>
                <a:lnTo>
                  <a:pt x="1360" y="394"/>
                </a:lnTo>
                <a:lnTo>
                  <a:pt x="1366" y="391"/>
                </a:lnTo>
                <a:lnTo>
                  <a:pt x="1372" y="389"/>
                </a:lnTo>
                <a:lnTo>
                  <a:pt x="1378" y="386"/>
                </a:lnTo>
                <a:lnTo>
                  <a:pt x="1383" y="384"/>
                </a:lnTo>
                <a:lnTo>
                  <a:pt x="1389" y="381"/>
                </a:lnTo>
                <a:lnTo>
                  <a:pt x="1395" y="379"/>
                </a:lnTo>
                <a:lnTo>
                  <a:pt x="1401" y="377"/>
                </a:lnTo>
                <a:lnTo>
                  <a:pt x="1407" y="374"/>
                </a:lnTo>
                <a:lnTo>
                  <a:pt x="1412" y="372"/>
                </a:lnTo>
                <a:lnTo>
                  <a:pt x="1418" y="369"/>
                </a:lnTo>
                <a:lnTo>
                  <a:pt x="1424" y="367"/>
                </a:lnTo>
                <a:lnTo>
                  <a:pt x="1430" y="365"/>
                </a:lnTo>
                <a:lnTo>
                  <a:pt x="1435" y="362"/>
                </a:lnTo>
                <a:lnTo>
                  <a:pt x="1441" y="360"/>
                </a:lnTo>
                <a:lnTo>
                  <a:pt x="1447" y="357"/>
                </a:lnTo>
                <a:lnTo>
                  <a:pt x="1453" y="355"/>
                </a:lnTo>
                <a:lnTo>
                  <a:pt x="1458" y="353"/>
                </a:lnTo>
                <a:lnTo>
                  <a:pt x="1464" y="350"/>
                </a:lnTo>
                <a:lnTo>
                  <a:pt x="1470" y="348"/>
                </a:lnTo>
                <a:lnTo>
                  <a:pt x="1476" y="345"/>
                </a:lnTo>
                <a:lnTo>
                  <a:pt x="1481" y="343"/>
                </a:lnTo>
                <a:lnTo>
                  <a:pt x="1487" y="340"/>
                </a:lnTo>
                <a:lnTo>
                  <a:pt x="1493" y="338"/>
                </a:lnTo>
                <a:lnTo>
                  <a:pt x="1499" y="336"/>
                </a:lnTo>
                <a:lnTo>
                  <a:pt x="1505" y="333"/>
                </a:lnTo>
                <a:lnTo>
                  <a:pt x="1510" y="331"/>
                </a:lnTo>
                <a:lnTo>
                  <a:pt x="1516" y="328"/>
                </a:lnTo>
                <a:lnTo>
                  <a:pt x="1522" y="326"/>
                </a:lnTo>
                <a:lnTo>
                  <a:pt x="1528" y="324"/>
                </a:lnTo>
                <a:lnTo>
                  <a:pt x="1533" y="321"/>
                </a:lnTo>
                <a:lnTo>
                  <a:pt x="1539" y="319"/>
                </a:lnTo>
                <a:lnTo>
                  <a:pt x="1545" y="316"/>
                </a:lnTo>
                <a:lnTo>
                  <a:pt x="1551" y="314"/>
                </a:lnTo>
                <a:lnTo>
                  <a:pt x="1556" y="311"/>
                </a:lnTo>
                <a:lnTo>
                  <a:pt x="1562" y="309"/>
                </a:lnTo>
                <a:lnTo>
                  <a:pt x="1568" y="307"/>
                </a:lnTo>
                <a:lnTo>
                  <a:pt x="1574" y="304"/>
                </a:lnTo>
                <a:lnTo>
                  <a:pt x="1579" y="302"/>
                </a:lnTo>
                <a:lnTo>
                  <a:pt x="1585" y="299"/>
                </a:lnTo>
                <a:lnTo>
                  <a:pt x="1591" y="297"/>
                </a:lnTo>
                <a:lnTo>
                  <a:pt x="1597" y="295"/>
                </a:lnTo>
                <a:lnTo>
                  <a:pt x="1603" y="292"/>
                </a:lnTo>
                <a:lnTo>
                  <a:pt x="1608" y="290"/>
                </a:lnTo>
                <a:lnTo>
                  <a:pt x="1614" y="287"/>
                </a:lnTo>
                <a:lnTo>
                  <a:pt x="1620" y="285"/>
                </a:lnTo>
                <a:lnTo>
                  <a:pt x="1626" y="283"/>
                </a:lnTo>
                <a:lnTo>
                  <a:pt x="1631" y="280"/>
                </a:lnTo>
                <a:lnTo>
                  <a:pt x="1637" y="278"/>
                </a:lnTo>
                <a:lnTo>
                  <a:pt x="1643" y="275"/>
                </a:lnTo>
                <a:lnTo>
                  <a:pt x="1649" y="273"/>
                </a:lnTo>
                <a:lnTo>
                  <a:pt x="1654" y="270"/>
                </a:lnTo>
                <a:lnTo>
                  <a:pt x="1660" y="268"/>
                </a:lnTo>
                <a:lnTo>
                  <a:pt x="1666" y="266"/>
                </a:lnTo>
                <a:lnTo>
                  <a:pt x="1672" y="263"/>
                </a:lnTo>
                <a:lnTo>
                  <a:pt x="1677" y="261"/>
                </a:lnTo>
                <a:lnTo>
                  <a:pt x="1683" y="258"/>
                </a:lnTo>
                <a:lnTo>
                  <a:pt x="1689" y="256"/>
                </a:lnTo>
                <a:lnTo>
                  <a:pt x="1695" y="254"/>
                </a:lnTo>
                <a:lnTo>
                  <a:pt x="1701" y="251"/>
                </a:lnTo>
                <a:lnTo>
                  <a:pt x="1706" y="249"/>
                </a:lnTo>
                <a:lnTo>
                  <a:pt x="1712" y="246"/>
                </a:lnTo>
                <a:lnTo>
                  <a:pt x="1718" y="244"/>
                </a:lnTo>
                <a:lnTo>
                  <a:pt x="1724" y="241"/>
                </a:lnTo>
                <a:lnTo>
                  <a:pt x="1729" y="239"/>
                </a:lnTo>
                <a:lnTo>
                  <a:pt x="1735" y="237"/>
                </a:lnTo>
                <a:lnTo>
                  <a:pt x="1741" y="234"/>
                </a:lnTo>
                <a:lnTo>
                  <a:pt x="1747" y="232"/>
                </a:lnTo>
                <a:lnTo>
                  <a:pt x="1752" y="229"/>
                </a:lnTo>
                <a:lnTo>
                  <a:pt x="1758" y="227"/>
                </a:lnTo>
                <a:lnTo>
                  <a:pt x="1764" y="225"/>
                </a:lnTo>
                <a:lnTo>
                  <a:pt x="1770" y="222"/>
                </a:lnTo>
                <a:lnTo>
                  <a:pt x="1775" y="220"/>
                </a:lnTo>
                <a:lnTo>
                  <a:pt x="1781" y="217"/>
                </a:lnTo>
                <a:lnTo>
                  <a:pt x="1787" y="215"/>
                </a:lnTo>
                <a:lnTo>
                  <a:pt x="1793" y="213"/>
                </a:lnTo>
                <a:lnTo>
                  <a:pt x="1798" y="210"/>
                </a:lnTo>
                <a:lnTo>
                  <a:pt x="1804" y="208"/>
                </a:lnTo>
                <a:lnTo>
                  <a:pt x="1810" y="205"/>
                </a:lnTo>
                <a:lnTo>
                  <a:pt x="1816" y="203"/>
                </a:lnTo>
                <a:lnTo>
                  <a:pt x="1822" y="200"/>
                </a:lnTo>
                <a:lnTo>
                  <a:pt x="1827" y="198"/>
                </a:lnTo>
                <a:lnTo>
                  <a:pt x="1833" y="196"/>
                </a:lnTo>
                <a:lnTo>
                  <a:pt x="1839" y="193"/>
                </a:lnTo>
                <a:lnTo>
                  <a:pt x="1845" y="191"/>
                </a:lnTo>
                <a:lnTo>
                  <a:pt x="1850" y="188"/>
                </a:lnTo>
                <a:lnTo>
                  <a:pt x="1856" y="186"/>
                </a:lnTo>
                <a:lnTo>
                  <a:pt x="1862" y="184"/>
                </a:lnTo>
                <a:lnTo>
                  <a:pt x="1868" y="181"/>
                </a:lnTo>
                <a:lnTo>
                  <a:pt x="1873" y="179"/>
                </a:lnTo>
                <a:lnTo>
                  <a:pt x="1879" y="176"/>
                </a:lnTo>
                <a:lnTo>
                  <a:pt x="1885" y="174"/>
                </a:lnTo>
                <a:lnTo>
                  <a:pt x="1891" y="172"/>
                </a:lnTo>
                <a:lnTo>
                  <a:pt x="1896" y="169"/>
                </a:lnTo>
                <a:lnTo>
                  <a:pt x="1902" y="167"/>
                </a:lnTo>
                <a:lnTo>
                  <a:pt x="1908" y="164"/>
                </a:lnTo>
                <a:lnTo>
                  <a:pt x="1914" y="162"/>
                </a:lnTo>
                <a:lnTo>
                  <a:pt x="1920" y="159"/>
                </a:lnTo>
                <a:lnTo>
                  <a:pt x="1925" y="157"/>
                </a:lnTo>
                <a:lnTo>
                  <a:pt x="1931" y="155"/>
                </a:lnTo>
                <a:lnTo>
                  <a:pt x="1937" y="152"/>
                </a:lnTo>
                <a:lnTo>
                  <a:pt x="1943" y="150"/>
                </a:lnTo>
                <a:lnTo>
                  <a:pt x="1948" y="147"/>
                </a:lnTo>
                <a:lnTo>
                  <a:pt x="1954" y="145"/>
                </a:lnTo>
                <a:lnTo>
                  <a:pt x="1960" y="143"/>
                </a:lnTo>
                <a:lnTo>
                  <a:pt x="1966" y="140"/>
                </a:lnTo>
                <a:lnTo>
                  <a:pt x="1971" y="138"/>
                </a:lnTo>
                <a:lnTo>
                  <a:pt x="1977" y="135"/>
                </a:lnTo>
                <a:lnTo>
                  <a:pt x="1983" y="133"/>
                </a:lnTo>
                <a:lnTo>
                  <a:pt x="1989" y="130"/>
                </a:lnTo>
                <a:lnTo>
                  <a:pt x="1994" y="128"/>
                </a:lnTo>
                <a:lnTo>
                  <a:pt x="2000" y="126"/>
                </a:lnTo>
                <a:lnTo>
                  <a:pt x="2006" y="123"/>
                </a:lnTo>
                <a:lnTo>
                  <a:pt x="2012" y="121"/>
                </a:lnTo>
                <a:lnTo>
                  <a:pt x="2018" y="118"/>
                </a:lnTo>
                <a:lnTo>
                  <a:pt x="2023" y="116"/>
                </a:lnTo>
                <a:lnTo>
                  <a:pt x="2029" y="114"/>
                </a:lnTo>
                <a:lnTo>
                  <a:pt x="2035" y="111"/>
                </a:lnTo>
                <a:lnTo>
                  <a:pt x="2041" y="109"/>
                </a:lnTo>
                <a:lnTo>
                  <a:pt x="2046" y="106"/>
                </a:lnTo>
                <a:lnTo>
                  <a:pt x="2052" y="104"/>
                </a:lnTo>
                <a:lnTo>
                  <a:pt x="2058" y="102"/>
                </a:lnTo>
                <a:lnTo>
                  <a:pt x="2064" y="99"/>
                </a:lnTo>
                <a:lnTo>
                  <a:pt x="2069" y="97"/>
                </a:lnTo>
                <a:lnTo>
                  <a:pt x="2075" y="94"/>
                </a:lnTo>
                <a:lnTo>
                  <a:pt x="2081" y="92"/>
                </a:lnTo>
                <a:lnTo>
                  <a:pt x="2087" y="89"/>
                </a:lnTo>
                <a:lnTo>
                  <a:pt x="2092" y="87"/>
                </a:lnTo>
                <a:lnTo>
                  <a:pt x="2098" y="85"/>
                </a:lnTo>
                <a:lnTo>
                  <a:pt x="2104" y="82"/>
                </a:lnTo>
                <a:lnTo>
                  <a:pt x="2110" y="80"/>
                </a:lnTo>
                <a:lnTo>
                  <a:pt x="2116" y="77"/>
                </a:lnTo>
                <a:lnTo>
                  <a:pt x="2121" y="75"/>
                </a:lnTo>
                <a:lnTo>
                  <a:pt x="2127" y="73"/>
                </a:lnTo>
                <a:lnTo>
                  <a:pt x="2133" y="70"/>
                </a:lnTo>
                <a:lnTo>
                  <a:pt x="2139" y="68"/>
                </a:lnTo>
                <a:lnTo>
                  <a:pt x="2144" y="65"/>
                </a:lnTo>
                <a:lnTo>
                  <a:pt x="2150" y="63"/>
                </a:lnTo>
                <a:lnTo>
                  <a:pt x="2156" y="60"/>
                </a:lnTo>
                <a:lnTo>
                  <a:pt x="2162" y="58"/>
                </a:lnTo>
                <a:lnTo>
                  <a:pt x="2167" y="56"/>
                </a:lnTo>
                <a:lnTo>
                  <a:pt x="2173" y="53"/>
                </a:lnTo>
                <a:lnTo>
                  <a:pt x="2179" y="51"/>
                </a:lnTo>
                <a:lnTo>
                  <a:pt x="2185" y="48"/>
                </a:lnTo>
                <a:lnTo>
                  <a:pt x="2190" y="46"/>
                </a:lnTo>
                <a:lnTo>
                  <a:pt x="2196" y="44"/>
                </a:lnTo>
                <a:lnTo>
                  <a:pt x="2202" y="41"/>
                </a:lnTo>
                <a:lnTo>
                  <a:pt x="2208" y="39"/>
                </a:lnTo>
                <a:lnTo>
                  <a:pt x="2214" y="36"/>
                </a:lnTo>
                <a:lnTo>
                  <a:pt x="2219" y="34"/>
                </a:lnTo>
                <a:lnTo>
                  <a:pt x="2225" y="32"/>
                </a:lnTo>
                <a:lnTo>
                  <a:pt x="2231" y="29"/>
                </a:lnTo>
                <a:lnTo>
                  <a:pt x="2237" y="27"/>
                </a:lnTo>
                <a:lnTo>
                  <a:pt x="2242" y="24"/>
                </a:lnTo>
                <a:lnTo>
                  <a:pt x="2248" y="22"/>
                </a:lnTo>
                <a:lnTo>
                  <a:pt x="2254" y="19"/>
                </a:lnTo>
                <a:lnTo>
                  <a:pt x="2260" y="17"/>
                </a:lnTo>
                <a:lnTo>
                  <a:pt x="2265" y="15"/>
                </a:lnTo>
                <a:lnTo>
                  <a:pt x="2271" y="12"/>
                </a:lnTo>
                <a:lnTo>
                  <a:pt x="2277" y="10"/>
                </a:lnTo>
                <a:lnTo>
                  <a:pt x="2283" y="7"/>
                </a:lnTo>
                <a:lnTo>
                  <a:pt x="2288" y="5"/>
                </a:lnTo>
                <a:lnTo>
                  <a:pt x="2294" y="3"/>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9" name="Connector 88"/>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0" name="Oval 89"/>
          <p:cNvSpPr/>
          <p:nvPr/>
        </p:nvSpPr>
        <p:spPr>
          <a:xfrm>
            <a:off x="7927848" y="394553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2" name="TextBox 91"/>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0.98</a:t>
            </a:r>
          </a:p>
        </p:txBody>
      </p:sp>
      <p:cxnSp>
        <p:nvCxnSpPr>
          <p:cNvPr id="93" name="Connector 92"/>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5" name="TextBox 94"/>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6" name="TextBox 95"/>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7" name="Freeform 96"/>
          <p:cNvSpPr/>
          <p:nvPr/>
        </p:nvSpPr>
        <p:spPr>
          <a:xfrm>
            <a:off x="9180576" y="3936492"/>
            <a:ext cx="2103120" cy="773582"/>
          </a:xfrm>
          <a:custGeom>
            <a:avLst/>
            <a:gdLst/>
            <a:ahLst/>
            <a:cxnLst/>
            <a:rect l="l" t="t" r="r" b="b"/>
            <a:pathLst>
              <a:path w="2300" h="846">
                <a:moveTo>
                  <a:pt x="0" y="846"/>
                </a:moveTo>
                <a:lnTo>
                  <a:pt x="6" y="844"/>
                </a:lnTo>
                <a:lnTo>
                  <a:pt x="12" y="842"/>
                </a:lnTo>
                <a:lnTo>
                  <a:pt x="17" y="840"/>
                </a:lnTo>
                <a:lnTo>
                  <a:pt x="23" y="837"/>
                </a:lnTo>
                <a:lnTo>
                  <a:pt x="29" y="835"/>
                </a:lnTo>
                <a:lnTo>
                  <a:pt x="35" y="833"/>
                </a:lnTo>
                <a:lnTo>
                  <a:pt x="40" y="831"/>
                </a:lnTo>
                <a:lnTo>
                  <a:pt x="46" y="829"/>
                </a:lnTo>
                <a:lnTo>
                  <a:pt x="52" y="827"/>
                </a:lnTo>
                <a:lnTo>
                  <a:pt x="58" y="825"/>
                </a:lnTo>
                <a:lnTo>
                  <a:pt x="63" y="823"/>
                </a:lnTo>
                <a:lnTo>
                  <a:pt x="69" y="820"/>
                </a:lnTo>
                <a:lnTo>
                  <a:pt x="75" y="818"/>
                </a:lnTo>
                <a:lnTo>
                  <a:pt x="81" y="816"/>
                </a:lnTo>
                <a:lnTo>
                  <a:pt x="86" y="814"/>
                </a:lnTo>
                <a:lnTo>
                  <a:pt x="92" y="812"/>
                </a:lnTo>
                <a:lnTo>
                  <a:pt x="98" y="810"/>
                </a:lnTo>
                <a:lnTo>
                  <a:pt x="104" y="808"/>
                </a:lnTo>
                <a:lnTo>
                  <a:pt x="110" y="806"/>
                </a:lnTo>
                <a:lnTo>
                  <a:pt x="115" y="803"/>
                </a:lnTo>
                <a:lnTo>
                  <a:pt x="121" y="801"/>
                </a:lnTo>
                <a:lnTo>
                  <a:pt x="127" y="799"/>
                </a:lnTo>
                <a:lnTo>
                  <a:pt x="133" y="797"/>
                </a:lnTo>
                <a:lnTo>
                  <a:pt x="138" y="795"/>
                </a:lnTo>
                <a:lnTo>
                  <a:pt x="144" y="793"/>
                </a:lnTo>
                <a:lnTo>
                  <a:pt x="150" y="791"/>
                </a:lnTo>
                <a:lnTo>
                  <a:pt x="156" y="789"/>
                </a:lnTo>
                <a:lnTo>
                  <a:pt x="161" y="787"/>
                </a:lnTo>
                <a:lnTo>
                  <a:pt x="167" y="784"/>
                </a:lnTo>
                <a:lnTo>
                  <a:pt x="173" y="782"/>
                </a:lnTo>
                <a:lnTo>
                  <a:pt x="179" y="780"/>
                </a:lnTo>
                <a:lnTo>
                  <a:pt x="184" y="778"/>
                </a:lnTo>
                <a:lnTo>
                  <a:pt x="190" y="776"/>
                </a:lnTo>
                <a:lnTo>
                  <a:pt x="196" y="774"/>
                </a:lnTo>
                <a:lnTo>
                  <a:pt x="202" y="772"/>
                </a:lnTo>
                <a:lnTo>
                  <a:pt x="208" y="770"/>
                </a:lnTo>
                <a:lnTo>
                  <a:pt x="213" y="767"/>
                </a:lnTo>
                <a:lnTo>
                  <a:pt x="219" y="765"/>
                </a:lnTo>
                <a:lnTo>
                  <a:pt x="225" y="763"/>
                </a:lnTo>
                <a:lnTo>
                  <a:pt x="231" y="761"/>
                </a:lnTo>
                <a:lnTo>
                  <a:pt x="236" y="759"/>
                </a:lnTo>
                <a:lnTo>
                  <a:pt x="242" y="757"/>
                </a:lnTo>
                <a:lnTo>
                  <a:pt x="248" y="755"/>
                </a:lnTo>
                <a:lnTo>
                  <a:pt x="254" y="753"/>
                </a:lnTo>
                <a:lnTo>
                  <a:pt x="259" y="750"/>
                </a:lnTo>
                <a:lnTo>
                  <a:pt x="265" y="748"/>
                </a:lnTo>
                <a:lnTo>
                  <a:pt x="271" y="746"/>
                </a:lnTo>
                <a:lnTo>
                  <a:pt x="277" y="744"/>
                </a:lnTo>
                <a:lnTo>
                  <a:pt x="282" y="742"/>
                </a:lnTo>
                <a:lnTo>
                  <a:pt x="288" y="740"/>
                </a:lnTo>
                <a:lnTo>
                  <a:pt x="294" y="738"/>
                </a:lnTo>
                <a:lnTo>
                  <a:pt x="300" y="736"/>
                </a:lnTo>
                <a:lnTo>
                  <a:pt x="306" y="734"/>
                </a:lnTo>
                <a:lnTo>
                  <a:pt x="311" y="731"/>
                </a:lnTo>
                <a:lnTo>
                  <a:pt x="317" y="729"/>
                </a:lnTo>
                <a:lnTo>
                  <a:pt x="323" y="727"/>
                </a:lnTo>
                <a:lnTo>
                  <a:pt x="329" y="725"/>
                </a:lnTo>
                <a:lnTo>
                  <a:pt x="334" y="723"/>
                </a:lnTo>
                <a:lnTo>
                  <a:pt x="340" y="721"/>
                </a:lnTo>
                <a:lnTo>
                  <a:pt x="346" y="719"/>
                </a:lnTo>
                <a:lnTo>
                  <a:pt x="352" y="717"/>
                </a:lnTo>
                <a:lnTo>
                  <a:pt x="357" y="714"/>
                </a:lnTo>
                <a:lnTo>
                  <a:pt x="363" y="712"/>
                </a:lnTo>
                <a:lnTo>
                  <a:pt x="369" y="710"/>
                </a:lnTo>
                <a:lnTo>
                  <a:pt x="375" y="708"/>
                </a:lnTo>
                <a:lnTo>
                  <a:pt x="380" y="706"/>
                </a:lnTo>
                <a:lnTo>
                  <a:pt x="386" y="704"/>
                </a:lnTo>
                <a:lnTo>
                  <a:pt x="392" y="702"/>
                </a:lnTo>
                <a:lnTo>
                  <a:pt x="398" y="700"/>
                </a:lnTo>
                <a:lnTo>
                  <a:pt x="404" y="697"/>
                </a:lnTo>
                <a:lnTo>
                  <a:pt x="409" y="695"/>
                </a:lnTo>
                <a:lnTo>
                  <a:pt x="415" y="693"/>
                </a:lnTo>
                <a:lnTo>
                  <a:pt x="421" y="691"/>
                </a:lnTo>
                <a:lnTo>
                  <a:pt x="427" y="689"/>
                </a:lnTo>
                <a:lnTo>
                  <a:pt x="432" y="687"/>
                </a:lnTo>
                <a:lnTo>
                  <a:pt x="438" y="685"/>
                </a:lnTo>
                <a:lnTo>
                  <a:pt x="444" y="683"/>
                </a:lnTo>
                <a:lnTo>
                  <a:pt x="450" y="680"/>
                </a:lnTo>
                <a:lnTo>
                  <a:pt x="455" y="678"/>
                </a:lnTo>
                <a:lnTo>
                  <a:pt x="461" y="676"/>
                </a:lnTo>
                <a:lnTo>
                  <a:pt x="467" y="674"/>
                </a:lnTo>
                <a:lnTo>
                  <a:pt x="473" y="672"/>
                </a:lnTo>
                <a:lnTo>
                  <a:pt x="478" y="670"/>
                </a:lnTo>
                <a:lnTo>
                  <a:pt x="484" y="668"/>
                </a:lnTo>
                <a:lnTo>
                  <a:pt x="490" y="666"/>
                </a:lnTo>
                <a:lnTo>
                  <a:pt x="496" y="664"/>
                </a:lnTo>
                <a:lnTo>
                  <a:pt x="502" y="661"/>
                </a:lnTo>
                <a:lnTo>
                  <a:pt x="507" y="659"/>
                </a:lnTo>
                <a:lnTo>
                  <a:pt x="513" y="657"/>
                </a:lnTo>
                <a:lnTo>
                  <a:pt x="519" y="655"/>
                </a:lnTo>
                <a:lnTo>
                  <a:pt x="525" y="653"/>
                </a:lnTo>
                <a:lnTo>
                  <a:pt x="530" y="651"/>
                </a:lnTo>
                <a:lnTo>
                  <a:pt x="536" y="649"/>
                </a:lnTo>
                <a:lnTo>
                  <a:pt x="542" y="647"/>
                </a:lnTo>
                <a:lnTo>
                  <a:pt x="548" y="644"/>
                </a:lnTo>
                <a:lnTo>
                  <a:pt x="553" y="642"/>
                </a:lnTo>
                <a:lnTo>
                  <a:pt x="559" y="640"/>
                </a:lnTo>
                <a:lnTo>
                  <a:pt x="565" y="638"/>
                </a:lnTo>
                <a:lnTo>
                  <a:pt x="571" y="636"/>
                </a:lnTo>
                <a:lnTo>
                  <a:pt x="576" y="634"/>
                </a:lnTo>
                <a:lnTo>
                  <a:pt x="582" y="632"/>
                </a:lnTo>
                <a:lnTo>
                  <a:pt x="588" y="630"/>
                </a:lnTo>
                <a:lnTo>
                  <a:pt x="594" y="627"/>
                </a:lnTo>
                <a:lnTo>
                  <a:pt x="599" y="625"/>
                </a:lnTo>
                <a:lnTo>
                  <a:pt x="605" y="623"/>
                </a:lnTo>
                <a:lnTo>
                  <a:pt x="611" y="621"/>
                </a:lnTo>
                <a:lnTo>
                  <a:pt x="617" y="619"/>
                </a:lnTo>
                <a:lnTo>
                  <a:pt x="623" y="617"/>
                </a:lnTo>
                <a:lnTo>
                  <a:pt x="628" y="615"/>
                </a:lnTo>
                <a:lnTo>
                  <a:pt x="634" y="613"/>
                </a:lnTo>
                <a:lnTo>
                  <a:pt x="640" y="611"/>
                </a:lnTo>
                <a:lnTo>
                  <a:pt x="646" y="608"/>
                </a:lnTo>
                <a:lnTo>
                  <a:pt x="651" y="606"/>
                </a:lnTo>
                <a:lnTo>
                  <a:pt x="657" y="604"/>
                </a:lnTo>
                <a:lnTo>
                  <a:pt x="663" y="602"/>
                </a:lnTo>
                <a:lnTo>
                  <a:pt x="669" y="600"/>
                </a:lnTo>
                <a:lnTo>
                  <a:pt x="674" y="598"/>
                </a:lnTo>
                <a:lnTo>
                  <a:pt x="680" y="596"/>
                </a:lnTo>
                <a:lnTo>
                  <a:pt x="686" y="594"/>
                </a:lnTo>
                <a:lnTo>
                  <a:pt x="692" y="591"/>
                </a:lnTo>
                <a:lnTo>
                  <a:pt x="697" y="589"/>
                </a:lnTo>
                <a:lnTo>
                  <a:pt x="703" y="587"/>
                </a:lnTo>
                <a:lnTo>
                  <a:pt x="709" y="585"/>
                </a:lnTo>
                <a:lnTo>
                  <a:pt x="715" y="583"/>
                </a:lnTo>
                <a:lnTo>
                  <a:pt x="721" y="581"/>
                </a:lnTo>
                <a:lnTo>
                  <a:pt x="726" y="579"/>
                </a:lnTo>
                <a:lnTo>
                  <a:pt x="732" y="577"/>
                </a:lnTo>
                <a:lnTo>
                  <a:pt x="738" y="574"/>
                </a:lnTo>
                <a:lnTo>
                  <a:pt x="744" y="572"/>
                </a:lnTo>
                <a:lnTo>
                  <a:pt x="749" y="570"/>
                </a:lnTo>
                <a:lnTo>
                  <a:pt x="755" y="568"/>
                </a:lnTo>
                <a:lnTo>
                  <a:pt x="761" y="566"/>
                </a:lnTo>
                <a:lnTo>
                  <a:pt x="767" y="564"/>
                </a:lnTo>
                <a:lnTo>
                  <a:pt x="772" y="562"/>
                </a:lnTo>
                <a:lnTo>
                  <a:pt x="778" y="560"/>
                </a:lnTo>
                <a:lnTo>
                  <a:pt x="784" y="558"/>
                </a:lnTo>
                <a:lnTo>
                  <a:pt x="790" y="555"/>
                </a:lnTo>
                <a:lnTo>
                  <a:pt x="795" y="553"/>
                </a:lnTo>
                <a:lnTo>
                  <a:pt x="801" y="551"/>
                </a:lnTo>
                <a:lnTo>
                  <a:pt x="807" y="549"/>
                </a:lnTo>
                <a:lnTo>
                  <a:pt x="813" y="547"/>
                </a:lnTo>
                <a:lnTo>
                  <a:pt x="819" y="545"/>
                </a:lnTo>
                <a:lnTo>
                  <a:pt x="824" y="543"/>
                </a:lnTo>
                <a:lnTo>
                  <a:pt x="830" y="541"/>
                </a:lnTo>
                <a:lnTo>
                  <a:pt x="836" y="538"/>
                </a:lnTo>
                <a:lnTo>
                  <a:pt x="842" y="536"/>
                </a:lnTo>
                <a:lnTo>
                  <a:pt x="847" y="534"/>
                </a:lnTo>
                <a:lnTo>
                  <a:pt x="853" y="532"/>
                </a:lnTo>
                <a:lnTo>
                  <a:pt x="859" y="530"/>
                </a:lnTo>
                <a:lnTo>
                  <a:pt x="865" y="528"/>
                </a:lnTo>
                <a:lnTo>
                  <a:pt x="870" y="526"/>
                </a:lnTo>
                <a:lnTo>
                  <a:pt x="876" y="524"/>
                </a:lnTo>
                <a:lnTo>
                  <a:pt x="882" y="521"/>
                </a:lnTo>
                <a:lnTo>
                  <a:pt x="888" y="519"/>
                </a:lnTo>
                <a:lnTo>
                  <a:pt x="893" y="517"/>
                </a:lnTo>
                <a:lnTo>
                  <a:pt x="899" y="515"/>
                </a:lnTo>
                <a:lnTo>
                  <a:pt x="905" y="513"/>
                </a:lnTo>
                <a:lnTo>
                  <a:pt x="911" y="511"/>
                </a:lnTo>
                <a:lnTo>
                  <a:pt x="917" y="509"/>
                </a:lnTo>
                <a:lnTo>
                  <a:pt x="922" y="507"/>
                </a:lnTo>
                <a:lnTo>
                  <a:pt x="928" y="504"/>
                </a:lnTo>
                <a:lnTo>
                  <a:pt x="934" y="502"/>
                </a:lnTo>
                <a:lnTo>
                  <a:pt x="940" y="500"/>
                </a:lnTo>
                <a:lnTo>
                  <a:pt x="945" y="498"/>
                </a:lnTo>
                <a:lnTo>
                  <a:pt x="951" y="496"/>
                </a:lnTo>
                <a:lnTo>
                  <a:pt x="957" y="494"/>
                </a:lnTo>
                <a:lnTo>
                  <a:pt x="963" y="492"/>
                </a:lnTo>
                <a:lnTo>
                  <a:pt x="968" y="490"/>
                </a:lnTo>
                <a:lnTo>
                  <a:pt x="974" y="488"/>
                </a:lnTo>
                <a:lnTo>
                  <a:pt x="980" y="485"/>
                </a:lnTo>
                <a:lnTo>
                  <a:pt x="986" y="483"/>
                </a:lnTo>
                <a:lnTo>
                  <a:pt x="991" y="481"/>
                </a:lnTo>
                <a:lnTo>
                  <a:pt x="997" y="479"/>
                </a:lnTo>
                <a:lnTo>
                  <a:pt x="1003" y="477"/>
                </a:lnTo>
                <a:lnTo>
                  <a:pt x="1009" y="475"/>
                </a:lnTo>
                <a:lnTo>
                  <a:pt x="1015" y="473"/>
                </a:lnTo>
                <a:lnTo>
                  <a:pt x="1020" y="471"/>
                </a:lnTo>
                <a:lnTo>
                  <a:pt x="1026" y="468"/>
                </a:lnTo>
                <a:lnTo>
                  <a:pt x="1032" y="466"/>
                </a:lnTo>
                <a:lnTo>
                  <a:pt x="1038" y="464"/>
                </a:lnTo>
                <a:lnTo>
                  <a:pt x="1043" y="462"/>
                </a:lnTo>
                <a:lnTo>
                  <a:pt x="1049" y="460"/>
                </a:lnTo>
                <a:lnTo>
                  <a:pt x="1055" y="458"/>
                </a:lnTo>
                <a:lnTo>
                  <a:pt x="1061" y="456"/>
                </a:lnTo>
                <a:lnTo>
                  <a:pt x="1066" y="454"/>
                </a:lnTo>
                <a:lnTo>
                  <a:pt x="1072" y="451"/>
                </a:lnTo>
                <a:lnTo>
                  <a:pt x="1078" y="449"/>
                </a:lnTo>
                <a:lnTo>
                  <a:pt x="1084" y="447"/>
                </a:lnTo>
                <a:lnTo>
                  <a:pt x="1089" y="445"/>
                </a:lnTo>
                <a:lnTo>
                  <a:pt x="1095" y="443"/>
                </a:lnTo>
                <a:lnTo>
                  <a:pt x="1101" y="441"/>
                </a:lnTo>
                <a:lnTo>
                  <a:pt x="1107" y="439"/>
                </a:lnTo>
                <a:lnTo>
                  <a:pt x="1113" y="437"/>
                </a:lnTo>
                <a:lnTo>
                  <a:pt x="1118" y="435"/>
                </a:lnTo>
                <a:lnTo>
                  <a:pt x="1124" y="432"/>
                </a:lnTo>
                <a:lnTo>
                  <a:pt x="1130" y="430"/>
                </a:lnTo>
                <a:lnTo>
                  <a:pt x="1136" y="428"/>
                </a:lnTo>
                <a:lnTo>
                  <a:pt x="1141" y="426"/>
                </a:lnTo>
                <a:lnTo>
                  <a:pt x="1147" y="424"/>
                </a:lnTo>
                <a:lnTo>
                  <a:pt x="1153" y="422"/>
                </a:lnTo>
                <a:lnTo>
                  <a:pt x="1159" y="420"/>
                </a:lnTo>
                <a:lnTo>
                  <a:pt x="1164" y="418"/>
                </a:lnTo>
                <a:lnTo>
                  <a:pt x="1170" y="415"/>
                </a:lnTo>
                <a:lnTo>
                  <a:pt x="1176" y="413"/>
                </a:lnTo>
                <a:lnTo>
                  <a:pt x="1182" y="411"/>
                </a:lnTo>
                <a:lnTo>
                  <a:pt x="1187" y="409"/>
                </a:lnTo>
                <a:lnTo>
                  <a:pt x="1193" y="407"/>
                </a:lnTo>
                <a:lnTo>
                  <a:pt x="1199" y="405"/>
                </a:lnTo>
                <a:lnTo>
                  <a:pt x="1205" y="403"/>
                </a:lnTo>
                <a:lnTo>
                  <a:pt x="1211" y="401"/>
                </a:lnTo>
                <a:lnTo>
                  <a:pt x="1216" y="398"/>
                </a:lnTo>
                <a:lnTo>
                  <a:pt x="1222" y="396"/>
                </a:lnTo>
                <a:lnTo>
                  <a:pt x="1228" y="394"/>
                </a:lnTo>
                <a:lnTo>
                  <a:pt x="1234" y="392"/>
                </a:lnTo>
                <a:lnTo>
                  <a:pt x="1239" y="390"/>
                </a:lnTo>
                <a:lnTo>
                  <a:pt x="1245" y="388"/>
                </a:lnTo>
                <a:lnTo>
                  <a:pt x="1251" y="386"/>
                </a:lnTo>
                <a:lnTo>
                  <a:pt x="1257" y="384"/>
                </a:lnTo>
                <a:lnTo>
                  <a:pt x="1262" y="382"/>
                </a:lnTo>
                <a:lnTo>
                  <a:pt x="1268" y="379"/>
                </a:lnTo>
                <a:lnTo>
                  <a:pt x="1274" y="377"/>
                </a:lnTo>
                <a:lnTo>
                  <a:pt x="1280" y="375"/>
                </a:lnTo>
                <a:lnTo>
                  <a:pt x="1285" y="373"/>
                </a:lnTo>
                <a:lnTo>
                  <a:pt x="1291" y="371"/>
                </a:lnTo>
                <a:lnTo>
                  <a:pt x="1297" y="369"/>
                </a:lnTo>
                <a:lnTo>
                  <a:pt x="1303" y="367"/>
                </a:lnTo>
                <a:lnTo>
                  <a:pt x="1309" y="365"/>
                </a:lnTo>
                <a:lnTo>
                  <a:pt x="1314" y="362"/>
                </a:lnTo>
                <a:lnTo>
                  <a:pt x="1320" y="360"/>
                </a:lnTo>
                <a:lnTo>
                  <a:pt x="1326" y="358"/>
                </a:lnTo>
                <a:lnTo>
                  <a:pt x="1332" y="356"/>
                </a:lnTo>
                <a:lnTo>
                  <a:pt x="1337" y="354"/>
                </a:lnTo>
                <a:lnTo>
                  <a:pt x="1343" y="352"/>
                </a:lnTo>
                <a:lnTo>
                  <a:pt x="1349" y="350"/>
                </a:lnTo>
                <a:lnTo>
                  <a:pt x="1355" y="348"/>
                </a:lnTo>
                <a:lnTo>
                  <a:pt x="1360" y="345"/>
                </a:lnTo>
                <a:lnTo>
                  <a:pt x="1366" y="343"/>
                </a:lnTo>
                <a:lnTo>
                  <a:pt x="1372" y="341"/>
                </a:lnTo>
                <a:lnTo>
                  <a:pt x="1378" y="339"/>
                </a:lnTo>
                <a:lnTo>
                  <a:pt x="1383" y="337"/>
                </a:lnTo>
                <a:lnTo>
                  <a:pt x="1389" y="335"/>
                </a:lnTo>
                <a:lnTo>
                  <a:pt x="1395" y="333"/>
                </a:lnTo>
                <a:lnTo>
                  <a:pt x="1401" y="331"/>
                </a:lnTo>
                <a:lnTo>
                  <a:pt x="1407" y="329"/>
                </a:lnTo>
                <a:lnTo>
                  <a:pt x="1412" y="326"/>
                </a:lnTo>
                <a:lnTo>
                  <a:pt x="1418" y="324"/>
                </a:lnTo>
                <a:lnTo>
                  <a:pt x="1424" y="322"/>
                </a:lnTo>
                <a:lnTo>
                  <a:pt x="1430" y="320"/>
                </a:lnTo>
                <a:lnTo>
                  <a:pt x="1435" y="318"/>
                </a:lnTo>
                <a:lnTo>
                  <a:pt x="1441" y="316"/>
                </a:lnTo>
                <a:lnTo>
                  <a:pt x="1447" y="314"/>
                </a:lnTo>
                <a:lnTo>
                  <a:pt x="1453" y="312"/>
                </a:lnTo>
                <a:lnTo>
                  <a:pt x="1458" y="309"/>
                </a:lnTo>
                <a:lnTo>
                  <a:pt x="1464" y="307"/>
                </a:lnTo>
                <a:lnTo>
                  <a:pt x="1470" y="305"/>
                </a:lnTo>
                <a:lnTo>
                  <a:pt x="1476" y="303"/>
                </a:lnTo>
                <a:lnTo>
                  <a:pt x="1481" y="301"/>
                </a:lnTo>
                <a:lnTo>
                  <a:pt x="1487" y="299"/>
                </a:lnTo>
                <a:lnTo>
                  <a:pt x="1493" y="297"/>
                </a:lnTo>
                <a:lnTo>
                  <a:pt x="1499" y="295"/>
                </a:lnTo>
                <a:lnTo>
                  <a:pt x="1505" y="292"/>
                </a:lnTo>
                <a:lnTo>
                  <a:pt x="1510" y="290"/>
                </a:lnTo>
                <a:lnTo>
                  <a:pt x="1516" y="288"/>
                </a:lnTo>
                <a:lnTo>
                  <a:pt x="1522" y="286"/>
                </a:lnTo>
                <a:lnTo>
                  <a:pt x="1528" y="284"/>
                </a:lnTo>
                <a:lnTo>
                  <a:pt x="1533" y="282"/>
                </a:lnTo>
                <a:lnTo>
                  <a:pt x="1539" y="280"/>
                </a:lnTo>
                <a:lnTo>
                  <a:pt x="1545" y="278"/>
                </a:lnTo>
                <a:lnTo>
                  <a:pt x="1551" y="275"/>
                </a:lnTo>
                <a:lnTo>
                  <a:pt x="1556" y="273"/>
                </a:lnTo>
                <a:lnTo>
                  <a:pt x="1562" y="271"/>
                </a:lnTo>
                <a:lnTo>
                  <a:pt x="1568" y="269"/>
                </a:lnTo>
                <a:lnTo>
                  <a:pt x="1574" y="267"/>
                </a:lnTo>
                <a:lnTo>
                  <a:pt x="1579" y="265"/>
                </a:lnTo>
                <a:lnTo>
                  <a:pt x="1585" y="263"/>
                </a:lnTo>
                <a:lnTo>
                  <a:pt x="1591" y="261"/>
                </a:lnTo>
                <a:lnTo>
                  <a:pt x="1597" y="259"/>
                </a:lnTo>
                <a:lnTo>
                  <a:pt x="1603" y="256"/>
                </a:lnTo>
                <a:lnTo>
                  <a:pt x="1608" y="254"/>
                </a:lnTo>
                <a:lnTo>
                  <a:pt x="1614" y="252"/>
                </a:lnTo>
                <a:lnTo>
                  <a:pt x="1620" y="250"/>
                </a:lnTo>
                <a:lnTo>
                  <a:pt x="1626" y="248"/>
                </a:lnTo>
                <a:lnTo>
                  <a:pt x="1631" y="246"/>
                </a:lnTo>
                <a:lnTo>
                  <a:pt x="1637" y="244"/>
                </a:lnTo>
                <a:lnTo>
                  <a:pt x="1643" y="242"/>
                </a:lnTo>
                <a:lnTo>
                  <a:pt x="1649" y="239"/>
                </a:lnTo>
                <a:lnTo>
                  <a:pt x="1654" y="237"/>
                </a:lnTo>
                <a:lnTo>
                  <a:pt x="1660" y="235"/>
                </a:lnTo>
                <a:lnTo>
                  <a:pt x="1666" y="233"/>
                </a:lnTo>
                <a:lnTo>
                  <a:pt x="1672" y="231"/>
                </a:lnTo>
                <a:lnTo>
                  <a:pt x="1677" y="229"/>
                </a:lnTo>
                <a:lnTo>
                  <a:pt x="1683" y="227"/>
                </a:lnTo>
                <a:lnTo>
                  <a:pt x="1689" y="225"/>
                </a:lnTo>
                <a:lnTo>
                  <a:pt x="1695" y="222"/>
                </a:lnTo>
                <a:lnTo>
                  <a:pt x="1701" y="220"/>
                </a:lnTo>
                <a:lnTo>
                  <a:pt x="1706" y="218"/>
                </a:lnTo>
                <a:lnTo>
                  <a:pt x="1712" y="216"/>
                </a:lnTo>
                <a:lnTo>
                  <a:pt x="1718" y="214"/>
                </a:lnTo>
                <a:lnTo>
                  <a:pt x="1724" y="212"/>
                </a:lnTo>
                <a:lnTo>
                  <a:pt x="1729" y="210"/>
                </a:lnTo>
                <a:lnTo>
                  <a:pt x="1735" y="208"/>
                </a:lnTo>
                <a:lnTo>
                  <a:pt x="1741" y="206"/>
                </a:lnTo>
                <a:lnTo>
                  <a:pt x="1747" y="203"/>
                </a:lnTo>
                <a:lnTo>
                  <a:pt x="1752" y="201"/>
                </a:lnTo>
                <a:lnTo>
                  <a:pt x="1758" y="199"/>
                </a:lnTo>
                <a:lnTo>
                  <a:pt x="1764" y="197"/>
                </a:lnTo>
                <a:lnTo>
                  <a:pt x="1770" y="195"/>
                </a:lnTo>
                <a:lnTo>
                  <a:pt x="1775" y="193"/>
                </a:lnTo>
                <a:lnTo>
                  <a:pt x="1781" y="191"/>
                </a:lnTo>
                <a:lnTo>
                  <a:pt x="1787" y="189"/>
                </a:lnTo>
                <a:lnTo>
                  <a:pt x="1793" y="186"/>
                </a:lnTo>
                <a:lnTo>
                  <a:pt x="1798" y="184"/>
                </a:lnTo>
                <a:lnTo>
                  <a:pt x="1804" y="182"/>
                </a:lnTo>
                <a:lnTo>
                  <a:pt x="1810" y="180"/>
                </a:lnTo>
                <a:lnTo>
                  <a:pt x="1816" y="178"/>
                </a:lnTo>
                <a:lnTo>
                  <a:pt x="1822" y="176"/>
                </a:lnTo>
                <a:lnTo>
                  <a:pt x="1827" y="174"/>
                </a:lnTo>
                <a:lnTo>
                  <a:pt x="1833" y="172"/>
                </a:lnTo>
                <a:lnTo>
                  <a:pt x="1839" y="169"/>
                </a:lnTo>
                <a:lnTo>
                  <a:pt x="1845" y="167"/>
                </a:lnTo>
                <a:lnTo>
                  <a:pt x="1850" y="165"/>
                </a:lnTo>
                <a:lnTo>
                  <a:pt x="1856" y="163"/>
                </a:lnTo>
                <a:lnTo>
                  <a:pt x="1862" y="161"/>
                </a:lnTo>
                <a:lnTo>
                  <a:pt x="1868" y="159"/>
                </a:lnTo>
                <a:lnTo>
                  <a:pt x="1873" y="157"/>
                </a:lnTo>
                <a:lnTo>
                  <a:pt x="1879" y="155"/>
                </a:lnTo>
                <a:lnTo>
                  <a:pt x="1885" y="153"/>
                </a:lnTo>
                <a:lnTo>
                  <a:pt x="1891" y="150"/>
                </a:lnTo>
                <a:lnTo>
                  <a:pt x="1896" y="148"/>
                </a:lnTo>
                <a:lnTo>
                  <a:pt x="1902" y="146"/>
                </a:lnTo>
                <a:lnTo>
                  <a:pt x="1908" y="144"/>
                </a:lnTo>
                <a:lnTo>
                  <a:pt x="1914" y="142"/>
                </a:lnTo>
                <a:lnTo>
                  <a:pt x="1920" y="140"/>
                </a:lnTo>
                <a:lnTo>
                  <a:pt x="1925" y="138"/>
                </a:lnTo>
                <a:lnTo>
                  <a:pt x="1931" y="136"/>
                </a:lnTo>
                <a:lnTo>
                  <a:pt x="1937" y="133"/>
                </a:lnTo>
                <a:lnTo>
                  <a:pt x="1943" y="131"/>
                </a:lnTo>
                <a:lnTo>
                  <a:pt x="1948" y="129"/>
                </a:lnTo>
                <a:lnTo>
                  <a:pt x="1954" y="127"/>
                </a:lnTo>
                <a:lnTo>
                  <a:pt x="1960" y="125"/>
                </a:lnTo>
                <a:lnTo>
                  <a:pt x="1966" y="123"/>
                </a:lnTo>
                <a:lnTo>
                  <a:pt x="1971" y="121"/>
                </a:lnTo>
                <a:lnTo>
                  <a:pt x="1977" y="119"/>
                </a:lnTo>
                <a:lnTo>
                  <a:pt x="1983" y="116"/>
                </a:lnTo>
                <a:lnTo>
                  <a:pt x="1989" y="114"/>
                </a:lnTo>
                <a:lnTo>
                  <a:pt x="1994" y="112"/>
                </a:lnTo>
                <a:lnTo>
                  <a:pt x="2000" y="110"/>
                </a:lnTo>
                <a:lnTo>
                  <a:pt x="2006" y="108"/>
                </a:lnTo>
                <a:lnTo>
                  <a:pt x="2012" y="106"/>
                </a:lnTo>
                <a:lnTo>
                  <a:pt x="2018" y="104"/>
                </a:lnTo>
                <a:lnTo>
                  <a:pt x="2023" y="102"/>
                </a:lnTo>
                <a:lnTo>
                  <a:pt x="2029" y="99"/>
                </a:lnTo>
                <a:lnTo>
                  <a:pt x="2035" y="97"/>
                </a:lnTo>
                <a:lnTo>
                  <a:pt x="2041" y="95"/>
                </a:lnTo>
                <a:lnTo>
                  <a:pt x="2046" y="93"/>
                </a:lnTo>
                <a:lnTo>
                  <a:pt x="2052" y="91"/>
                </a:lnTo>
                <a:lnTo>
                  <a:pt x="2058" y="89"/>
                </a:lnTo>
                <a:lnTo>
                  <a:pt x="2064" y="87"/>
                </a:lnTo>
                <a:lnTo>
                  <a:pt x="2069" y="85"/>
                </a:lnTo>
                <a:lnTo>
                  <a:pt x="2075" y="83"/>
                </a:lnTo>
                <a:lnTo>
                  <a:pt x="2081" y="80"/>
                </a:lnTo>
                <a:lnTo>
                  <a:pt x="2087" y="78"/>
                </a:lnTo>
                <a:lnTo>
                  <a:pt x="2092" y="76"/>
                </a:lnTo>
                <a:lnTo>
                  <a:pt x="2098" y="74"/>
                </a:lnTo>
                <a:lnTo>
                  <a:pt x="2104" y="72"/>
                </a:lnTo>
                <a:lnTo>
                  <a:pt x="2110" y="70"/>
                </a:lnTo>
                <a:lnTo>
                  <a:pt x="2116" y="68"/>
                </a:lnTo>
                <a:lnTo>
                  <a:pt x="2121" y="66"/>
                </a:lnTo>
                <a:lnTo>
                  <a:pt x="2127" y="63"/>
                </a:lnTo>
                <a:lnTo>
                  <a:pt x="2133" y="61"/>
                </a:lnTo>
                <a:lnTo>
                  <a:pt x="2139" y="59"/>
                </a:lnTo>
                <a:lnTo>
                  <a:pt x="2144" y="57"/>
                </a:lnTo>
                <a:lnTo>
                  <a:pt x="2150" y="55"/>
                </a:lnTo>
                <a:lnTo>
                  <a:pt x="2156" y="53"/>
                </a:lnTo>
                <a:lnTo>
                  <a:pt x="2162" y="51"/>
                </a:lnTo>
                <a:lnTo>
                  <a:pt x="2167" y="49"/>
                </a:lnTo>
                <a:lnTo>
                  <a:pt x="2173" y="46"/>
                </a:lnTo>
                <a:lnTo>
                  <a:pt x="2179" y="44"/>
                </a:lnTo>
                <a:lnTo>
                  <a:pt x="2185" y="42"/>
                </a:lnTo>
                <a:lnTo>
                  <a:pt x="2190" y="40"/>
                </a:lnTo>
                <a:lnTo>
                  <a:pt x="2196" y="38"/>
                </a:lnTo>
                <a:lnTo>
                  <a:pt x="2202" y="36"/>
                </a:lnTo>
                <a:lnTo>
                  <a:pt x="2208" y="34"/>
                </a:lnTo>
                <a:lnTo>
                  <a:pt x="2214" y="32"/>
                </a:lnTo>
                <a:lnTo>
                  <a:pt x="2219" y="30"/>
                </a:lnTo>
                <a:lnTo>
                  <a:pt x="2225" y="27"/>
                </a:lnTo>
                <a:lnTo>
                  <a:pt x="2231" y="25"/>
                </a:lnTo>
                <a:lnTo>
                  <a:pt x="2237" y="23"/>
                </a:lnTo>
                <a:lnTo>
                  <a:pt x="2242" y="21"/>
                </a:lnTo>
                <a:lnTo>
                  <a:pt x="2248" y="19"/>
                </a:lnTo>
                <a:lnTo>
                  <a:pt x="2254" y="17"/>
                </a:lnTo>
                <a:lnTo>
                  <a:pt x="2260" y="15"/>
                </a:lnTo>
                <a:lnTo>
                  <a:pt x="2265" y="13"/>
                </a:lnTo>
                <a:lnTo>
                  <a:pt x="2271" y="10"/>
                </a:lnTo>
                <a:lnTo>
                  <a:pt x="2277" y="8"/>
                </a:lnTo>
                <a:lnTo>
                  <a:pt x="2283" y="6"/>
                </a:lnTo>
                <a:lnTo>
                  <a:pt x="2288" y="4"/>
                </a:lnTo>
                <a:lnTo>
                  <a:pt x="2294" y="2"/>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8" name="Connector 117"/>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19" name="Oval 118"/>
          <p:cNvSpPr/>
          <p:nvPr/>
        </p:nvSpPr>
        <p:spPr>
          <a:xfrm>
            <a:off x="10689336" y="4061171"/>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TextBox 119"/>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1" name="Oval 120"/>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TextBox 121"/>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3" name="Connector 122"/>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4" name="TextBox 123"/>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linear regression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04/08</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07/08</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08/08</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